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5.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7.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8.xml" ContentType="application/vnd.openxmlformats-officedocument.theme+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9.xml" ContentType="application/vnd.openxmlformats-officedocument.theme+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10.xml" ContentType="application/vnd.openxmlformats-officedocument.theme+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11.xml" ContentType="application/vnd.openxmlformats-officedocument.them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12.xml" ContentType="application/vnd.openxmlformats-officedocument.theme+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3.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theme/theme14.xml" ContentType="application/vnd.openxmlformats-officedocument.theme+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theme/theme15.xml" ContentType="application/vnd.openxmlformats-officedocument.theme+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theme/theme16.xml" ContentType="application/vnd.openxmlformats-officedocument.theme+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theme/theme17.xml" ContentType="application/vnd.openxmlformats-officedocument.theme+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theme/theme18.xml" ContentType="application/vnd.openxmlformats-officedocument.theme+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theme/theme19.xml" ContentType="application/vnd.openxmlformats-officedocument.theme+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theme/theme20.xml" ContentType="application/vnd.openxmlformats-officedocument.theme+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theme/theme21.xml" ContentType="application/vnd.openxmlformats-officedocument.theme+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theme/theme22.xml" ContentType="application/vnd.openxmlformats-officedocument.theme+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theme/theme23.xml" ContentType="application/vnd.openxmlformats-officedocument.theme+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theme/theme24.xml" ContentType="application/vnd.openxmlformats-officedocument.theme+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theme/theme25.xml" ContentType="application/vnd.openxmlformats-officedocument.theme+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theme/theme26.xml" ContentType="application/vnd.openxmlformats-officedocument.theme+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theme/theme27.xml" ContentType="application/vnd.openxmlformats-officedocument.theme+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theme/theme28.xml" ContentType="application/vnd.openxmlformats-officedocument.theme+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theme/theme29.xml" ContentType="application/vnd.openxmlformats-officedocument.theme+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theme/theme30.xml" ContentType="application/vnd.openxmlformats-officedocument.theme+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theme/theme31.xml" ContentType="application/vnd.openxmlformats-officedocument.theme+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theme/theme32.xml" ContentType="application/vnd.openxmlformats-officedocument.theme+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theme/theme33.xml" ContentType="application/vnd.openxmlformats-officedocument.theme+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theme/theme34.xml" ContentType="application/vnd.openxmlformats-officedocument.theme+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theme/theme35.xml" ContentType="application/vnd.openxmlformats-officedocument.theme+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theme/theme36.xml" ContentType="application/vnd.openxmlformats-officedocument.theme+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theme/theme37.xml" ContentType="application/vnd.openxmlformats-officedocument.theme+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theme/theme38.xml" ContentType="application/vnd.openxmlformats-officedocument.theme+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theme/theme39.xml" ContentType="application/vnd.openxmlformats-officedocument.theme+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theme/theme40.xml" ContentType="application/vnd.openxmlformats-officedocument.theme+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theme/theme41.xml" ContentType="application/vnd.openxmlformats-officedocument.theme+xml"/>
  <Override PartName="/ppt/theme/theme4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 id="2147483672" r:id="rId3"/>
    <p:sldMasterId id="2147483683" r:id="rId4"/>
    <p:sldMasterId id="2147483694" r:id="rId5"/>
    <p:sldMasterId id="2147483705" r:id="rId6"/>
    <p:sldMasterId id="2147483716" r:id="rId7"/>
    <p:sldMasterId id="2147483727" r:id="rId8"/>
    <p:sldMasterId id="2147483738" r:id="rId9"/>
    <p:sldMasterId id="2147483749" r:id="rId10"/>
    <p:sldMasterId id="2147483760" r:id="rId11"/>
    <p:sldMasterId id="2147483771" r:id="rId12"/>
    <p:sldMasterId id="2147483782" r:id="rId13"/>
    <p:sldMasterId id="2147483793" r:id="rId14"/>
    <p:sldMasterId id="2147483804" r:id="rId15"/>
    <p:sldMasterId id="2147483815" r:id="rId16"/>
    <p:sldMasterId id="2147483826" r:id="rId17"/>
    <p:sldMasterId id="2147483837" r:id="rId18"/>
    <p:sldMasterId id="2147483848" r:id="rId19"/>
    <p:sldMasterId id="2147483859" r:id="rId20"/>
    <p:sldMasterId id="2147483870" r:id="rId21"/>
    <p:sldMasterId id="2147483881" r:id="rId22"/>
    <p:sldMasterId id="2147483892" r:id="rId23"/>
    <p:sldMasterId id="2147483903" r:id="rId24"/>
    <p:sldMasterId id="2147483914" r:id="rId25"/>
    <p:sldMasterId id="2147483925" r:id="rId26"/>
    <p:sldMasterId id="2147483936" r:id="rId27"/>
    <p:sldMasterId id="2147483947" r:id="rId28"/>
    <p:sldMasterId id="2147483958" r:id="rId29"/>
    <p:sldMasterId id="2147483969" r:id="rId30"/>
    <p:sldMasterId id="2147483980" r:id="rId31"/>
    <p:sldMasterId id="2147483991" r:id="rId32"/>
    <p:sldMasterId id="2147484002" r:id="rId33"/>
    <p:sldMasterId id="2147484013" r:id="rId34"/>
    <p:sldMasterId id="2147484024" r:id="rId35"/>
    <p:sldMasterId id="2147484035" r:id="rId36"/>
    <p:sldMasterId id="2147484046" r:id="rId37"/>
    <p:sldMasterId id="2147484057" r:id="rId38"/>
    <p:sldMasterId id="2147484068" r:id="rId39"/>
    <p:sldMasterId id="2147484079" r:id="rId40"/>
    <p:sldMasterId id="2147484090" r:id="rId41"/>
  </p:sldMasterIdLst>
  <p:notesMasterIdLst>
    <p:notesMasterId r:id="rId90"/>
  </p:notesMasterIdLst>
  <p:sldIdLst>
    <p:sldId id="285" r:id="rId42"/>
    <p:sldId id="326" r:id="rId43"/>
    <p:sldId id="327" r:id="rId44"/>
    <p:sldId id="328" r:id="rId45"/>
    <p:sldId id="330" r:id="rId46"/>
    <p:sldId id="331" r:id="rId47"/>
    <p:sldId id="332" r:id="rId48"/>
    <p:sldId id="333" r:id="rId49"/>
    <p:sldId id="334" r:id="rId50"/>
    <p:sldId id="335" r:id="rId51"/>
    <p:sldId id="336" r:id="rId52"/>
    <p:sldId id="337" r:id="rId53"/>
    <p:sldId id="338" r:id="rId54"/>
    <p:sldId id="339" r:id="rId55"/>
    <p:sldId id="340" r:id="rId56"/>
    <p:sldId id="342" r:id="rId57"/>
    <p:sldId id="341" r:id="rId58"/>
    <p:sldId id="344" r:id="rId59"/>
    <p:sldId id="345" r:id="rId60"/>
    <p:sldId id="346" r:id="rId61"/>
    <p:sldId id="347" r:id="rId62"/>
    <p:sldId id="348" r:id="rId63"/>
    <p:sldId id="349" r:id="rId64"/>
    <p:sldId id="350" r:id="rId65"/>
    <p:sldId id="352" r:id="rId66"/>
    <p:sldId id="353" r:id="rId67"/>
    <p:sldId id="354" r:id="rId68"/>
    <p:sldId id="356" r:id="rId69"/>
    <p:sldId id="357" r:id="rId70"/>
    <p:sldId id="358" r:id="rId71"/>
    <p:sldId id="359" r:id="rId72"/>
    <p:sldId id="360" r:id="rId73"/>
    <p:sldId id="370" r:id="rId74"/>
    <p:sldId id="386" r:id="rId75"/>
    <p:sldId id="371" r:id="rId76"/>
    <p:sldId id="372" r:id="rId77"/>
    <p:sldId id="382" r:id="rId78"/>
    <p:sldId id="383" r:id="rId79"/>
    <p:sldId id="384" r:id="rId80"/>
    <p:sldId id="385" r:id="rId81"/>
    <p:sldId id="374" r:id="rId82"/>
    <p:sldId id="375" r:id="rId83"/>
    <p:sldId id="376" r:id="rId84"/>
    <p:sldId id="377" r:id="rId85"/>
    <p:sldId id="378" r:id="rId86"/>
    <p:sldId id="379" r:id="rId87"/>
    <p:sldId id="380" r:id="rId88"/>
    <p:sldId id="381" r:id="rId89"/>
  </p:sldIdLst>
  <p:sldSz cx="12192000" cy="6858000"/>
  <p:notesSz cx="6858000" cy="9144000"/>
  <p:embeddedFontLst>
    <p:embeddedFont>
      <p:font typeface="仿宋_GB2312" panose="02010600030101010101" charset="-122"/>
      <p:regular r:id="rId91"/>
    </p:embeddedFont>
    <p:embeddedFont>
      <p:font typeface="Calibri" panose="020F0502020204030204" pitchFamily="34" charset="0"/>
      <p:regular r:id="rId92"/>
      <p:bold r:id="rId93"/>
      <p:italic r:id="rId94"/>
      <p:boldItalic r:id="rId95"/>
    </p:embeddedFont>
    <p:embeddedFont>
      <p:font typeface="Calibri Light" panose="020F0302020204030204" pitchFamily="34" charset="0"/>
      <p:regular r:id="rId96"/>
      <p:italic r:id="rId97"/>
    </p:embeddedFont>
    <p:embeddedFont>
      <p:font typeface="ISOCP" panose="00000400000000000000" pitchFamily="2" charset="0"/>
      <p:regular r:id="rId98"/>
    </p:embeddedFont>
    <p:embeddedFont>
      <p:font typeface="Monotype Corsiva" panose="03010101010201010101" pitchFamily="66" charset="0"/>
      <p:italic r:id="rId99"/>
    </p:embeddedFont>
    <p:embeddedFont>
      <p:font typeface="Tahoma" panose="020B0604030504040204" pitchFamily="34" charset="0"/>
      <p:regular r:id="rId100"/>
      <p:bold r:id="rId101"/>
    </p:embeddedFont>
    <p:embeddedFont>
      <p:font typeface="黑体" panose="02010609060101010101" pitchFamily="49" charset="-122"/>
      <p:regular r:id="rId102"/>
    </p:embeddedFont>
    <p:embeddedFont>
      <p:font typeface="华文细黑" panose="02010600040101010101" pitchFamily="2" charset="-122"/>
      <p:regular r:id="rId103"/>
    </p:embeddedFont>
  </p:embeddedFontLst>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56">
          <p15:clr>
            <a:srgbClr val="A4A3A4"/>
          </p15:clr>
        </p15:guide>
        <p15:guide id="2" pos="3844">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dmin" initials="" lastIdx="2" clrIdx="0"/>
  <p:cmAuthor id="1" name="Owner"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CC"/>
    <a:srgbClr val="FF6666"/>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2" d="100"/>
          <a:sy n="82" d="100"/>
        </p:scale>
        <p:origin x="712" y="63"/>
      </p:cViewPr>
      <p:guideLst>
        <p:guide orient="horz" pos="2156"/>
        <p:guide pos="384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42" Type="http://schemas.openxmlformats.org/officeDocument/2006/relationships/slide" Target="slides/slide1.xml"/><Relationship Id="rId47" Type="http://schemas.openxmlformats.org/officeDocument/2006/relationships/slide" Target="slides/slide6.xml"/><Relationship Id="rId63" Type="http://schemas.openxmlformats.org/officeDocument/2006/relationships/slide" Target="slides/slide22.xml"/><Relationship Id="rId68" Type="http://schemas.openxmlformats.org/officeDocument/2006/relationships/slide" Target="slides/slide27.xml"/><Relationship Id="rId84" Type="http://schemas.openxmlformats.org/officeDocument/2006/relationships/slide" Target="slides/slide43.xml"/><Relationship Id="rId89" Type="http://schemas.openxmlformats.org/officeDocument/2006/relationships/slide" Target="slides/slide48.xml"/><Relationship Id="rId16" Type="http://schemas.openxmlformats.org/officeDocument/2006/relationships/slideMaster" Target="slideMasters/slideMaster16.xml"/><Relationship Id="rId107" Type="http://schemas.openxmlformats.org/officeDocument/2006/relationships/theme" Target="theme/theme1.xml"/><Relationship Id="rId11" Type="http://schemas.openxmlformats.org/officeDocument/2006/relationships/slideMaster" Target="slideMasters/slideMaster11.xml"/><Relationship Id="rId32" Type="http://schemas.openxmlformats.org/officeDocument/2006/relationships/slideMaster" Target="slideMasters/slideMaster32.xml"/><Relationship Id="rId37" Type="http://schemas.openxmlformats.org/officeDocument/2006/relationships/slideMaster" Target="slideMasters/slideMaster37.xml"/><Relationship Id="rId53" Type="http://schemas.openxmlformats.org/officeDocument/2006/relationships/slide" Target="slides/slide12.xml"/><Relationship Id="rId58" Type="http://schemas.openxmlformats.org/officeDocument/2006/relationships/slide" Target="slides/slide17.xml"/><Relationship Id="rId74" Type="http://schemas.openxmlformats.org/officeDocument/2006/relationships/slide" Target="slides/slide33.xml"/><Relationship Id="rId79" Type="http://schemas.openxmlformats.org/officeDocument/2006/relationships/slide" Target="slides/slide38.xml"/><Relationship Id="rId102" Type="http://schemas.openxmlformats.org/officeDocument/2006/relationships/font" Target="fonts/font12.fntdata"/><Relationship Id="rId5" Type="http://schemas.openxmlformats.org/officeDocument/2006/relationships/slideMaster" Target="slideMasters/slideMaster5.xml"/><Relationship Id="rId90" Type="http://schemas.openxmlformats.org/officeDocument/2006/relationships/notesMaster" Target="notesMasters/notesMaster1.xml"/><Relationship Id="rId95" Type="http://schemas.openxmlformats.org/officeDocument/2006/relationships/font" Target="fonts/font5.fntdata"/><Relationship Id="rId22" Type="http://schemas.openxmlformats.org/officeDocument/2006/relationships/slideMaster" Target="slideMasters/slideMaster22.xml"/><Relationship Id="rId27" Type="http://schemas.openxmlformats.org/officeDocument/2006/relationships/slideMaster" Target="slideMasters/slideMaster27.xml"/><Relationship Id="rId43" Type="http://schemas.openxmlformats.org/officeDocument/2006/relationships/slide" Target="slides/slide2.xml"/><Relationship Id="rId48" Type="http://schemas.openxmlformats.org/officeDocument/2006/relationships/slide" Target="slides/slide7.xml"/><Relationship Id="rId64" Type="http://schemas.openxmlformats.org/officeDocument/2006/relationships/slide" Target="slides/slide23.xml"/><Relationship Id="rId69" Type="http://schemas.openxmlformats.org/officeDocument/2006/relationships/slide" Target="slides/slide28.xml"/><Relationship Id="rId80" Type="http://schemas.openxmlformats.org/officeDocument/2006/relationships/slide" Target="slides/slide39.xml"/><Relationship Id="rId85" Type="http://schemas.openxmlformats.org/officeDocument/2006/relationships/slide" Target="slides/slide44.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33" Type="http://schemas.openxmlformats.org/officeDocument/2006/relationships/slideMaster" Target="slideMasters/slideMaster33.xml"/><Relationship Id="rId38" Type="http://schemas.openxmlformats.org/officeDocument/2006/relationships/slideMaster" Target="slideMasters/slideMaster38.xml"/><Relationship Id="rId59" Type="http://schemas.openxmlformats.org/officeDocument/2006/relationships/slide" Target="slides/slide18.xml"/><Relationship Id="rId103" Type="http://schemas.openxmlformats.org/officeDocument/2006/relationships/font" Target="fonts/font13.fntdata"/><Relationship Id="rId108" Type="http://schemas.openxmlformats.org/officeDocument/2006/relationships/tableStyles" Target="tableStyles.xml"/><Relationship Id="rId20" Type="http://schemas.openxmlformats.org/officeDocument/2006/relationships/slideMaster" Target="slideMasters/slideMaster20.xml"/><Relationship Id="rId41" Type="http://schemas.openxmlformats.org/officeDocument/2006/relationships/slideMaster" Target="slideMasters/slideMaster41.xml"/><Relationship Id="rId54" Type="http://schemas.openxmlformats.org/officeDocument/2006/relationships/slide" Target="slides/slide13.xml"/><Relationship Id="rId62" Type="http://schemas.openxmlformats.org/officeDocument/2006/relationships/slide" Target="slides/slide21.xml"/><Relationship Id="rId70" Type="http://schemas.openxmlformats.org/officeDocument/2006/relationships/slide" Target="slides/slide29.xml"/><Relationship Id="rId75" Type="http://schemas.openxmlformats.org/officeDocument/2006/relationships/slide" Target="slides/slide34.xml"/><Relationship Id="rId83" Type="http://schemas.openxmlformats.org/officeDocument/2006/relationships/slide" Target="slides/slide42.xml"/><Relationship Id="rId88" Type="http://schemas.openxmlformats.org/officeDocument/2006/relationships/slide" Target="slides/slide47.xml"/><Relationship Id="rId91" Type="http://schemas.openxmlformats.org/officeDocument/2006/relationships/font" Target="fonts/font1.fntdata"/><Relationship Id="rId96"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Master" Target="slideMasters/slideMaster36.xml"/><Relationship Id="rId49" Type="http://schemas.openxmlformats.org/officeDocument/2006/relationships/slide" Target="slides/slide8.xml"/><Relationship Id="rId57" Type="http://schemas.openxmlformats.org/officeDocument/2006/relationships/slide" Target="slides/slide16.xml"/><Relationship Id="rId106" Type="http://schemas.openxmlformats.org/officeDocument/2006/relationships/viewProps" Target="viewProps.xml"/><Relationship Id="rId10" Type="http://schemas.openxmlformats.org/officeDocument/2006/relationships/slideMaster" Target="slideMasters/slideMaster10.xml"/><Relationship Id="rId31" Type="http://schemas.openxmlformats.org/officeDocument/2006/relationships/slideMaster" Target="slideMasters/slideMaster31.xml"/><Relationship Id="rId44" Type="http://schemas.openxmlformats.org/officeDocument/2006/relationships/slide" Target="slides/slide3.xml"/><Relationship Id="rId52" Type="http://schemas.openxmlformats.org/officeDocument/2006/relationships/slide" Target="slides/slide11.xml"/><Relationship Id="rId60" Type="http://schemas.openxmlformats.org/officeDocument/2006/relationships/slide" Target="slides/slide19.xml"/><Relationship Id="rId65" Type="http://schemas.openxmlformats.org/officeDocument/2006/relationships/slide" Target="slides/slide24.xml"/><Relationship Id="rId73" Type="http://schemas.openxmlformats.org/officeDocument/2006/relationships/slide" Target="slides/slide32.xml"/><Relationship Id="rId78" Type="http://schemas.openxmlformats.org/officeDocument/2006/relationships/slide" Target="slides/slide37.xml"/><Relationship Id="rId81" Type="http://schemas.openxmlformats.org/officeDocument/2006/relationships/slide" Target="slides/slide40.xml"/><Relationship Id="rId86" Type="http://schemas.openxmlformats.org/officeDocument/2006/relationships/slide" Target="slides/slide45.xml"/><Relationship Id="rId94" Type="http://schemas.openxmlformats.org/officeDocument/2006/relationships/font" Target="fonts/font4.fntdata"/><Relationship Id="rId99" Type="http://schemas.openxmlformats.org/officeDocument/2006/relationships/font" Target="fonts/font9.fntdata"/><Relationship Id="rId101" Type="http://schemas.openxmlformats.org/officeDocument/2006/relationships/font" Target="fonts/font11.fntdata"/><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Master" Target="slideMasters/slideMaster39.xml"/><Relationship Id="rId34" Type="http://schemas.openxmlformats.org/officeDocument/2006/relationships/slideMaster" Target="slideMasters/slideMaster34.xml"/><Relationship Id="rId50" Type="http://schemas.openxmlformats.org/officeDocument/2006/relationships/slide" Target="slides/slide9.xml"/><Relationship Id="rId55" Type="http://schemas.openxmlformats.org/officeDocument/2006/relationships/slide" Target="slides/slide14.xml"/><Relationship Id="rId76" Type="http://schemas.openxmlformats.org/officeDocument/2006/relationships/slide" Target="slides/slide35.xml"/><Relationship Id="rId97" Type="http://schemas.openxmlformats.org/officeDocument/2006/relationships/font" Target="fonts/font7.fntdata"/><Relationship Id="rId104" Type="http://schemas.openxmlformats.org/officeDocument/2006/relationships/commentAuthors" Target="commentAuthors.xml"/><Relationship Id="rId7" Type="http://schemas.openxmlformats.org/officeDocument/2006/relationships/slideMaster" Target="slideMasters/slideMaster7.xml"/><Relationship Id="rId71" Type="http://schemas.openxmlformats.org/officeDocument/2006/relationships/slide" Target="slides/slide30.xml"/><Relationship Id="rId92" Type="http://schemas.openxmlformats.org/officeDocument/2006/relationships/font" Target="fonts/font2.fntdata"/><Relationship Id="rId2" Type="http://schemas.openxmlformats.org/officeDocument/2006/relationships/slideMaster" Target="slideMasters/slideMaster2.xml"/><Relationship Id="rId29" Type="http://schemas.openxmlformats.org/officeDocument/2006/relationships/slideMaster" Target="slideMasters/slideMaster29.xml"/><Relationship Id="rId24" Type="http://schemas.openxmlformats.org/officeDocument/2006/relationships/slideMaster" Target="slideMasters/slideMaster24.xml"/><Relationship Id="rId40" Type="http://schemas.openxmlformats.org/officeDocument/2006/relationships/slideMaster" Target="slideMasters/slideMaster40.xml"/><Relationship Id="rId45" Type="http://schemas.openxmlformats.org/officeDocument/2006/relationships/slide" Target="slides/slide4.xml"/><Relationship Id="rId66" Type="http://schemas.openxmlformats.org/officeDocument/2006/relationships/slide" Target="slides/slide25.xml"/><Relationship Id="rId87" Type="http://schemas.openxmlformats.org/officeDocument/2006/relationships/slide" Target="slides/slide46.xml"/><Relationship Id="rId61" Type="http://schemas.openxmlformats.org/officeDocument/2006/relationships/slide" Target="slides/slide20.xml"/><Relationship Id="rId82" Type="http://schemas.openxmlformats.org/officeDocument/2006/relationships/slide" Target="slides/slide41.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Master" Target="slideMasters/slideMaster30.xml"/><Relationship Id="rId35" Type="http://schemas.openxmlformats.org/officeDocument/2006/relationships/slideMaster" Target="slideMasters/slideMaster35.xml"/><Relationship Id="rId56" Type="http://schemas.openxmlformats.org/officeDocument/2006/relationships/slide" Target="slides/slide15.xml"/><Relationship Id="rId77" Type="http://schemas.openxmlformats.org/officeDocument/2006/relationships/slide" Target="slides/slide36.xml"/><Relationship Id="rId100" Type="http://schemas.openxmlformats.org/officeDocument/2006/relationships/font" Target="fonts/font10.fntdata"/><Relationship Id="rId105"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10.xml"/><Relationship Id="rId72" Type="http://schemas.openxmlformats.org/officeDocument/2006/relationships/slide" Target="slides/slide31.xml"/><Relationship Id="rId93" Type="http://schemas.openxmlformats.org/officeDocument/2006/relationships/font" Target="fonts/font3.fntdata"/><Relationship Id="rId98" Type="http://schemas.openxmlformats.org/officeDocument/2006/relationships/font" Target="fonts/font8.fntdata"/><Relationship Id="rId3" Type="http://schemas.openxmlformats.org/officeDocument/2006/relationships/slideMaster" Target="slideMasters/slideMaster3.xml"/><Relationship Id="rId25" Type="http://schemas.openxmlformats.org/officeDocument/2006/relationships/slideMaster" Target="slideMasters/slideMaster25.xml"/><Relationship Id="rId46" Type="http://schemas.openxmlformats.org/officeDocument/2006/relationships/slide" Target="slides/slide5.xml"/><Relationship Id="rId67"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8C623215-ED73-40EE-A6CF-A57C2C76A609}" type="datetimeFigureOut">
              <a:rPr lang="zh-CN" altLang="en-US"/>
              <a:pPr>
                <a:defRPr/>
              </a:pPr>
              <a:t>2022/2/27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D396F8D9-5B01-4096-A484-A7036E586637}"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a:t>
            </a:r>
            <a:r>
              <a:rPr lang="zh-CN" altLang="en-US" dirty="0"/>
              <a:t>表示推荐性</a:t>
            </a:r>
          </a:p>
        </p:txBody>
      </p:sp>
      <p:sp>
        <p:nvSpPr>
          <p:cNvPr id="4" name="灯片编号占位符 3"/>
          <p:cNvSpPr>
            <a:spLocks noGrp="1"/>
          </p:cNvSpPr>
          <p:nvPr>
            <p:ph type="sldNum" sz="quarter" idx="10"/>
          </p:nvPr>
        </p:nvSpPr>
        <p:spPr/>
        <p:txBody>
          <a:bodyPr/>
          <a:lstStyle/>
          <a:p>
            <a:pPr>
              <a:defRPr/>
            </a:pPr>
            <a:fld id="{D396F8D9-5B01-4096-A484-A7036E586637}" type="slidenum">
              <a:rPr lang="zh-CN" altLang="en-US" smtClean="0"/>
              <a:pPr>
                <a:defRPr/>
              </a:pPr>
              <a:t>6</a:t>
            </a:fld>
            <a:endParaRPr lang="zh-CN" altLang="en-US"/>
          </a:p>
        </p:txBody>
      </p:sp>
    </p:spTree>
    <p:extLst>
      <p:ext uri="{BB962C8B-B14F-4D97-AF65-F5344CB8AC3E}">
        <p14:creationId xmlns:p14="http://schemas.microsoft.com/office/powerpoint/2010/main" val="295715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7" name="Rectangle 7"/>
          <p:cNvSpPr>
            <a:spLocks noGrp="1"/>
          </p:cNvSpPr>
          <p:nvPr>
            <p:ph type="sldNum" sz="quarter" idx="5"/>
          </p:nvPr>
        </p:nvSpPr>
        <p:spPr bwMode="auto">
          <a:xfrm>
            <a:off x="3884613" y="8685213"/>
            <a:ext cx="2971800" cy="457200"/>
          </a:xfrm>
          <a:noFill/>
          <a:ln>
            <a:miter lim="800000"/>
            <a:headEnd/>
            <a:tailEnd/>
          </a:ln>
        </p:spPr>
        <p:txBody>
          <a:bodyPr wrap="square" numCol="1" anchorCtr="0" compatLnSpc="1">
            <a:prstTxWarp prst="textNoShape">
              <a:avLst/>
            </a:prstTxWarp>
          </a:bodyPr>
          <a:lstStyle/>
          <a:p>
            <a:pPr fontAlgn="base">
              <a:spcBef>
                <a:spcPct val="0"/>
              </a:spcBef>
              <a:spcAft>
                <a:spcPct val="0"/>
              </a:spcAft>
            </a:pPr>
            <a:fld id="{3F833D07-1E3A-4153-9453-723062287731}" type="slidenum">
              <a:rPr lang="en-US" altLang="zh-CN"/>
              <a:pPr fontAlgn="base">
                <a:spcBef>
                  <a:spcPct val="0"/>
                </a:spcBef>
                <a:spcAft>
                  <a:spcPct val="0"/>
                </a:spcAft>
              </a:pPr>
              <a:t>41</a:t>
            </a:fld>
            <a:endParaRPr lang="en-US" altLang="zh-CN"/>
          </a:p>
        </p:txBody>
      </p:sp>
      <p:sp>
        <p:nvSpPr>
          <p:cNvPr id="510978" name="Rectangle 2"/>
          <p:cNvSpPr>
            <a:spLocks noGrp="1" noRot="1" noChangeAspect="1" noTextEdit="1"/>
          </p:cNvSpPr>
          <p:nvPr>
            <p:ph type="sldImg"/>
          </p:nvPr>
        </p:nvSpPr>
        <p:spPr bwMode="auto">
          <a:noFill/>
          <a:ln>
            <a:solidFill>
              <a:srgbClr val="000000"/>
            </a:solidFill>
            <a:miter lim="800000"/>
            <a:headEnd/>
            <a:tailEnd/>
          </a:ln>
        </p:spPr>
      </p:sp>
      <p:sp>
        <p:nvSpPr>
          <p:cNvPr id="510979" name="Rectangle 3"/>
          <p:cNvSpPr>
            <a:spLocks noGrp="1"/>
          </p:cNvSpPr>
          <p:nvPr>
            <p:ph type="body" idx="1"/>
          </p:nvPr>
        </p:nvSpPr>
        <p:spPr bwMode="auto">
          <a:xfrm>
            <a:off x="914400" y="4343400"/>
            <a:ext cx="5029200" cy="4114800"/>
          </a:xfrm>
          <a:noFill/>
        </p:spPr>
        <p:txBody>
          <a:bodyPr wrap="square" numCol="1" anchor="t" anchorCtr="0" compatLnSpc="1">
            <a:prstTxWarp prst="textNoShape">
              <a:avLst/>
            </a:prstTxWarp>
          </a:bodyPr>
          <a:lstStyle/>
          <a:p>
            <a:pPr>
              <a:spcBef>
                <a:spcPct val="0"/>
              </a:spcBef>
            </a:pPr>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5" name="Rectangle 7"/>
          <p:cNvSpPr>
            <a:spLocks noGrp="1"/>
          </p:cNvSpPr>
          <p:nvPr>
            <p:ph type="sldNum" sz="quarter" idx="5"/>
          </p:nvPr>
        </p:nvSpPr>
        <p:spPr bwMode="auto">
          <a:xfrm>
            <a:off x="3884613" y="8685213"/>
            <a:ext cx="2971800" cy="457200"/>
          </a:xfrm>
          <a:noFill/>
          <a:ln>
            <a:miter lim="800000"/>
            <a:headEnd/>
            <a:tailEnd/>
          </a:ln>
        </p:spPr>
        <p:txBody>
          <a:bodyPr wrap="square" numCol="1" anchorCtr="0" compatLnSpc="1">
            <a:prstTxWarp prst="textNoShape">
              <a:avLst/>
            </a:prstTxWarp>
          </a:bodyPr>
          <a:lstStyle/>
          <a:p>
            <a:pPr fontAlgn="base">
              <a:spcBef>
                <a:spcPct val="0"/>
              </a:spcBef>
              <a:spcAft>
                <a:spcPct val="0"/>
              </a:spcAft>
            </a:pPr>
            <a:fld id="{C7F7EA5A-7007-4527-A849-B41989680359}" type="slidenum">
              <a:rPr lang="en-US" altLang="zh-CN"/>
              <a:pPr fontAlgn="base">
                <a:spcBef>
                  <a:spcPct val="0"/>
                </a:spcBef>
                <a:spcAft>
                  <a:spcPct val="0"/>
                </a:spcAft>
              </a:pPr>
              <a:t>42</a:t>
            </a:fld>
            <a:endParaRPr lang="en-US" altLang="zh-CN"/>
          </a:p>
        </p:txBody>
      </p:sp>
      <p:sp>
        <p:nvSpPr>
          <p:cNvPr id="513026" name="Rectangle 2"/>
          <p:cNvSpPr>
            <a:spLocks noGrp="1" noRot="1" noChangeAspect="1" noTextEdit="1"/>
          </p:cNvSpPr>
          <p:nvPr>
            <p:ph type="sldImg"/>
          </p:nvPr>
        </p:nvSpPr>
        <p:spPr bwMode="auto">
          <a:noFill/>
          <a:ln>
            <a:solidFill>
              <a:srgbClr val="000000"/>
            </a:solidFill>
            <a:miter lim="800000"/>
            <a:headEnd/>
            <a:tailEnd/>
          </a:ln>
        </p:spPr>
      </p:sp>
      <p:sp>
        <p:nvSpPr>
          <p:cNvPr id="513027" name="Rectangle 3"/>
          <p:cNvSpPr>
            <a:spLocks noGrp="1"/>
          </p:cNvSpPr>
          <p:nvPr>
            <p:ph type="body" idx="1"/>
          </p:nvPr>
        </p:nvSpPr>
        <p:spPr bwMode="auto">
          <a:xfrm>
            <a:off x="914400" y="4343400"/>
            <a:ext cx="5029200" cy="4114800"/>
          </a:xfrm>
          <a:noFill/>
        </p:spPr>
        <p:txBody>
          <a:bodyPr wrap="square" numCol="1" anchor="t" anchorCtr="0" compatLnSpc="1">
            <a:prstTxWarp prst="textNoShape">
              <a:avLst/>
            </a:prstTxWarp>
          </a:bodyPr>
          <a:lstStyle/>
          <a:p>
            <a:pPr>
              <a:spcBef>
                <a:spcPct val="0"/>
              </a:spcBef>
            </a:pPr>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3" name="Rectangle 7"/>
          <p:cNvSpPr>
            <a:spLocks noGrp="1"/>
          </p:cNvSpPr>
          <p:nvPr>
            <p:ph type="sldNum" sz="quarter" idx="5"/>
          </p:nvPr>
        </p:nvSpPr>
        <p:spPr bwMode="auto">
          <a:xfrm>
            <a:off x="3884613" y="8685213"/>
            <a:ext cx="2971800" cy="457200"/>
          </a:xfrm>
          <a:noFill/>
          <a:ln>
            <a:miter lim="800000"/>
            <a:headEnd/>
            <a:tailEnd/>
          </a:ln>
        </p:spPr>
        <p:txBody>
          <a:bodyPr wrap="square" numCol="1" anchorCtr="0" compatLnSpc="1">
            <a:prstTxWarp prst="textNoShape">
              <a:avLst/>
            </a:prstTxWarp>
          </a:bodyPr>
          <a:lstStyle/>
          <a:p>
            <a:pPr fontAlgn="base">
              <a:spcBef>
                <a:spcPct val="0"/>
              </a:spcBef>
              <a:spcAft>
                <a:spcPct val="0"/>
              </a:spcAft>
            </a:pPr>
            <a:fld id="{A093AC27-0A08-4960-A812-040672386214}" type="slidenum">
              <a:rPr lang="en-US" altLang="zh-CN"/>
              <a:pPr fontAlgn="base">
                <a:spcBef>
                  <a:spcPct val="0"/>
                </a:spcBef>
                <a:spcAft>
                  <a:spcPct val="0"/>
                </a:spcAft>
              </a:pPr>
              <a:t>43</a:t>
            </a:fld>
            <a:endParaRPr lang="en-US" altLang="zh-CN"/>
          </a:p>
        </p:txBody>
      </p:sp>
      <p:sp>
        <p:nvSpPr>
          <p:cNvPr id="515074" name="Rectangle 2"/>
          <p:cNvSpPr>
            <a:spLocks noGrp="1" noRot="1" noChangeAspect="1" noTextEdit="1"/>
          </p:cNvSpPr>
          <p:nvPr>
            <p:ph type="sldImg"/>
          </p:nvPr>
        </p:nvSpPr>
        <p:spPr bwMode="auto">
          <a:noFill/>
          <a:ln>
            <a:solidFill>
              <a:srgbClr val="000000"/>
            </a:solidFill>
            <a:miter lim="800000"/>
            <a:headEnd/>
            <a:tailEnd/>
          </a:ln>
        </p:spPr>
      </p:sp>
      <p:sp>
        <p:nvSpPr>
          <p:cNvPr id="515075" name="Rectangle 3"/>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1" name="Rectangle 7"/>
          <p:cNvSpPr>
            <a:spLocks noGrp="1"/>
          </p:cNvSpPr>
          <p:nvPr>
            <p:ph type="sldNum" sz="quarter" idx="5"/>
          </p:nvPr>
        </p:nvSpPr>
        <p:spPr bwMode="auto">
          <a:xfrm>
            <a:off x="3884613" y="8685213"/>
            <a:ext cx="2971800" cy="457200"/>
          </a:xfrm>
          <a:noFill/>
          <a:ln>
            <a:miter lim="800000"/>
            <a:headEnd/>
            <a:tailEnd/>
          </a:ln>
        </p:spPr>
        <p:txBody>
          <a:bodyPr wrap="square" numCol="1" anchorCtr="0" compatLnSpc="1">
            <a:prstTxWarp prst="textNoShape">
              <a:avLst/>
            </a:prstTxWarp>
          </a:bodyPr>
          <a:lstStyle/>
          <a:p>
            <a:pPr fontAlgn="base">
              <a:spcBef>
                <a:spcPct val="0"/>
              </a:spcBef>
              <a:spcAft>
                <a:spcPct val="0"/>
              </a:spcAft>
            </a:pPr>
            <a:fld id="{AA781675-04EB-4008-8D4E-D743D51D010B}" type="slidenum">
              <a:rPr lang="en-US" altLang="zh-CN"/>
              <a:pPr fontAlgn="base">
                <a:spcBef>
                  <a:spcPct val="0"/>
                </a:spcBef>
                <a:spcAft>
                  <a:spcPct val="0"/>
                </a:spcAft>
              </a:pPr>
              <a:t>44</a:t>
            </a:fld>
            <a:endParaRPr lang="en-US" altLang="zh-CN"/>
          </a:p>
        </p:txBody>
      </p:sp>
      <p:sp>
        <p:nvSpPr>
          <p:cNvPr id="517122" name="Rectangle 2"/>
          <p:cNvSpPr>
            <a:spLocks noGrp="1" noRot="1" noChangeAspect="1" noTextEdit="1"/>
          </p:cNvSpPr>
          <p:nvPr>
            <p:ph type="sldImg"/>
          </p:nvPr>
        </p:nvSpPr>
        <p:spPr bwMode="auto">
          <a:noFill/>
          <a:ln>
            <a:solidFill>
              <a:srgbClr val="000000"/>
            </a:solidFill>
            <a:miter lim="800000"/>
            <a:headEnd/>
            <a:tailEnd/>
          </a:ln>
        </p:spPr>
      </p:sp>
      <p:sp>
        <p:nvSpPr>
          <p:cNvPr id="517123" name="Rectangle 3"/>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69" name="Rectangle 7"/>
          <p:cNvSpPr>
            <a:spLocks noGrp="1"/>
          </p:cNvSpPr>
          <p:nvPr>
            <p:ph type="sldNum" sz="quarter" idx="5"/>
          </p:nvPr>
        </p:nvSpPr>
        <p:spPr bwMode="auto">
          <a:xfrm>
            <a:off x="3884613" y="8685213"/>
            <a:ext cx="2971800" cy="457200"/>
          </a:xfrm>
          <a:noFill/>
          <a:ln>
            <a:miter lim="800000"/>
            <a:headEnd/>
            <a:tailEnd/>
          </a:ln>
        </p:spPr>
        <p:txBody>
          <a:bodyPr wrap="square" numCol="1" anchorCtr="0" compatLnSpc="1">
            <a:prstTxWarp prst="textNoShape">
              <a:avLst/>
            </a:prstTxWarp>
          </a:bodyPr>
          <a:lstStyle/>
          <a:p>
            <a:pPr fontAlgn="base">
              <a:spcBef>
                <a:spcPct val="0"/>
              </a:spcBef>
              <a:spcAft>
                <a:spcPct val="0"/>
              </a:spcAft>
            </a:pPr>
            <a:fld id="{EED52575-1A38-4C93-A149-5BA7640553DD}" type="slidenum">
              <a:rPr lang="en-US" altLang="zh-CN"/>
              <a:pPr fontAlgn="base">
                <a:spcBef>
                  <a:spcPct val="0"/>
                </a:spcBef>
                <a:spcAft>
                  <a:spcPct val="0"/>
                </a:spcAft>
              </a:pPr>
              <a:t>45</a:t>
            </a:fld>
            <a:endParaRPr lang="en-US" altLang="zh-CN"/>
          </a:p>
        </p:txBody>
      </p:sp>
      <p:sp>
        <p:nvSpPr>
          <p:cNvPr id="519170" name="Rectangle 2"/>
          <p:cNvSpPr>
            <a:spLocks noGrp="1" noRot="1" noChangeAspect="1" noTextEdit="1"/>
          </p:cNvSpPr>
          <p:nvPr>
            <p:ph type="sldImg"/>
          </p:nvPr>
        </p:nvSpPr>
        <p:spPr bwMode="auto">
          <a:noFill/>
          <a:ln>
            <a:solidFill>
              <a:srgbClr val="000000"/>
            </a:solidFill>
            <a:miter lim="800000"/>
            <a:headEnd/>
            <a:tailEnd/>
          </a:ln>
        </p:spPr>
      </p:sp>
      <p:sp>
        <p:nvSpPr>
          <p:cNvPr id="519171" name="Rectangle 3"/>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7" name="Rectangle 7"/>
          <p:cNvSpPr>
            <a:spLocks noGrp="1"/>
          </p:cNvSpPr>
          <p:nvPr>
            <p:ph type="sldNum" sz="quarter" idx="5"/>
          </p:nvPr>
        </p:nvSpPr>
        <p:spPr bwMode="auto">
          <a:xfrm>
            <a:off x="3884613" y="8685213"/>
            <a:ext cx="2971800" cy="457200"/>
          </a:xfrm>
          <a:noFill/>
          <a:ln>
            <a:miter lim="800000"/>
            <a:headEnd/>
            <a:tailEnd/>
          </a:ln>
        </p:spPr>
        <p:txBody>
          <a:bodyPr wrap="square" numCol="1" anchorCtr="0" compatLnSpc="1">
            <a:prstTxWarp prst="textNoShape">
              <a:avLst/>
            </a:prstTxWarp>
          </a:bodyPr>
          <a:lstStyle/>
          <a:p>
            <a:pPr fontAlgn="base">
              <a:spcBef>
                <a:spcPct val="0"/>
              </a:spcBef>
              <a:spcAft>
                <a:spcPct val="0"/>
              </a:spcAft>
            </a:pPr>
            <a:fld id="{1E051770-81B3-4678-93F1-7C5FE0E5BBC4}" type="slidenum">
              <a:rPr lang="en-US" altLang="zh-CN"/>
              <a:pPr fontAlgn="base">
                <a:spcBef>
                  <a:spcPct val="0"/>
                </a:spcBef>
                <a:spcAft>
                  <a:spcPct val="0"/>
                </a:spcAft>
              </a:pPr>
              <a:t>46</a:t>
            </a:fld>
            <a:endParaRPr lang="en-US" altLang="zh-CN"/>
          </a:p>
        </p:txBody>
      </p:sp>
      <p:sp>
        <p:nvSpPr>
          <p:cNvPr id="521218" name="Rectangle 2"/>
          <p:cNvSpPr>
            <a:spLocks noGrp="1" noRot="1" noChangeAspect="1" noTextEdit="1"/>
          </p:cNvSpPr>
          <p:nvPr>
            <p:ph type="sldImg"/>
          </p:nvPr>
        </p:nvSpPr>
        <p:spPr bwMode="auto">
          <a:noFill/>
          <a:ln>
            <a:solidFill>
              <a:srgbClr val="000000"/>
            </a:solidFill>
            <a:miter lim="800000"/>
            <a:headEnd/>
            <a:tailEnd/>
          </a:ln>
        </p:spPr>
      </p:sp>
      <p:sp>
        <p:nvSpPr>
          <p:cNvPr id="521219" name="Rectangle 3"/>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5" name="Rectangle 7"/>
          <p:cNvSpPr>
            <a:spLocks noGrp="1"/>
          </p:cNvSpPr>
          <p:nvPr>
            <p:ph type="sldNum" sz="quarter" idx="5"/>
          </p:nvPr>
        </p:nvSpPr>
        <p:spPr bwMode="auto">
          <a:xfrm>
            <a:off x="3884613" y="8685213"/>
            <a:ext cx="2971800" cy="457200"/>
          </a:xfrm>
          <a:noFill/>
          <a:ln>
            <a:miter lim="800000"/>
            <a:headEnd/>
            <a:tailEnd/>
          </a:ln>
        </p:spPr>
        <p:txBody>
          <a:bodyPr wrap="square" numCol="1" anchorCtr="0" compatLnSpc="1">
            <a:prstTxWarp prst="textNoShape">
              <a:avLst/>
            </a:prstTxWarp>
          </a:bodyPr>
          <a:lstStyle/>
          <a:p>
            <a:pPr fontAlgn="base">
              <a:spcBef>
                <a:spcPct val="0"/>
              </a:spcBef>
              <a:spcAft>
                <a:spcPct val="0"/>
              </a:spcAft>
            </a:pPr>
            <a:fld id="{22FDAB66-C73D-453F-BE42-FC5A5C46F433}" type="slidenum">
              <a:rPr lang="en-US" altLang="zh-CN"/>
              <a:pPr fontAlgn="base">
                <a:spcBef>
                  <a:spcPct val="0"/>
                </a:spcBef>
                <a:spcAft>
                  <a:spcPct val="0"/>
                </a:spcAft>
              </a:pPr>
              <a:t>47</a:t>
            </a:fld>
            <a:endParaRPr lang="en-US" altLang="zh-CN"/>
          </a:p>
        </p:txBody>
      </p:sp>
      <p:sp>
        <p:nvSpPr>
          <p:cNvPr id="523266" name="Rectangle 2"/>
          <p:cNvSpPr>
            <a:spLocks noGrp="1" noRot="1" noChangeAspect="1" noTextEdit="1"/>
          </p:cNvSpPr>
          <p:nvPr>
            <p:ph type="sldImg"/>
          </p:nvPr>
        </p:nvSpPr>
        <p:spPr bwMode="auto">
          <a:noFill/>
          <a:ln>
            <a:solidFill>
              <a:srgbClr val="000000"/>
            </a:solidFill>
            <a:miter lim="800000"/>
            <a:headEnd/>
            <a:tailEnd/>
          </a:ln>
        </p:spPr>
      </p:sp>
      <p:sp>
        <p:nvSpPr>
          <p:cNvPr id="523267" name="Rectangle 3"/>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54FDD5F6-251F-47CB-8D70-22D8E60C37CF}"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A981EC4-5704-40C8-A62D-5EBC3BEC5C41}"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矩形 6"/>
          <p:cNvSpPr/>
          <p:nvPr userDrawn="1"/>
        </p:nvSpPr>
        <p:spPr>
          <a:xfrm>
            <a:off x="254000" y="190500"/>
            <a:ext cx="11696700" cy="646430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70E2073D-F80F-4BDC-AEB2-C9676CCC5592}"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D6F987B-EAD1-478B-8B94-D3ED44CD8285}"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7354E94C-AA19-4A47-B90D-F600DCC03503}"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0683C926-08A9-4963-8B86-4E5012A692A3}"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0CCB7F99-B093-411D-918D-D9168D40777C}"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753571E2-A442-482F-9314-D8C3E9359A84}"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F3974C6B-9331-4C23-950D-26E054D18A15}"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DCDA3963-DF62-4829-A414-74114B3F1EB1}"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248E0607-122A-4600-B21D-FDAF14F3F5D4}"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F1F78B18-2E0E-48D2-92AC-54662D28F486}"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0B66B451-1150-4FD2-93A7-2A67CE700856}"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6D861C1-BF0E-42DD-A0B3-587E17EEE137}"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20BF180C-A804-4B90-B3B7-9C9809096877}"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51E1F7A-EA42-40F8-B24D-729F0A18A845}"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20B8FBFC-B97E-4B8F-94B9-398E2D11BF24}"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CA57B07-4FE3-44ED-BCAA-80C28E14ABE9}"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908CDA52-4B33-4E51-8DDC-3AF7E2EA15DE}"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FF519ED-3783-4FAD-9AF0-BEE6B4D65C49}" type="slidenum">
              <a:rPr lang="zh-CN" altLang="en-US"/>
              <a:pPr>
                <a:defRPr/>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FEF6AB72-9E5F-4916-9A21-EA516F3A601C}"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97DE506-82E7-4CCA-AA0E-85117D33919D}" type="slidenum">
              <a:rPr lang="zh-CN" altLang="en-US"/>
              <a:pPr>
                <a:defRPr/>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F0325CA8-C6BD-41CC-82D3-D1E2A8EF2533}"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BDFC7BC-2ED2-4FB3-BEDF-BD6CE57C07F9}" type="slidenum">
              <a:rPr lang="zh-CN" altLang="en-US"/>
              <a:pPr>
                <a:defRPr/>
              </a:pPr>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76BDCE45-CF7F-46C5-8136-F6B141661A39}"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AF83344-77F7-4A13-BA96-8FBE02A2D73B}" type="slidenum">
              <a:rPr lang="zh-CN" altLang="en-US"/>
              <a:pPr>
                <a:defRPr/>
              </a:pPr>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073EE022-7925-47D8-9BE3-7923B1132DEA}"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F633584-18CC-4A56-8772-2ADFCDF4AC72}" type="slidenum">
              <a:rPr lang="zh-CN" altLang="en-US"/>
              <a:pPr>
                <a:defRPr/>
              </a:pPr>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77521AE6-4C42-48F4-9457-5B5AAB147AF1}"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6E03D542-1927-4151-8960-B32EBFD70A79}" type="slidenum">
              <a:rPr lang="zh-CN" altLang="en-US"/>
              <a:pPr>
                <a:defRPr/>
              </a:pPr>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2CCC5E8E-6155-4618-9C64-3FD64CB6D426}"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54B87C20-0B77-42F9-8FA7-A25182C7F5F2}" type="slidenum">
              <a:rPr lang="zh-CN" altLang="en-US"/>
              <a:pPr>
                <a:defRPr/>
              </a:pPr>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7AE35FB6-4FEF-4CE0-9E83-3FA23D634AFA}"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4779E4CA-38DB-4703-A9F2-B5E2B4912D6F}" type="slidenum">
              <a:rPr lang="zh-CN" altLang="en-US"/>
              <a:pPr>
                <a:defRPr/>
              </a:pPr>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2994B566-4225-4B5C-9C34-887AA41AC287}"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36C9C39-D63E-4651-BCD8-F60EAC03A788}" type="slidenum">
              <a:rPr lang="zh-CN" altLang="en-US"/>
              <a:pPr>
                <a:defRPr/>
              </a:pPr>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DB09D7AA-8A00-46F9-8D4A-99BC10CA5C97}"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0CDFD30-DCC2-41F9-880F-88E5378340C9}" type="slidenum">
              <a:rPr lang="zh-CN" altLang="en-US"/>
              <a:pPr>
                <a:defRPr/>
              </a:pPr>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0DB9E024-19F0-4A58-AFAA-C68AE13F1680}"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A8421D7A-A51E-4ACC-8B37-1B6768940839}" type="slidenum">
              <a:rPr lang="zh-CN" altLang="en-US"/>
              <a:pPr>
                <a:defRPr/>
              </a:pPr>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2E1D6BC9-ACEE-4082-84A3-A70049D07111}"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79269DAB-6073-4708-82EF-B71123CED439}" type="slidenum">
              <a:rPr lang="zh-CN" altLang="en-US"/>
              <a:pPr>
                <a:defRPr/>
              </a:pPr>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3DD308A3-7C3F-42B0-BA27-2F21DF4437E9}"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8E5F4BE-7F9F-4FAB-9090-2476FA8B472F}" type="slidenum">
              <a:rPr lang="zh-CN" altLang="en-US"/>
              <a:pPr>
                <a:defRPr/>
              </a:pPr>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1646F4F9-FAE6-41FB-BE2B-2E20026C48C8}"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14AA76F-4EA2-4794-94FD-E636186D5B8F}" type="slidenum">
              <a:rPr lang="zh-CN" altLang="en-US"/>
              <a:pPr>
                <a:defRPr/>
              </a:pPr>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A96CDEA1-8E6D-44C9-B3D4-096DCA780A65}"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4FF9EF6-6B3C-4BCB-B4B6-97FD982608E3}" type="slidenum">
              <a:rPr lang="zh-CN" altLang="en-US"/>
              <a:pPr>
                <a:defRPr/>
              </a:pPr>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87E32B2D-65BC-4FA8-B4E1-CEDEF2708F96}"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52A1133-8A98-48FB-B9B7-AD92D737B013}" type="slidenum">
              <a:rPr lang="zh-CN" altLang="en-US"/>
              <a:pPr>
                <a:defRPr/>
              </a:pPr>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FCB4E911-A9F4-4180-8561-5F46B19632EC}"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82FAEF58-C56D-4F63-A7A2-B4D4888419B1}" type="slidenum">
              <a:rPr lang="zh-CN" altLang="en-US"/>
              <a:pPr>
                <a:defRPr/>
              </a:pPr>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05188DFB-7901-4FB6-8D77-D5D9C29C202D}"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D71D1412-B711-4173-87BB-0E4FA12C2A46}" type="slidenum">
              <a:rPr lang="zh-CN" altLang="en-US"/>
              <a:pPr>
                <a:defRPr/>
              </a:pPr>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0930BF0-E8F4-4372-8825-566D80860F9B}"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E8F869B8-45C6-49E1-A6DF-71CE75CEDBED}" type="slidenum">
              <a:rPr lang="zh-CN" altLang="en-US"/>
              <a:pPr>
                <a:defRPr/>
              </a:pPr>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872A551B-34A6-42DE-B879-AA638921813B}"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D82C691-655E-4D24-97AA-336C45D66F5D}" type="slidenum">
              <a:rPr lang="zh-CN" altLang="en-US"/>
              <a:pPr>
                <a:defRPr/>
              </a:pPr>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F4C97E78-64B5-4353-82A1-727F667B1F22}"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043DEC0-BE14-4107-B714-DA11EA2E4620}" type="slidenum">
              <a:rPr lang="zh-CN" altLang="en-US"/>
              <a:pPr>
                <a:defRPr/>
              </a:pPr>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CDF74F27-E555-47DF-895E-12D8997CF360}"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6761E156-9360-4920-B72B-7CC21C486113}" type="slidenum">
              <a:rPr lang="zh-CN" altLang="en-US"/>
              <a:pPr>
                <a:defRPr/>
              </a:pPr>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A7E656A4-8112-40D2-9147-C2E12B27B492}"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6CE46A2-636A-4BF8-9490-86CE34BED601}" type="slidenum">
              <a:rPr lang="zh-CN" altLang="en-US"/>
              <a:pPr>
                <a:defRPr/>
              </a:pPr>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7B01B41F-1517-4312-B32B-C501DA04EABD}"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436AF93-1222-459E-B87A-04D68DC20F4F}" type="slidenum">
              <a:rPr lang="zh-CN" altLang="en-US"/>
              <a:pPr>
                <a:defRPr/>
              </a:pPr>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74B7461C-A8D7-4781-9527-D2B07D27256A}"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8EA71C8-1E89-4503-A973-C9150D475616}" type="slidenum">
              <a:rPr lang="zh-CN" altLang="en-US"/>
              <a:pPr>
                <a:defRPr/>
              </a:pPr>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1EE8532B-D56B-437F-8CB2-79855AC77E51}"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3D205B9B-1F13-4F7B-B94F-0F29DF5689CA}" type="slidenum">
              <a:rPr lang="zh-CN" altLang="en-US"/>
              <a:pPr>
                <a:defRPr/>
              </a:pPr>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C4C348F5-DEEA-4515-9F90-A0C1B748D07E}"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34D7D3D3-D5B5-483A-B960-7E5CF62E468D}" type="slidenum">
              <a:rPr lang="zh-CN" altLang="en-US"/>
              <a:pPr>
                <a:defRPr/>
              </a:pPr>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8492EB38-1696-4A29-AD57-8E998DFAB57F}"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52075063-EE60-4884-A8AA-0A3C91B6929F}" type="slidenum">
              <a:rPr lang="zh-CN" altLang="en-US"/>
              <a:pPr>
                <a:defRPr/>
              </a:pPr>
              <a:t>‹#›</a:t>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C205724B-87E3-4E92-B8E7-1D17DD0E81C0}"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D739C20F-E55D-4FF9-B1FD-A3FF2838C153}" type="slidenum">
              <a:rPr lang="zh-CN" altLang="en-US"/>
              <a:pPr>
                <a:defRPr/>
              </a:pPr>
              <a:t>‹#›</a:t>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5281740-8F84-4330-9321-BE8175A20E46}"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E057E3D5-1255-4686-A6AD-63B46925D5AE}" type="slidenum">
              <a:rPr lang="zh-CN" altLang="en-US"/>
              <a:pPr>
                <a:defRPr/>
              </a:pPr>
              <a:t>‹#›</a:t>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74884D89-FB53-4E29-9792-C48B2F9C5A26}"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42FB654-B173-4A29-B997-8A24ACB786C6}" type="slidenum">
              <a:rPr lang="zh-CN" altLang="en-US"/>
              <a:pPr>
                <a:defRPr/>
              </a:pPr>
              <a:t>‹#›</a:t>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3B5C850E-1305-4542-BD79-9B5081135E25}"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DEAA3781-EC3C-4E6B-8390-ADEC14FE3586}" type="slidenum">
              <a:rPr lang="zh-CN" altLang="en-US"/>
              <a:pPr>
                <a:defRPr/>
              </a:pPr>
              <a:t>‹#›</a:t>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64BF061D-3E0D-439C-8DCA-B1F9770602EB}"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E15CC1D-522E-45F7-8803-58F0CC86F306}" type="slidenum">
              <a:rPr lang="zh-CN" altLang="en-US"/>
              <a:pPr>
                <a:defRPr/>
              </a:pPr>
              <a:t>‹#›</a:t>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CDB5A57A-DD79-4871-B85A-2153273C695A}"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FBC9577-AFCC-4C55-A71E-421375A15813}" type="slidenum">
              <a:rPr lang="zh-CN" altLang="en-US"/>
              <a:pPr>
                <a:defRPr/>
              </a:pPr>
              <a:t>‹#›</a:t>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9B1B5595-8851-4E92-A17E-8F8F82BA0BA6}"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A97E879-6641-48DE-AA0B-9B752102A926}" type="slidenum">
              <a:rPr lang="zh-CN" altLang="en-US"/>
              <a:pPr>
                <a:defRPr/>
              </a:pPr>
              <a:t>‹#›</a:t>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2E49DE8E-A5D9-4CF4-8FB7-1CC64ACE77C7}"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194956D8-4F81-40B2-A7CF-DAC962F45446}" type="slidenum">
              <a:rPr lang="zh-CN" altLang="en-US"/>
              <a:pPr>
                <a:defRPr/>
              </a:pPr>
              <a:t>‹#›</a:t>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ECE674A2-23A7-4F86-A467-20193BDE18E4}"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5D5FAA9B-969E-4014-80AD-2CB45EAF2D63}" type="slidenum">
              <a:rPr lang="zh-CN" altLang="en-US"/>
              <a:pPr>
                <a:defRPr/>
              </a:pPr>
              <a:t>‹#›</a:t>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5E6D04D4-1992-45B2-BB0E-C1858F52B5DA}"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FC5F1D92-4FC7-40F0-81D6-6C63A6D52A06}" type="slidenum">
              <a:rPr lang="zh-CN" altLang="en-US"/>
              <a:pPr>
                <a:defRPr/>
              </a:pPr>
              <a:t>‹#›</a:t>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9ABF4490-538D-4353-B9EA-0A833685C3CB}"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83D11410-C57C-403C-899D-88726F1E5D79}" type="slidenum">
              <a:rPr lang="zh-CN" altLang="en-US"/>
              <a:pPr>
                <a:defRPr/>
              </a:pPr>
              <a:t>‹#›</a:t>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2680BB7F-8520-4F4C-BF0F-278393940F5E}"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029DB843-6D1F-45B7-96D2-72CF5B3600FB}" type="slidenum">
              <a:rPr lang="zh-CN" altLang="en-US"/>
              <a:pPr>
                <a:defRPr/>
              </a:pPr>
              <a:t>‹#›</a:t>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1606165F-DF5C-4CAA-BF98-A2CBA90769F4}"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BBF9C5A-3F08-44C4-AF62-000F5FF0048F}" type="slidenum">
              <a:rPr lang="zh-CN" altLang="en-US"/>
              <a:pPr>
                <a:defRPr/>
              </a:pPr>
              <a:t>‹#›</a:t>
            </a:fld>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E64C102A-B8D3-4185-BD9A-406ACC1855BD}"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489B35E9-7393-437F-AE21-3EF4C9B4DDD7}" type="slidenum">
              <a:rPr lang="zh-CN" altLang="en-US"/>
              <a:pPr>
                <a:defRPr/>
              </a:pPr>
              <a:t>‹#›</a:t>
            </a:fld>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4FD4457B-34C7-4B4A-9EFB-48B3FED407EC}"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D6B0ABE-7F44-4F0A-8ED6-D80F425EF428}" type="slidenum">
              <a:rPr lang="zh-CN" altLang="en-US"/>
              <a:pPr>
                <a:defRPr/>
              </a:pPr>
              <a:t>‹#›</a:t>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20A9B3AF-B1BA-488E-BEB6-822BA9C76411}"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05DB9B4-A4A0-407E-918A-7BAEDE13E75E}" type="slidenum">
              <a:rPr lang="zh-CN" altLang="en-US"/>
              <a:pPr>
                <a:defRPr/>
              </a:pPr>
              <a:t>‹#›</a:t>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18B4D0D4-0A74-4074-AFD6-A64174BB2FB1}"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C38F591-DEF4-4499-8CFC-B6958A57138D}" type="slidenum">
              <a:rPr lang="zh-CN" altLang="en-US"/>
              <a:pPr>
                <a:defRPr/>
              </a:pPr>
              <a:t>‹#›</a:t>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B8E65D22-C3F8-4FE6-8522-4DDE1E0B92D2}"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B439B08F-D4B3-4B67-A85C-31395B143098}" type="slidenum">
              <a:rPr lang="zh-CN" altLang="en-US"/>
              <a:pPr>
                <a:defRPr/>
              </a:pPr>
              <a:t>‹#›</a:t>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39577C59-DD55-441D-B052-1C257FD0E500}"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4D4786FA-333D-41D8-AEB1-96B1A8137F70}" type="slidenum">
              <a:rPr lang="zh-CN" altLang="en-US"/>
              <a:pPr>
                <a:defRPr/>
              </a:pPr>
              <a:t>‹#›</a:t>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66D33564-5C5E-4799-80D5-C3C98B842BBC}"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115434B1-BE58-4511-A870-3AF09866832D}" type="slidenum">
              <a:rPr lang="zh-CN" altLang="en-US"/>
              <a:pPr>
                <a:defRPr/>
              </a:pPr>
              <a:t>‹#›</a:t>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29B16CC9-2EEE-4670-884F-36ED6E7A469D}"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F274E9A8-0B8B-49E3-BBBC-99ADE8F4105C}" type="slidenum">
              <a:rPr lang="zh-CN" altLang="en-US"/>
              <a:pPr>
                <a:defRPr/>
              </a:pPr>
              <a:t>‹#›</a:t>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2F8C4DD6-17DB-4492-8AF8-F54F7402C1EF}"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A8ACDDAE-CA7E-4055-8868-B0EA851A8892}" type="slidenum">
              <a:rPr lang="zh-CN" altLang="en-US"/>
              <a:pPr>
                <a:defRPr/>
              </a:pPr>
              <a:t>‹#›</a:t>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7CCECFD3-A81D-46C9-BAB1-4EA96E25E70C}"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F76EE90-C2D8-43BC-8C67-7A2437C9E308}" type="slidenum">
              <a:rPr lang="zh-CN" altLang="en-US"/>
              <a:pPr>
                <a:defRPr/>
              </a:pPr>
              <a:t>‹#›</a:t>
            </a:fld>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A878C9E8-198A-4AE4-A4CF-C6D121FEAFC8}"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95E021B3-E66D-4517-9CF2-E840E9996DCB}" type="slidenum">
              <a:rPr lang="zh-CN" altLang="en-US"/>
              <a:pPr>
                <a:defRPr/>
              </a:pPr>
              <a:t>‹#›</a:t>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830B9E65-F120-4D6B-B647-46851E929060}"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F98450B-EE40-48E3-B0A3-157DA49382F3}" type="slidenum">
              <a:rPr lang="zh-CN" altLang="en-US"/>
              <a:pPr>
                <a:defRPr/>
              </a:pPr>
              <a:t>‹#›</a:t>
            </a:fld>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9796FCD9-1938-4574-9BB7-0FA0652F48C3}"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A456C93-A327-486F-AA87-E3124FFBAC7B}" type="slidenum">
              <a:rPr lang="zh-CN" altLang="en-US"/>
              <a:pPr>
                <a:defRPr/>
              </a:pPr>
              <a:t>‹#›</a:t>
            </a:fld>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1C0FCFDA-2258-4908-A678-DB96FCD7BC99}"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E308B37-9C0A-4231-A4E6-8D2D6BA00A68}" type="slidenum">
              <a:rPr lang="zh-CN" altLang="en-US"/>
              <a:pPr>
                <a:defRPr/>
              </a:pPr>
              <a:t>‹#›</a:t>
            </a:fld>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98542848-E813-408A-9931-CF969606A6C2}"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399E561-6F79-488B-9352-25E22089DE01}" type="slidenum">
              <a:rPr lang="zh-CN" altLang="en-US"/>
              <a:pPr>
                <a:defRPr/>
              </a:pPr>
              <a:t>‹#›</a:t>
            </a:fld>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986E114D-AA78-429B-8D83-FC3AA980ECDE}"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8A1BF7EF-E68E-424B-83AF-1FB76870BB21}" type="slidenum">
              <a:rPr lang="zh-CN" altLang="en-US"/>
              <a:pPr>
                <a:defRPr/>
              </a:pPr>
              <a:t>‹#›</a:t>
            </a:fld>
            <a:endParaRPr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BABE6184-1BA5-4E21-AC28-DC608D81B274}"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CC53B3E4-F43E-4C76-BD36-5A894062E397}" type="slidenum">
              <a:rPr lang="zh-CN" altLang="en-US"/>
              <a:pPr>
                <a:defRPr/>
              </a:pPr>
              <a:t>‹#›</a:t>
            </a:fld>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696666D4-EAFA-4B67-8FCA-800088FD388F}"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48E3995B-4ED6-4B4A-B699-CFA55E172B86}" type="slidenum">
              <a:rPr lang="zh-CN" altLang="en-US"/>
              <a:pPr>
                <a:defRPr/>
              </a:pPr>
              <a:t>‹#›</a:t>
            </a:fld>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26631E44-6F18-481D-BEFF-1621C61ACAB5}"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FFD63BA-DCED-4E3A-86E3-81CAA3295672}" type="slidenum">
              <a:rPr lang="zh-CN" altLang="en-US"/>
              <a:pPr>
                <a:defRPr/>
              </a:pPr>
              <a:t>‹#›</a:t>
            </a:fld>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798C7AD0-B905-4195-8B34-18BDDC39FBAB}"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20BE9E1-97BE-4239-9B53-EBC87FFA5424}" type="slidenum">
              <a:rPr lang="zh-CN" altLang="en-US"/>
              <a:pPr>
                <a:defRPr/>
              </a:pPr>
              <a:t>‹#›</a:t>
            </a:fld>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8FD08512-078B-4954-99C9-82956A728497}"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4FC01F3C-B158-4744-91C4-6F841EBD5C66}" type="slidenum">
              <a:rPr lang="zh-CN" altLang="en-US"/>
              <a:pPr>
                <a:defRPr/>
              </a:pPr>
              <a:t>‹#›</a:t>
            </a:fld>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E3858AFB-6FC3-4204-A5C4-E581519708F2}"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BBED7DD-F449-4FD2-B6FB-5847E757C685}" type="slidenum">
              <a:rPr lang="zh-CN" altLang="en-US"/>
              <a:pPr>
                <a:defRPr/>
              </a:pPr>
              <a:t>‹#›</a:t>
            </a:fld>
            <a:endParaRPr lang="zh-CN" alt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B066F836-2765-454E-8849-70BF82E8FA4C}"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6E860AA-1158-4A8B-96D0-66C8339F6731}" type="slidenum">
              <a:rPr lang="zh-CN" altLang="en-US"/>
              <a:pPr>
                <a:defRPr/>
              </a:pPr>
              <a:t>‹#›</a:t>
            </a:fld>
            <a:endParaRPr lang="zh-CN" alt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AC5B4A9D-B663-4BC4-82AC-E6588BC14DE7}"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FABEA57-AA81-496B-B1B9-25C484ED76A6}" type="slidenum">
              <a:rPr lang="zh-CN" altLang="en-US"/>
              <a:pPr>
                <a:defRPr/>
              </a:pPr>
              <a:t>‹#›</a:t>
            </a:fld>
            <a:endParaRPr lang="zh-CN"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18DD9EC9-0C75-4D97-9FE5-D20CF8EE2257}"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C8240E23-8D9A-40D4-8664-47D283A9C03F}" type="slidenum">
              <a:rPr lang="zh-CN" altLang="en-US"/>
              <a:pPr>
                <a:defRPr/>
              </a:pPr>
              <a:t>‹#›</a:t>
            </a:fld>
            <a:endParaRPr lang="zh-CN" alt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855FC74F-9C7B-4A66-A4D0-5B94C5FC9086}"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302306F6-779F-4324-85FD-96649D247D43}" type="slidenum">
              <a:rPr lang="zh-CN" altLang="en-US"/>
              <a:pPr>
                <a:defRPr/>
              </a:pPr>
              <a:t>‹#›</a:t>
            </a:fld>
            <a:endParaRPr lang="zh-CN" altLang="en-US"/>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E8C47534-3452-4A54-B754-A99B1BB807D2}"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F36AECCB-5124-4002-B88A-FDDA2195079A}" type="slidenum">
              <a:rPr lang="zh-CN" altLang="en-US"/>
              <a:pPr>
                <a:defRPr/>
              </a:pPr>
              <a:t>‹#›</a:t>
            </a:fld>
            <a:endParaRPr lang="zh-CN" alt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56A535B7-6F7D-4A1C-8211-87A1CD59D787}"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5DC0ABF7-A1EE-4107-8921-3B83FCA27FA2}" type="slidenum">
              <a:rPr lang="zh-CN" altLang="en-US"/>
              <a:pPr>
                <a:defRPr/>
              </a:pPr>
              <a:t>‹#›</a:t>
            </a:fld>
            <a:endParaRPr lang="zh-CN" alt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EDD0F7C4-CFA9-4B79-8F93-4FD9F3AA896E}"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BE7B4EB-AC43-44AA-813B-4D98745E8771}" type="slidenum">
              <a:rPr lang="zh-CN" altLang="en-US"/>
              <a:pPr>
                <a:defRPr/>
              </a:pPr>
              <a:t>‹#›</a:t>
            </a:fld>
            <a:endParaRPr lang="zh-CN" altLang="en-US"/>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F55FCD87-68B9-4665-A017-0509B7A2F1A5}"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7ECA2BA-629D-4A33-B5B2-CC3F10C6B167}" type="slidenum">
              <a:rPr lang="zh-CN" altLang="en-US"/>
              <a:pPr>
                <a:defRPr/>
              </a:pPr>
              <a:t>‹#›</a:t>
            </a:fld>
            <a:endParaRPr lang="zh-CN" alt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841EDF6A-5AC5-438A-B93B-7D23F75A0E33}"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2560E74B-5ECA-4EA6-BCF4-65FA84651484}" type="slidenum">
              <a:rPr lang="zh-CN" altLang="en-US"/>
              <a:pPr>
                <a:defRPr/>
              </a:pPr>
              <a:t>‹#›</a:t>
            </a:fld>
            <a:endParaRPr lang="zh-CN" altLang="en-US"/>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317BEEBD-2C4E-45BA-A8CD-5044C0099704}"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B113761-6B00-4555-B426-091A5A4BBC88}" type="slidenum">
              <a:rPr lang="zh-CN" altLang="en-US"/>
              <a:pPr>
                <a:defRPr/>
              </a:pPr>
              <a:t>‹#›</a:t>
            </a:fld>
            <a:endParaRPr lang="zh-CN" altLang="en-US"/>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4C022E34-3390-4C6B-9AAE-145E7348192F}"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3AB9ABA-4EC3-46A4-AB5A-11D474CE5A92}" type="slidenum">
              <a:rPr lang="zh-CN" altLang="en-US"/>
              <a:pPr>
                <a:defRPr/>
              </a:pPr>
              <a:t>‹#›</a:t>
            </a:fld>
            <a:endParaRPr lang="zh-CN" altLang="en-US"/>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8103E411-5A4A-430F-88CE-29E3BA4608E5}"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6EBCF47-6F62-4BFC-BA1F-D507335C0856}" type="slidenum">
              <a:rPr lang="zh-CN" altLang="en-US"/>
              <a:pPr>
                <a:defRPr/>
              </a:pPr>
              <a:t>‹#›</a:t>
            </a:fld>
            <a:endParaRPr lang="zh-CN" altLang="en-US"/>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75FDC0D4-6F47-4799-8E47-4F2F21CD1A7A}"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B637EF92-E934-4886-A88A-D024A868ECEC}" type="slidenum">
              <a:rPr lang="zh-CN" altLang="en-US"/>
              <a:pPr>
                <a:defRPr/>
              </a:pPr>
              <a:t>‹#›</a:t>
            </a:fld>
            <a:endParaRPr lang="zh-CN" altLang="en-US"/>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1EDBC98C-4C8E-42E6-A66E-C2A1E6A70A21}"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C6B2F58D-C5B2-45A4-8FD4-FA11E4F0A6E4}" type="slidenum">
              <a:rPr lang="zh-CN" altLang="en-US"/>
              <a:pPr>
                <a:defRPr/>
              </a:pPr>
              <a:t>‹#›</a:t>
            </a:fld>
            <a:endParaRPr lang="zh-CN" altLang="en-US"/>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A1D12AB0-E40F-4AE5-817E-FCEDC9C33F5E}"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C3722B5B-EF96-4D29-B38C-8C9D004F282C}" type="slidenum">
              <a:rPr lang="zh-CN" altLang="en-US"/>
              <a:pPr>
                <a:defRPr/>
              </a:pPr>
              <a:t>‹#›</a:t>
            </a:fld>
            <a:endParaRPr lang="zh-CN" altLang="en-US"/>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BA3A5435-9A6C-4E4B-84BB-A604D5D49A3F}"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15DCE1EA-D21A-4AA1-AF84-C51C27FA0D53}" type="slidenum">
              <a:rPr lang="zh-CN" altLang="en-US"/>
              <a:pPr>
                <a:defRPr/>
              </a:pPr>
              <a:t>‹#›</a:t>
            </a:fld>
            <a:endParaRPr lang="zh-CN" altLang="en-US"/>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F8FC71DC-2631-4745-8C15-5A46DE0D2B8E}"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B00D8E18-2FCF-4169-9AAE-E2EF45F1E238}" type="slidenum">
              <a:rPr lang="zh-CN" altLang="en-US"/>
              <a:pPr>
                <a:defRPr/>
              </a:pPr>
              <a:t>‹#›</a:t>
            </a:fld>
            <a:endParaRPr lang="zh-CN" altLang="en-US"/>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FBF4FCD0-8CEA-467A-B540-9F0E342FF50F}"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DF7C046-D84C-4A7B-81A8-60BB2E704FB3}" type="slidenum">
              <a:rPr lang="zh-CN" altLang="en-US"/>
              <a:pPr>
                <a:defRPr/>
              </a:pPr>
              <a:t>‹#›</a:t>
            </a:fld>
            <a:endParaRPr lang="zh-CN" altLang="en-US"/>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B93234DD-73F4-4471-A6EF-779D06DCAF74}"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90C7D468-7DEC-47CD-9B8E-3C7E5632848C}" type="slidenum">
              <a:rPr lang="zh-CN" altLang="en-US"/>
              <a:pPr>
                <a:defRPr/>
              </a:pPr>
              <a:t>‹#›</a:t>
            </a:fld>
            <a:endParaRPr lang="zh-CN" altLang="en-US"/>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043976A8-FD64-43D6-8768-330ADCFBF9C7}"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61064B3-E2C6-4268-BF13-EB21A20A115E}" type="slidenum">
              <a:rPr lang="zh-CN" altLang="en-US"/>
              <a:pPr>
                <a:defRPr/>
              </a:pPr>
              <a:t>‹#›</a:t>
            </a:fld>
            <a:endParaRPr lang="zh-CN" altLang="en-US"/>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8A0161FD-A0F7-400D-9BA5-98ADDB14CD43}"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BA2D4B8-90EE-4CE8-B19A-9B04119B995D}" type="slidenum">
              <a:rPr lang="zh-CN" altLang="en-US"/>
              <a:pPr>
                <a:defRPr/>
              </a:pPr>
              <a:t>‹#›</a:t>
            </a:fld>
            <a:endParaRPr lang="zh-CN" altLang="en-US"/>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A182F603-D513-4060-B55D-F9DE413EE6DC}"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CEB8EB6-1FC9-4701-817D-3C98BD756F58}" type="slidenum">
              <a:rPr lang="zh-CN" altLang="en-US"/>
              <a:pPr>
                <a:defRPr/>
              </a:pPr>
              <a:t>‹#›</a:t>
            </a:fld>
            <a:endParaRPr lang="zh-CN" altLang="en-US"/>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0E50F51E-75F1-4D85-A5A8-1C8B0CC2F4C0}"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4CCADE6-09AF-421D-A76C-D3593A221E81}" type="slidenum">
              <a:rPr lang="zh-CN" altLang="en-US"/>
              <a:pPr>
                <a:defRPr/>
              </a:pPr>
              <a:t>‹#›</a:t>
            </a:fld>
            <a:endParaRPr lang="zh-CN" altLang="en-US"/>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C6247C89-3BBA-41D3-96E7-3D2DAECB680F}"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5FDD8EB8-87B0-42E3-94D3-4C6FF6300E0B}" type="slidenum">
              <a:rPr lang="zh-CN" altLang="en-US"/>
              <a:pPr>
                <a:defRPr/>
              </a:pPr>
              <a:t>‹#›</a:t>
            </a:fld>
            <a:endParaRPr lang="zh-CN" altLang="en-US"/>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795B915E-6B91-4B2C-BD5A-14D1FB244140}"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83ECB0B5-ADB4-4D4F-BB04-73362251FE7A}" type="slidenum">
              <a:rPr lang="zh-CN" altLang="en-US"/>
              <a:pPr>
                <a:defRPr/>
              </a:pPr>
              <a:t>‹#›</a:t>
            </a:fld>
            <a:endParaRPr lang="zh-CN" altLang="en-US"/>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4720D31B-7C31-4ACC-9531-579730446FA6}"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77DA5728-1A5A-4FB7-BB9C-A32BDFD404D5}" type="slidenum">
              <a:rPr lang="zh-CN" altLang="en-US"/>
              <a:pPr>
                <a:defRPr/>
              </a:pPr>
              <a:t>‹#›</a:t>
            </a:fld>
            <a:endParaRPr lang="zh-CN" altLang="en-US"/>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C4513571-0C3B-4F7C-B9FD-4662775A5314}"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00BF41A-7779-405E-B65E-75C636302314}" type="slidenum">
              <a:rPr lang="zh-CN" altLang="en-US"/>
              <a:pPr>
                <a:defRPr/>
              </a:pPr>
              <a:t>‹#›</a:t>
            </a:fld>
            <a:endParaRPr lang="zh-CN" altLang="en-US"/>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58E5F340-9C25-4BFE-B5B0-0AD5462431A0}"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72B4EB0-B892-4013-8B23-3F3834531B06}" type="slidenum">
              <a:rPr lang="zh-CN" altLang="en-US"/>
              <a:pPr>
                <a:defRPr/>
              </a:pPr>
              <a:t>‹#›</a:t>
            </a:fld>
            <a:endParaRPr lang="zh-CN" altLang="en-US"/>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0CD6F640-F5B8-41A9-9C2C-48A2A567FF78}"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797D8EE1-57B0-45C4-9640-E91B45472DA4}" type="slidenum">
              <a:rPr lang="zh-CN" altLang="en-US"/>
              <a:pPr>
                <a:defRPr/>
              </a:pPr>
              <a:t>‹#›</a:t>
            </a:fld>
            <a:endParaRPr lang="zh-CN" altLang="en-US"/>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7AD54C9E-788E-4E93-8B08-70454267FF1B}"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A27E800-001F-4CFF-BC71-B95B10C36A3F}" type="slidenum">
              <a:rPr lang="zh-CN" altLang="en-US"/>
              <a:pPr>
                <a:defRPr/>
              </a:pPr>
              <a:t>‹#›</a:t>
            </a:fld>
            <a:endParaRPr lang="zh-CN" altLang="en-US"/>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CCE3047F-43A9-4F16-BC66-CAE7AF964C58}"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65FA86F-8673-480A-9656-5D53D084677B}" type="slidenum">
              <a:rPr lang="zh-CN" altLang="en-US"/>
              <a:pPr>
                <a:defRPr/>
              </a:pPr>
              <a:t>‹#›</a:t>
            </a:fld>
            <a:endParaRPr lang="zh-CN" altLang="en-US"/>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D8E9E80F-2FF5-40A2-8485-121351934C5D}"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60F076C-B799-442B-AA56-DCA04B0E455A}" type="slidenum">
              <a:rPr lang="zh-CN" altLang="en-US"/>
              <a:pPr>
                <a:defRPr/>
              </a:pPr>
              <a:t>‹#›</a:t>
            </a:fld>
            <a:endParaRPr lang="zh-CN" altLang="en-US"/>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1E3E27D2-6E47-4438-AA45-6470AF1C1196}"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2B74FC0-F8A6-4CB5-8864-DC602103BA86}" type="slidenum">
              <a:rPr lang="zh-CN" altLang="en-US"/>
              <a:pPr>
                <a:defRPr/>
              </a:pPr>
              <a:t>‹#›</a:t>
            </a:fld>
            <a:endParaRPr lang="zh-CN" altLang="en-US"/>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63CF6414-5B4B-4734-8C0B-2AC55694E101}"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DBE0DE03-0F1E-4672-9D44-08C6E0DB4F76}" type="slidenum">
              <a:rPr lang="zh-CN" altLang="en-US"/>
              <a:pPr>
                <a:defRPr/>
              </a:pPr>
              <a:t>‹#›</a:t>
            </a:fld>
            <a:endParaRPr lang="zh-CN" altLang="en-US"/>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F6D84AB0-FAA1-4DAC-8E6E-D76BA5526309}"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DA3EF122-DB2F-4F49-A123-423C71FE2D25}" type="slidenum">
              <a:rPr lang="zh-CN" altLang="en-US"/>
              <a:pPr>
                <a:defRPr/>
              </a:pPr>
              <a:t>‹#›</a:t>
            </a:fld>
            <a:endParaRPr lang="zh-CN" altLang="en-US"/>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DFBD294E-B460-4EC0-8A3D-CA20CD69630D}"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CE1668B2-E087-45E8-AF25-710E6310D657}" type="slidenum">
              <a:rPr lang="zh-CN" altLang="en-US"/>
              <a:pPr>
                <a:defRPr/>
              </a:pPr>
              <a:t>‹#›</a:t>
            </a:fld>
            <a:endParaRPr lang="zh-CN" altLang="en-US"/>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D26EDAA7-7F29-41C0-BAE3-1183FB337383}"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9CF4540-A765-47F4-B87C-FB65FEF1200E}" type="slidenum">
              <a:rPr lang="zh-CN" altLang="en-US"/>
              <a:pPr>
                <a:defRPr/>
              </a:pPr>
              <a:t>‹#›</a:t>
            </a:fld>
            <a:endParaRPr lang="zh-CN" altLang="en-US"/>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6B9AD440-3CD9-4FF2-80E5-E1339AB37188}"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91AB2F7-943E-441B-BD2B-836A1CDA4041}" type="slidenum">
              <a:rPr lang="zh-CN" altLang="en-US"/>
              <a:pPr>
                <a:defRPr/>
              </a:pPr>
              <a:t>‹#›</a:t>
            </a:fld>
            <a:endParaRPr lang="zh-CN" altLang="en-US"/>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A0E847F0-FB27-4B28-AF7C-E7521355F89B}"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84200711-CCC8-45C2-AB47-B69C056DC5B7}" type="slidenum">
              <a:rPr lang="zh-CN" altLang="en-US"/>
              <a:pPr>
                <a:defRPr/>
              </a:pPr>
              <a:t>‹#›</a:t>
            </a:fld>
            <a:endParaRPr lang="zh-CN" altLang="en-US"/>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8998F9CF-39D1-48DF-8973-244465928AFD}"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23A4BCA-624C-4DA3-A8A2-61EEC72F9DF8}" type="slidenum">
              <a:rPr lang="zh-CN" altLang="en-US"/>
              <a:pPr>
                <a:defRPr/>
              </a:pPr>
              <a:t>‹#›</a:t>
            </a:fld>
            <a:endParaRPr lang="zh-CN" altLang="en-US"/>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BE140052-4F42-45A6-BF35-AF89E07D48C1}"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E6896C9-F978-4F24-85CF-D02ACBAB9632}" type="slidenum">
              <a:rPr lang="zh-CN" altLang="en-US"/>
              <a:pPr>
                <a:defRPr/>
              </a:pPr>
              <a:t>‹#›</a:t>
            </a:fld>
            <a:endParaRPr lang="zh-CN" altLang="en-US"/>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128EF425-4754-413C-8DDD-80EA3B1AFB2A}"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AD9BDCD-558F-4C50-94A9-1E3427F533B2}" type="slidenum">
              <a:rPr lang="zh-CN" altLang="en-US"/>
              <a:pPr>
                <a:defRPr/>
              </a:pPr>
              <a:t>‹#›</a:t>
            </a:fld>
            <a:endParaRPr lang="zh-CN" altLang="en-US"/>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87D49E36-FEFF-4096-A166-C9A48D478269}"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8C14A68B-356B-4A13-8370-5A4D77301B14}" type="slidenum">
              <a:rPr lang="zh-CN" altLang="en-US"/>
              <a:pPr>
                <a:defRPr/>
              </a:pPr>
              <a:t>‹#›</a:t>
            </a:fld>
            <a:endParaRPr lang="zh-CN" altLang="en-US"/>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9D4350CB-646E-4513-8E1A-6595E0263387}"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F12494FC-CE65-473C-BC66-AC8A1BC43142}" type="slidenum">
              <a:rPr lang="zh-CN" altLang="en-US"/>
              <a:pPr>
                <a:defRPr/>
              </a:pPr>
              <a:t>‹#›</a:t>
            </a:fld>
            <a:endParaRPr lang="zh-CN" altLang="en-US"/>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0C2CA6E3-EF9E-4F54-85CA-71AFAE2AFD9E}"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17727CA1-510A-4A2D-AB59-8F0CF6018E88}" type="slidenum">
              <a:rPr lang="zh-CN" altLang="en-US"/>
              <a:pPr>
                <a:defRPr/>
              </a:pPr>
              <a:t>‹#›</a:t>
            </a:fld>
            <a:endParaRPr lang="zh-CN" altLang="en-US"/>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FB4F2329-1004-4066-9CD1-0CC0468157FC}"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09FADB33-800C-434E-8524-30E7A0B9717A}" type="slidenum">
              <a:rPr lang="zh-CN" altLang="en-US"/>
              <a:pPr>
                <a:defRPr/>
              </a:pPr>
              <a:t>‹#›</a:t>
            </a:fld>
            <a:endParaRPr lang="zh-CN" altLang="en-US"/>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3E0E7F65-729B-4BDB-8E4B-42B86722589F}"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BAD7EED-2830-4390-AEAD-54878A8EAAA4}" type="slidenum">
              <a:rPr lang="zh-CN" altLang="en-US"/>
              <a:pPr>
                <a:defRPr/>
              </a:pPr>
              <a:t>‹#›</a:t>
            </a:fld>
            <a:endParaRPr lang="zh-CN" altLang="en-US"/>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93B583A9-221C-4982-A8D0-3A41178404D5}"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88E02C5-DF2D-4680-848F-63C0A07B4193}" type="slidenum">
              <a:rPr lang="zh-CN" altLang="en-US"/>
              <a:pPr>
                <a:defRPr/>
              </a:pPr>
              <a:t>‹#›</a:t>
            </a:fld>
            <a:endParaRPr lang="zh-CN" altLang="en-US"/>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A452B5FC-2B1E-42D0-ADFD-CCA5180D36B9}"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8399354E-1C72-4232-831C-BC3B6E6C3C58}" type="slidenum">
              <a:rPr lang="zh-CN" altLang="en-US"/>
              <a:pPr>
                <a:defRPr/>
              </a:pPr>
              <a:t>‹#›</a:t>
            </a:fld>
            <a:endParaRPr lang="zh-CN" altLang="en-US"/>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3976A6E0-DB2B-4E75-998E-1F7CD30F47B8}"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AA67B67-B3F9-4F9B-BBE1-9B115C5D52BA}" type="slidenum">
              <a:rPr lang="zh-CN" altLang="en-US"/>
              <a:pPr>
                <a:defRPr/>
              </a:pPr>
              <a:t>‹#›</a:t>
            </a:fld>
            <a:endParaRPr lang="zh-CN" altLang="en-US"/>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2AFBB6DA-D608-4A08-B3AE-D2242CD90EF0}"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E75A1B8-D460-4907-B419-3E2AED9EE468}" type="slidenum">
              <a:rPr lang="zh-CN" altLang="en-US"/>
              <a:pPr>
                <a:defRPr/>
              </a:pPr>
              <a:t>‹#›</a:t>
            </a:fld>
            <a:endParaRPr lang="zh-CN" altLang="en-US"/>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D8B50740-411D-427C-84C6-24FB5AE5AD0E}"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053E8B2-04FC-47F1-8D95-C8990228232B}" type="slidenum">
              <a:rPr lang="zh-CN" altLang="en-US"/>
              <a:pPr>
                <a:defRPr/>
              </a:pPr>
              <a:t>‹#›</a:t>
            </a:fld>
            <a:endParaRPr lang="zh-CN" altLang="en-US"/>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07670010-1B52-43EE-A713-2A42DCE946F9}"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867A4BF6-D6ED-40DD-9811-76E3EBCC7796}" type="slidenum">
              <a:rPr lang="zh-CN" altLang="en-US"/>
              <a:pPr>
                <a:defRPr/>
              </a:pPr>
              <a:t>‹#›</a:t>
            </a:fld>
            <a:endParaRPr lang="zh-CN" altLang="en-US"/>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26E03087-BB2D-4DFA-A37A-ABE37635969D}"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AB4A5DA8-2745-4AB5-9DCA-42CC78CF087F}" type="slidenum">
              <a:rPr lang="zh-CN" altLang="en-US"/>
              <a:pPr>
                <a:defRPr/>
              </a:pPr>
              <a:t>‹#›</a:t>
            </a:fld>
            <a:endParaRPr lang="zh-CN" altLang="en-US"/>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50FCC548-D886-45BA-B8E6-8B31985E9094}"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C9424F70-CFDA-4A92-A351-4767FC88D038}" type="slidenum">
              <a:rPr lang="zh-CN" altLang="en-US"/>
              <a:pPr>
                <a:defRPr/>
              </a:pPr>
              <a:t>‹#›</a:t>
            </a:fld>
            <a:endParaRPr lang="zh-CN" altLang="en-US"/>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769A05A0-0282-4E9D-B807-F212EEA15105}"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D1BBC73C-B94C-4830-9732-3138FD65C097}" type="slidenum">
              <a:rPr lang="zh-CN" altLang="en-US"/>
              <a:pPr>
                <a:defRPr/>
              </a:pPr>
              <a:t>‹#›</a:t>
            </a:fld>
            <a:endParaRPr lang="zh-CN" altLang="en-US"/>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97A84C99-5FF6-49FB-B7CF-8725E228A8A5}"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E0E1569D-2653-496F-9E26-A4FB0B63E0D7}" type="slidenum">
              <a:rPr lang="zh-CN" altLang="en-US"/>
              <a:pPr>
                <a:defRPr/>
              </a:pPr>
              <a:t>‹#›</a:t>
            </a:fld>
            <a:endParaRPr lang="zh-CN" altLang="en-US"/>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DD7F3AC9-7370-49B8-A621-BA8A4671119E}"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B25117C-0773-48DD-98E9-45784A9A1C4C}" type="slidenum">
              <a:rPr lang="zh-CN" altLang="en-US"/>
              <a:pPr>
                <a:defRPr/>
              </a:pPr>
              <a:t>‹#›</a:t>
            </a:fld>
            <a:endParaRPr lang="zh-CN" altLang="en-US"/>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684B83D4-64C9-4E29-82A3-09427F3E9509}"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337BBC9E-10B7-489C-AF34-7430201F0427}" type="slidenum">
              <a:rPr lang="zh-CN" altLang="en-US"/>
              <a:pPr>
                <a:defRPr/>
              </a:pPr>
              <a:t>‹#›</a:t>
            </a:fld>
            <a:endParaRPr lang="zh-CN" altLang="en-US"/>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87535BE6-487E-499F-9A1B-9F4045D6E1C6}"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FC7C91B-30ED-4717-981A-5E26B9AF12A3}" type="slidenum">
              <a:rPr lang="zh-CN" altLang="en-US"/>
              <a:pPr>
                <a:defRPr/>
              </a:pPr>
              <a:t>‹#›</a:t>
            </a:fld>
            <a:endParaRPr lang="zh-CN" altLang="en-US"/>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A043119A-658A-4AC6-BAF3-60C77547A171}"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6CA9BFE-3A0C-48D8-B3D7-EB413FF8F24A}" type="slidenum">
              <a:rPr lang="zh-CN" altLang="en-US"/>
              <a:pPr>
                <a:defRPr/>
              </a:pPr>
              <a:t>‹#›</a:t>
            </a:fld>
            <a:endParaRPr lang="zh-CN" altLang="en-US"/>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2C9D32AD-C20A-43C3-93C4-4438242AC2CC}"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5900BA1-F7B6-48D4-BCB1-E1A968879B8D}" type="slidenum">
              <a:rPr lang="zh-CN" altLang="en-US"/>
              <a:pPr>
                <a:defRPr/>
              </a:pPr>
              <a:t>‹#›</a:t>
            </a:fld>
            <a:endParaRPr lang="zh-CN" altLang="en-US"/>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75271C99-01F4-42E6-9B89-C5501A43286D}"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CBAFB24-C966-4F94-AE72-A0452C293CA7}" type="slidenum">
              <a:rPr lang="zh-CN" altLang="en-US"/>
              <a:pPr>
                <a:defRPr/>
              </a:pPr>
              <a:t>‹#›</a:t>
            </a:fld>
            <a:endParaRPr lang="zh-CN" altLang="en-US"/>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CCCA4C3B-7677-4E71-96D2-AC1349781BD0}"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8F3D76B8-43AA-4F17-B807-275CE72CAAB7}" type="slidenum">
              <a:rPr lang="zh-CN" altLang="en-US"/>
              <a:pPr>
                <a:defRPr/>
              </a:pPr>
              <a:t>‹#›</a:t>
            </a:fld>
            <a:endParaRPr lang="zh-CN" altLang="en-US"/>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DF44BA27-1354-4D37-8F50-699CE59FB3DA}"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5AA0E366-898D-4C19-8D6C-7D892877C1F8}" type="slidenum">
              <a:rPr lang="zh-CN" altLang="en-US"/>
              <a:pPr>
                <a:defRPr/>
              </a:pPr>
              <a:t>‹#›</a:t>
            </a:fld>
            <a:endParaRPr lang="zh-CN" altLang="en-US"/>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3D126A30-0DC8-49F1-8534-EAD7B6E4203A}"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B967B0F7-DCA2-471C-AD08-5D6B7497C98C}" type="slidenum">
              <a:rPr lang="zh-CN" altLang="en-US"/>
              <a:pPr>
                <a:defRPr/>
              </a:pPr>
              <a:t>‹#›</a:t>
            </a:fld>
            <a:endParaRPr lang="zh-CN" altLang="en-US"/>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1E6446E8-2598-4949-AB80-48230C71E266}"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15AC6E39-2C53-429C-BA69-9076F50F8605}" type="slidenum">
              <a:rPr lang="zh-CN" altLang="en-US"/>
              <a:pPr>
                <a:defRPr/>
              </a:pPr>
              <a:t>‹#›</a:t>
            </a:fld>
            <a:endParaRPr lang="zh-CN" altLang="en-US"/>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ADB233F1-0976-4FAD-8041-078BD5ED2AAD}"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AB3A5D1-8BC1-4385-A286-FFEF1B2F726A}" type="slidenum">
              <a:rPr lang="zh-CN" altLang="en-US"/>
              <a:pPr>
                <a:defRPr/>
              </a:pPr>
              <a:t>‹#›</a:t>
            </a:fld>
            <a:endParaRPr lang="zh-CN" altLang="en-US"/>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396FBA90-AC3D-449B-B05C-85F61878649C}"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8D0B5076-F96A-44E4-9510-B509896ED07F}" type="slidenum">
              <a:rPr lang="zh-CN" altLang="en-US"/>
              <a:pPr>
                <a:defRPr/>
              </a:pPr>
              <a:t>‹#›</a:t>
            </a:fld>
            <a:endParaRPr lang="zh-CN" altLang="en-US"/>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D912CDC0-C5F5-4C2D-99AE-D16DE4C74C90}"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6ABA43E-A0BB-4B11-AA56-8C27A1C5C423}" type="slidenum">
              <a:rPr lang="zh-CN" altLang="en-US"/>
              <a:pPr>
                <a:defRPr/>
              </a:pPr>
              <a:t>‹#›</a:t>
            </a:fld>
            <a:endParaRPr lang="zh-CN" altLang="en-US"/>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F8985265-3296-4E46-85FF-6B77786267EC}"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D348FAC-D673-4F89-907C-A478D11B27BC}" type="slidenum">
              <a:rPr lang="zh-CN" altLang="en-US"/>
              <a:pPr>
                <a:defRPr/>
              </a:pPr>
              <a:t>‹#›</a:t>
            </a:fld>
            <a:endParaRPr lang="zh-CN" altLang="en-US"/>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E1EB63F1-6E7B-4B48-9CBC-1A8C59CAFFA5}"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6133BAB-2800-4685-94E6-53F3AEBDAB1E}" type="slidenum">
              <a:rPr lang="zh-CN" altLang="en-US"/>
              <a:pPr>
                <a:defRPr/>
              </a:pPr>
              <a:t>‹#›</a:t>
            </a:fld>
            <a:endParaRPr lang="zh-CN" altLang="en-US"/>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FE3A80D9-3097-49BB-80C9-6D21FCD791D5}"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116460C3-98BB-464F-BB97-81C46EF8CD8C}" type="slidenum">
              <a:rPr lang="zh-CN" altLang="en-US"/>
              <a:pPr>
                <a:defRPr/>
              </a:pPr>
              <a:t>‹#›</a:t>
            </a:fld>
            <a:endParaRPr lang="zh-CN" altLang="en-US"/>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F8FC2C9D-78BD-42E2-9608-CE97CB5D6F67}"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86E656B2-5933-43FD-A1D2-145238B0407F}" type="slidenum">
              <a:rPr lang="zh-CN" altLang="en-US"/>
              <a:pPr>
                <a:defRPr/>
              </a:pPr>
              <a:t>‹#›</a:t>
            </a:fld>
            <a:endParaRPr lang="zh-CN" altLang="en-US"/>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DC6D8567-382A-4C64-8040-443C6AC0B381}"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6E8B41D6-80E5-4BAD-A672-83DF4A7D22D2}" type="slidenum">
              <a:rPr lang="zh-CN" altLang="en-US"/>
              <a:pPr>
                <a:defRPr/>
              </a:pPr>
              <a:t>‹#›</a:t>
            </a:fld>
            <a:endParaRPr lang="zh-CN" altLang="en-US"/>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F333A9D4-0EDD-405E-9A81-0AFE938CCB59}"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9691EA3-0259-4303-B4EB-C561DE1E2EDE}" type="slidenum">
              <a:rPr lang="zh-CN" altLang="en-US"/>
              <a:pPr>
                <a:defRPr/>
              </a:pPr>
              <a:t>‹#›</a:t>
            </a:fld>
            <a:endParaRPr lang="zh-CN" altLang="en-US"/>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F1637EC-88F3-485A-9216-301EA3E17DFF}"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37C1113-4ABD-4F14-8A56-881058EB3FE4}" type="slidenum">
              <a:rPr lang="zh-CN" altLang="en-US"/>
              <a:pPr>
                <a:defRPr/>
              </a:pPr>
              <a:t>‹#›</a:t>
            </a:fld>
            <a:endParaRPr lang="zh-CN" altLang="en-US"/>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D6C69D87-D0FB-4C2A-8646-BD7CE0B1E101}"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EEC8357-5010-462F-A4E9-F0FCE693F87B}" type="slidenum">
              <a:rPr lang="zh-CN" altLang="en-US"/>
              <a:pPr>
                <a:defRPr/>
              </a:pPr>
              <a:t>‹#›</a:t>
            </a:fld>
            <a:endParaRPr lang="zh-CN" altLang="en-US"/>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59F8C458-24E3-4357-80D4-F8D183637C7C}"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B3908C9B-36FB-452F-9F95-E059099375E9}" type="slidenum">
              <a:rPr lang="zh-CN" altLang="en-US"/>
              <a:pPr>
                <a:defRPr/>
              </a:pPr>
              <a:t>‹#›</a:t>
            </a:fld>
            <a:endParaRPr lang="zh-CN" altLang="en-US"/>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A66637BB-720B-4BB4-AFD2-0ECCE855D935}"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DAB4710-DE92-4BC1-85EB-5EB509339680}" type="slidenum">
              <a:rPr lang="zh-CN" altLang="en-US"/>
              <a:pPr>
                <a:defRPr/>
              </a:pPr>
              <a:t>‹#›</a:t>
            </a:fld>
            <a:endParaRPr lang="zh-CN" altLang="en-US"/>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3DA6AD2E-6E56-4F6D-8D15-B1F43399F0F5}"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E0903F1-8E6B-45EA-81AE-A4804CC1EA34}" type="slidenum">
              <a:rPr lang="zh-CN" altLang="en-US"/>
              <a:pPr>
                <a:defRPr/>
              </a:pPr>
              <a:t>‹#›</a:t>
            </a:fld>
            <a:endParaRPr lang="zh-CN" altLang="en-US"/>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0D19B5F9-BC30-4D11-8B4A-4DB107CE75D4}"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540C9B2-D44F-4921-95A1-97951B3A3AB2}" type="slidenum">
              <a:rPr lang="zh-CN" altLang="en-US"/>
              <a:pPr>
                <a:defRPr/>
              </a:pPr>
              <a:t>‹#›</a:t>
            </a:fld>
            <a:endParaRPr lang="zh-CN" altLang="en-US"/>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11345616-4F07-42C2-913C-E62D4807FDDE}"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0B79FA7-F508-4B58-8B42-8BFD99F2B8C8}" type="slidenum">
              <a:rPr lang="zh-CN" altLang="en-US"/>
              <a:pPr>
                <a:defRPr/>
              </a:pPr>
              <a:t>‹#›</a:t>
            </a:fld>
            <a:endParaRPr lang="zh-CN" altLang="en-US"/>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A36F7A09-54F3-4555-81F8-0662D4AD4773}"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906F34D7-1B87-417C-BFA2-F8C44DBE750E}" type="slidenum">
              <a:rPr lang="zh-CN" altLang="en-US"/>
              <a:pPr>
                <a:defRPr/>
              </a:pPr>
              <a:t>‹#›</a:t>
            </a:fld>
            <a:endParaRPr lang="zh-CN" altLang="en-US"/>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D197F179-14B3-42D0-A167-7B7BEFAD9721}"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B3FB1775-3CD4-4BE1-9AE4-E733922A9B94}" type="slidenum">
              <a:rPr lang="zh-CN" altLang="en-US"/>
              <a:pPr>
                <a:defRPr/>
              </a:pPr>
              <a:t>‹#›</a:t>
            </a:fld>
            <a:endParaRPr lang="zh-CN" altLang="en-US"/>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5D20DB3D-36BA-4F9A-92CF-33624DEB9719}"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D2D57893-97FE-4F33-BDA9-36B83505745D}" type="slidenum">
              <a:rPr lang="zh-CN" altLang="en-US"/>
              <a:pPr>
                <a:defRPr/>
              </a:pPr>
              <a:t>‹#›</a:t>
            </a:fld>
            <a:endParaRPr lang="zh-CN" altLang="en-US"/>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096B72A1-981F-46AE-9D6D-9658498BA63F}"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25FDC46-471B-4B36-9786-00A7B8A700D1}" type="slidenum">
              <a:rPr lang="zh-CN" altLang="en-US"/>
              <a:pPr>
                <a:defRPr/>
              </a:pPr>
              <a:t>‹#›</a:t>
            </a:fld>
            <a:endParaRPr lang="zh-CN" altLang="en-US"/>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7577878C-7603-4AD0-8E5F-865037FFF5D2}"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CB2BB30-D959-451A-BB78-5E7D2DA36A5B}" type="slidenum">
              <a:rPr lang="zh-CN" altLang="en-US"/>
              <a:pPr>
                <a:defRPr/>
              </a:pPr>
              <a:t>‹#›</a:t>
            </a:fld>
            <a:endParaRPr lang="zh-CN" altLang="en-US"/>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7A9BCA2B-51D0-4F7B-AE0E-6DCDFB8D7707}"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0CB732CD-1047-49EC-83FD-881C1918EE76}" type="slidenum">
              <a:rPr lang="zh-CN" altLang="en-US"/>
              <a:pPr>
                <a:defRPr/>
              </a:pPr>
              <a:t>‹#›</a:t>
            </a:fld>
            <a:endParaRPr lang="zh-CN" altLang="en-US"/>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73EA0468-EE7C-4F17-AD18-F47D104F8451}"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91003B4-4F28-4D53-BEED-13EE53867E46}" type="slidenum">
              <a:rPr lang="zh-CN" altLang="en-US"/>
              <a:pPr>
                <a:defRPr/>
              </a:pPr>
              <a:t>‹#›</a:t>
            </a:fld>
            <a:endParaRPr lang="zh-CN" altLang="en-US"/>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7BBC4DAD-7A03-46BA-AD0F-970D2F541AF2}"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DA25B85-988F-4BE2-A2BB-7C92E9A2EE9A}" type="slidenum">
              <a:rPr lang="zh-CN" altLang="en-US"/>
              <a:pPr>
                <a:defRPr/>
              </a:pPr>
              <a:t>‹#›</a:t>
            </a:fld>
            <a:endParaRPr lang="zh-CN" altLang="en-US"/>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D880CC0D-C45F-4554-BB0A-67DFA27DABF8}"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585EC1F-06B2-40AC-AFCF-DA80ED9519CD}" type="slidenum">
              <a:rPr lang="zh-CN" altLang="en-US"/>
              <a:pPr>
                <a:defRPr/>
              </a:pPr>
              <a:t>‹#›</a:t>
            </a:fld>
            <a:endParaRPr lang="zh-CN" altLang="en-US"/>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666503C5-2706-43F3-84CF-437112936072}"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F88F051C-88B3-4371-9B6A-93E7E06995E4}" type="slidenum">
              <a:rPr lang="zh-CN" altLang="en-US"/>
              <a:pPr>
                <a:defRPr/>
              </a:pPr>
              <a:t>‹#›</a:t>
            </a:fld>
            <a:endParaRPr lang="zh-CN" altLang="en-US"/>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9A568873-CC57-4E1E-9B70-CE80538CC419}"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6AD2391D-D14C-40F8-9038-3DD826E14AD4}" type="slidenum">
              <a:rPr lang="zh-CN" altLang="en-US"/>
              <a:pPr>
                <a:defRPr/>
              </a:pPr>
              <a:t>‹#›</a:t>
            </a:fld>
            <a:endParaRPr lang="zh-CN" altLang="en-US"/>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9146A2C4-D845-4F12-9A86-8EF5F32DC45E}"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9134257C-9802-4CCB-ACB8-9342374FAE37}" type="slidenum">
              <a:rPr lang="zh-CN" altLang="en-US"/>
              <a:pPr>
                <a:defRPr/>
              </a:pPr>
              <a:t>‹#›</a:t>
            </a:fld>
            <a:endParaRPr lang="zh-CN" altLang="en-US"/>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D3A171CF-7EFC-49AD-9D13-F494E642A3DA}"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74C6BFF2-A453-4F74-8549-64339AE23F9F}" type="slidenum">
              <a:rPr lang="zh-CN" altLang="en-US"/>
              <a:pPr>
                <a:defRPr/>
              </a:pPr>
              <a:t>‹#›</a:t>
            </a:fld>
            <a:endParaRPr lang="zh-CN" altLang="en-US"/>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73F3CF42-34DF-4DDC-B31F-2DD2F87B36F6}"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0EF57ED-C827-4084-9113-039860475126}" type="slidenum">
              <a:rPr lang="zh-CN" altLang="en-US"/>
              <a:pPr>
                <a:defRPr/>
              </a:pPr>
              <a:t>‹#›</a:t>
            </a:fld>
            <a:endParaRPr lang="zh-CN" altLang="en-US"/>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62617364-C251-4600-BC57-888889A84D6B}"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E9FD190-76FC-406A-9023-B1F29EC2BEDD}" type="slidenum">
              <a:rPr lang="zh-CN" altLang="en-US"/>
              <a:pPr>
                <a:defRPr/>
              </a:pPr>
              <a:t>‹#›</a:t>
            </a:fld>
            <a:endParaRPr lang="zh-CN" altLang="en-US"/>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16B4C1FD-9180-4596-9E65-B000B113AD78}"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E81363C6-C919-42BC-B157-F92753945B10}" type="slidenum">
              <a:rPr lang="zh-CN" altLang="en-US"/>
              <a:pPr>
                <a:defRPr/>
              </a:pPr>
              <a:t>‹#›</a:t>
            </a:fld>
            <a:endParaRPr lang="zh-CN" altLang="en-US"/>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7B40A631-22AA-43B4-87D0-AB8B6137BEBB}"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8A6E30C-EB09-4D7F-99EE-0BA901820D8F}" type="slidenum">
              <a:rPr lang="zh-CN" altLang="en-US"/>
              <a:pPr>
                <a:defRPr/>
              </a:pPr>
              <a:t>‹#›</a:t>
            </a:fld>
            <a:endParaRPr lang="zh-CN" altLang="en-US"/>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E93C51BB-6A18-4DE1-AD96-725A996D9378}"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0B7D64A-027C-4654-9AC7-AA5E89C555FE}" type="slidenum">
              <a:rPr lang="zh-CN" altLang="en-US"/>
              <a:pPr>
                <a:defRPr/>
              </a:pPr>
              <a:t>‹#›</a:t>
            </a:fld>
            <a:endParaRPr lang="zh-CN" altLang="en-US"/>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B532D666-8218-47DF-A982-50264E1475F8}"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DD75EC0-7D4A-47FF-A6E9-3B7D29AC56EA}" type="slidenum">
              <a:rPr lang="zh-CN" altLang="en-US"/>
              <a:pPr>
                <a:defRPr/>
              </a:pPr>
              <a:t>‹#›</a:t>
            </a:fld>
            <a:endParaRPr lang="zh-CN" altLang="en-US"/>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DAFDCD07-2BE1-4CC9-B5FF-ED52D67C29D8}"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B96CE4CB-B26E-40EC-8B3D-4E61BF81C2D2}" type="slidenum">
              <a:rPr lang="zh-CN" altLang="en-US"/>
              <a:pPr>
                <a:defRPr/>
              </a:pPr>
              <a:t>‹#›</a:t>
            </a:fld>
            <a:endParaRPr lang="zh-CN" altLang="en-US"/>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113C93DC-EE48-4F3D-8B1F-E6D177A9A53E}"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FE764F96-36B2-4B8E-ACA1-489B12AA316E}" type="slidenum">
              <a:rPr lang="zh-CN" altLang="en-US"/>
              <a:pPr>
                <a:defRPr/>
              </a:pPr>
              <a:t>‹#›</a:t>
            </a:fld>
            <a:endParaRPr lang="zh-CN" altLang="en-US"/>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4088DF7F-B721-415D-B602-ABE12232D9F6}"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F113C438-132F-45D3-9005-B92C405E35AE}" type="slidenum">
              <a:rPr lang="zh-CN" altLang="en-US"/>
              <a:pPr>
                <a:defRPr/>
              </a:pPr>
              <a:t>‹#›</a:t>
            </a:fld>
            <a:endParaRPr lang="zh-CN" altLang="en-US"/>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92263FD-D825-40A2-A3A7-52DB12D0DC31}"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7DAC7E00-A7DA-4242-A3A6-0A3A9E8CA312}" type="slidenum">
              <a:rPr lang="zh-CN" altLang="en-US"/>
              <a:pPr>
                <a:defRPr/>
              </a:pPr>
              <a:t>‹#›</a:t>
            </a:fld>
            <a:endParaRPr lang="zh-CN" altLang="en-US"/>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DB814160-5F24-40EE-866B-3364C1355EDC}"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CBDFA8CC-68C0-4C91-B528-5F106EF49506}" type="slidenum">
              <a:rPr lang="zh-CN" altLang="en-US"/>
              <a:pPr>
                <a:defRPr/>
              </a:pPr>
              <a:t>‹#›</a:t>
            </a:fld>
            <a:endParaRPr lang="zh-CN" altLang="en-US"/>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29CC419C-640B-4947-9560-102E0B3B5B77}"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59094A5-EEE2-4CF6-92D3-5FF88DCE340D}" type="slidenum">
              <a:rPr lang="zh-CN" altLang="en-US"/>
              <a:pPr>
                <a:defRPr/>
              </a:pPr>
              <a:t>‹#›</a:t>
            </a:fld>
            <a:endParaRPr lang="zh-CN" altLang="en-US"/>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7C322C3F-671B-4089-9448-6DE5D29017CD}"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9FA05F63-0142-436A-A49C-8D372F92C56C}" type="slidenum">
              <a:rPr lang="zh-CN" altLang="en-US"/>
              <a:pPr>
                <a:defRPr/>
              </a:pPr>
              <a:t>‹#›</a:t>
            </a:fld>
            <a:endParaRPr lang="zh-CN" altLang="en-US"/>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75ACA358-4B2C-47CC-A62B-8439962BEB8A}"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C721A20-F30B-46B0-B0C1-92121949A80F}" type="slidenum">
              <a:rPr lang="zh-CN" altLang="en-US"/>
              <a:pPr>
                <a:defRPr/>
              </a:pPr>
              <a:t>‹#›</a:t>
            </a:fld>
            <a:endParaRPr lang="zh-CN" altLang="en-US"/>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112E17C3-08CD-4A52-B30F-21E8003B8958}"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8875D74-DD51-42F3-A30B-08A007B9C890}" type="slidenum">
              <a:rPr lang="zh-CN" altLang="en-US"/>
              <a:pPr>
                <a:defRPr/>
              </a:pPr>
              <a:t>‹#›</a:t>
            </a:fld>
            <a:endParaRPr lang="zh-CN" altLang="en-US"/>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BDE246BF-CC39-4785-B230-4BE531AA63AD}"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D0D6825-24BF-4D09-A510-BD579B5665FB}" type="slidenum">
              <a:rPr lang="zh-CN" altLang="en-US"/>
              <a:pPr>
                <a:defRPr/>
              </a:pPr>
              <a:t>‹#›</a:t>
            </a:fld>
            <a:endParaRPr lang="zh-CN" altLang="en-US"/>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9DD84EEC-2A28-4E06-BC78-C0EC99B2D066}"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CD6991B8-9E73-4924-8E6C-F183CC382ADA}" type="slidenum">
              <a:rPr lang="zh-CN" altLang="en-US"/>
              <a:pPr>
                <a:defRPr/>
              </a:pPr>
              <a:t>‹#›</a:t>
            </a:fld>
            <a:endParaRPr lang="zh-CN" altLang="en-US"/>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C91F33A3-C58E-43B0-8F39-80ABB7D8367F}"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34AAF5BA-1347-48C9-9B8C-AF7FD1E85F64}" type="slidenum">
              <a:rPr lang="zh-CN" altLang="en-US"/>
              <a:pPr>
                <a:defRPr/>
              </a:pPr>
              <a:t>‹#›</a:t>
            </a:fld>
            <a:endParaRPr lang="zh-CN" altLang="en-US"/>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1AD5BB2B-5D55-4C9E-A762-7B635276BDEA}"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6916B74D-ADCA-4017-B0A8-13612E0501A1}" type="slidenum">
              <a:rPr lang="zh-CN" altLang="en-US"/>
              <a:pPr>
                <a:defRPr/>
              </a:pPr>
              <a:t>‹#›</a:t>
            </a:fld>
            <a:endParaRPr lang="zh-CN" altLang="en-US"/>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93556598-84E2-4D51-93AC-BE70186D4B66}"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E65A3D55-A885-43F4-82FD-D172069BE4FE}" type="slidenum">
              <a:rPr lang="zh-CN" altLang="en-US"/>
              <a:pPr>
                <a:defRPr/>
              </a:pPr>
              <a:t>‹#›</a:t>
            </a:fld>
            <a:endParaRPr lang="zh-CN" altLang="en-US"/>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2A3C43D9-49A9-4436-9B9F-8772C3AA35A7}"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3187ECE0-B090-4CC8-8895-65CCDF40B6DC}" type="slidenum">
              <a:rPr lang="zh-CN" altLang="en-US"/>
              <a:pPr>
                <a:defRPr/>
              </a:pPr>
              <a:t>‹#›</a:t>
            </a:fld>
            <a:endParaRPr lang="zh-CN" altLang="en-US"/>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F04CA3CE-9AC0-4D19-AF0B-4D826C44B4DE}"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25733BA-1C64-4F32-AE03-D41D32D403CD}" type="slidenum">
              <a:rPr lang="zh-CN" altLang="en-US"/>
              <a:pPr>
                <a:defRPr/>
              </a:pPr>
              <a:t>‹#›</a:t>
            </a:fld>
            <a:endParaRPr lang="zh-CN" altLang="en-US"/>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AD49B664-33C8-4CE8-93E4-075D83EBAEC2}"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E2F34FA9-F7F1-4F32-8801-5F13877ADD1C}" type="slidenum">
              <a:rPr lang="zh-CN" altLang="en-US"/>
              <a:pPr>
                <a:defRPr/>
              </a:pPr>
              <a:t>‹#›</a:t>
            </a:fld>
            <a:endParaRPr lang="zh-CN" altLang="en-US"/>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09CA5F5D-EAA6-4F76-AA18-7D07427DEB46}"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9A65E4A-1207-411B-BA07-4E252DB631CC}" type="slidenum">
              <a:rPr lang="zh-CN" altLang="en-US"/>
              <a:pPr>
                <a:defRPr/>
              </a:pPr>
              <a:t>‹#›</a:t>
            </a:fld>
            <a:endParaRPr lang="zh-CN" altLang="en-US"/>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CCD682B1-0F86-4475-8321-EBD055D1AE87}"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9C1E944-C5B4-47EB-BF69-320F796ADFE9}" type="slidenum">
              <a:rPr lang="zh-CN" altLang="en-US"/>
              <a:pPr>
                <a:defRPr/>
              </a:pPr>
              <a:t>‹#›</a:t>
            </a:fld>
            <a:endParaRPr lang="zh-CN" altLang="en-US"/>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056F620A-0C48-4038-8988-3560020CA63E}"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B71F09D-5BF4-4857-A5EB-34F85CB4D12A}" type="slidenum">
              <a:rPr lang="zh-CN" altLang="en-US"/>
              <a:pPr>
                <a:defRPr/>
              </a:pPr>
              <a:t>‹#›</a:t>
            </a:fld>
            <a:endParaRPr lang="zh-CN" altLang="en-US"/>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79B520A9-D246-459F-83C9-96FF548B0109}"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BB229BA-1DC1-41FD-A03C-4952FDFFA05E}" type="slidenum">
              <a:rPr lang="zh-CN" altLang="en-US"/>
              <a:pPr>
                <a:defRPr/>
              </a:pPr>
              <a:t>‹#›</a:t>
            </a:fld>
            <a:endParaRPr lang="zh-CN" altLang="en-US"/>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5EBB8A91-8A9B-4289-8B50-181CA4C7192E}"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29396B22-FF01-46FC-8123-8B552AF4A0C6}" type="slidenum">
              <a:rPr lang="zh-CN" altLang="en-US"/>
              <a:pPr>
                <a:defRPr/>
              </a:pPr>
              <a:t>‹#›</a:t>
            </a:fld>
            <a:endParaRPr lang="zh-CN" altLang="en-US"/>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84D7CBDC-EEAB-4FC2-823E-F86E6E8F3609}"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CE11DB84-B16B-47CC-97EE-8089AEAB808B}" type="slidenum">
              <a:rPr lang="zh-CN" altLang="en-US"/>
              <a:pPr>
                <a:defRPr/>
              </a:pPr>
              <a:t>‹#›</a:t>
            </a:fld>
            <a:endParaRPr lang="zh-CN" altLang="en-US"/>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52A58FFD-61A0-424F-9395-E6E9F2588FAB}"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7E65760D-4249-4026-971B-D18228E7183D}" type="slidenum">
              <a:rPr lang="zh-CN" altLang="en-US"/>
              <a:pPr>
                <a:defRPr/>
              </a:pPr>
              <a:t>‹#›</a:t>
            </a:fld>
            <a:endParaRPr lang="zh-CN" altLang="en-US"/>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9757A5A0-5E4B-4B9C-BD73-2990E05E46BE}"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FB88453C-36BA-4A94-AC17-9A3494225F03}" type="slidenum">
              <a:rPr lang="zh-CN" altLang="en-US"/>
              <a:pPr>
                <a:defRPr/>
              </a:pPr>
              <a:t>‹#›</a:t>
            </a:fld>
            <a:endParaRPr lang="zh-CN" altLang="en-US"/>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16B3E336-2E27-447B-B47F-2D5EB7557362}"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EF7E886-D311-4636-A583-3A0EAA8C2E22}" type="slidenum">
              <a:rPr lang="zh-CN" altLang="en-US"/>
              <a:pPr>
                <a:defRPr/>
              </a:pPr>
              <a:t>‹#›</a:t>
            </a:fld>
            <a:endParaRPr lang="zh-CN" altLang="en-US"/>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8DEDBF0F-E489-4C75-87A7-27E2A6BCAE73}"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8AD9FB14-FB4C-4A60-BA84-902432518245}" type="slidenum">
              <a:rPr lang="zh-CN" altLang="en-US"/>
              <a:pPr>
                <a:defRPr/>
              </a:pPr>
              <a:t>‹#›</a:t>
            </a:fld>
            <a:endParaRPr lang="zh-CN" altLang="en-US"/>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19B9C456-4A92-4B2A-9A26-64566157DAE0}"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4CD58F2-C935-47B6-B84E-9FEB8FA548FF}" type="slidenum">
              <a:rPr lang="zh-CN" altLang="en-US"/>
              <a:pPr>
                <a:defRPr/>
              </a:pPr>
              <a:t>‹#›</a:t>
            </a:fld>
            <a:endParaRPr lang="zh-CN" altLang="en-US"/>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6093EA29-FB33-4CA2-8179-690561C89C7A}"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1B09C61-2987-4B2A-A38F-851F7F4FCFA0}" type="slidenum">
              <a:rPr lang="zh-CN" altLang="en-US"/>
              <a:pPr>
                <a:defRPr/>
              </a:pPr>
              <a:t>‹#›</a:t>
            </a:fld>
            <a:endParaRPr lang="zh-CN" altLang="en-US"/>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0CD17FFD-64E4-41D1-9850-6400BE0DBAFD}"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4D0AE7C-C6AB-4DBB-BF80-BB4D7AF7EDEF}" type="slidenum">
              <a:rPr lang="zh-CN" altLang="en-US"/>
              <a:pPr>
                <a:defRPr/>
              </a:pPr>
              <a:t>‹#›</a:t>
            </a:fld>
            <a:endParaRPr lang="zh-CN" altLang="en-US"/>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C5C4BE37-651A-4510-AE54-F0CE966603C7}"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B883AFE-F725-4DD1-85EF-D5B62B4381D1}" type="slidenum">
              <a:rPr lang="zh-CN" altLang="en-US"/>
              <a:pPr>
                <a:defRPr/>
              </a:pPr>
              <a:t>‹#›</a:t>
            </a:fld>
            <a:endParaRPr lang="zh-CN" altLang="en-US"/>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9E622072-DF96-4B2A-B222-F69C8156A8A5}"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BE2FA611-C2C9-4A83-801F-924F59043836}" type="slidenum">
              <a:rPr lang="zh-CN" altLang="en-US"/>
              <a:pPr>
                <a:defRPr/>
              </a:pPr>
              <a:t>‹#›</a:t>
            </a:fld>
            <a:endParaRPr lang="zh-CN" altLang="en-US"/>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60AAF002-990B-4137-92DB-9FE847CEDE79}"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0DD2873D-3E92-48A8-A642-F3B4F3A5AB37}" type="slidenum">
              <a:rPr lang="zh-CN" altLang="en-US"/>
              <a:pPr>
                <a:defRPr/>
              </a:pPr>
              <a:t>‹#›</a:t>
            </a:fld>
            <a:endParaRPr lang="zh-CN" altLang="en-US"/>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DF04D86-D374-440B-A22D-7AD25F886D4A}"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833A3381-DC2C-4493-A7C8-89447C249F2F}" type="slidenum">
              <a:rPr lang="zh-CN" altLang="en-US"/>
              <a:pPr>
                <a:defRPr/>
              </a:pPr>
              <a:t>‹#›</a:t>
            </a:fld>
            <a:endParaRPr lang="zh-CN" altLang="en-US"/>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89CBDBE8-765C-436B-A352-C96E55B4B525}"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EE158E72-FC45-40FA-BA6F-9AD8606C3A65}" type="slidenum">
              <a:rPr lang="zh-CN" altLang="en-US"/>
              <a:pPr>
                <a:defRPr/>
              </a:pPr>
              <a:t>‹#›</a:t>
            </a:fld>
            <a:endParaRPr lang="zh-CN" altLang="en-US"/>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45F00444-5468-41F2-924D-A44E4839850C}"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4AEF652-FCDE-4164-8329-A72CBEB4ABB8}" type="slidenum">
              <a:rPr lang="zh-CN" altLang="en-US"/>
              <a:pPr>
                <a:defRPr/>
              </a:pPr>
              <a:t>‹#›</a:t>
            </a:fld>
            <a:endParaRPr lang="zh-CN" altLang="en-US"/>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31F46EE3-69A7-4B2D-BD05-596C898367FD}"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400B9D38-BCF3-4CEF-ABB1-F4CB86958D39}" type="slidenum">
              <a:rPr lang="zh-CN" altLang="en-US"/>
              <a:pPr>
                <a:defRPr/>
              </a:pPr>
              <a:t>‹#›</a:t>
            </a:fld>
            <a:endParaRPr lang="zh-CN" altLang="en-US"/>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C776CD67-B94D-44EF-A26B-8D5479BBE801}"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C555944-114F-49F7-A1EA-E8C3AAAEB105}" type="slidenum">
              <a:rPr lang="zh-CN" altLang="en-US"/>
              <a:pPr>
                <a:defRPr/>
              </a:pPr>
              <a:t>‹#›</a:t>
            </a:fld>
            <a:endParaRPr lang="zh-CN" altLang="en-US"/>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3FC065BF-4720-40B6-A267-130DCC2C16DF}"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FCCD51C-B604-4434-9666-FDB5AAA9E5A1}" type="slidenum">
              <a:rPr lang="zh-CN" altLang="en-US"/>
              <a:pPr>
                <a:defRPr/>
              </a:pPr>
              <a:t>‹#›</a:t>
            </a:fld>
            <a:endParaRPr lang="zh-CN" altLang="en-US"/>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CDAF1EDD-4F26-4B3E-82F4-C739729EBA40}"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C03CD2F-0B96-44C1-A5F5-87709FE6B6E7}" type="slidenum">
              <a:rPr lang="zh-CN" altLang="en-US"/>
              <a:pPr>
                <a:defRPr/>
              </a:pPr>
              <a:t>‹#›</a:t>
            </a:fld>
            <a:endParaRPr lang="zh-CN" altLang="en-US"/>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3E31BCBF-2598-4491-84C8-2EBFFF4482B0}"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39D08C76-0D7E-44B3-B926-CDB4D739F8EE}" type="slidenum">
              <a:rPr lang="zh-CN" altLang="en-US"/>
              <a:pPr>
                <a:defRPr/>
              </a:pPr>
              <a:t>‹#›</a:t>
            </a:fld>
            <a:endParaRPr lang="zh-CN" altLang="en-US"/>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562180F1-6855-49EF-9A48-A6EE516A6CC8}"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057D5894-F7DD-4918-80F5-5E174F6D93C4}" type="slidenum">
              <a:rPr lang="zh-CN" altLang="en-US"/>
              <a:pPr>
                <a:defRPr/>
              </a:pPr>
              <a:t>‹#›</a:t>
            </a:fld>
            <a:endParaRPr lang="zh-CN" altLang="en-US"/>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C5AA9F3C-47DC-4488-88F3-4092FD7CD2E5}"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A4DA306C-DFD2-48F2-8C3B-32E92DE1B3C0}" type="slidenum">
              <a:rPr lang="zh-CN" altLang="en-US"/>
              <a:pPr>
                <a:defRPr/>
              </a:pPr>
              <a:t>‹#›</a:t>
            </a:fld>
            <a:endParaRPr lang="zh-CN" altLang="en-US"/>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0D3CC5F9-17B6-4A35-838F-1628BBBB2BE2}"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77CD0BF0-4421-41F7-B2D8-CF8C84A90966}" type="slidenum">
              <a:rPr lang="zh-CN" altLang="en-US"/>
              <a:pPr>
                <a:defRPr/>
              </a:pPr>
              <a:t>‹#›</a:t>
            </a:fld>
            <a:endParaRPr lang="zh-CN" altLang="en-US"/>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FBD149DF-916A-4ED9-AE00-11607FB91097}"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9BB1A51-0743-4A0D-827D-154A125C62C6}" type="slidenum">
              <a:rPr lang="zh-CN" altLang="en-US"/>
              <a:pPr>
                <a:defRPr/>
              </a:pPr>
              <a:t>‹#›</a:t>
            </a:fld>
            <a:endParaRPr lang="zh-CN" altLang="en-US"/>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48AECBCB-E7D7-4E0A-B2AF-8D648EF81FD6}"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A9E01AB-8A72-4B96-8D15-7BB52B2B7B0E}" type="slidenum">
              <a:rPr lang="zh-CN" altLang="en-US"/>
              <a:pPr>
                <a:defRPr/>
              </a:pPr>
              <a:t>‹#›</a:t>
            </a:fld>
            <a:endParaRPr lang="zh-CN" altLang="en-US"/>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9437D772-DAE6-4D5A-B039-CE4691931A5D}"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6393B184-8C49-48E1-8C28-E2B900D4D71F}" type="slidenum">
              <a:rPr lang="zh-CN" altLang="en-US"/>
              <a:pPr>
                <a:defRPr/>
              </a:pPr>
              <a:t>‹#›</a:t>
            </a:fld>
            <a:endParaRPr lang="zh-CN" altLang="en-US"/>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7F0817FA-613E-4479-9256-823D8F989C2C}"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699CD61-0CDC-47CA-BF00-E27D28746508}" type="slidenum">
              <a:rPr lang="zh-CN" altLang="en-US"/>
              <a:pPr>
                <a:defRPr/>
              </a:pPr>
              <a:t>‹#›</a:t>
            </a:fld>
            <a:endParaRPr lang="zh-CN" altLang="en-US"/>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FC11CCAA-201A-467A-BA9C-49DAAB64496B}"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35F230D-D41E-49AA-B81C-74463C78AE80}" type="slidenum">
              <a:rPr lang="zh-CN" altLang="en-US"/>
              <a:pPr>
                <a:defRPr/>
              </a:pPr>
              <a:t>‹#›</a:t>
            </a:fld>
            <a:endParaRPr lang="zh-CN" altLang="en-US"/>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9DA6858C-57D1-4464-8186-98B58F4C343E}"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7B3F524-B804-446C-8FC1-17C765AEA4D6}" type="slidenum">
              <a:rPr lang="zh-CN" altLang="en-US"/>
              <a:pPr>
                <a:defRPr/>
              </a:pPr>
              <a:t>‹#›</a:t>
            </a:fld>
            <a:endParaRPr lang="zh-CN" altLang="en-US"/>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02FA9E5D-47DE-4952-8055-E7F579ACA8DE}"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B85C3B7-F16E-4738-937A-E9FC44B06F65}" type="slidenum">
              <a:rPr lang="zh-CN" altLang="en-US"/>
              <a:pPr>
                <a:defRPr/>
              </a:pPr>
              <a:t>‹#›</a:t>
            </a:fld>
            <a:endParaRPr lang="zh-CN" altLang="en-US"/>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75DC4B0E-F9FC-4534-8FFD-46D2CDC63631}"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99F521C1-7F54-4B2A-9C6B-0F9C86D5CAE6}" type="slidenum">
              <a:rPr lang="zh-CN" altLang="en-US"/>
              <a:pPr>
                <a:defRPr/>
              </a:pPr>
              <a:t>‹#›</a:t>
            </a:fld>
            <a:endParaRPr lang="zh-CN" altLang="en-US"/>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55491941-3CF6-4A76-BD6C-B75BA001F60F}"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B5CDE9D8-0335-4861-B978-55DD7875B5F9}" type="slidenum">
              <a:rPr lang="zh-CN" altLang="en-US"/>
              <a:pPr>
                <a:defRPr/>
              </a:pPr>
              <a:t>‹#›</a:t>
            </a:fld>
            <a:endParaRPr lang="zh-CN" altLang="en-US"/>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3CFCF52D-3062-497E-A72D-1897198E721A}"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1CE206D1-B607-42FB-88FD-81D931EED4D9}" type="slidenum">
              <a:rPr lang="zh-CN" altLang="en-US"/>
              <a:pPr>
                <a:defRPr/>
              </a:pPr>
              <a:t>‹#›</a:t>
            </a:fld>
            <a:endParaRPr lang="zh-CN" altLang="en-US"/>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26556174-9D3C-4BA7-A4EC-C2AB9E3E9C54}"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C4F7DBD8-542C-47B0-A7EF-E724308B022C}" type="slidenum">
              <a:rPr lang="zh-CN" altLang="en-US"/>
              <a:pPr>
                <a:defRPr/>
              </a:pPr>
              <a:t>‹#›</a:t>
            </a:fld>
            <a:endParaRPr lang="zh-CN" altLang="en-US"/>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95F0F2D3-6416-4438-B228-A030C1B3E532}"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CC400FA-7811-4ED8-BF45-71086C7806B9}" type="slidenum">
              <a:rPr lang="zh-CN" altLang="en-US"/>
              <a:pPr>
                <a:defRPr/>
              </a:pPr>
              <a:t>‹#›</a:t>
            </a:fld>
            <a:endParaRPr lang="zh-CN" altLang="en-US"/>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93F65CF4-984C-45D9-AF15-A757F942ECD1}"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F72E684A-A6C5-4924-A2F2-B59C85FF2AAC}" type="slidenum">
              <a:rPr lang="zh-CN" altLang="en-US"/>
              <a:pPr>
                <a:defRPr/>
              </a:pPr>
              <a:t>‹#›</a:t>
            </a:fld>
            <a:endParaRPr lang="zh-CN" altLang="en-US"/>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24239E45-C5DB-4D68-95F6-197332121172}"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729ECDA-763D-46F8-B935-CA853AEB758E}" type="slidenum">
              <a:rPr lang="zh-CN" altLang="en-US"/>
              <a:pPr>
                <a:defRPr/>
              </a:pPr>
              <a:t>‹#›</a:t>
            </a:fld>
            <a:endParaRPr lang="zh-CN" altLang="en-US"/>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59FC41D2-DA47-49CB-ADB4-262B958709C7}"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9E6624C-378F-4EE9-A8B7-E167A0106EFE}" type="slidenum">
              <a:rPr lang="zh-CN" altLang="en-US"/>
              <a:pPr>
                <a:defRPr/>
              </a:pPr>
              <a:t>‹#›</a:t>
            </a:fld>
            <a:endParaRPr lang="zh-CN" altLang="en-US"/>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38FCB135-3775-47DA-B60B-060C3024058B}"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EBB9237-9C46-4D0F-971C-C92E572118DB}" type="slidenum">
              <a:rPr lang="zh-CN" altLang="en-US"/>
              <a:pPr>
                <a:defRPr/>
              </a:pPr>
              <a:t>‹#›</a:t>
            </a:fld>
            <a:endParaRPr lang="zh-CN" altLang="en-US"/>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6A3B9142-28A1-4848-ADF8-483EC6842A2C}"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E8B36FD6-5EB2-43DA-9B8F-7855D09BC0F3}" type="slidenum">
              <a:rPr lang="zh-CN" altLang="en-US"/>
              <a:pPr>
                <a:defRPr/>
              </a:pPr>
              <a:t>‹#›</a:t>
            </a:fld>
            <a:endParaRPr lang="zh-CN" altLang="en-US"/>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AB9BB3C8-35E1-4C81-82EB-254C653A9C80}"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BCB7099C-E6FB-4895-8532-7EF52D894754}" type="slidenum">
              <a:rPr lang="zh-CN" altLang="en-US"/>
              <a:pPr>
                <a:defRPr/>
              </a:pPr>
              <a:t>‹#›</a:t>
            </a:fld>
            <a:endParaRPr lang="zh-CN" altLang="en-US"/>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D4F9C532-34B9-4794-9C16-17D9C2A1C0B9}"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5409D59E-C2E1-4F2B-87E2-419C26B56CAE}" type="slidenum">
              <a:rPr lang="zh-CN" altLang="en-US"/>
              <a:pPr>
                <a:defRPr/>
              </a:pPr>
              <a:t>‹#›</a:t>
            </a:fld>
            <a:endParaRPr lang="zh-CN" altLang="en-US"/>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3F8858D3-11A7-41B7-9D0C-1C50F327653A}"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27E809FF-E14A-4930-A1CC-03F3ECB689C1}" type="slidenum">
              <a:rPr lang="zh-CN" altLang="en-US"/>
              <a:pPr>
                <a:defRPr/>
              </a:pPr>
              <a:t>‹#›</a:t>
            </a:fld>
            <a:endParaRPr lang="zh-CN" altLang="en-US"/>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EE05139D-D980-4880-B0B5-CC7EE1699881}"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AD4A1C99-4794-4822-9144-477EECE6D1C9}" type="slidenum">
              <a:rPr lang="zh-CN" altLang="en-US"/>
              <a:pPr>
                <a:defRPr/>
              </a:pPr>
              <a:t>‹#›</a:t>
            </a:fld>
            <a:endParaRPr lang="zh-CN" altLang="en-US"/>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164792DF-1789-41E6-88D8-20D447E2636A}"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7125627-6EC0-4F71-A7D7-BD6C3C2C34FC}" type="slidenum">
              <a:rPr lang="zh-CN" altLang="en-US"/>
              <a:pPr>
                <a:defRPr/>
              </a:pPr>
              <a:t>‹#›</a:t>
            </a:fld>
            <a:endParaRPr lang="zh-CN" altLang="en-US"/>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6C45290B-BB6D-4FAF-8508-994CB6677322}"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952CF4FD-47B0-483C-AC99-4AC9E2F5E7BF}" type="slidenum">
              <a:rPr lang="zh-CN" altLang="en-US"/>
              <a:pPr>
                <a:defRPr/>
              </a:pPr>
              <a:t>‹#›</a:t>
            </a:fld>
            <a:endParaRPr lang="zh-CN" altLang="en-US"/>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0464BB58-85FF-4A7C-B6FD-FCD542D3634F}"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C41A533-3E38-4917-9E61-230CFEE9A33C}" type="slidenum">
              <a:rPr lang="zh-CN" altLang="en-US"/>
              <a:pPr>
                <a:defRPr/>
              </a:pPr>
              <a:t>‹#›</a:t>
            </a:fld>
            <a:endParaRPr lang="zh-CN" altLang="en-US"/>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55AFB148-CE96-480A-8A32-F69157D6CA2D}"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49F2FDD-9B23-4DE8-8A59-0632EBF3F0E2}" type="slidenum">
              <a:rPr lang="zh-CN" altLang="en-US"/>
              <a:pPr>
                <a:defRPr/>
              </a:pPr>
              <a:t>‹#›</a:t>
            </a:fld>
            <a:endParaRPr lang="zh-CN" altLang="en-US"/>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5C80D813-91EF-4D4C-B0AA-1C06BF6C19AB}"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A6ECBD9-29E7-492D-A101-2BE2CA2EE328}" type="slidenum">
              <a:rPr lang="zh-CN" altLang="en-US"/>
              <a:pPr>
                <a:defRPr/>
              </a:pPr>
              <a:t>‹#›</a:t>
            </a:fld>
            <a:endParaRPr lang="zh-CN" altLang="en-US"/>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11162DCB-DD49-4306-AF2E-57CCA2C57FF8}"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894837DF-F473-42F8-8C58-8354223B3B0E}" type="slidenum">
              <a:rPr lang="zh-CN" altLang="en-US"/>
              <a:pPr>
                <a:defRPr/>
              </a:pPr>
              <a:t>‹#›</a:t>
            </a:fld>
            <a:endParaRPr lang="zh-CN" altLang="en-US"/>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824925DE-EB2E-4444-AC53-D22438AA5218}"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D7BDBE45-3DFA-45F4-BF18-7A9A48B05858}" type="slidenum">
              <a:rPr lang="zh-CN" altLang="en-US"/>
              <a:pPr>
                <a:defRPr/>
              </a:pPr>
              <a:t>‹#›</a:t>
            </a:fld>
            <a:endParaRPr lang="zh-CN" altLang="en-US"/>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1CC076DC-1D93-4FA5-B734-BDB6B420C1EC}"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367CF4AE-02A2-4F24-8998-A6125E9AD0C2}" type="slidenum">
              <a:rPr lang="zh-CN" altLang="en-US"/>
              <a:pPr>
                <a:defRPr/>
              </a:pPr>
              <a:t>‹#›</a:t>
            </a:fld>
            <a:endParaRPr lang="zh-CN" altLang="en-US"/>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FE2AF6C3-3B93-49BC-A218-49E2FC006630}"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F63B2FCD-0C72-4E64-AE62-BCFD4FA92500}" type="slidenum">
              <a:rPr lang="zh-CN" altLang="en-US"/>
              <a:pPr>
                <a:defRPr/>
              </a:pPr>
              <a:t>‹#›</a:t>
            </a:fld>
            <a:endParaRPr lang="zh-CN" altLang="en-US"/>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D2DFC2CF-0425-43B1-AA3D-095BC2C93F67}"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08AB80A7-53DD-4F88-9D7A-483AF1474C72}" type="slidenum">
              <a:rPr lang="zh-CN" altLang="en-US"/>
              <a:pPr>
                <a:defRPr/>
              </a:pPr>
              <a:t>‹#›</a:t>
            </a:fld>
            <a:endParaRPr lang="zh-CN" altLang="en-US"/>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19BB8042-F558-4EDC-A290-35E854715EAB}"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31F8EF5-22A6-470A-AF1C-60C673F7EB5C}" type="slidenum">
              <a:rPr lang="zh-CN" altLang="en-US"/>
              <a:pPr>
                <a:defRPr/>
              </a:pPr>
              <a:t>‹#›</a:t>
            </a:fld>
            <a:endParaRPr lang="zh-CN" altLang="en-US"/>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14B05486-7455-4401-BA1E-C38F81F7700D}"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9ED80373-638F-494C-BBE2-0751A94F5BE2}" type="slidenum">
              <a:rPr lang="zh-CN" altLang="en-US"/>
              <a:pPr>
                <a:defRPr/>
              </a:pPr>
              <a:t>‹#›</a:t>
            </a:fld>
            <a:endParaRPr lang="zh-CN" altLang="en-US"/>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B5AF8796-DB74-4138-BF9C-5793B392FAB2}"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D6F1ED4-96C6-4126-930D-57AEF51491D2}" type="slidenum">
              <a:rPr lang="zh-CN" altLang="en-US"/>
              <a:pPr>
                <a:defRPr/>
              </a:pPr>
              <a:t>‹#›</a:t>
            </a:fld>
            <a:endParaRPr lang="zh-CN" altLang="en-US"/>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302F7A72-C5CD-4F4F-9211-B72FCB73D473}"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5C07566-6EF2-4D14-8D36-12B16A8C15D5}" type="slidenum">
              <a:rPr lang="zh-CN" altLang="en-US"/>
              <a:pPr>
                <a:defRPr/>
              </a:pPr>
              <a:t>‹#›</a:t>
            </a:fld>
            <a:endParaRPr lang="zh-CN" altLang="en-US"/>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4074E536-93FA-4175-99F4-B36EAB03325A}"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344AE9C-736B-4BB3-A060-9A46F90CCDC9}" type="slidenum">
              <a:rPr lang="zh-CN" altLang="en-US"/>
              <a:pPr>
                <a:defRPr/>
              </a:pPr>
              <a:t>‹#›</a:t>
            </a:fld>
            <a:endParaRPr lang="zh-CN" altLang="en-US"/>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A153E5B0-1D9A-4C48-BCC3-5A79470912A2}"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353D7D3-886A-413D-BC73-2A748D68835E}" type="slidenum">
              <a:rPr lang="zh-CN" altLang="en-US"/>
              <a:pPr>
                <a:defRPr/>
              </a:pPr>
              <a:t>‹#›</a:t>
            </a:fld>
            <a:endParaRPr lang="zh-CN" altLang="en-US"/>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CDCB884E-5EB2-436D-AB78-47830C5F1A5A}"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290B5581-5E82-4795-A376-9911BAE8C4D0}" type="slidenum">
              <a:rPr lang="zh-CN" altLang="en-US"/>
              <a:pPr>
                <a:defRPr/>
              </a:pPr>
              <a:t>‹#›</a:t>
            </a:fld>
            <a:endParaRPr lang="zh-CN" altLang="en-US"/>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5F00DEED-E4E1-4B70-9394-341A117DD50B}"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281DB759-B961-4B01-A1FC-7C2AE8958C14}" type="slidenum">
              <a:rPr lang="zh-CN" altLang="en-US"/>
              <a:pPr>
                <a:defRPr/>
              </a:pPr>
              <a:t>‹#›</a:t>
            </a:fld>
            <a:endParaRPr lang="zh-CN" altLang="en-US"/>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DF5327CC-2FAE-487F-97E3-C9E6C79BECB4}"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1B23717A-4DAC-432E-B92D-5F4A5CD0758A}" type="slidenum">
              <a:rPr lang="zh-CN" altLang="en-US"/>
              <a:pPr>
                <a:defRPr/>
              </a:pPr>
              <a:t>‹#›</a:t>
            </a:fld>
            <a:endParaRPr lang="zh-CN" altLang="en-US"/>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1D625CF0-0900-402E-931E-CEF86EE77BF4}"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CF81FB46-CD92-4C3D-97C9-767012ED5187}" type="slidenum">
              <a:rPr lang="zh-CN" altLang="en-US"/>
              <a:pPr>
                <a:defRPr/>
              </a:pPr>
              <a:t>‹#›</a:t>
            </a:fld>
            <a:endParaRPr lang="zh-CN" altLang="en-US"/>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CF316353-FA88-4380-ADB2-E6B90EAE446E}"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BD217E4-576F-4594-AF5C-6BE533E680C2}" type="slidenum">
              <a:rPr lang="zh-CN" altLang="en-US"/>
              <a:pPr>
                <a:defRPr/>
              </a:pPr>
              <a:t>‹#›</a:t>
            </a:fld>
            <a:endParaRPr lang="zh-CN" altLang="en-US"/>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4144138E-ECE1-4F4D-AD8B-5CFC1E09EAAB}"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410DB063-EDF8-4CA5-B71B-73FC537690C8}" type="slidenum">
              <a:rPr lang="zh-CN" altLang="en-US"/>
              <a:pPr>
                <a:defRPr/>
              </a:pPr>
              <a:t>‹#›</a:t>
            </a:fld>
            <a:endParaRPr lang="zh-CN" altLang="en-US"/>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B8A1CCB9-473F-4BA3-A6B8-37FDF4FF1645}"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C9D65A3-2106-4118-BB05-453F9C16959B}" type="slidenum">
              <a:rPr lang="zh-CN" altLang="en-US"/>
              <a:pPr>
                <a:defRPr/>
              </a:pPr>
              <a:t>‹#›</a:t>
            </a:fld>
            <a:endParaRPr lang="zh-CN" altLang="en-US"/>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EE16AA3E-0D26-46CA-9850-787F53D3D71B}"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63F3D98-0840-44BF-B36D-F2DA1F6608AE}" type="slidenum">
              <a:rPr lang="zh-CN" altLang="en-US"/>
              <a:pPr>
                <a:defRPr/>
              </a:pPr>
              <a:t>‹#›</a:t>
            </a:fld>
            <a:endParaRPr lang="zh-CN" altLang="en-US"/>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6D64CA01-CA58-4F0B-B67D-7BD332ADEC6E}"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0702CE0-5ABC-4409-8FE1-930162F84EB1}" type="slidenum">
              <a:rPr lang="zh-CN" altLang="en-US"/>
              <a:pPr>
                <a:defRPr/>
              </a:pPr>
              <a:t>‹#›</a:t>
            </a:fld>
            <a:endParaRPr lang="zh-CN" altLang="en-US"/>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15530666-6769-4AFE-BE80-D07CDEFECFDE}"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7689A17-99E1-44D9-BA21-DFCAA44B0352}" type="slidenum">
              <a:rPr lang="zh-CN" altLang="en-US"/>
              <a:pPr>
                <a:defRPr/>
              </a:pPr>
              <a:t>‹#›</a:t>
            </a:fld>
            <a:endParaRPr lang="zh-CN" altLang="en-US"/>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8CADEE59-0C97-46C1-9A9E-9D9975DA2FB7}"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7244FBA2-E568-42E5-8DCC-6C558DECC2B7}" type="slidenum">
              <a:rPr lang="zh-CN" altLang="en-US"/>
              <a:pPr>
                <a:defRPr/>
              </a:pPr>
              <a:t>‹#›</a:t>
            </a:fld>
            <a:endParaRPr lang="zh-CN" altLang="en-US"/>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C11A7416-07C9-41E5-8F8B-AA46CD50B20E}"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EFF62F83-FB1F-41BE-B43E-F139ED25C7DD}" type="slidenum">
              <a:rPr lang="zh-CN" altLang="en-US"/>
              <a:pPr>
                <a:defRPr/>
              </a:pPr>
              <a:t>‹#›</a:t>
            </a:fld>
            <a:endParaRPr lang="zh-CN" altLang="en-US"/>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D5A99147-AF8C-4FE5-B2D0-527653E4F929}"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85BC1B8D-45BD-490C-BAAE-4BC1E3859C14}" type="slidenum">
              <a:rPr lang="zh-CN" altLang="en-US"/>
              <a:pPr>
                <a:defRPr/>
              </a:pPr>
              <a:t>‹#›</a:t>
            </a:fld>
            <a:endParaRPr lang="zh-CN" altLang="en-US"/>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333973B-859D-4E90-9AD6-8E75170C2B86}"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636BD86-A7B5-4FCD-8728-91F6D09BCB92}" type="slidenum">
              <a:rPr lang="zh-CN" altLang="en-US"/>
              <a:pPr>
                <a:defRPr/>
              </a:pPr>
              <a:t>‹#›</a:t>
            </a:fld>
            <a:endParaRPr lang="zh-CN" altLang="en-US"/>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0D107E65-63A8-4F27-869B-24FA0674606B}"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967F514-DE2D-4C55-AE25-E4F36A0AAF9D}" type="slidenum">
              <a:rPr lang="zh-CN" altLang="en-US"/>
              <a:pPr>
                <a:defRPr/>
              </a:pPr>
              <a:t>‹#›</a:t>
            </a:fld>
            <a:endParaRPr lang="zh-CN" altLang="en-US"/>
          </a:p>
        </p:txBody>
      </p:sp>
    </p:spTree>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790461DA-FBCE-4997-9F5A-FBFB8A863892}"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C34C1E20-E9EF-495D-8F56-7A6CDC7FB2E7}" type="slidenum">
              <a:rPr lang="zh-CN" altLang="en-US"/>
              <a:pPr>
                <a:defRPr/>
              </a:pPr>
              <a:t>‹#›</a:t>
            </a:fld>
            <a:endParaRPr lang="zh-CN" altLang="en-US"/>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898C36BD-96A8-4DB2-819B-8E9E32DA54DA}"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A9E9628-97DA-485C-894A-8870CA314ECD}" type="slidenum">
              <a:rPr lang="zh-CN" altLang="en-US"/>
              <a:pPr>
                <a:defRPr/>
              </a:pPr>
              <a:t>‹#›</a:t>
            </a:fld>
            <a:endParaRPr lang="zh-CN" altLang="en-US"/>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7AC7C567-4D2C-424B-B90D-D59296D3DC28}"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583CECF-F322-4DD3-AB84-EAE343A4C64B}" type="slidenum">
              <a:rPr lang="zh-CN" altLang="en-US"/>
              <a:pPr>
                <a:defRPr/>
              </a:pPr>
              <a:t>‹#›</a:t>
            </a:fld>
            <a:endParaRPr lang="zh-CN" altLang="en-US"/>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6CED8508-C334-49A6-98BB-79BA44D738DD}"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590EC42-3F82-45EC-B35D-6D3DDF012988}" type="slidenum">
              <a:rPr lang="zh-CN" altLang="en-US"/>
              <a:pPr>
                <a:defRPr/>
              </a:pPr>
              <a:t>‹#›</a:t>
            </a:fld>
            <a:endParaRPr lang="zh-CN" altLang="en-US"/>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1913EEE9-4E71-49E0-A1DE-BE71F5AE769D}"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B2D53544-9D43-4105-942D-7750EA2DD4CF}" type="slidenum">
              <a:rPr lang="zh-CN" altLang="en-US"/>
              <a:pPr>
                <a:defRPr/>
              </a:pPr>
              <a:t>‹#›</a:t>
            </a:fld>
            <a:endParaRPr lang="zh-CN" altLang="en-US"/>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9217BF89-511E-4323-B647-EDB3F85A1764}"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8EDD9216-BA34-4E0A-8BEB-FB75632C948B}" type="slidenum">
              <a:rPr lang="zh-CN" altLang="en-US"/>
              <a:pPr>
                <a:defRPr/>
              </a:pPr>
              <a:t>‹#›</a:t>
            </a:fld>
            <a:endParaRPr lang="zh-CN" altLang="en-US"/>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C7F17712-FEE9-4C9C-9D12-3DA2CC1F5655}"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80E1FE77-B135-4F9C-8944-48ED188652D1}" type="slidenum">
              <a:rPr lang="zh-CN" altLang="en-US"/>
              <a:pPr>
                <a:defRPr/>
              </a:pPr>
              <a:t>‹#›</a:t>
            </a:fld>
            <a:endParaRPr lang="zh-CN" altLang="en-US"/>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C70DDCC3-C7DD-4F98-9ED6-DF750993957B}"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1262465B-144B-49EF-9D7D-3E33AC1AF6A6}" type="slidenum">
              <a:rPr lang="zh-CN" altLang="en-US"/>
              <a:pPr>
                <a:defRPr/>
              </a:pPr>
              <a:t>‹#›</a:t>
            </a:fld>
            <a:endParaRPr lang="zh-CN" altLang="en-US"/>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8DE57657-ED24-4AC1-B753-F2961F46AF9F}"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0834AFCE-454A-44DE-89AD-370DC8EC5CDD}" type="slidenum">
              <a:rPr lang="zh-CN" altLang="en-US"/>
              <a:pPr>
                <a:defRPr/>
              </a:pPr>
              <a:t>‹#›</a:t>
            </a:fld>
            <a:endParaRPr lang="zh-CN" altLang="en-US"/>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28143D2D-2AC4-4B7B-9D6E-2EC9A1D9F6AC}"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61944F6-8F68-4A4C-9A04-67C5955F73B2}" type="slidenum">
              <a:rPr lang="zh-CN" altLang="en-US"/>
              <a:pPr>
                <a:defRPr/>
              </a:pPr>
              <a:t>‹#›</a:t>
            </a:fld>
            <a:endParaRPr lang="zh-CN" altLang="en-US"/>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BE184D8A-AF6F-462C-9E2E-9596B233C861}"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3989E02C-B8F6-4F77-98AE-72B7CF718D6A}" type="slidenum">
              <a:rPr lang="zh-CN" altLang="en-US"/>
              <a:pPr>
                <a:defRPr/>
              </a:pPr>
              <a:t>‹#›</a:t>
            </a:fld>
            <a:endParaRPr lang="zh-CN" altLang="en-US"/>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F2CC60C4-6B49-48DE-A9CD-1D29D062D5CE}"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B559590-3513-4D64-A808-B13541911E9C}" type="slidenum">
              <a:rPr lang="zh-CN" altLang="en-US"/>
              <a:pPr>
                <a:defRPr/>
              </a:pPr>
              <a:t>‹#›</a:t>
            </a:fld>
            <a:endParaRPr lang="zh-CN" altLang="en-US"/>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18856979-B712-404A-90B8-EE82CD50FCB0}"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1AEBCD1-3723-4B6A-8B4D-38836CB5E4B6}" type="slidenum">
              <a:rPr lang="zh-CN" altLang="en-US"/>
              <a:pPr>
                <a:defRPr/>
              </a:pPr>
              <a:t>‹#›</a:t>
            </a:fld>
            <a:endParaRPr lang="zh-CN" altLang="en-US"/>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90D4AB2D-62AE-44B9-860C-90E6E9F5161F}"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F35CAB6-78ED-4137-811E-8E0E0B46133C}" type="slidenum">
              <a:rPr lang="zh-CN" altLang="en-US"/>
              <a:pPr>
                <a:defRPr/>
              </a:pPr>
              <a:t>‹#›</a:t>
            </a:fld>
            <a:endParaRPr lang="zh-CN" altLang="en-US"/>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90302A9D-7235-4F4C-A470-A94E678792D0}"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2C227782-D517-467C-B099-C0DA5364368E}" type="slidenum">
              <a:rPr lang="zh-CN" altLang="en-US"/>
              <a:pPr>
                <a:defRPr/>
              </a:pPr>
              <a:t>‹#›</a:t>
            </a:fld>
            <a:endParaRPr lang="zh-CN" altLang="en-US"/>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B509B7D2-3168-4197-B342-37157B93B9D4}"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68859127-344B-4F41-9D38-4BAE0FB9609D}" type="slidenum">
              <a:rPr lang="zh-CN" altLang="en-US"/>
              <a:pPr>
                <a:defRPr/>
              </a:pPr>
              <a:t>‹#›</a:t>
            </a:fld>
            <a:endParaRPr lang="zh-CN" altLang="en-US"/>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083593B1-063C-436E-8E10-07E5AB739F78}"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F0743718-B549-48FE-AA9C-61EC2E92C88A}" type="slidenum">
              <a:rPr lang="zh-CN" altLang="en-US"/>
              <a:pPr>
                <a:defRPr/>
              </a:pPr>
              <a:t>‹#›</a:t>
            </a:fld>
            <a:endParaRPr lang="zh-CN" altLang="en-US"/>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DA51BBD5-D249-4373-86E7-9D8B3C9F8939}"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908DF24-B721-4678-8E76-7C7CDE5271AB}" type="slidenum">
              <a:rPr lang="zh-CN" altLang="en-US"/>
              <a:pPr>
                <a:defRPr/>
              </a:pPr>
              <a:t>‹#›</a:t>
            </a:fld>
            <a:endParaRPr lang="zh-CN" altLang="en-US"/>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C1BB6920-E10C-477D-96B5-245955194E26}"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A69AA498-FE97-4204-B122-66235D1FA7DD}" type="slidenum">
              <a:rPr lang="zh-CN" altLang="en-US"/>
              <a:pPr>
                <a:defRPr/>
              </a:pPr>
              <a:t>‹#›</a:t>
            </a:fld>
            <a:endParaRPr lang="zh-CN" altLang="en-US"/>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FF0A3C37-9A48-481E-B10F-4C3E74E12FE1}"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9C08848-0E74-4C66-9999-CE13FE606DDE}" type="slidenum">
              <a:rPr lang="zh-CN" altLang="en-US"/>
              <a:pPr>
                <a:defRPr/>
              </a:pPr>
              <a:t>‹#›</a:t>
            </a:fld>
            <a:endParaRPr lang="zh-CN" altLang="en-US"/>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D636DD44-5BD1-49D6-9380-1C33F0BD35EB}"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CDC60E51-8ECE-4E3A-B4D3-C3B248F32BA2}" type="slidenum">
              <a:rPr lang="zh-CN" altLang="en-US"/>
              <a:pPr>
                <a:defRPr/>
              </a:pPr>
              <a:t>‹#›</a:t>
            </a:fld>
            <a:endParaRPr lang="zh-CN" altLang="en-US"/>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AEE55F75-ED70-4D02-8C17-0DB58990A0F2}"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8D17FC0-7AD7-4F57-A2C0-D4878A5DBB56}" type="slidenum">
              <a:rPr lang="zh-CN" altLang="en-US"/>
              <a:pPr>
                <a:defRPr/>
              </a:pPr>
              <a:t>‹#›</a:t>
            </a:fld>
            <a:endParaRPr lang="zh-CN" altLang="en-US"/>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3090D2EF-8B78-486F-9F67-7445C521A399}"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748D253-03E2-4332-B3DE-CF69F7BDC466}" type="slidenum">
              <a:rPr lang="zh-CN" altLang="en-US"/>
              <a:pPr>
                <a:defRPr/>
              </a:pPr>
              <a:t>‹#›</a:t>
            </a:fld>
            <a:endParaRPr lang="zh-CN" altLang="en-US"/>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3AB00376-F6B9-4C9D-A2ED-5212A0CA22F2}"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ED6F7B7-4451-492F-A2E5-68BA52770CC7}" type="slidenum">
              <a:rPr lang="zh-CN" altLang="en-US"/>
              <a:pPr>
                <a:defRPr/>
              </a:pPr>
              <a:t>‹#›</a:t>
            </a:fld>
            <a:endParaRPr lang="zh-CN" altLang="en-US"/>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5F328996-462A-4740-9214-96472388BD01}"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5C8C4EF-5D36-48CB-AC2D-0AC1860018B7}" type="slidenum">
              <a:rPr lang="zh-CN" altLang="en-US"/>
              <a:pPr>
                <a:defRPr/>
              </a:pPr>
              <a:t>‹#›</a:t>
            </a:fld>
            <a:endParaRPr lang="zh-CN" altLang="en-US"/>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A3A72551-FEE4-4581-9483-623505866421}"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367F4FC3-8B9A-4014-BA89-07E2E92B60EE}" type="slidenum">
              <a:rPr lang="zh-CN" altLang="en-US"/>
              <a:pPr>
                <a:defRPr/>
              </a:pPr>
              <a:t>‹#›</a:t>
            </a:fld>
            <a:endParaRPr lang="zh-CN" altLang="en-US"/>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59F6FC31-418B-45CD-9518-B13DE00895A0}"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1C48A021-C851-40AC-8D79-A9F173F89813}" type="slidenum">
              <a:rPr lang="zh-CN" altLang="en-US"/>
              <a:pPr>
                <a:defRPr/>
              </a:pPr>
              <a:t>‹#›</a:t>
            </a:fld>
            <a:endParaRPr lang="zh-CN" altLang="en-US"/>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5F06D791-999B-464B-B9D1-5162F6FAE3C6}"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AFFE481-F7CB-42E3-B6EA-2AF71F6629BE}" type="slidenum">
              <a:rPr lang="zh-CN" altLang="en-US"/>
              <a:pPr>
                <a:defRPr/>
              </a:pPr>
              <a:t>‹#›</a:t>
            </a:fld>
            <a:endParaRPr lang="zh-CN" altLang="en-US"/>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2ADEBDC4-7B26-4175-8572-AC0BBF0BD5A1}"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061F0FCE-9E38-403B-BDE0-4058C7C2A78B}" type="slidenum">
              <a:rPr lang="zh-CN" altLang="en-US"/>
              <a:pPr>
                <a:defRPr/>
              </a:pPr>
              <a:t>‹#›</a:t>
            </a:fld>
            <a:endParaRPr lang="zh-CN" altLang="en-US"/>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1F40BB9A-2299-4183-9245-C5AD9516DF9D}"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0FA849F-7155-4B06-8817-D4A8840E76E5}" type="slidenum">
              <a:rPr lang="zh-CN" altLang="en-US"/>
              <a:pPr>
                <a:defRPr/>
              </a:pPr>
              <a:t>‹#›</a:t>
            </a:fld>
            <a:endParaRPr lang="zh-CN" altLang="en-US"/>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E772AC36-EC3B-46EA-860C-95A7A087C73D}"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8E88AF5E-4493-47C4-A5D3-F20D28B78883}" type="slidenum">
              <a:rPr lang="zh-CN" altLang="en-US"/>
              <a:pPr>
                <a:defRPr/>
              </a:pPr>
              <a:t>‹#›</a:t>
            </a:fld>
            <a:endParaRPr lang="zh-CN" altLang="en-US"/>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6159F162-EE57-41FF-9612-2B65B73C5DC0}"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35E58A1-D14B-433B-92D3-01CDB90665BB}" type="slidenum">
              <a:rPr lang="zh-CN" altLang="en-US"/>
              <a:pPr>
                <a:defRPr/>
              </a:pPr>
              <a:t>‹#›</a:t>
            </a:fld>
            <a:endParaRPr lang="zh-CN" altLang="en-US"/>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42E2A6ED-15F0-4C50-A611-AEA7D517880F}"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6771FCD-0424-4826-891F-2B195BA5CCA6}" type="slidenum">
              <a:rPr lang="zh-CN" altLang="en-US"/>
              <a:pPr>
                <a:defRPr/>
              </a:pPr>
              <a:t>‹#›</a:t>
            </a:fld>
            <a:endParaRPr lang="zh-CN" altLang="en-US"/>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7D667491-5024-4800-98EA-BF50021D6015}"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1A56923-072A-42BE-ADE2-F64C696863BF}" type="slidenum">
              <a:rPr lang="zh-CN" altLang="en-US"/>
              <a:pPr>
                <a:defRPr/>
              </a:pPr>
              <a:t>‹#›</a:t>
            </a:fld>
            <a:endParaRPr lang="zh-CN" altLang="en-US"/>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CF0E3E58-0F75-4272-B943-24F6883CEC7B}"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88DE0209-9B3E-4615-B40F-664D7C8863DA}" type="slidenum">
              <a:rPr lang="zh-CN" altLang="en-US"/>
              <a:pPr>
                <a:defRPr/>
              </a:pPr>
              <a:t>‹#›</a:t>
            </a:fld>
            <a:endParaRPr lang="zh-CN" altLang="en-US"/>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98C38EE8-9DD4-4934-B8F7-201B92E18458}"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E647D517-39BB-4FA5-A488-289A9A39C804}" type="slidenum">
              <a:rPr lang="zh-CN" altLang="en-US"/>
              <a:pPr>
                <a:defRPr/>
              </a:pPr>
              <a:t>‹#›</a:t>
            </a:fld>
            <a:endParaRPr lang="zh-CN" altLang="en-US"/>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19906066-5C99-4C8B-9A26-923FB98F7CBF}"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82B92ADB-2509-44EB-A892-16E3033C514A}" type="slidenum">
              <a:rPr lang="zh-CN" altLang="en-US"/>
              <a:pPr>
                <a:defRPr/>
              </a:pPr>
              <a:t>‹#›</a:t>
            </a:fld>
            <a:endParaRPr lang="zh-CN" altLang="en-US"/>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38B2CAB4-A9AC-4774-8EA9-BC89EEFDD86E}"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D86EDAA2-7461-47DF-A523-433427D00051}" type="slidenum">
              <a:rPr lang="zh-CN" altLang="en-US"/>
              <a:pPr>
                <a:defRPr/>
              </a:pPr>
              <a:t>‹#›</a:t>
            </a:fld>
            <a:endParaRPr lang="zh-CN" altLang="en-US"/>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397FDA92-A9DE-416F-B953-1F2D43773849}"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EE363473-8D3A-4D73-97DC-3A9597073C2C}" type="slidenum">
              <a:rPr lang="zh-CN" altLang="en-US"/>
              <a:pPr>
                <a:defRPr/>
              </a:pPr>
              <a:t>‹#›</a:t>
            </a:fld>
            <a:endParaRPr lang="zh-CN" altLang="en-US"/>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D20D1EB6-2743-4C31-8C60-2B276E523954}"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B9987CD-104A-4F34-853B-0ED3389308F7}" type="slidenum">
              <a:rPr lang="zh-CN" altLang="en-US"/>
              <a:pPr>
                <a:defRPr/>
              </a:pPr>
              <a:t>‹#›</a:t>
            </a:fld>
            <a:endParaRPr lang="zh-CN" altLang="en-US"/>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9AF711AD-45F1-452F-AE9E-B791E5FDA9C9}"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93AE33DD-0AAA-4B17-8192-622235CA6BE0}" type="slidenum">
              <a:rPr lang="zh-CN" altLang="en-US"/>
              <a:pPr>
                <a:defRPr/>
              </a:pPr>
              <a:t>‹#›</a:t>
            </a:fld>
            <a:endParaRPr lang="zh-CN" altLang="en-US"/>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4451ECE9-2177-4084-B2C5-FB039536892C}"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4145364-AC43-42D6-99D8-A4A731B40C4E}" type="slidenum">
              <a:rPr lang="zh-CN" altLang="en-US"/>
              <a:pPr>
                <a:defRPr/>
              </a:pPr>
              <a:t>‹#›</a:t>
            </a:fld>
            <a:endParaRPr lang="zh-CN" altLang="en-US"/>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66913EB7-C904-486A-A95C-4DF589F7DB53}"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08E03E5-4538-4B26-8F45-0831CC698167}" type="slidenum">
              <a:rPr lang="zh-CN" altLang="en-US"/>
              <a:pPr>
                <a:defRPr/>
              </a:pPr>
              <a:t>‹#›</a:t>
            </a:fld>
            <a:endParaRPr lang="zh-CN" altLang="en-US"/>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342E9942-AF4C-4DEB-98D6-61B50A88974E}"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0B239A0-4BAF-421C-B6B5-2E36AA626F42}" type="slidenum">
              <a:rPr lang="zh-CN" altLang="en-US"/>
              <a:pPr>
                <a:defRPr/>
              </a:pPr>
              <a:t>‹#›</a:t>
            </a:fld>
            <a:endParaRPr lang="zh-CN" altLang="en-US"/>
          </a:p>
        </p:txBody>
      </p:sp>
    </p:spTree>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B804791C-0D9A-452D-988F-241D398B47AD}"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13F03525-16C3-42D1-83A6-A74898756389}" type="slidenum">
              <a:rPr lang="zh-CN" altLang="en-US"/>
              <a:pPr>
                <a:defRPr/>
              </a:pPr>
              <a:t>‹#›</a:t>
            </a:fld>
            <a:endParaRPr lang="zh-CN" altLang="en-US"/>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212E7153-C04A-4167-90AA-D50BE8BCC644}"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A319A665-3CF9-47AF-9A50-9ABAD5A106D8}" type="slidenum">
              <a:rPr lang="zh-CN" altLang="en-US"/>
              <a:pPr>
                <a:defRPr/>
              </a:pPr>
              <a:t>‹#›</a:t>
            </a:fld>
            <a:endParaRPr lang="zh-CN" altLang="en-US"/>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F20DB552-1FF9-4BBC-9BC0-750C4C0293B7}"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7EA71BEA-70B6-4C43-BCF6-17879FFCB79A}" type="slidenum">
              <a:rPr lang="zh-CN" altLang="en-US"/>
              <a:pPr>
                <a:defRPr/>
              </a:pPr>
              <a:t>‹#›</a:t>
            </a:fld>
            <a:endParaRPr lang="zh-CN" altLang="en-US"/>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63AE3FB8-F453-4DD8-9D4A-899FDD532F5E}"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C762FCD-AD34-46EB-85B2-B44BFD697F83}" type="slidenum">
              <a:rPr lang="zh-CN" altLang="en-US"/>
              <a:pPr>
                <a:defRPr/>
              </a:pPr>
              <a:t>‹#›</a:t>
            </a:fld>
            <a:endParaRPr lang="zh-CN" altLang="en-US"/>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7060AA9-E41D-4980-B9D6-CF4333282E22}"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BA0B76B2-58D0-496F-90A1-157C1398CC6B}" type="slidenum">
              <a:rPr lang="zh-CN" altLang="en-US"/>
              <a:pPr>
                <a:defRPr/>
              </a:pPr>
              <a:t>‹#›</a:t>
            </a:fld>
            <a:endParaRPr lang="zh-CN" altLang="en-US"/>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F09830FE-2C68-48B6-A09C-9D0E075F4184}"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1D99CE0-0573-4B46-853C-2E5201FD8DC5}" type="slidenum">
              <a:rPr lang="zh-CN" altLang="en-US"/>
              <a:pPr>
                <a:defRPr/>
              </a:pPr>
              <a:t>‹#›</a:t>
            </a:fld>
            <a:endParaRPr lang="zh-CN" altLang="en-US"/>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2F05B74D-1391-4653-AADB-5F4FE94F79AF}"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76E4EFE7-41B9-4784-AEFB-C1A1A00673AE}" type="slidenum">
              <a:rPr lang="zh-CN" altLang="en-US"/>
              <a:pPr>
                <a:defRPr/>
              </a:pPr>
              <a:t>‹#›</a:t>
            </a:fld>
            <a:endParaRPr lang="zh-CN" altLang="en-US"/>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7E3ADA44-E153-4AC6-9F5D-290A9BC72347}"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3EF1377-5C79-4018-901F-BE93BDAF4845}" type="slidenum">
              <a:rPr lang="zh-CN" altLang="en-US"/>
              <a:pPr>
                <a:defRPr/>
              </a:pPr>
              <a:t>‹#›</a:t>
            </a:fld>
            <a:endParaRPr lang="zh-CN" altLang="en-US"/>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BD1716E8-30E8-4648-A84D-2E4BDF145B8E}"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5C790D9-6E4B-4E8D-B73E-4BBF6E137DDD}" type="slidenum">
              <a:rPr lang="zh-CN" altLang="en-US"/>
              <a:pPr>
                <a:defRPr/>
              </a:pPr>
              <a:t>‹#›</a:t>
            </a:fld>
            <a:endParaRPr lang="zh-CN" altLang="en-US"/>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B1CAF97E-0995-44C7-A0BB-E76221163BAF}"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BAA5F87-AA5C-449E-8E86-18646E8F443C}" type="slidenum">
              <a:rPr lang="zh-CN" altLang="en-US"/>
              <a:pPr>
                <a:defRPr/>
              </a:pPr>
              <a:t>‹#›</a:t>
            </a:fld>
            <a:endParaRPr lang="zh-CN" altLang="en-US"/>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D01D9B47-20D2-4EEF-ACB4-8E4BC7E1676A}"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88AD09E0-CE2C-48C4-9FB2-84024E61F831}" type="slidenum">
              <a:rPr lang="zh-CN" altLang="en-US"/>
              <a:pPr>
                <a:defRPr/>
              </a:pPr>
              <a:t>‹#›</a:t>
            </a:fld>
            <a:endParaRPr lang="zh-CN" altLang="en-US"/>
          </a:p>
        </p:txBody>
      </p:sp>
    </p:spTree>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F33DD318-A006-4ED5-A4C3-D0AE614C1CE6}"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B7961F1D-1F8E-415B-8C09-C18DA30FB92E}" type="slidenum">
              <a:rPr lang="zh-CN" altLang="en-US"/>
              <a:pPr>
                <a:defRPr/>
              </a:pPr>
              <a:t>‹#›</a:t>
            </a:fld>
            <a:endParaRPr lang="zh-CN" altLang="en-US"/>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05BA2B48-ADC9-46E1-80BC-5E4E8F51C049}"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4392129D-10C2-4681-A3B3-87DCE6FFE10F}" type="slidenum">
              <a:rPr lang="zh-CN" altLang="en-US"/>
              <a:pPr>
                <a:defRPr/>
              </a:pPr>
              <a:t>‹#›</a:t>
            </a:fld>
            <a:endParaRPr lang="zh-CN" altLang="en-US"/>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FFF70DB5-3682-4B82-8FD6-C8D84B8D1299}"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EF3AF2CD-5614-4F04-9E5A-E59D3B697A80}" type="slidenum">
              <a:rPr lang="zh-CN" altLang="en-US"/>
              <a:pPr>
                <a:defRPr/>
              </a:pPr>
              <a:t>‹#›</a:t>
            </a:fld>
            <a:endParaRPr lang="zh-CN" altLang="en-US"/>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DA420FB2-89C0-4CA1-A028-4E94FB9B6E70}"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0EABDC2F-021C-4ED8-AF16-E1B0E5492C65}" type="slidenum">
              <a:rPr lang="zh-CN" altLang="en-US"/>
              <a:pPr>
                <a:defRPr/>
              </a:pPr>
              <a:t>‹#›</a:t>
            </a:fld>
            <a:endParaRPr lang="zh-CN" altLang="en-US"/>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21526CBB-BE78-4DA5-881B-327A68516957}"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50AE5EC-CC68-4BAD-AFB5-0A4C89A0023B}" type="slidenum">
              <a:rPr lang="zh-CN" altLang="en-US"/>
              <a:pPr>
                <a:defRPr/>
              </a:pPr>
              <a:t>‹#›</a:t>
            </a:fld>
            <a:endParaRPr lang="zh-CN" altLang="en-US"/>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98D5ACCA-1538-46FF-A5C4-51982CD06999}"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89248BEA-3082-4AB1-86F6-BAEC9D957A26}" type="slidenum">
              <a:rPr lang="zh-CN" altLang="en-US"/>
              <a:pPr>
                <a:defRPr/>
              </a:pPr>
              <a:t>‹#›</a:t>
            </a:fld>
            <a:endParaRPr lang="zh-CN" altLang="en-US"/>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C3F3DAE7-ACE1-4419-B1FA-D4B89C1E6A5A}"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9BB06E9-7394-443C-A55E-906B7D553C5F}" type="slidenum">
              <a:rPr lang="zh-CN" altLang="en-US"/>
              <a:pPr>
                <a:defRPr/>
              </a:pPr>
              <a:t>‹#›</a:t>
            </a:fld>
            <a:endParaRPr lang="zh-CN" altLang="en-US"/>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F7545632-68DF-4253-B1EE-16B15618E2C8}"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19D4ED2-2FF9-4A5B-B05E-7237E7DE1A53}" type="slidenum">
              <a:rPr lang="zh-CN" altLang="en-US"/>
              <a:pPr>
                <a:defRPr/>
              </a:pPr>
              <a:t>‹#›</a:t>
            </a:fld>
            <a:endParaRPr lang="zh-CN" altLang="en-US"/>
          </a:p>
        </p:txBody>
      </p:sp>
    </p:spTree>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157E3E16-41D8-44E2-AFFF-2ADBAB2E9612}"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3F44CE5-F4A7-4AAB-B416-C4E2570E9D83}" type="slidenum">
              <a:rPr lang="zh-CN" altLang="en-US"/>
              <a:pPr>
                <a:defRPr/>
              </a:pPr>
              <a:t>‹#›</a:t>
            </a:fld>
            <a:endParaRPr lang="zh-CN" altLang="en-US"/>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59F5A3CD-B8CB-4A6D-BED3-9366F32EA6CC}"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F3CDCA63-7384-4F65-A988-B9230CED80C8}" type="slidenum">
              <a:rPr lang="zh-CN" altLang="en-US"/>
              <a:pPr>
                <a:defRPr/>
              </a:pPr>
              <a:t>‹#›</a:t>
            </a:fld>
            <a:endParaRPr lang="zh-CN" altLang="en-US"/>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FDBB772F-C724-48D9-9585-CE032E72E5B2}"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4FBB736D-4BC6-4903-BEC3-A2E8AE77F08B}" type="slidenum">
              <a:rPr lang="zh-CN" altLang="en-US"/>
              <a:pPr>
                <a:defRPr/>
              </a:pPr>
              <a:t>‹#›</a:t>
            </a:fld>
            <a:endParaRPr lang="zh-CN" altLang="en-US"/>
          </a:p>
        </p:txBody>
      </p:sp>
    </p:spTree>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AD77B417-370D-4C37-BD83-614D41F2F385}"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78B25D3F-779A-4F7A-988B-77E1343C7684}" type="slidenum">
              <a:rPr lang="zh-CN" altLang="en-US"/>
              <a:pPr>
                <a:defRPr/>
              </a:pPr>
              <a:t>‹#›</a:t>
            </a:fld>
            <a:endParaRPr lang="zh-CN" altLang="en-US"/>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C77AFA30-394E-45C3-B0FF-CBCE00573DEB}"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8DD377B2-8476-49CA-84B1-23B072289E40}" type="slidenum">
              <a:rPr lang="zh-CN" altLang="en-US"/>
              <a:pPr>
                <a:defRPr/>
              </a:pPr>
              <a:t>‹#›</a:t>
            </a:fld>
            <a:endParaRPr lang="zh-CN" altLang="en-US"/>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47B590E3-0C32-4B22-BBF4-33E8C3F35BB2}"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BB5F4FA7-E516-4E1E-9AF2-A32E27399E8B}" type="slidenum">
              <a:rPr lang="zh-CN" altLang="en-US"/>
              <a:pPr>
                <a:defRPr/>
              </a:pPr>
              <a:t>‹#›</a:t>
            </a:fld>
            <a:endParaRPr lang="zh-CN" altLang="en-US"/>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02192853-12C8-4341-ACCC-7E42A09C2A84}"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BEF14B8-E079-41EE-9836-AE27EA24FEA6}" type="slidenum">
              <a:rPr lang="zh-CN" altLang="en-US"/>
              <a:pPr>
                <a:defRPr/>
              </a:pPr>
              <a:t>‹#›</a:t>
            </a:fld>
            <a:endParaRPr lang="zh-CN" altLang="en-US"/>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EF256D95-653D-487C-A5BE-F9B10FB2C9DF}"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67969E15-4DA8-4F70-A90C-CD7B1E0FCDC7}" type="slidenum">
              <a:rPr lang="zh-CN" altLang="en-US"/>
              <a:pPr>
                <a:defRPr/>
              </a:pPr>
              <a:t>‹#›</a:t>
            </a:fld>
            <a:endParaRPr lang="zh-CN" altLang="en-US"/>
          </a:p>
        </p:txBody>
      </p:sp>
    </p:spTree>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CF9D3C86-FB46-4B5A-A5DF-F686D0FFD382}"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836C613-B743-49CB-9DBE-61C17319EEBE}" type="slidenum">
              <a:rPr lang="zh-CN" altLang="en-US"/>
              <a:pPr>
                <a:defRPr/>
              </a:pPr>
              <a:t>‹#›</a:t>
            </a:fld>
            <a:endParaRPr lang="zh-CN" altLang="en-US"/>
          </a:p>
        </p:txBody>
      </p:sp>
    </p:spTree>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39137614-EA8B-402E-B38F-59FA051F47E4}"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BEA896F-9B6E-4070-86E5-79E24F7DD288}" type="slidenum">
              <a:rPr lang="zh-CN" altLang="en-US"/>
              <a:pPr>
                <a:defRPr/>
              </a:pPr>
              <a:t>‹#›</a:t>
            </a:fld>
            <a:endParaRPr lang="zh-CN" altLang="en-US"/>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C32CEA19-A305-4D2A-862A-EA7E51CC5424}"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6D7D78C-FF75-4842-92B9-D4A13B8B642E}" type="slidenum">
              <a:rPr lang="zh-CN" altLang="en-US"/>
              <a:pPr>
                <a:defRPr/>
              </a:pPr>
              <a:t>‹#›</a:t>
            </a:fld>
            <a:endParaRPr lang="zh-CN" altLang="en-US"/>
          </a:p>
        </p:txBody>
      </p:sp>
    </p:spTree>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3D1DD6A6-F167-4CF1-AB30-5E0FEB797FE0}"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0F1071DA-EC92-4DE4-A47F-0322E77DADDC}" type="slidenum">
              <a:rPr lang="zh-CN" altLang="en-US"/>
              <a:pPr>
                <a:defRPr/>
              </a:pPr>
              <a:t>‹#›</a:t>
            </a:fld>
            <a:endParaRPr lang="zh-CN" altLang="en-US"/>
          </a:p>
        </p:txBody>
      </p:sp>
    </p:spTree>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5E04FA5E-F3BB-46A0-A5C4-BC8E8BE4AE68}"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72A738D2-8532-413B-A6D8-117B55F23377}" type="slidenum">
              <a:rPr lang="zh-CN" altLang="en-US"/>
              <a:pPr>
                <a:defRPr/>
              </a:pPr>
              <a:t>‹#›</a:t>
            </a:fld>
            <a:endParaRPr lang="zh-CN" altLang="en-US"/>
          </a:p>
        </p:txBody>
      </p:sp>
    </p:spTree>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75860A76-33E4-40A7-A948-44585D569212}"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3C111CDE-6F67-4D0C-BB60-CF71C840DAA9}" type="slidenum">
              <a:rPr lang="zh-CN" altLang="en-US"/>
              <a:pPr>
                <a:defRPr/>
              </a:pPr>
              <a:t>‹#›</a:t>
            </a:fld>
            <a:endParaRPr lang="zh-CN" altLang="en-US"/>
          </a:p>
        </p:txBody>
      </p:sp>
    </p:spTree>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85212023-5EEB-4833-9992-761E3AD4382F}"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41B5E749-B345-4F1E-B546-F7224A029280}" type="slidenum">
              <a:rPr lang="zh-CN" altLang="en-US"/>
              <a:pPr>
                <a:defRPr/>
              </a:pPr>
              <a:t>‹#›</a:t>
            </a:fld>
            <a:endParaRPr lang="zh-CN" altLang="en-US"/>
          </a:p>
        </p:txBody>
      </p:sp>
    </p:spTree>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446413EA-6EE4-440D-98F3-FB2884191D12}"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43D5C48-16C7-4133-BA8C-94C88A6A702A}" type="slidenum">
              <a:rPr lang="zh-CN" altLang="en-US"/>
              <a:pPr>
                <a:defRPr/>
              </a:pPr>
              <a:t>‹#›</a:t>
            </a:fld>
            <a:endParaRPr lang="zh-CN" altLang="en-US"/>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43A82866-9D3A-4B0F-A9EC-6DA32F3A17F9}"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1D82DF0-D614-4649-92DB-B5753E3597A4}" type="slidenum">
              <a:rPr lang="zh-CN" altLang="en-US"/>
              <a:pPr>
                <a:defRPr/>
              </a:pPr>
              <a:t>‹#›</a:t>
            </a:fld>
            <a:endParaRPr lang="zh-CN" altLang="en-US"/>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39062DD6-6BA4-47F7-A5B8-8AE00E70FFFC}"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F10CEE77-00DD-4E68-B184-FD5FF8B138E9}" type="slidenum">
              <a:rPr lang="zh-CN" altLang="en-US"/>
              <a:pPr>
                <a:defRPr/>
              </a:pPr>
              <a:t>‹#›</a:t>
            </a:fld>
            <a:endParaRPr lang="zh-CN" altLang="en-US"/>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7927E475-0EDE-482B-AF2D-B02439A6F24A}"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8320F8B-98E5-4935-9FBD-28585DFC4E2A}" type="slidenum">
              <a:rPr lang="zh-CN" altLang="en-US"/>
              <a:pPr>
                <a:defRPr/>
              </a:pPr>
              <a:t>‹#›</a:t>
            </a:fld>
            <a:endParaRPr lang="zh-CN" altLang="en-US"/>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79C034F7-E1E0-4BD6-A30C-16CED97D9B17}"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0702C62-4149-4B90-B6C6-477F5D1AE12F}" type="slidenum">
              <a:rPr lang="zh-CN" altLang="en-US"/>
              <a:pPr>
                <a:defRPr/>
              </a:pPr>
              <a:t>‹#›</a:t>
            </a:fld>
            <a:endParaRPr lang="zh-CN" altLang="en-US"/>
          </a:p>
        </p:txBody>
      </p:sp>
    </p:spTree>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3BFC4E4C-C7A4-452F-9FC7-67C7FED5DD57}"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C90E729-7A25-4CB2-9924-5A8ADF8E04F9}" type="slidenum">
              <a:rPr lang="zh-CN" altLang="en-US"/>
              <a:pPr>
                <a:defRPr/>
              </a:pPr>
              <a:t>‹#›</a:t>
            </a:fld>
            <a:endParaRPr lang="zh-CN" altLang="en-US"/>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2376EC5B-1296-4CC2-9F39-73E20F1BB627}"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630D1EE9-37C8-4ED2-9D86-068E4FF95D23}" type="slidenum">
              <a:rPr lang="zh-CN" altLang="en-US"/>
              <a:pPr>
                <a:defRPr/>
              </a:pPr>
              <a:t>‹#›</a:t>
            </a:fld>
            <a:endParaRPr lang="zh-CN" altLang="en-US"/>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4DF75922-E557-49D1-886B-5961E47B85D4}"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A3BCF351-8046-476D-9949-83A8C7BEFB73}" type="slidenum">
              <a:rPr lang="zh-CN" altLang="en-US"/>
              <a:pPr>
                <a:defRPr/>
              </a:pPr>
              <a:t>‹#›</a:t>
            </a:fld>
            <a:endParaRPr lang="zh-CN" altLang="en-US"/>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1BE2D531-6030-47B6-8C38-125AFCE440B2}"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878C03AF-CFF4-499C-95ED-F8A7277E3213}" type="slidenum">
              <a:rPr lang="zh-CN" altLang="en-US"/>
              <a:pPr>
                <a:defRPr/>
              </a:pPr>
              <a:t>‹#›</a:t>
            </a:fld>
            <a:endParaRPr lang="zh-CN" altLang="en-US"/>
          </a:p>
        </p:txBody>
      </p:sp>
    </p:spTree>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0E622506-75E4-41F0-B1E6-B3E0494819A7}"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6537421A-0175-42BE-9970-B4B254887FF2}" type="slidenum">
              <a:rPr lang="zh-CN" altLang="en-US"/>
              <a:pPr>
                <a:defRPr/>
              </a:pPr>
              <a:t>‹#›</a:t>
            </a:fld>
            <a:endParaRPr lang="zh-CN" altLang="en-US"/>
          </a:p>
        </p:txBody>
      </p:sp>
    </p:spTree>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962F6EC4-0453-4CC9-8DDE-69BEB900F5CC}"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CD3202D7-F2B5-4A39-ADF5-2DA118476F31}" type="slidenum">
              <a:rPr lang="zh-CN" altLang="en-US"/>
              <a:pPr>
                <a:defRPr/>
              </a:pPr>
              <a:t>‹#›</a:t>
            </a:fld>
            <a:endParaRPr lang="zh-CN" altLang="en-US"/>
          </a:p>
        </p:txBody>
      </p:sp>
    </p:spTree>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A43F02EF-9438-4291-97DC-4D2801C47A68}"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9D86653-4AC1-405D-8D9B-F3C78F2153E8}" type="slidenum">
              <a:rPr lang="zh-CN" altLang="en-US"/>
              <a:pPr>
                <a:defRPr/>
              </a:pPr>
              <a:t>‹#›</a:t>
            </a:fld>
            <a:endParaRPr lang="zh-CN" altLang="en-US"/>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68FFD9BF-6470-4C06-B28A-531F675F4E04}"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2EB4506E-8444-428C-80C2-40AD6B9421E5}" type="slidenum">
              <a:rPr lang="zh-CN" altLang="en-US"/>
              <a:pPr>
                <a:defRPr/>
              </a:pPr>
              <a:t>‹#›</a:t>
            </a:fld>
            <a:endParaRPr lang="zh-CN" altLang="en-US"/>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508A1E7A-EC51-4CFC-B39F-00D842317BA1}"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29E2C04-AD29-4D5E-8FA1-109D12FF08D8}" type="slidenum">
              <a:rPr lang="zh-CN" altLang="en-US"/>
              <a:pPr>
                <a:defRPr/>
              </a:pPr>
              <a:t>‹#›</a:t>
            </a:fld>
            <a:endParaRPr lang="zh-CN" altLang="en-US"/>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F1A85EBB-934D-48D8-88E4-D94D62C5F483}"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722A561-5771-41DF-B1FF-1083E36E1F17}" type="slidenum">
              <a:rPr lang="zh-CN" altLang="en-US"/>
              <a:pPr>
                <a:defRPr/>
              </a:pPr>
              <a:t>‹#›</a:t>
            </a:fld>
            <a:endParaRPr lang="zh-CN" altLang="en-US"/>
          </a:p>
        </p:txBody>
      </p:sp>
    </p:spTree>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D36A338B-8179-4F54-8CCE-671385188241}"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F21A5E0-9E2C-4ACA-A3B2-FB9B9CA1B62E}" type="slidenum">
              <a:rPr lang="zh-CN" altLang="en-US"/>
              <a:pPr>
                <a:defRPr/>
              </a:pPr>
              <a:t>‹#›</a:t>
            </a:fld>
            <a:endParaRPr lang="zh-CN" altLang="en-US"/>
          </a:p>
        </p:txBody>
      </p:sp>
    </p:spTree>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A8CD0C9A-FD78-4EBC-BC59-689ABBA49735}"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CA79D693-3211-4E9B-A0FE-8E4F070706D0}" type="slidenum">
              <a:rPr lang="zh-CN" altLang="en-US"/>
              <a:pPr>
                <a:defRPr/>
              </a:pPr>
              <a:t>‹#›</a:t>
            </a:fld>
            <a:endParaRPr lang="zh-CN" altLang="en-US"/>
          </a:p>
        </p:txBody>
      </p:sp>
    </p:spTree>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481425F4-F22C-49AF-87AF-D9E2D4E50B50}"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15ABB45A-EF4C-4828-8E09-CAD725EB5D1D}" type="slidenum">
              <a:rPr lang="zh-CN" altLang="en-US"/>
              <a:pPr>
                <a:defRPr/>
              </a:pPr>
              <a:t>‹#›</a:t>
            </a:fld>
            <a:endParaRPr lang="zh-CN" altLang="en-US"/>
          </a:p>
        </p:txBody>
      </p:sp>
    </p:spTree>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500A972F-99BA-444E-BE4F-9DE3E96F8065}"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DC7AFCA6-8854-4751-A414-C2A9F149CB29}" type="slidenum">
              <a:rPr lang="zh-CN" altLang="en-US"/>
              <a:pPr>
                <a:defRPr/>
              </a:pPr>
              <a:t>‹#›</a:t>
            </a:fld>
            <a:endParaRPr lang="zh-CN" altLang="en-US"/>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FADC06D7-4D8A-4965-B021-F0E419C6DB08}"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82CF1C16-6F2D-40E0-8A40-5BE286139BFA}" type="slidenum">
              <a:rPr lang="zh-CN" altLang="en-US"/>
              <a:pPr>
                <a:defRPr/>
              </a:pPr>
              <a:t>‹#›</a:t>
            </a:fld>
            <a:endParaRPr lang="zh-CN" altLang="en-US"/>
          </a:p>
        </p:txBody>
      </p:sp>
    </p:spTree>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7F17FDF9-72F8-40CC-BD87-CABB4C046891}"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02D89D5B-BD4A-4AEB-9F25-30E0319A4BF0}" type="slidenum">
              <a:rPr lang="zh-CN" altLang="en-US"/>
              <a:pPr>
                <a:defRPr/>
              </a:pPr>
              <a:t>‹#›</a:t>
            </a:fld>
            <a:endParaRPr lang="zh-CN" altLang="en-US"/>
          </a:p>
        </p:txBody>
      </p:sp>
    </p:spTree>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AA61AF9A-84E2-4E39-A835-3B06E57FD6EF}"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F9F36CC-8B71-4564-AEC6-FE4CB31A3158}" type="slidenum">
              <a:rPr lang="zh-CN" altLang="en-US"/>
              <a:pPr>
                <a:defRPr/>
              </a:pPr>
              <a:t>‹#›</a:t>
            </a:fld>
            <a:endParaRPr lang="zh-CN" altLang="en-US"/>
          </a:p>
        </p:txBody>
      </p:sp>
    </p:spTree>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88190C2F-6699-4167-9C9C-8DE61C51C71E}"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5F7C8B69-8B04-4AE5-A2FA-AE970D418C66}" type="slidenum">
              <a:rPr lang="zh-CN" altLang="en-US"/>
              <a:pPr>
                <a:defRPr/>
              </a:pPr>
              <a:t>‹#›</a:t>
            </a:fld>
            <a:endParaRPr lang="zh-CN" altLang="en-US"/>
          </a:p>
        </p:txBody>
      </p:sp>
    </p:spTree>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AA0CEE75-5A79-472C-8269-29846CEC6CAC}"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14A95CB-3410-407C-B8E4-1E051411DCA6}" type="slidenum">
              <a:rPr lang="zh-CN" altLang="en-US"/>
              <a:pPr>
                <a:defRPr/>
              </a:pPr>
              <a:t>‹#›</a:t>
            </a:fld>
            <a:endParaRPr lang="zh-CN" altLang="en-US"/>
          </a:p>
        </p:txBody>
      </p:sp>
    </p:spTree>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9B569913-34F6-4248-8276-12F7BD87306C}"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19479C0-4F38-4F23-B9A9-E44D4AE393FA}" type="slidenum">
              <a:rPr lang="zh-CN" altLang="en-US"/>
              <a:pPr>
                <a:defRPr/>
              </a:pPr>
              <a:t>‹#›</a:t>
            </a:fld>
            <a:endParaRPr lang="zh-CN" altLang="en-US"/>
          </a:p>
        </p:txBody>
      </p:sp>
    </p:spTree>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3C6A577E-BC6B-44C8-A6EF-55905FD84756}"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2295EEB-D70B-4F54-94F0-326F74C26D97}" type="slidenum">
              <a:rPr lang="zh-CN" altLang="en-US"/>
              <a:pPr>
                <a:defRPr/>
              </a:pPr>
              <a:t>‹#›</a:t>
            </a:fld>
            <a:endParaRPr lang="zh-CN" altLang="en-US"/>
          </a:p>
        </p:txBody>
      </p:sp>
    </p:spTree>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62C537BC-4A11-422A-8D76-AF226664CBED}"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B37D095B-ADE8-4B85-BA9F-0D4B159305A9}" type="slidenum">
              <a:rPr lang="zh-CN" altLang="en-US"/>
              <a:pPr>
                <a:defRPr/>
              </a:pPr>
              <a:t>‹#›</a:t>
            </a:fld>
            <a:endParaRPr lang="zh-CN" altLang="en-US"/>
          </a:p>
        </p:txBody>
      </p:sp>
    </p:spTree>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5C48A9A4-8D3B-4208-9334-A3378661A521}"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189D3506-68F3-4D59-97B0-F628B53F87C0}" type="slidenum">
              <a:rPr lang="zh-CN" altLang="en-US"/>
              <a:pPr>
                <a:defRPr/>
              </a:pPr>
              <a:t>‹#›</a:t>
            </a:fld>
            <a:endParaRPr lang="zh-CN" altLang="en-US"/>
          </a:p>
        </p:txBody>
      </p:sp>
    </p:spTree>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A28BE8E4-59EC-49EA-998D-84C784FB4955}"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3933D904-3C9A-4244-BCB9-67341A4E58B5}" type="slidenum">
              <a:rPr lang="zh-CN" altLang="en-US"/>
              <a:pPr>
                <a:defRPr/>
              </a:pPr>
              <a:t>‹#›</a:t>
            </a:fld>
            <a:endParaRPr lang="zh-CN" altLang="en-US"/>
          </a:p>
        </p:txBody>
      </p:sp>
    </p:spTree>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B5C41A42-100C-409B-9125-018D82A40A80}"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FF3910DE-751F-462D-92FD-6918070E3B4B}" type="slidenum">
              <a:rPr lang="zh-CN" altLang="en-US"/>
              <a:pPr>
                <a:defRPr/>
              </a:pPr>
              <a:t>‹#›</a:t>
            </a:fld>
            <a:endParaRPr lang="zh-CN" altLang="en-US"/>
          </a:p>
        </p:txBody>
      </p:sp>
    </p:spTree>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CEDA2F18-7777-4A5A-91E1-23B234716A3C}"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A2B67CB-6CFF-43FF-B752-1CDEF783EDC1}" type="slidenum">
              <a:rPr lang="zh-CN" altLang="en-US"/>
              <a:pPr>
                <a:defRPr/>
              </a:pPr>
              <a:t>‹#›</a:t>
            </a:fld>
            <a:endParaRPr lang="zh-CN" altLang="en-US"/>
          </a:p>
        </p:txBody>
      </p:sp>
    </p:spTree>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8552EFD3-5E2C-4E64-BB7B-979233FA99B5}"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285D04C-4D75-479D-92EC-36A725930D18}" type="slidenum">
              <a:rPr lang="zh-CN" altLang="en-US"/>
              <a:pPr>
                <a:defRPr/>
              </a:pPr>
              <a:t>‹#›</a:t>
            </a:fld>
            <a:endParaRPr lang="zh-CN" altLang="en-US"/>
          </a:p>
        </p:txBody>
      </p:sp>
    </p:spTree>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FEFA6758-5640-45DA-951B-ACFADA492F76}"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C0E192E6-8A90-45E3-A1A6-FFA08EAACA94}" type="slidenum">
              <a:rPr lang="zh-CN" altLang="en-US"/>
              <a:pPr>
                <a:defRPr/>
              </a:pPr>
              <a:t>‹#›</a:t>
            </a:fld>
            <a:endParaRPr lang="zh-CN" altLang="en-US"/>
          </a:p>
        </p:txBody>
      </p:sp>
    </p:spTree>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06D48B8F-8F75-42B1-818E-D0D0328A6ECC}"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CC2B85A-B286-4818-B744-276519EF3C4E}" type="slidenum">
              <a:rPr lang="zh-CN" altLang="en-US"/>
              <a:pPr>
                <a:defRPr/>
              </a:pPr>
              <a:t>‹#›</a:t>
            </a:fld>
            <a:endParaRPr lang="zh-CN" altLang="en-US"/>
          </a:p>
        </p:txBody>
      </p:sp>
    </p:spTree>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B9FE7B64-C1E8-4B91-9612-9A76C3594177}"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CB75DE3-395C-489D-A309-E13881910122}" type="slidenum">
              <a:rPr lang="zh-CN" altLang="en-US"/>
              <a:pPr>
                <a:defRPr/>
              </a:pPr>
              <a:t>‹#›</a:t>
            </a:fld>
            <a:endParaRPr lang="zh-CN" altLang="en-US"/>
          </a:p>
        </p:txBody>
      </p:sp>
    </p:spTree>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7D1818DE-3165-4B4D-BA57-03A8B8256D61}"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4F9332C-5498-4CC9-8C3C-13BD1073FA5F}" type="slidenum">
              <a:rPr lang="zh-CN" altLang="en-US"/>
              <a:pPr>
                <a:defRPr/>
              </a:pPr>
              <a:t>‹#›</a:t>
            </a:fld>
            <a:endParaRPr lang="zh-CN" altLang="en-US"/>
          </a:p>
        </p:txBody>
      </p:sp>
    </p:spTree>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744D4EC1-0A67-485B-A30E-5EADFC2CF8B5}"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F5C542CF-1C46-47FA-B18A-9FF50BAA2C76}" type="slidenum">
              <a:rPr lang="zh-CN" altLang="en-US"/>
              <a:pPr>
                <a:defRPr/>
              </a:pPr>
              <a:t>‹#›</a:t>
            </a:fld>
            <a:endParaRPr lang="zh-CN" altLang="en-US"/>
          </a:p>
        </p:txBody>
      </p:sp>
    </p:spTree>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A1E83BEA-8F26-4CD9-B5BD-EBDF66E8C290}"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A16CA924-076F-4D83-B3FB-20AD24ADA6AA}" type="slidenum">
              <a:rPr lang="zh-CN" altLang="en-US"/>
              <a:pPr>
                <a:defRPr/>
              </a:pPr>
              <a:t>‹#›</a:t>
            </a:fld>
            <a:endParaRPr lang="zh-CN" altLang="en-US"/>
          </a:p>
        </p:txBody>
      </p:sp>
    </p:spTree>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66B6612D-AA7D-4A78-9B4A-C1A3C6F63C99}"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F57AFDAD-C3D0-4C03-B4C6-7FEFDEC50B9D}" type="slidenum">
              <a:rPr lang="zh-CN" altLang="en-US"/>
              <a:pPr>
                <a:defRPr/>
              </a:pPr>
              <a:t>‹#›</a:t>
            </a:fld>
            <a:endParaRPr lang="zh-CN" altLang="en-US"/>
          </a:p>
        </p:txBody>
      </p:sp>
    </p:spTree>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91AACA5C-844D-46E9-974B-6615B1261F1C}"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D352E126-848E-423B-A64C-676D99ABF8A1}" type="slidenum">
              <a:rPr lang="zh-CN" altLang="en-US"/>
              <a:pPr>
                <a:defRPr/>
              </a:pPr>
              <a:t>‹#›</a:t>
            </a:fld>
            <a:endParaRPr lang="zh-CN" altLang="en-US"/>
          </a:p>
        </p:txBody>
      </p:sp>
    </p:spTree>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85ED16D-AC6C-4BAE-A82A-0A56579EBE7F}"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BD3D54B0-7AE6-4E86-BA33-F9460ED714C7}" type="slidenum">
              <a:rPr lang="zh-CN" altLang="en-US"/>
              <a:pPr>
                <a:defRPr/>
              </a:pPr>
              <a:t>‹#›</a:t>
            </a:fld>
            <a:endParaRPr lang="zh-CN" altLang="en-US"/>
          </a:p>
        </p:txBody>
      </p:sp>
    </p:spTree>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D2A7A3F9-C32C-49AB-BFA9-EBC0F613747C}"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91A32C3-2498-4C1A-9053-FCA173770DE3}" type="slidenum">
              <a:rPr lang="zh-CN" altLang="en-US"/>
              <a:pPr>
                <a:defRPr/>
              </a:pPr>
              <a:t>‹#›</a:t>
            </a:fld>
            <a:endParaRPr lang="zh-CN" altLang="en-US"/>
          </a:p>
        </p:txBody>
      </p:sp>
    </p:spTree>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6A33E21C-589B-477B-97CB-14A3534B842F}"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EAADCB8E-09B5-4283-BA8F-9FAA99C9DE3A}" type="slidenum">
              <a:rPr lang="zh-CN" altLang="en-US"/>
              <a:pPr>
                <a:defRPr/>
              </a:pPr>
              <a:t>‹#›</a:t>
            </a:fld>
            <a:endParaRPr lang="zh-CN" altLang="en-US"/>
          </a:p>
        </p:txBody>
      </p:sp>
    </p:spTree>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AE827E59-DD59-4E3D-B047-7E6E5ECE5D85}"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8144C4E-2A9C-469D-87BE-60A1DFE72935}" type="slidenum">
              <a:rPr lang="zh-CN" altLang="en-US"/>
              <a:pPr>
                <a:defRPr/>
              </a:pPr>
              <a:t>‹#›</a:t>
            </a:fld>
            <a:endParaRPr lang="zh-CN" altLang="en-US"/>
          </a:p>
        </p:txBody>
      </p:sp>
    </p:spTree>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9DFB07B7-ACA9-4B8C-AE29-20CC5BDFCC1D}"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06D19C1-D658-45B4-BA34-4C8222347519}" type="slidenum">
              <a:rPr lang="zh-CN" altLang="en-US"/>
              <a:pPr>
                <a:defRPr/>
              </a:pPr>
              <a:t>‹#›</a:t>
            </a:fld>
            <a:endParaRPr lang="zh-CN" altLang="en-US"/>
          </a:p>
        </p:txBody>
      </p:sp>
    </p:spTree>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66957052-9301-4549-A0D5-B8F1B861C350}"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E5CAD77-6EBF-43C8-9310-DC56D8430544}" type="slidenum">
              <a:rPr lang="zh-CN" altLang="en-US"/>
              <a:pPr>
                <a:defRPr/>
              </a:pPr>
              <a:t>‹#›</a:t>
            </a:fld>
            <a:endParaRPr lang="zh-CN" altLang="en-US"/>
          </a:p>
        </p:txBody>
      </p:sp>
    </p:spTree>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E957FAA5-27E8-4AC7-BEBB-16890DF62FF2}"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AD7CEE5-0A44-4476-829E-25A1C161732D}" type="slidenum">
              <a:rPr lang="zh-CN" altLang="en-US"/>
              <a:pPr>
                <a:defRPr/>
              </a:pPr>
              <a:t>‹#›</a:t>
            </a:fld>
            <a:endParaRPr lang="zh-CN" altLang="en-US"/>
          </a:p>
        </p:txBody>
      </p:sp>
    </p:spTree>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DA3D030E-EAFC-4B75-9D5B-E2A00F9B8C23}"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59667CEE-0B16-4C70-8CC8-96512885A6F3}" type="slidenum">
              <a:rPr lang="zh-CN" altLang="en-US"/>
              <a:pPr>
                <a:defRPr/>
              </a:pPr>
              <a:t>‹#›</a:t>
            </a:fld>
            <a:endParaRPr lang="zh-CN" altLang="en-US"/>
          </a:p>
        </p:txBody>
      </p:sp>
    </p:spTree>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FFEDADDA-E770-461B-916A-3A2FD70190C5}"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630F2A25-70F4-4A51-B8DD-B22226A06B1B}" type="slidenum">
              <a:rPr lang="zh-CN" altLang="en-US"/>
              <a:pPr>
                <a:defRPr/>
              </a:pPr>
              <a:t>‹#›</a:t>
            </a:fld>
            <a:endParaRPr lang="zh-CN" altLang="en-US"/>
          </a:p>
        </p:txBody>
      </p:sp>
    </p:spTree>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F88E17AC-E87C-4D40-959F-B0E898D0551C}"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A6A6FB97-AFDA-4DF8-8EC7-28CA4ED678FD}" type="slidenum">
              <a:rPr lang="zh-CN" altLang="en-US"/>
              <a:pPr>
                <a:defRPr/>
              </a:pPr>
              <a:t>‹#›</a:t>
            </a:fld>
            <a:endParaRPr lang="zh-CN" altLang="en-US"/>
          </a:p>
        </p:txBody>
      </p:sp>
    </p:spTree>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EB93C2D2-6BF4-4F0F-BE95-1D86A010F021}"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FF99A5B8-B066-4ED2-982E-94C0D1C6E094}" type="slidenum">
              <a:rPr lang="zh-CN" altLang="en-US"/>
              <a:pPr>
                <a:defRPr/>
              </a:pPr>
              <a:t>‹#›</a:t>
            </a:fld>
            <a:endParaRPr lang="zh-CN" altLang="en-US"/>
          </a:p>
        </p:txBody>
      </p:sp>
    </p:spTree>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C38F39A5-0E3D-42D9-A598-B5F11F7300E2}"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A384B59-DDA4-4B87-A374-1CC89BA5F999}" type="slidenum">
              <a:rPr lang="zh-CN" altLang="en-US"/>
              <a:pPr>
                <a:defRPr/>
              </a:pPr>
              <a:t>‹#›</a:t>
            </a:fld>
            <a:endParaRPr lang="zh-CN" altLang="en-US"/>
          </a:p>
        </p:txBody>
      </p:sp>
    </p:spTree>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175D1247-3308-46E8-9F30-F270C982CB31}"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28E2228F-6171-4E47-BEF3-63051F40904A}" type="slidenum">
              <a:rPr lang="zh-CN" altLang="en-US"/>
              <a:pPr>
                <a:defRPr/>
              </a:pPr>
              <a:t>‹#›</a:t>
            </a:fld>
            <a:endParaRPr lang="zh-CN" altLang="en-US"/>
          </a:p>
        </p:txBody>
      </p:sp>
    </p:spTree>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E936BB21-F222-4CCE-8CBE-3A7C4618B885}"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04120AC-731F-4A58-B35B-FEB02C4C2330}" type="slidenum">
              <a:rPr lang="zh-CN" altLang="en-US"/>
              <a:pPr>
                <a:defRPr/>
              </a:pPr>
              <a:t>‹#›</a:t>
            </a:fld>
            <a:endParaRPr lang="zh-CN" altLang="en-US"/>
          </a:p>
        </p:txBody>
      </p:sp>
    </p:spTree>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272C0D6E-863C-4FC5-8D23-9F99F6F456F8}"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7B839BD-6E4F-409C-A4C7-FC9673DADA42}" type="slidenum">
              <a:rPr lang="zh-CN" altLang="en-US"/>
              <a:pPr>
                <a:defRPr/>
              </a:pPr>
              <a:t>‹#›</a:t>
            </a:fld>
            <a:endParaRPr lang="zh-CN" altLang="en-US"/>
          </a:p>
        </p:txBody>
      </p:sp>
    </p:spTree>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84FE9621-E2C3-409C-8DF2-7870314F03E8}"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C21D4BC-E5F1-485A-89F9-F17F35CF7F67}" type="slidenum">
              <a:rPr lang="zh-CN" altLang="en-US"/>
              <a:pPr>
                <a:defRPr/>
              </a:pPr>
              <a:t>‹#›</a:t>
            </a:fld>
            <a:endParaRPr lang="zh-CN" altLang="en-US"/>
          </a:p>
        </p:txBody>
      </p:sp>
    </p:spTree>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EA046F12-BDB1-43AB-9013-4AB2A68EE873}"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9A36462-21EC-40DE-A754-3F534160863F}" type="slidenum">
              <a:rPr lang="zh-CN" altLang="en-US"/>
              <a:pPr>
                <a:defRPr/>
              </a:pPr>
              <a:t>‹#›</a:t>
            </a:fld>
            <a:endParaRPr lang="zh-CN" altLang="en-US"/>
          </a:p>
        </p:txBody>
      </p:sp>
    </p:spTree>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E069A79C-D946-459A-B239-2029E08CD4A9}" type="datetimeFigureOut">
              <a:rPr lang="zh-CN" altLang="en-US"/>
              <a:pPr>
                <a:defRPr/>
              </a:pPr>
              <a:t>2022/2/27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30324BFF-366E-44A2-A843-C1BB08715E9B}" type="slidenum">
              <a:rPr lang="zh-CN" altLang="en-US"/>
              <a:pPr>
                <a:defRPr/>
              </a:pPr>
              <a:t>‹#›</a:t>
            </a:fld>
            <a:endParaRPr lang="zh-CN" altLang="en-US"/>
          </a:p>
        </p:txBody>
      </p:sp>
    </p:spTree>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EB2335BD-9F09-45D1-AF79-FE7F5514E7E9}"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F6AFCB72-7249-4DF3-96E6-AEB21A5357A0}" type="slidenum">
              <a:rPr lang="zh-CN" altLang="en-US"/>
              <a:pPr>
                <a:defRPr/>
              </a:pPr>
              <a:t>‹#›</a:t>
            </a:fld>
            <a:endParaRPr lang="zh-CN" altLang="en-US"/>
          </a:p>
        </p:txBody>
      </p:sp>
    </p:spTree>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B8D51607-AA41-4C70-B882-625388461DD1}" type="datetimeFigureOut">
              <a:rPr lang="zh-CN" altLang="en-US"/>
              <a:pPr>
                <a:defRPr/>
              </a:pPr>
              <a:t>2022/2/27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89084CD8-7B91-4C44-93CB-E41DD51C017F}" type="slidenum">
              <a:rPr lang="zh-CN" altLang="en-US"/>
              <a:pPr>
                <a:defRPr/>
              </a:pPr>
              <a:t>‹#›</a:t>
            </a:fld>
            <a:endParaRPr lang="zh-CN" altLang="en-US"/>
          </a:p>
        </p:txBody>
      </p:sp>
    </p:spTree>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1D139784-6E61-4C15-B6D7-E37C3FA46CEB}" type="datetimeFigureOut">
              <a:rPr lang="zh-CN" altLang="en-US"/>
              <a:pPr>
                <a:defRPr/>
              </a:pPr>
              <a:t>2022/2/27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81D9D13B-DCA7-45C7-803E-F8362E828076}" type="slidenum">
              <a:rPr lang="zh-CN" altLang="en-US"/>
              <a:pPr>
                <a:defRPr/>
              </a:pPr>
              <a:t>‹#›</a:t>
            </a:fld>
            <a:endParaRPr lang="zh-CN" altLang="en-US"/>
          </a:p>
        </p:txBody>
      </p:sp>
    </p:spTree>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FFEEF509-6419-4EDF-B5BD-21E9E2D67E97}" type="datetimeFigureOut">
              <a:rPr lang="zh-CN" altLang="en-US"/>
              <a:pPr>
                <a:defRPr/>
              </a:pPr>
              <a:t>2022/2/27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985730B-CA9A-4EC8-A6EE-1F60CE5EB883}" type="slidenum">
              <a:rPr lang="zh-CN" altLang="en-US"/>
              <a:pPr>
                <a:defRPr/>
              </a:pPr>
              <a:t>‹#›</a:t>
            </a:fld>
            <a:endParaRPr lang="zh-CN" altLang="en-US"/>
          </a:p>
        </p:txBody>
      </p:sp>
    </p:spTree>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p:cNvSpPr>
            <a:spLocks noGrp="1"/>
          </p:cNvSpPr>
          <p:nvPr>
            <p:ph type="dt" sz="half" idx="10"/>
          </p:nvPr>
        </p:nvSpPr>
        <p:spPr/>
        <p:txBody>
          <a:bodyPr/>
          <a:lstStyle>
            <a:lvl1pPr>
              <a:defRPr/>
            </a:lvl1pPr>
          </a:lstStyle>
          <a:p>
            <a:pPr>
              <a:defRPr/>
            </a:pPr>
            <a:fld id="{E4B99E89-FFE0-417A-A9AD-3D132D827867}" type="datetimeFigureOut">
              <a:rPr lang="zh-CN" altLang="en-US"/>
              <a:pPr>
                <a:defRPr/>
              </a:pPr>
              <a:t>2022/2/27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5B20DB7B-F523-4C41-8B7E-99E436E96A77}"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theme" Target="../theme/theme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theme" Target="../theme/theme4.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0.xml"/><Relationship Id="rId3" Type="http://schemas.openxmlformats.org/officeDocument/2006/relationships/slideLayout" Target="../slideLayouts/slideLayout45.xml"/><Relationship Id="rId7" Type="http://schemas.openxmlformats.org/officeDocument/2006/relationships/slideLayout" Target="../slideLayouts/slideLayout49.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theme" Target="../theme/theme5.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0.xml"/><Relationship Id="rId3" Type="http://schemas.openxmlformats.org/officeDocument/2006/relationships/slideLayout" Target="../slideLayouts/slideLayout55.xml"/><Relationship Id="rId7" Type="http://schemas.openxmlformats.org/officeDocument/2006/relationships/slideLayout" Target="../slideLayouts/slideLayout59.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theme" Target="../theme/theme6.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0.xml"/><Relationship Id="rId3" Type="http://schemas.openxmlformats.org/officeDocument/2006/relationships/slideLayout" Target="../slideLayouts/slideLayout65.xml"/><Relationship Id="rId7" Type="http://schemas.openxmlformats.org/officeDocument/2006/relationships/slideLayout" Target="../slideLayouts/slideLayout69.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theme" Target="../theme/theme7.xml"/><Relationship Id="rId5" Type="http://schemas.openxmlformats.org/officeDocument/2006/relationships/slideLayout" Target="../slideLayouts/slideLayout67.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0.xml"/><Relationship Id="rId3" Type="http://schemas.openxmlformats.org/officeDocument/2006/relationships/slideLayout" Target="../slideLayouts/slideLayout75.xml"/><Relationship Id="rId7" Type="http://schemas.openxmlformats.org/officeDocument/2006/relationships/slideLayout" Target="../slideLayouts/slideLayout79.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theme" Target="../theme/theme8.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0.xml"/><Relationship Id="rId3" Type="http://schemas.openxmlformats.org/officeDocument/2006/relationships/slideLayout" Target="../slideLayouts/slideLayout85.xml"/><Relationship Id="rId7" Type="http://schemas.openxmlformats.org/officeDocument/2006/relationships/slideLayout" Target="../slideLayouts/slideLayout89.xml"/><Relationship Id="rId2" Type="http://schemas.openxmlformats.org/officeDocument/2006/relationships/slideLayout" Target="../slideLayouts/slideLayout84.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theme" Target="../theme/theme9.xml"/><Relationship Id="rId5" Type="http://schemas.openxmlformats.org/officeDocument/2006/relationships/slideLayout" Target="../slideLayouts/slideLayout87.xml"/><Relationship Id="rId10" Type="http://schemas.openxmlformats.org/officeDocument/2006/relationships/slideLayout" Target="../slideLayouts/slideLayout92.xml"/><Relationship Id="rId4" Type="http://schemas.openxmlformats.org/officeDocument/2006/relationships/slideLayout" Target="../slideLayouts/slideLayout86.xml"/><Relationship Id="rId9" Type="http://schemas.openxmlformats.org/officeDocument/2006/relationships/slideLayout" Target="../slideLayouts/slideLayout91.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0.xml"/><Relationship Id="rId3" Type="http://schemas.openxmlformats.org/officeDocument/2006/relationships/slideLayout" Target="../slideLayouts/slideLayout95.xml"/><Relationship Id="rId7" Type="http://schemas.openxmlformats.org/officeDocument/2006/relationships/slideLayout" Target="../slideLayouts/slideLayout99.xml"/><Relationship Id="rId2" Type="http://schemas.openxmlformats.org/officeDocument/2006/relationships/slideLayout" Target="../slideLayouts/slideLayout94.xml"/><Relationship Id="rId1" Type="http://schemas.openxmlformats.org/officeDocument/2006/relationships/slideLayout" Target="../slideLayouts/slideLayout93.xml"/><Relationship Id="rId6" Type="http://schemas.openxmlformats.org/officeDocument/2006/relationships/slideLayout" Target="../slideLayouts/slideLayout98.xml"/><Relationship Id="rId11" Type="http://schemas.openxmlformats.org/officeDocument/2006/relationships/theme" Target="../theme/theme10.xml"/><Relationship Id="rId5" Type="http://schemas.openxmlformats.org/officeDocument/2006/relationships/slideLayout" Target="../slideLayouts/slideLayout97.xml"/><Relationship Id="rId10" Type="http://schemas.openxmlformats.org/officeDocument/2006/relationships/slideLayout" Target="../slideLayouts/slideLayout102.xml"/><Relationship Id="rId4" Type="http://schemas.openxmlformats.org/officeDocument/2006/relationships/slideLayout" Target="../slideLayouts/slideLayout96.xml"/><Relationship Id="rId9" Type="http://schemas.openxmlformats.org/officeDocument/2006/relationships/slideLayout" Target="../slideLayouts/slideLayout10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0.xml"/><Relationship Id="rId3" Type="http://schemas.openxmlformats.org/officeDocument/2006/relationships/slideLayout" Target="../slideLayouts/slideLayout105.xml"/><Relationship Id="rId7" Type="http://schemas.openxmlformats.org/officeDocument/2006/relationships/slideLayout" Target="../slideLayouts/slideLayout109.xml"/><Relationship Id="rId2" Type="http://schemas.openxmlformats.org/officeDocument/2006/relationships/slideLayout" Target="../slideLayouts/slideLayout104.xml"/><Relationship Id="rId1" Type="http://schemas.openxmlformats.org/officeDocument/2006/relationships/slideLayout" Target="../slideLayouts/slideLayout103.xml"/><Relationship Id="rId6" Type="http://schemas.openxmlformats.org/officeDocument/2006/relationships/slideLayout" Target="../slideLayouts/slideLayout108.xml"/><Relationship Id="rId11" Type="http://schemas.openxmlformats.org/officeDocument/2006/relationships/theme" Target="../theme/theme11.xml"/><Relationship Id="rId5" Type="http://schemas.openxmlformats.org/officeDocument/2006/relationships/slideLayout" Target="../slideLayouts/slideLayout107.xml"/><Relationship Id="rId10" Type="http://schemas.openxmlformats.org/officeDocument/2006/relationships/slideLayout" Target="../slideLayouts/slideLayout112.xml"/><Relationship Id="rId4" Type="http://schemas.openxmlformats.org/officeDocument/2006/relationships/slideLayout" Target="../slideLayouts/slideLayout106.xml"/><Relationship Id="rId9" Type="http://schemas.openxmlformats.org/officeDocument/2006/relationships/slideLayout" Target="../slideLayouts/slideLayout111.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0.xml"/><Relationship Id="rId3" Type="http://schemas.openxmlformats.org/officeDocument/2006/relationships/slideLayout" Target="../slideLayouts/slideLayout115.xml"/><Relationship Id="rId7" Type="http://schemas.openxmlformats.org/officeDocument/2006/relationships/slideLayout" Target="../slideLayouts/slideLayout119.xml"/><Relationship Id="rId2" Type="http://schemas.openxmlformats.org/officeDocument/2006/relationships/slideLayout" Target="../slideLayouts/slideLayout114.xml"/><Relationship Id="rId1" Type="http://schemas.openxmlformats.org/officeDocument/2006/relationships/slideLayout" Target="../slideLayouts/slideLayout113.xml"/><Relationship Id="rId6" Type="http://schemas.openxmlformats.org/officeDocument/2006/relationships/slideLayout" Target="../slideLayouts/slideLayout118.xml"/><Relationship Id="rId11" Type="http://schemas.openxmlformats.org/officeDocument/2006/relationships/theme" Target="../theme/theme12.xml"/><Relationship Id="rId5" Type="http://schemas.openxmlformats.org/officeDocument/2006/relationships/slideLayout" Target="../slideLayouts/slideLayout117.xml"/><Relationship Id="rId10" Type="http://schemas.openxmlformats.org/officeDocument/2006/relationships/slideLayout" Target="../slideLayouts/slideLayout122.xml"/><Relationship Id="rId4" Type="http://schemas.openxmlformats.org/officeDocument/2006/relationships/slideLayout" Target="../slideLayouts/slideLayout116.xml"/><Relationship Id="rId9" Type="http://schemas.openxmlformats.org/officeDocument/2006/relationships/slideLayout" Target="../slideLayouts/slideLayout121.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30.xml"/><Relationship Id="rId3" Type="http://schemas.openxmlformats.org/officeDocument/2006/relationships/slideLayout" Target="../slideLayouts/slideLayout125.xml"/><Relationship Id="rId7" Type="http://schemas.openxmlformats.org/officeDocument/2006/relationships/slideLayout" Target="../slideLayouts/slideLayout129.xml"/><Relationship Id="rId2" Type="http://schemas.openxmlformats.org/officeDocument/2006/relationships/slideLayout" Target="../slideLayouts/slideLayout124.xml"/><Relationship Id="rId1" Type="http://schemas.openxmlformats.org/officeDocument/2006/relationships/slideLayout" Target="../slideLayouts/slideLayout123.xml"/><Relationship Id="rId6" Type="http://schemas.openxmlformats.org/officeDocument/2006/relationships/slideLayout" Target="../slideLayouts/slideLayout128.xml"/><Relationship Id="rId11" Type="http://schemas.openxmlformats.org/officeDocument/2006/relationships/theme" Target="../theme/theme13.xml"/><Relationship Id="rId5" Type="http://schemas.openxmlformats.org/officeDocument/2006/relationships/slideLayout" Target="../slideLayouts/slideLayout127.xml"/><Relationship Id="rId10" Type="http://schemas.openxmlformats.org/officeDocument/2006/relationships/slideLayout" Target="../slideLayouts/slideLayout132.xml"/><Relationship Id="rId4" Type="http://schemas.openxmlformats.org/officeDocument/2006/relationships/slideLayout" Target="../slideLayouts/slideLayout126.xml"/><Relationship Id="rId9" Type="http://schemas.openxmlformats.org/officeDocument/2006/relationships/slideLayout" Target="../slideLayouts/slideLayout131.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40.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theme" Target="../theme/theme14.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50.xml"/><Relationship Id="rId3" Type="http://schemas.openxmlformats.org/officeDocument/2006/relationships/slideLayout" Target="../slideLayouts/slideLayout145.xml"/><Relationship Id="rId7" Type="http://schemas.openxmlformats.org/officeDocument/2006/relationships/slideLayout" Target="../slideLayouts/slideLayout149.xml"/><Relationship Id="rId2" Type="http://schemas.openxmlformats.org/officeDocument/2006/relationships/slideLayout" Target="../slideLayouts/slideLayout144.xml"/><Relationship Id="rId1" Type="http://schemas.openxmlformats.org/officeDocument/2006/relationships/slideLayout" Target="../slideLayouts/slideLayout143.xml"/><Relationship Id="rId6" Type="http://schemas.openxmlformats.org/officeDocument/2006/relationships/slideLayout" Target="../slideLayouts/slideLayout148.xml"/><Relationship Id="rId11" Type="http://schemas.openxmlformats.org/officeDocument/2006/relationships/theme" Target="../theme/theme15.xml"/><Relationship Id="rId5" Type="http://schemas.openxmlformats.org/officeDocument/2006/relationships/slideLayout" Target="../slideLayouts/slideLayout147.xml"/><Relationship Id="rId10" Type="http://schemas.openxmlformats.org/officeDocument/2006/relationships/slideLayout" Target="../slideLayouts/slideLayout152.xml"/><Relationship Id="rId4" Type="http://schemas.openxmlformats.org/officeDocument/2006/relationships/slideLayout" Target="../slideLayouts/slideLayout146.xml"/><Relationship Id="rId9" Type="http://schemas.openxmlformats.org/officeDocument/2006/relationships/slideLayout" Target="../slideLayouts/slideLayout151.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60.xml"/><Relationship Id="rId3" Type="http://schemas.openxmlformats.org/officeDocument/2006/relationships/slideLayout" Target="../slideLayouts/slideLayout155.xml"/><Relationship Id="rId7" Type="http://schemas.openxmlformats.org/officeDocument/2006/relationships/slideLayout" Target="../slideLayouts/slideLayout159.xml"/><Relationship Id="rId2" Type="http://schemas.openxmlformats.org/officeDocument/2006/relationships/slideLayout" Target="../slideLayouts/slideLayout154.xml"/><Relationship Id="rId1" Type="http://schemas.openxmlformats.org/officeDocument/2006/relationships/slideLayout" Target="../slideLayouts/slideLayout153.xml"/><Relationship Id="rId6" Type="http://schemas.openxmlformats.org/officeDocument/2006/relationships/slideLayout" Target="../slideLayouts/slideLayout158.xml"/><Relationship Id="rId11" Type="http://schemas.openxmlformats.org/officeDocument/2006/relationships/theme" Target="../theme/theme16.xml"/><Relationship Id="rId5" Type="http://schemas.openxmlformats.org/officeDocument/2006/relationships/slideLayout" Target="../slideLayouts/slideLayout157.xml"/><Relationship Id="rId10" Type="http://schemas.openxmlformats.org/officeDocument/2006/relationships/slideLayout" Target="../slideLayouts/slideLayout162.xml"/><Relationship Id="rId4" Type="http://schemas.openxmlformats.org/officeDocument/2006/relationships/slideLayout" Target="../slideLayouts/slideLayout156.xml"/><Relationship Id="rId9" Type="http://schemas.openxmlformats.org/officeDocument/2006/relationships/slideLayout" Target="../slideLayouts/slideLayout161.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170.xml"/><Relationship Id="rId3" Type="http://schemas.openxmlformats.org/officeDocument/2006/relationships/slideLayout" Target="../slideLayouts/slideLayout165.xml"/><Relationship Id="rId7" Type="http://schemas.openxmlformats.org/officeDocument/2006/relationships/slideLayout" Target="../slideLayouts/slideLayout169.xml"/><Relationship Id="rId2" Type="http://schemas.openxmlformats.org/officeDocument/2006/relationships/slideLayout" Target="../slideLayouts/slideLayout164.xml"/><Relationship Id="rId1" Type="http://schemas.openxmlformats.org/officeDocument/2006/relationships/slideLayout" Target="../slideLayouts/slideLayout163.xml"/><Relationship Id="rId6" Type="http://schemas.openxmlformats.org/officeDocument/2006/relationships/slideLayout" Target="../slideLayouts/slideLayout168.xml"/><Relationship Id="rId11" Type="http://schemas.openxmlformats.org/officeDocument/2006/relationships/theme" Target="../theme/theme17.xml"/><Relationship Id="rId5" Type="http://schemas.openxmlformats.org/officeDocument/2006/relationships/slideLayout" Target="../slideLayouts/slideLayout167.xml"/><Relationship Id="rId10" Type="http://schemas.openxmlformats.org/officeDocument/2006/relationships/slideLayout" Target="../slideLayouts/slideLayout172.xml"/><Relationship Id="rId4" Type="http://schemas.openxmlformats.org/officeDocument/2006/relationships/slideLayout" Target="../slideLayouts/slideLayout166.xml"/><Relationship Id="rId9" Type="http://schemas.openxmlformats.org/officeDocument/2006/relationships/slideLayout" Target="../slideLayouts/slideLayout171.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180.xml"/><Relationship Id="rId3" Type="http://schemas.openxmlformats.org/officeDocument/2006/relationships/slideLayout" Target="../slideLayouts/slideLayout175.xml"/><Relationship Id="rId7" Type="http://schemas.openxmlformats.org/officeDocument/2006/relationships/slideLayout" Target="../slideLayouts/slideLayout179.xml"/><Relationship Id="rId2" Type="http://schemas.openxmlformats.org/officeDocument/2006/relationships/slideLayout" Target="../slideLayouts/slideLayout174.xml"/><Relationship Id="rId1" Type="http://schemas.openxmlformats.org/officeDocument/2006/relationships/slideLayout" Target="../slideLayouts/slideLayout173.xml"/><Relationship Id="rId6" Type="http://schemas.openxmlformats.org/officeDocument/2006/relationships/slideLayout" Target="../slideLayouts/slideLayout178.xml"/><Relationship Id="rId11" Type="http://schemas.openxmlformats.org/officeDocument/2006/relationships/theme" Target="../theme/theme18.xml"/><Relationship Id="rId5" Type="http://schemas.openxmlformats.org/officeDocument/2006/relationships/slideLayout" Target="../slideLayouts/slideLayout177.xml"/><Relationship Id="rId10" Type="http://schemas.openxmlformats.org/officeDocument/2006/relationships/slideLayout" Target="../slideLayouts/slideLayout182.xml"/><Relationship Id="rId4" Type="http://schemas.openxmlformats.org/officeDocument/2006/relationships/slideLayout" Target="../slideLayouts/slideLayout176.xml"/><Relationship Id="rId9" Type="http://schemas.openxmlformats.org/officeDocument/2006/relationships/slideLayout" Target="../slideLayouts/slideLayout181.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190.xml"/><Relationship Id="rId3" Type="http://schemas.openxmlformats.org/officeDocument/2006/relationships/slideLayout" Target="../slideLayouts/slideLayout185.xml"/><Relationship Id="rId7" Type="http://schemas.openxmlformats.org/officeDocument/2006/relationships/slideLayout" Target="../slideLayouts/slideLayout189.xml"/><Relationship Id="rId2" Type="http://schemas.openxmlformats.org/officeDocument/2006/relationships/slideLayout" Target="../slideLayouts/slideLayout184.xml"/><Relationship Id="rId1" Type="http://schemas.openxmlformats.org/officeDocument/2006/relationships/slideLayout" Target="../slideLayouts/slideLayout183.xml"/><Relationship Id="rId6" Type="http://schemas.openxmlformats.org/officeDocument/2006/relationships/slideLayout" Target="../slideLayouts/slideLayout188.xml"/><Relationship Id="rId11" Type="http://schemas.openxmlformats.org/officeDocument/2006/relationships/theme" Target="../theme/theme19.xml"/><Relationship Id="rId5" Type="http://schemas.openxmlformats.org/officeDocument/2006/relationships/slideLayout" Target="../slideLayouts/slideLayout187.xml"/><Relationship Id="rId10" Type="http://schemas.openxmlformats.org/officeDocument/2006/relationships/slideLayout" Target="../slideLayouts/slideLayout192.xml"/><Relationship Id="rId4" Type="http://schemas.openxmlformats.org/officeDocument/2006/relationships/slideLayout" Target="../slideLayouts/slideLayout186.xml"/><Relationship Id="rId9" Type="http://schemas.openxmlformats.org/officeDocument/2006/relationships/slideLayout" Target="../slideLayouts/slideLayout191.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200.xml"/><Relationship Id="rId3" Type="http://schemas.openxmlformats.org/officeDocument/2006/relationships/slideLayout" Target="../slideLayouts/slideLayout195.xml"/><Relationship Id="rId7" Type="http://schemas.openxmlformats.org/officeDocument/2006/relationships/slideLayout" Target="../slideLayouts/slideLayout199.xml"/><Relationship Id="rId2" Type="http://schemas.openxmlformats.org/officeDocument/2006/relationships/slideLayout" Target="../slideLayouts/slideLayout194.xml"/><Relationship Id="rId1" Type="http://schemas.openxmlformats.org/officeDocument/2006/relationships/slideLayout" Target="../slideLayouts/slideLayout193.xml"/><Relationship Id="rId6" Type="http://schemas.openxmlformats.org/officeDocument/2006/relationships/slideLayout" Target="../slideLayouts/slideLayout198.xml"/><Relationship Id="rId11" Type="http://schemas.openxmlformats.org/officeDocument/2006/relationships/theme" Target="../theme/theme20.xml"/><Relationship Id="rId5" Type="http://schemas.openxmlformats.org/officeDocument/2006/relationships/slideLayout" Target="../slideLayouts/slideLayout197.xml"/><Relationship Id="rId10" Type="http://schemas.openxmlformats.org/officeDocument/2006/relationships/slideLayout" Target="../slideLayouts/slideLayout202.xml"/><Relationship Id="rId4" Type="http://schemas.openxmlformats.org/officeDocument/2006/relationships/slideLayout" Target="../slideLayouts/slideLayout196.xml"/><Relationship Id="rId9" Type="http://schemas.openxmlformats.org/officeDocument/2006/relationships/slideLayout" Target="../slideLayouts/slideLayout201.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210.xml"/><Relationship Id="rId3" Type="http://schemas.openxmlformats.org/officeDocument/2006/relationships/slideLayout" Target="../slideLayouts/slideLayout205.xml"/><Relationship Id="rId7" Type="http://schemas.openxmlformats.org/officeDocument/2006/relationships/slideLayout" Target="../slideLayouts/slideLayout209.xml"/><Relationship Id="rId2" Type="http://schemas.openxmlformats.org/officeDocument/2006/relationships/slideLayout" Target="../slideLayouts/slideLayout204.xml"/><Relationship Id="rId1" Type="http://schemas.openxmlformats.org/officeDocument/2006/relationships/slideLayout" Target="../slideLayouts/slideLayout203.xml"/><Relationship Id="rId6" Type="http://schemas.openxmlformats.org/officeDocument/2006/relationships/slideLayout" Target="../slideLayouts/slideLayout208.xml"/><Relationship Id="rId11" Type="http://schemas.openxmlformats.org/officeDocument/2006/relationships/theme" Target="../theme/theme21.xml"/><Relationship Id="rId5" Type="http://schemas.openxmlformats.org/officeDocument/2006/relationships/slideLayout" Target="../slideLayouts/slideLayout207.xml"/><Relationship Id="rId10" Type="http://schemas.openxmlformats.org/officeDocument/2006/relationships/slideLayout" Target="../slideLayouts/slideLayout212.xml"/><Relationship Id="rId4" Type="http://schemas.openxmlformats.org/officeDocument/2006/relationships/slideLayout" Target="../slideLayouts/slideLayout206.xml"/><Relationship Id="rId9" Type="http://schemas.openxmlformats.org/officeDocument/2006/relationships/slideLayout" Target="../slideLayouts/slideLayout211.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220.xml"/><Relationship Id="rId3" Type="http://schemas.openxmlformats.org/officeDocument/2006/relationships/slideLayout" Target="../slideLayouts/slideLayout215.xml"/><Relationship Id="rId7" Type="http://schemas.openxmlformats.org/officeDocument/2006/relationships/slideLayout" Target="../slideLayouts/slideLayout219.xml"/><Relationship Id="rId2" Type="http://schemas.openxmlformats.org/officeDocument/2006/relationships/slideLayout" Target="../slideLayouts/slideLayout214.xml"/><Relationship Id="rId1" Type="http://schemas.openxmlformats.org/officeDocument/2006/relationships/slideLayout" Target="../slideLayouts/slideLayout213.xml"/><Relationship Id="rId6" Type="http://schemas.openxmlformats.org/officeDocument/2006/relationships/slideLayout" Target="../slideLayouts/slideLayout218.xml"/><Relationship Id="rId11" Type="http://schemas.openxmlformats.org/officeDocument/2006/relationships/theme" Target="../theme/theme22.xml"/><Relationship Id="rId5" Type="http://schemas.openxmlformats.org/officeDocument/2006/relationships/slideLayout" Target="../slideLayouts/slideLayout217.xml"/><Relationship Id="rId10" Type="http://schemas.openxmlformats.org/officeDocument/2006/relationships/slideLayout" Target="../slideLayouts/slideLayout222.xml"/><Relationship Id="rId4" Type="http://schemas.openxmlformats.org/officeDocument/2006/relationships/slideLayout" Target="../slideLayouts/slideLayout216.xml"/><Relationship Id="rId9" Type="http://schemas.openxmlformats.org/officeDocument/2006/relationships/slideLayout" Target="../slideLayouts/slideLayout221.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230.xml"/><Relationship Id="rId3" Type="http://schemas.openxmlformats.org/officeDocument/2006/relationships/slideLayout" Target="../slideLayouts/slideLayout225.xml"/><Relationship Id="rId7" Type="http://schemas.openxmlformats.org/officeDocument/2006/relationships/slideLayout" Target="../slideLayouts/slideLayout229.xml"/><Relationship Id="rId2" Type="http://schemas.openxmlformats.org/officeDocument/2006/relationships/slideLayout" Target="../slideLayouts/slideLayout224.xml"/><Relationship Id="rId1" Type="http://schemas.openxmlformats.org/officeDocument/2006/relationships/slideLayout" Target="../slideLayouts/slideLayout223.xml"/><Relationship Id="rId6" Type="http://schemas.openxmlformats.org/officeDocument/2006/relationships/slideLayout" Target="../slideLayouts/slideLayout228.xml"/><Relationship Id="rId11" Type="http://schemas.openxmlformats.org/officeDocument/2006/relationships/theme" Target="../theme/theme23.xml"/><Relationship Id="rId5" Type="http://schemas.openxmlformats.org/officeDocument/2006/relationships/slideLayout" Target="../slideLayouts/slideLayout227.xml"/><Relationship Id="rId10" Type="http://schemas.openxmlformats.org/officeDocument/2006/relationships/slideLayout" Target="../slideLayouts/slideLayout232.xml"/><Relationship Id="rId4" Type="http://schemas.openxmlformats.org/officeDocument/2006/relationships/slideLayout" Target="../slideLayouts/slideLayout226.xml"/><Relationship Id="rId9" Type="http://schemas.openxmlformats.org/officeDocument/2006/relationships/slideLayout" Target="../slideLayouts/slideLayout231.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240.xml"/><Relationship Id="rId3" Type="http://schemas.openxmlformats.org/officeDocument/2006/relationships/slideLayout" Target="../slideLayouts/slideLayout235.xml"/><Relationship Id="rId7" Type="http://schemas.openxmlformats.org/officeDocument/2006/relationships/slideLayout" Target="../slideLayouts/slideLayout239.xml"/><Relationship Id="rId2" Type="http://schemas.openxmlformats.org/officeDocument/2006/relationships/slideLayout" Target="../slideLayouts/slideLayout234.xml"/><Relationship Id="rId1" Type="http://schemas.openxmlformats.org/officeDocument/2006/relationships/slideLayout" Target="../slideLayouts/slideLayout233.xml"/><Relationship Id="rId6" Type="http://schemas.openxmlformats.org/officeDocument/2006/relationships/slideLayout" Target="../slideLayouts/slideLayout238.xml"/><Relationship Id="rId11" Type="http://schemas.openxmlformats.org/officeDocument/2006/relationships/theme" Target="../theme/theme24.xml"/><Relationship Id="rId5" Type="http://schemas.openxmlformats.org/officeDocument/2006/relationships/slideLayout" Target="../slideLayouts/slideLayout237.xml"/><Relationship Id="rId10" Type="http://schemas.openxmlformats.org/officeDocument/2006/relationships/slideLayout" Target="../slideLayouts/slideLayout242.xml"/><Relationship Id="rId4" Type="http://schemas.openxmlformats.org/officeDocument/2006/relationships/slideLayout" Target="../slideLayouts/slideLayout236.xml"/><Relationship Id="rId9" Type="http://schemas.openxmlformats.org/officeDocument/2006/relationships/slideLayout" Target="../slideLayouts/slideLayout241.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250.xml"/><Relationship Id="rId3" Type="http://schemas.openxmlformats.org/officeDocument/2006/relationships/slideLayout" Target="../slideLayouts/slideLayout245.xml"/><Relationship Id="rId7" Type="http://schemas.openxmlformats.org/officeDocument/2006/relationships/slideLayout" Target="../slideLayouts/slideLayout249.xml"/><Relationship Id="rId2" Type="http://schemas.openxmlformats.org/officeDocument/2006/relationships/slideLayout" Target="../slideLayouts/slideLayout244.xml"/><Relationship Id="rId1" Type="http://schemas.openxmlformats.org/officeDocument/2006/relationships/slideLayout" Target="../slideLayouts/slideLayout243.xml"/><Relationship Id="rId6" Type="http://schemas.openxmlformats.org/officeDocument/2006/relationships/slideLayout" Target="../slideLayouts/slideLayout248.xml"/><Relationship Id="rId11" Type="http://schemas.openxmlformats.org/officeDocument/2006/relationships/theme" Target="../theme/theme25.xml"/><Relationship Id="rId5" Type="http://schemas.openxmlformats.org/officeDocument/2006/relationships/slideLayout" Target="../slideLayouts/slideLayout247.xml"/><Relationship Id="rId10" Type="http://schemas.openxmlformats.org/officeDocument/2006/relationships/slideLayout" Target="../slideLayouts/slideLayout252.xml"/><Relationship Id="rId4" Type="http://schemas.openxmlformats.org/officeDocument/2006/relationships/slideLayout" Target="../slideLayouts/slideLayout246.xml"/><Relationship Id="rId9" Type="http://schemas.openxmlformats.org/officeDocument/2006/relationships/slideLayout" Target="../slideLayouts/slideLayout251.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260.xml"/><Relationship Id="rId3" Type="http://schemas.openxmlformats.org/officeDocument/2006/relationships/slideLayout" Target="../slideLayouts/slideLayout255.xml"/><Relationship Id="rId7" Type="http://schemas.openxmlformats.org/officeDocument/2006/relationships/slideLayout" Target="../slideLayouts/slideLayout259.xml"/><Relationship Id="rId2" Type="http://schemas.openxmlformats.org/officeDocument/2006/relationships/slideLayout" Target="../slideLayouts/slideLayout254.xml"/><Relationship Id="rId1" Type="http://schemas.openxmlformats.org/officeDocument/2006/relationships/slideLayout" Target="../slideLayouts/slideLayout253.xml"/><Relationship Id="rId6" Type="http://schemas.openxmlformats.org/officeDocument/2006/relationships/slideLayout" Target="../slideLayouts/slideLayout258.xml"/><Relationship Id="rId11" Type="http://schemas.openxmlformats.org/officeDocument/2006/relationships/theme" Target="../theme/theme26.xml"/><Relationship Id="rId5" Type="http://schemas.openxmlformats.org/officeDocument/2006/relationships/slideLayout" Target="../slideLayouts/slideLayout257.xml"/><Relationship Id="rId10" Type="http://schemas.openxmlformats.org/officeDocument/2006/relationships/slideLayout" Target="../slideLayouts/slideLayout262.xml"/><Relationship Id="rId4" Type="http://schemas.openxmlformats.org/officeDocument/2006/relationships/slideLayout" Target="../slideLayouts/slideLayout256.xml"/><Relationship Id="rId9" Type="http://schemas.openxmlformats.org/officeDocument/2006/relationships/slideLayout" Target="../slideLayouts/slideLayout261.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270.xml"/><Relationship Id="rId3" Type="http://schemas.openxmlformats.org/officeDocument/2006/relationships/slideLayout" Target="../slideLayouts/slideLayout265.xml"/><Relationship Id="rId7" Type="http://schemas.openxmlformats.org/officeDocument/2006/relationships/slideLayout" Target="../slideLayouts/slideLayout269.xml"/><Relationship Id="rId2" Type="http://schemas.openxmlformats.org/officeDocument/2006/relationships/slideLayout" Target="../slideLayouts/slideLayout264.xml"/><Relationship Id="rId1" Type="http://schemas.openxmlformats.org/officeDocument/2006/relationships/slideLayout" Target="../slideLayouts/slideLayout263.xml"/><Relationship Id="rId6" Type="http://schemas.openxmlformats.org/officeDocument/2006/relationships/slideLayout" Target="../slideLayouts/slideLayout268.xml"/><Relationship Id="rId11" Type="http://schemas.openxmlformats.org/officeDocument/2006/relationships/theme" Target="../theme/theme27.xml"/><Relationship Id="rId5" Type="http://schemas.openxmlformats.org/officeDocument/2006/relationships/slideLayout" Target="../slideLayouts/slideLayout267.xml"/><Relationship Id="rId10" Type="http://schemas.openxmlformats.org/officeDocument/2006/relationships/slideLayout" Target="../slideLayouts/slideLayout272.xml"/><Relationship Id="rId4" Type="http://schemas.openxmlformats.org/officeDocument/2006/relationships/slideLayout" Target="../slideLayouts/slideLayout266.xml"/><Relationship Id="rId9" Type="http://schemas.openxmlformats.org/officeDocument/2006/relationships/slideLayout" Target="../slideLayouts/slideLayout271.xml"/></Relationships>
</file>

<file path=ppt/slideMasters/_rels/slideMaster28.xml.rels><?xml version="1.0" encoding="UTF-8" standalone="yes"?>
<Relationships xmlns="http://schemas.openxmlformats.org/package/2006/relationships"><Relationship Id="rId8" Type="http://schemas.openxmlformats.org/officeDocument/2006/relationships/slideLayout" Target="../slideLayouts/slideLayout280.xml"/><Relationship Id="rId3" Type="http://schemas.openxmlformats.org/officeDocument/2006/relationships/slideLayout" Target="../slideLayouts/slideLayout275.xml"/><Relationship Id="rId7" Type="http://schemas.openxmlformats.org/officeDocument/2006/relationships/slideLayout" Target="../slideLayouts/slideLayout279.xml"/><Relationship Id="rId2" Type="http://schemas.openxmlformats.org/officeDocument/2006/relationships/slideLayout" Target="../slideLayouts/slideLayout274.xml"/><Relationship Id="rId1" Type="http://schemas.openxmlformats.org/officeDocument/2006/relationships/slideLayout" Target="../slideLayouts/slideLayout273.xml"/><Relationship Id="rId6" Type="http://schemas.openxmlformats.org/officeDocument/2006/relationships/slideLayout" Target="../slideLayouts/slideLayout278.xml"/><Relationship Id="rId11" Type="http://schemas.openxmlformats.org/officeDocument/2006/relationships/theme" Target="../theme/theme28.xml"/><Relationship Id="rId5" Type="http://schemas.openxmlformats.org/officeDocument/2006/relationships/slideLayout" Target="../slideLayouts/slideLayout277.xml"/><Relationship Id="rId10" Type="http://schemas.openxmlformats.org/officeDocument/2006/relationships/slideLayout" Target="../slideLayouts/slideLayout282.xml"/><Relationship Id="rId4" Type="http://schemas.openxmlformats.org/officeDocument/2006/relationships/slideLayout" Target="../slideLayouts/slideLayout276.xml"/><Relationship Id="rId9" Type="http://schemas.openxmlformats.org/officeDocument/2006/relationships/slideLayout" Target="../slideLayouts/slideLayout281.xml"/></Relationships>
</file>

<file path=ppt/slideMasters/_rels/slideMaster29.xml.rels><?xml version="1.0" encoding="UTF-8" standalone="yes"?>
<Relationships xmlns="http://schemas.openxmlformats.org/package/2006/relationships"><Relationship Id="rId8" Type="http://schemas.openxmlformats.org/officeDocument/2006/relationships/slideLayout" Target="../slideLayouts/slideLayout290.xml"/><Relationship Id="rId3" Type="http://schemas.openxmlformats.org/officeDocument/2006/relationships/slideLayout" Target="../slideLayouts/slideLayout285.xml"/><Relationship Id="rId7" Type="http://schemas.openxmlformats.org/officeDocument/2006/relationships/slideLayout" Target="../slideLayouts/slideLayout289.xml"/><Relationship Id="rId2" Type="http://schemas.openxmlformats.org/officeDocument/2006/relationships/slideLayout" Target="../slideLayouts/slideLayout284.xml"/><Relationship Id="rId1" Type="http://schemas.openxmlformats.org/officeDocument/2006/relationships/slideLayout" Target="../slideLayouts/slideLayout283.xml"/><Relationship Id="rId6" Type="http://schemas.openxmlformats.org/officeDocument/2006/relationships/slideLayout" Target="../slideLayouts/slideLayout288.xml"/><Relationship Id="rId11" Type="http://schemas.openxmlformats.org/officeDocument/2006/relationships/theme" Target="../theme/theme29.xml"/><Relationship Id="rId5" Type="http://schemas.openxmlformats.org/officeDocument/2006/relationships/slideLayout" Target="../slideLayouts/slideLayout287.xml"/><Relationship Id="rId10" Type="http://schemas.openxmlformats.org/officeDocument/2006/relationships/slideLayout" Target="../slideLayouts/slideLayout292.xml"/><Relationship Id="rId4" Type="http://schemas.openxmlformats.org/officeDocument/2006/relationships/slideLayout" Target="../slideLayouts/slideLayout286.xml"/><Relationship Id="rId9" Type="http://schemas.openxmlformats.org/officeDocument/2006/relationships/slideLayout" Target="../slideLayouts/slideLayout291.xml"/></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300.xml"/><Relationship Id="rId3" Type="http://schemas.openxmlformats.org/officeDocument/2006/relationships/slideLayout" Target="../slideLayouts/slideLayout295.xml"/><Relationship Id="rId7" Type="http://schemas.openxmlformats.org/officeDocument/2006/relationships/slideLayout" Target="../slideLayouts/slideLayout299.xml"/><Relationship Id="rId2" Type="http://schemas.openxmlformats.org/officeDocument/2006/relationships/slideLayout" Target="../slideLayouts/slideLayout294.xml"/><Relationship Id="rId1" Type="http://schemas.openxmlformats.org/officeDocument/2006/relationships/slideLayout" Target="../slideLayouts/slideLayout293.xml"/><Relationship Id="rId6" Type="http://schemas.openxmlformats.org/officeDocument/2006/relationships/slideLayout" Target="../slideLayouts/slideLayout298.xml"/><Relationship Id="rId11" Type="http://schemas.openxmlformats.org/officeDocument/2006/relationships/theme" Target="../theme/theme30.xml"/><Relationship Id="rId5" Type="http://schemas.openxmlformats.org/officeDocument/2006/relationships/slideLayout" Target="../slideLayouts/slideLayout297.xml"/><Relationship Id="rId10" Type="http://schemas.openxmlformats.org/officeDocument/2006/relationships/slideLayout" Target="../slideLayouts/slideLayout302.xml"/><Relationship Id="rId4" Type="http://schemas.openxmlformats.org/officeDocument/2006/relationships/slideLayout" Target="../slideLayouts/slideLayout296.xml"/><Relationship Id="rId9" Type="http://schemas.openxmlformats.org/officeDocument/2006/relationships/slideLayout" Target="../slideLayouts/slideLayout301.xml"/></Relationships>
</file>

<file path=ppt/slideMasters/_rels/slideMaster31.xml.rels><?xml version="1.0" encoding="UTF-8" standalone="yes"?>
<Relationships xmlns="http://schemas.openxmlformats.org/package/2006/relationships"><Relationship Id="rId8" Type="http://schemas.openxmlformats.org/officeDocument/2006/relationships/slideLayout" Target="../slideLayouts/slideLayout310.xml"/><Relationship Id="rId3" Type="http://schemas.openxmlformats.org/officeDocument/2006/relationships/slideLayout" Target="../slideLayouts/slideLayout305.xml"/><Relationship Id="rId7" Type="http://schemas.openxmlformats.org/officeDocument/2006/relationships/slideLayout" Target="../slideLayouts/slideLayout309.xml"/><Relationship Id="rId2" Type="http://schemas.openxmlformats.org/officeDocument/2006/relationships/slideLayout" Target="../slideLayouts/slideLayout304.xml"/><Relationship Id="rId1" Type="http://schemas.openxmlformats.org/officeDocument/2006/relationships/slideLayout" Target="../slideLayouts/slideLayout303.xml"/><Relationship Id="rId6" Type="http://schemas.openxmlformats.org/officeDocument/2006/relationships/slideLayout" Target="../slideLayouts/slideLayout308.xml"/><Relationship Id="rId11" Type="http://schemas.openxmlformats.org/officeDocument/2006/relationships/theme" Target="../theme/theme31.xml"/><Relationship Id="rId5" Type="http://schemas.openxmlformats.org/officeDocument/2006/relationships/slideLayout" Target="../slideLayouts/slideLayout307.xml"/><Relationship Id="rId10" Type="http://schemas.openxmlformats.org/officeDocument/2006/relationships/slideLayout" Target="../slideLayouts/slideLayout312.xml"/><Relationship Id="rId4" Type="http://schemas.openxmlformats.org/officeDocument/2006/relationships/slideLayout" Target="../slideLayouts/slideLayout306.xml"/><Relationship Id="rId9" Type="http://schemas.openxmlformats.org/officeDocument/2006/relationships/slideLayout" Target="../slideLayouts/slideLayout311.xml"/></Relationships>
</file>

<file path=ppt/slideMasters/_rels/slideMaster32.xml.rels><?xml version="1.0" encoding="UTF-8" standalone="yes"?>
<Relationships xmlns="http://schemas.openxmlformats.org/package/2006/relationships"><Relationship Id="rId8" Type="http://schemas.openxmlformats.org/officeDocument/2006/relationships/slideLayout" Target="../slideLayouts/slideLayout320.xml"/><Relationship Id="rId3" Type="http://schemas.openxmlformats.org/officeDocument/2006/relationships/slideLayout" Target="../slideLayouts/slideLayout315.xml"/><Relationship Id="rId7" Type="http://schemas.openxmlformats.org/officeDocument/2006/relationships/slideLayout" Target="../slideLayouts/slideLayout319.xml"/><Relationship Id="rId2" Type="http://schemas.openxmlformats.org/officeDocument/2006/relationships/slideLayout" Target="../slideLayouts/slideLayout314.xml"/><Relationship Id="rId1" Type="http://schemas.openxmlformats.org/officeDocument/2006/relationships/slideLayout" Target="../slideLayouts/slideLayout313.xml"/><Relationship Id="rId6" Type="http://schemas.openxmlformats.org/officeDocument/2006/relationships/slideLayout" Target="../slideLayouts/slideLayout318.xml"/><Relationship Id="rId11" Type="http://schemas.openxmlformats.org/officeDocument/2006/relationships/theme" Target="../theme/theme32.xml"/><Relationship Id="rId5" Type="http://schemas.openxmlformats.org/officeDocument/2006/relationships/slideLayout" Target="../slideLayouts/slideLayout317.xml"/><Relationship Id="rId10" Type="http://schemas.openxmlformats.org/officeDocument/2006/relationships/slideLayout" Target="../slideLayouts/slideLayout322.xml"/><Relationship Id="rId4" Type="http://schemas.openxmlformats.org/officeDocument/2006/relationships/slideLayout" Target="../slideLayouts/slideLayout316.xml"/><Relationship Id="rId9" Type="http://schemas.openxmlformats.org/officeDocument/2006/relationships/slideLayout" Target="../slideLayouts/slideLayout321.xml"/></Relationships>
</file>

<file path=ppt/slideMasters/_rels/slideMaster33.xml.rels><?xml version="1.0" encoding="UTF-8" standalone="yes"?>
<Relationships xmlns="http://schemas.openxmlformats.org/package/2006/relationships"><Relationship Id="rId8" Type="http://schemas.openxmlformats.org/officeDocument/2006/relationships/slideLayout" Target="../slideLayouts/slideLayout330.xml"/><Relationship Id="rId3" Type="http://schemas.openxmlformats.org/officeDocument/2006/relationships/slideLayout" Target="../slideLayouts/slideLayout325.xml"/><Relationship Id="rId7" Type="http://schemas.openxmlformats.org/officeDocument/2006/relationships/slideLayout" Target="../slideLayouts/slideLayout329.xml"/><Relationship Id="rId2" Type="http://schemas.openxmlformats.org/officeDocument/2006/relationships/slideLayout" Target="../slideLayouts/slideLayout324.xml"/><Relationship Id="rId1" Type="http://schemas.openxmlformats.org/officeDocument/2006/relationships/slideLayout" Target="../slideLayouts/slideLayout323.xml"/><Relationship Id="rId6" Type="http://schemas.openxmlformats.org/officeDocument/2006/relationships/slideLayout" Target="../slideLayouts/slideLayout328.xml"/><Relationship Id="rId11" Type="http://schemas.openxmlformats.org/officeDocument/2006/relationships/theme" Target="../theme/theme33.xml"/><Relationship Id="rId5" Type="http://schemas.openxmlformats.org/officeDocument/2006/relationships/slideLayout" Target="../slideLayouts/slideLayout327.xml"/><Relationship Id="rId10" Type="http://schemas.openxmlformats.org/officeDocument/2006/relationships/slideLayout" Target="../slideLayouts/slideLayout332.xml"/><Relationship Id="rId4" Type="http://schemas.openxmlformats.org/officeDocument/2006/relationships/slideLayout" Target="../slideLayouts/slideLayout326.xml"/><Relationship Id="rId9" Type="http://schemas.openxmlformats.org/officeDocument/2006/relationships/slideLayout" Target="../slideLayouts/slideLayout331.xml"/></Relationships>
</file>

<file path=ppt/slideMasters/_rels/slideMaster34.xml.rels><?xml version="1.0" encoding="UTF-8" standalone="yes"?>
<Relationships xmlns="http://schemas.openxmlformats.org/package/2006/relationships"><Relationship Id="rId8" Type="http://schemas.openxmlformats.org/officeDocument/2006/relationships/slideLayout" Target="../slideLayouts/slideLayout340.xml"/><Relationship Id="rId3" Type="http://schemas.openxmlformats.org/officeDocument/2006/relationships/slideLayout" Target="../slideLayouts/slideLayout335.xml"/><Relationship Id="rId7" Type="http://schemas.openxmlformats.org/officeDocument/2006/relationships/slideLayout" Target="../slideLayouts/slideLayout339.xml"/><Relationship Id="rId2" Type="http://schemas.openxmlformats.org/officeDocument/2006/relationships/slideLayout" Target="../slideLayouts/slideLayout334.xml"/><Relationship Id="rId1" Type="http://schemas.openxmlformats.org/officeDocument/2006/relationships/slideLayout" Target="../slideLayouts/slideLayout333.xml"/><Relationship Id="rId6" Type="http://schemas.openxmlformats.org/officeDocument/2006/relationships/slideLayout" Target="../slideLayouts/slideLayout338.xml"/><Relationship Id="rId11" Type="http://schemas.openxmlformats.org/officeDocument/2006/relationships/theme" Target="../theme/theme34.xml"/><Relationship Id="rId5" Type="http://schemas.openxmlformats.org/officeDocument/2006/relationships/slideLayout" Target="../slideLayouts/slideLayout337.xml"/><Relationship Id="rId10" Type="http://schemas.openxmlformats.org/officeDocument/2006/relationships/slideLayout" Target="../slideLayouts/slideLayout342.xml"/><Relationship Id="rId4" Type="http://schemas.openxmlformats.org/officeDocument/2006/relationships/slideLayout" Target="../slideLayouts/slideLayout336.xml"/><Relationship Id="rId9" Type="http://schemas.openxmlformats.org/officeDocument/2006/relationships/slideLayout" Target="../slideLayouts/slideLayout341.xml"/></Relationships>
</file>

<file path=ppt/slideMasters/_rels/slideMaster35.xml.rels><?xml version="1.0" encoding="UTF-8" standalone="yes"?>
<Relationships xmlns="http://schemas.openxmlformats.org/package/2006/relationships"><Relationship Id="rId8" Type="http://schemas.openxmlformats.org/officeDocument/2006/relationships/slideLayout" Target="../slideLayouts/slideLayout350.xml"/><Relationship Id="rId3" Type="http://schemas.openxmlformats.org/officeDocument/2006/relationships/slideLayout" Target="../slideLayouts/slideLayout345.xml"/><Relationship Id="rId7" Type="http://schemas.openxmlformats.org/officeDocument/2006/relationships/slideLayout" Target="../slideLayouts/slideLayout349.xml"/><Relationship Id="rId2" Type="http://schemas.openxmlformats.org/officeDocument/2006/relationships/slideLayout" Target="../slideLayouts/slideLayout344.xml"/><Relationship Id="rId1" Type="http://schemas.openxmlformats.org/officeDocument/2006/relationships/slideLayout" Target="../slideLayouts/slideLayout343.xml"/><Relationship Id="rId6" Type="http://schemas.openxmlformats.org/officeDocument/2006/relationships/slideLayout" Target="../slideLayouts/slideLayout348.xml"/><Relationship Id="rId11" Type="http://schemas.openxmlformats.org/officeDocument/2006/relationships/theme" Target="../theme/theme35.xml"/><Relationship Id="rId5" Type="http://schemas.openxmlformats.org/officeDocument/2006/relationships/slideLayout" Target="../slideLayouts/slideLayout347.xml"/><Relationship Id="rId10" Type="http://schemas.openxmlformats.org/officeDocument/2006/relationships/slideLayout" Target="../slideLayouts/slideLayout352.xml"/><Relationship Id="rId4" Type="http://schemas.openxmlformats.org/officeDocument/2006/relationships/slideLayout" Target="../slideLayouts/slideLayout346.xml"/><Relationship Id="rId9" Type="http://schemas.openxmlformats.org/officeDocument/2006/relationships/slideLayout" Target="../slideLayouts/slideLayout351.xml"/></Relationships>
</file>

<file path=ppt/slideMasters/_rels/slideMaster36.xml.rels><?xml version="1.0" encoding="UTF-8" standalone="yes"?>
<Relationships xmlns="http://schemas.openxmlformats.org/package/2006/relationships"><Relationship Id="rId8" Type="http://schemas.openxmlformats.org/officeDocument/2006/relationships/slideLayout" Target="../slideLayouts/slideLayout360.xml"/><Relationship Id="rId3" Type="http://schemas.openxmlformats.org/officeDocument/2006/relationships/slideLayout" Target="../slideLayouts/slideLayout355.xml"/><Relationship Id="rId7" Type="http://schemas.openxmlformats.org/officeDocument/2006/relationships/slideLayout" Target="../slideLayouts/slideLayout359.xml"/><Relationship Id="rId2" Type="http://schemas.openxmlformats.org/officeDocument/2006/relationships/slideLayout" Target="../slideLayouts/slideLayout354.xml"/><Relationship Id="rId1" Type="http://schemas.openxmlformats.org/officeDocument/2006/relationships/slideLayout" Target="../slideLayouts/slideLayout353.xml"/><Relationship Id="rId6" Type="http://schemas.openxmlformats.org/officeDocument/2006/relationships/slideLayout" Target="../slideLayouts/slideLayout358.xml"/><Relationship Id="rId11" Type="http://schemas.openxmlformats.org/officeDocument/2006/relationships/theme" Target="../theme/theme36.xml"/><Relationship Id="rId5" Type="http://schemas.openxmlformats.org/officeDocument/2006/relationships/slideLayout" Target="../slideLayouts/slideLayout357.xml"/><Relationship Id="rId10" Type="http://schemas.openxmlformats.org/officeDocument/2006/relationships/slideLayout" Target="../slideLayouts/slideLayout362.xml"/><Relationship Id="rId4" Type="http://schemas.openxmlformats.org/officeDocument/2006/relationships/slideLayout" Target="../slideLayouts/slideLayout356.xml"/><Relationship Id="rId9" Type="http://schemas.openxmlformats.org/officeDocument/2006/relationships/slideLayout" Target="../slideLayouts/slideLayout361.xml"/></Relationships>
</file>

<file path=ppt/slideMasters/_rels/slideMaster37.xml.rels><?xml version="1.0" encoding="UTF-8" standalone="yes"?>
<Relationships xmlns="http://schemas.openxmlformats.org/package/2006/relationships"><Relationship Id="rId8" Type="http://schemas.openxmlformats.org/officeDocument/2006/relationships/slideLayout" Target="../slideLayouts/slideLayout370.xml"/><Relationship Id="rId3" Type="http://schemas.openxmlformats.org/officeDocument/2006/relationships/slideLayout" Target="../slideLayouts/slideLayout365.xml"/><Relationship Id="rId7" Type="http://schemas.openxmlformats.org/officeDocument/2006/relationships/slideLayout" Target="../slideLayouts/slideLayout369.xml"/><Relationship Id="rId2" Type="http://schemas.openxmlformats.org/officeDocument/2006/relationships/slideLayout" Target="../slideLayouts/slideLayout364.xml"/><Relationship Id="rId1" Type="http://schemas.openxmlformats.org/officeDocument/2006/relationships/slideLayout" Target="../slideLayouts/slideLayout363.xml"/><Relationship Id="rId6" Type="http://schemas.openxmlformats.org/officeDocument/2006/relationships/slideLayout" Target="../slideLayouts/slideLayout368.xml"/><Relationship Id="rId11" Type="http://schemas.openxmlformats.org/officeDocument/2006/relationships/theme" Target="../theme/theme37.xml"/><Relationship Id="rId5" Type="http://schemas.openxmlformats.org/officeDocument/2006/relationships/slideLayout" Target="../slideLayouts/slideLayout367.xml"/><Relationship Id="rId10" Type="http://schemas.openxmlformats.org/officeDocument/2006/relationships/slideLayout" Target="../slideLayouts/slideLayout372.xml"/><Relationship Id="rId4" Type="http://schemas.openxmlformats.org/officeDocument/2006/relationships/slideLayout" Target="../slideLayouts/slideLayout366.xml"/><Relationship Id="rId9" Type="http://schemas.openxmlformats.org/officeDocument/2006/relationships/slideLayout" Target="../slideLayouts/slideLayout371.xml"/></Relationships>
</file>

<file path=ppt/slideMasters/_rels/slideMaster38.xml.rels><?xml version="1.0" encoding="UTF-8" standalone="yes"?>
<Relationships xmlns="http://schemas.openxmlformats.org/package/2006/relationships"><Relationship Id="rId8" Type="http://schemas.openxmlformats.org/officeDocument/2006/relationships/slideLayout" Target="../slideLayouts/slideLayout380.xml"/><Relationship Id="rId3" Type="http://schemas.openxmlformats.org/officeDocument/2006/relationships/slideLayout" Target="../slideLayouts/slideLayout375.xml"/><Relationship Id="rId7" Type="http://schemas.openxmlformats.org/officeDocument/2006/relationships/slideLayout" Target="../slideLayouts/slideLayout379.xml"/><Relationship Id="rId2" Type="http://schemas.openxmlformats.org/officeDocument/2006/relationships/slideLayout" Target="../slideLayouts/slideLayout374.xml"/><Relationship Id="rId1" Type="http://schemas.openxmlformats.org/officeDocument/2006/relationships/slideLayout" Target="../slideLayouts/slideLayout373.xml"/><Relationship Id="rId6" Type="http://schemas.openxmlformats.org/officeDocument/2006/relationships/slideLayout" Target="../slideLayouts/slideLayout378.xml"/><Relationship Id="rId11" Type="http://schemas.openxmlformats.org/officeDocument/2006/relationships/theme" Target="../theme/theme38.xml"/><Relationship Id="rId5" Type="http://schemas.openxmlformats.org/officeDocument/2006/relationships/slideLayout" Target="../slideLayouts/slideLayout377.xml"/><Relationship Id="rId10" Type="http://schemas.openxmlformats.org/officeDocument/2006/relationships/slideLayout" Target="../slideLayouts/slideLayout382.xml"/><Relationship Id="rId4" Type="http://schemas.openxmlformats.org/officeDocument/2006/relationships/slideLayout" Target="../slideLayouts/slideLayout376.xml"/><Relationship Id="rId9" Type="http://schemas.openxmlformats.org/officeDocument/2006/relationships/slideLayout" Target="../slideLayouts/slideLayout381.xml"/></Relationships>
</file>

<file path=ppt/slideMasters/_rels/slideMaster39.xml.rels><?xml version="1.0" encoding="UTF-8" standalone="yes"?>
<Relationships xmlns="http://schemas.openxmlformats.org/package/2006/relationships"><Relationship Id="rId8" Type="http://schemas.openxmlformats.org/officeDocument/2006/relationships/slideLayout" Target="../slideLayouts/slideLayout390.xml"/><Relationship Id="rId3" Type="http://schemas.openxmlformats.org/officeDocument/2006/relationships/slideLayout" Target="../slideLayouts/slideLayout385.xml"/><Relationship Id="rId7" Type="http://schemas.openxmlformats.org/officeDocument/2006/relationships/slideLayout" Target="../slideLayouts/slideLayout389.xml"/><Relationship Id="rId2" Type="http://schemas.openxmlformats.org/officeDocument/2006/relationships/slideLayout" Target="../slideLayouts/slideLayout384.xml"/><Relationship Id="rId1" Type="http://schemas.openxmlformats.org/officeDocument/2006/relationships/slideLayout" Target="../slideLayouts/slideLayout383.xml"/><Relationship Id="rId6" Type="http://schemas.openxmlformats.org/officeDocument/2006/relationships/slideLayout" Target="../slideLayouts/slideLayout388.xml"/><Relationship Id="rId11" Type="http://schemas.openxmlformats.org/officeDocument/2006/relationships/theme" Target="../theme/theme39.xml"/><Relationship Id="rId5" Type="http://schemas.openxmlformats.org/officeDocument/2006/relationships/slideLayout" Target="../slideLayouts/slideLayout387.xml"/><Relationship Id="rId10" Type="http://schemas.openxmlformats.org/officeDocument/2006/relationships/slideLayout" Target="../slideLayouts/slideLayout392.xml"/><Relationship Id="rId4" Type="http://schemas.openxmlformats.org/officeDocument/2006/relationships/slideLayout" Target="../slideLayouts/slideLayout386.xml"/><Relationship Id="rId9" Type="http://schemas.openxmlformats.org/officeDocument/2006/relationships/slideLayout" Target="../slideLayouts/slideLayout391.xml"/></Relationships>
</file>

<file path=ppt/slideMasters/_rels/slideMaster40.xml.rels><?xml version="1.0" encoding="UTF-8" standalone="yes"?>
<Relationships xmlns="http://schemas.openxmlformats.org/package/2006/relationships"><Relationship Id="rId8" Type="http://schemas.openxmlformats.org/officeDocument/2006/relationships/slideLayout" Target="../slideLayouts/slideLayout400.xml"/><Relationship Id="rId3" Type="http://schemas.openxmlformats.org/officeDocument/2006/relationships/slideLayout" Target="../slideLayouts/slideLayout395.xml"/><Relationship Id="rId7" Type="http://schemas.openxmlformats.org/officeDocument/2006/relationships/slideLayout" Target="../slideLayouts/slideLayout399.xml"/><Relationship Id="rId2" Type="http://schemas.openxmlformats.org/officeDocument/2006/relationships/slideLayout" Target="../slideLayouts/slideLayout394.xml"/><Relationship Id="rId1" Type="http://schemas.openxmlformats.org/officeDocument/2006/relationships/slideLayout" Target="../slideLayouts/slideLayout393.xml"/><Relationship Id="rId6" Type="http://schemas.openxmlformats.org/officeDocument/2006/relationships/slideLayout" Target="../slideLayouts/slideLayout398.xml"/><Relationship Id="rId11" Type="http://schemas.openxmlformats.org/officeDocument/2006/relationships/theme" Target="../theme/theme40.xml"/><Relationship Id="rId5" Type="http://schemas.openxmlformats.org/officeDocument/2006/relationships/slideLayout" Target="../slideLayouts/slideLayout397.xml"/><Relationship Id="rId10" Type="http://schemas.openxmlformats.org/officeDocument/2006/relationships/slideLayout" Target="../slideLayouts/slideLayout402.xml"/><Relationship Id="rId4" Type="http://schemas.openxmlformats.org/officeDocument/2006/relationships/slideLayout" Target="../slideLayouts/slideLayout396.xml"/><Relationship Id="rId9" Type="http://schemas.openxmlformats.org/officeDocument/2006/relationships/slideLayout" Target="../slideLayouts/slideLayout401.xml"/></Relationships>
</file>

<file path=ppt/slideMasters/_rels/slideMaster41.xml.rels><?xml version="1.0" encoding="UTF-8" standalone="yes"?>
<Relationships xmlns="http://schemas.openxmlformats.org/package/2006/relationships"><Relationship Id="rId8" Type="http://schemas.openxmlformats.org/officeDocument/2006/relationships/slideLayout" Target="../slideLayouts/slideLayout410.xml"/><Relationship Id="rId3" Type="http://schemas.openxmlformats.org/officeDocument/2006/relationships/slideLayout" Target="../slideLayouts/slideLayout405.xml"/><Relationship Id="rId7" Type="http://schemas.openxmlformats.org/officeDocument/2006/relationships/slideLayout" Target="../slideLayouts/slideLayout409.xml"/><Relationship Id="rId2" Type="http://schemas.openxmlformats.org/officeDocument/2006/relationships/slideLayout" Target="../slideLayouts/slideLayout404.xml"/><Relationship Id="rId1" Type="http://schemas.openxmlformats.org/officeDocument/2006/relationships/slideLayout" Target="../slideLayouts/slideLayout403.xml"/><Relationship Id="rId6" Type="http://schemas.openxmlformats.org/officeDocument/2006/relationships/slideLayout" Target="../slideLayouts/slideLayout408.xml"/><Relationship Id="rId11" Type="http://schemas.openxmlformats.org/officeDocument/2006/relationships/theme" Target="../theme/theme41.xml"/><Relationship Id="rId5" Type="http://schemas.openxmlformats.org/officeDocument/2006/relationships/slideLayout" Target="../slideLayouts/slideLayout407.xml"/><Relationship Id="rId10" Type="http://schemas.openxmlformats.org/officeDocument/2006/relationships/slideLayout" Target="../slideLayouts/slideLayout412.xml"/><Relationship Id="rId4" Type="http://schemas.openxmlformats.org/officeDocument/2006/relationships/slideLayout" Target="../slideLayouts/slideLayout406.xml"/><Relationship Id="rId9" Type="http://schemas.openxmlformats.org/officeDocument/2006/relationships/slideLayout" Target="../slideLayouts/slideLayout4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83A04D6A-A2A6-4117-91B5-09244ABA53E6}"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AE456A78-2135-4C0E-9F84-A00A64C4DA83}"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101" r:id="rId1"/>
    <p:sldLayoutId id="2147484503" r:id="rId2"/>
    <p:sldLayoutId id="2147484100" r:id="rId3"/>
    <p:sldLayoutId id="2147484099" r:id="rId4"/>
    <p:sldLayoutId id="2147484098" r:id="rId5"/>
    <p:sldLayoutId id="2147484097" r:id="rId6"/>
    <p:sldLayoutId id="2147484096" r:id="rId7"/>
    <p:sldLayoutId id="2147484095" r:id="rId8"/>
    <p:sldLayoutId id="2147484094" r:id="rId9"/>
    <p:sldLayoutId id="2147484093" r:id="rId10"/>
    <p:sldLayoutId id="2147484092" r:id="rId11"/>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微软雅黑" pitchFamily="34" charset="-122"/>
        </a:defRPr>
      </a:lvl2pPr>
      <a:lvl3pPr algn="l" rtl="0" fontAlgn="base">
        <a:lnSpc>
          <a:spcPct val="90000"/>
        </a:lnSpc>
        <a:spcBef>
          <a:spcPct val="0"/>
        </a:spcBef>
        <a:spcAft>
          <a:spcPct val="0"/>
        </a:spcAft>
        <a:defRPr sz="4400">
          <a:solidFill>
            <a:schemeClr val="tx1"/>
          </a:solidFill>
          <a:latin typeface="Calibri Light" pitchFamily="34" charset="0"/>
          <a:ea typeface="微软雅黑" pitchFamily="34" charset="-122"/>
        </a:defRPr>
      </a:lvl3pPr>
      <a:lvl4pPr algn="l" rtl="0" fontAlgn="base">
        <a:lnSpc>
          <a:spcPct val="90000"/>
        </a:lnSpc>
        <a:spcBef>
          <a:spcPct val="0"/>
        </a:spcBef>
        <a:spcAft>
          <a:spcPct val="0"/>
        </a:spcAft>
        <a:defRPr sz="4400">
          <a:solidFill>
            <a:schemeClr val="tx1"/>
          </a:solidFill>
          <a:latin typeface="Calibri Light" pitchFamily="34" charset="0"/>
          <a:ea typeface="微软雅黑" pitchFamily="34" charset="-122"/>
        </a:defRPr>
      </a:lvl4pPr>
      <a:lvl5pPr algn="l" rtl="0" fontAlgn="base">
        <a:lnSpc>
          <a:spcPct val="90000"/>
        </a:lnSpc>
        <a:spcBef>
          <a:spcPct val="0"/>
        </a:spcBef>
        <a:spcAft>
          <a:spcPct val="0"/>
        </a:spcAft>
        <a:defRPr sz="4400">
          <a:solidFill>
            <a:schemeClr val="tx1"/>
          </a:solidFill>
          <a:latin typeface="Calibri Light" pitchFamily="34" charset="0"/>
          <a:ea typeface="微软雅黑" pitchFamily="34"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微软雅黑" pitchFamily="34"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微软雅黑" pitchFamily="34"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微软雅黑" pitchFamily="34"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微软雅黑" pitchFamily="34"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3315"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75915284-E90E-4C40-9858-121E5A21118A}"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DBA5A8FF-A871-43F3-9EB6-D9163E55F8F4}"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112" r:id="rId1"/>
    <p:sldLayoutId id="2147484111" r:id="rId2"/>
    <p:sldLayoutId id="2147484110" r:id="rId3"/>
    <p:sldLayoutId id="2147484109" r:id="rId4"/>
    <p:sldLayoutId id="2147484108" r:id="rId5"/>
    <p:sldLayoutId id="2147484107" r:id="rId6"/>
    <p:sldLayoutId id="2147484106" r:id="rId7"/>
    <p:sldLayoutId id="2147484105" r:id="rId8"/>
    <p:sldLayoutId id="2147484104" r:id="rId9"/>
    <p:sldLayoutId id="2147484103" r:id="rId10"/>
    <p:sldLayoutId id="2147484102" r:id="rId11"/>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5603"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4BF7DD98-CCC5-49F9-BA5F-DCB7342EBBE2}"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A45B810B-7550-454B-AB3D-F528DC9A0C26}"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122" r:id="rId1"/>
    <p:sldLayoutId id="2147484121" r:id="rId2"/>
    <p:sldLayoutId id="2147484120" r:id="rId3"/>
    <p:sldLayoutId id="2147484119" r:id="rId4"/>
    <p:sldLayoutId id="2147484118" r:id="rId5"/>
    <p:sldLayoutId id="2147484117" r:id="rId6"/>
    <p:sldLayoutId id="2147484116" r:id="rId7"/>
    <p:sldLayoutId id="2147484115" r:id="rId8"/>
    <p:sldLayoutId id="2147484114" r:id="rId9"/>
    <p:sldLayoutId id="214748411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6867"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7021B160-25C5-409D-8E23-265C56782482}"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C6050EA1-8740-4AD1-8DBC-0B28F403AC0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132" r:id="rId1"/>
    <p:sldLayoutId id="2147484131" r:id="rId2"/>
    <p:sldLayoutId id="2147484130" r:id="rId3"/>
    <p:sldLayoutId id="2147484129" r:id="rId4"/>
    <p:sldLayoutId id="2147484128" r:id="rId5"/>
    <p:sldLayoutId id="2147484127" r:id="rId6"/>
    <p:sldLayoutId id="2147484126" r:id="rId7"/>
    <p:sldLayoutId id="2147484125" r:id="rId8"/>
    <p:sldLayoutId id="2147484124" r:id="rId9"/>
    <p:sldLayoutId id="214748412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8131"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B4DA8FA9-14E9-436F-AB77-46409929962D}"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246E51D0-EA5D-491E-91F2-72CBE5B21587}"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142" r:id="rId1"/>
    <p:sldLayoutId id="2147484141" r:id="rId2"/>
    <p:sldLayoutId id="2147484140" r:id="rId3"/>
    <p:sldLayoutId id="2147484139" r:id="rId4"/>
    <p:sldLayoutId id="2147484138" r:id="rId5"/>
    <p:sldLayoutId id="2147484137" r:id="rId6"/>
    <p:sldLayoutId id="2147484136" r:id="rId7"/>
    <p:sldLayoutId id="2147484135" r:id="rId8"/>
    <p:sldLayoutId id="2147484134" r:id="rId9"/>
    <p:sldLayoutId id="214748413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59395"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5FC5BA79-F247-4EF2-87B7-92D1B5C35892}"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196D048D-427A-472C-8C23-FACF6581F517}"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152" r:id="rId1"/>
    <p:sldLayoutId id="2147484151" r:id="rId2"/>
    <p:sldLayoutId id="2147484150" r:id="rId3"/>
    <p:sldLayoutId id="2147484149" r:id="rId4"/>
    <p:sldLayoutId id="2147484148" r:id="rId5"/>
    <p:sldLayoutId id="2147484147" r:id="rId6"/>
    <p:sldLayoutId id="2147484146" r:id="rId7"/>
    <p:sldLayoutId id="2147484145" r:id="rId8"/>
    <p:sldLayoutId id="2147484144" r:id="rId9"/>
    <p:sldLayoutId id="214748414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0659"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730037D0-F9EE-42DB-A487-8252F12C4938}"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37231362-C49C-4065-82D9-898F6B91FBC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162" r:id="rId1"/>
    <p:sldLayoutId id="2147484161" r:id="rId2"/>
    <p:sldLayoutId id="2147484160" r:id="rId3"/>
    <p:sldLayoutId id="2147484159" r:id="rId4"/>
    <p:sldLayoutId id="2147484158" r:id="rId5"/>
    <p:sldLayoutId id="2147484157" r:id="rId6"/>
    <p:sldLayoutId id="2147484156" r:id="rId7"/>
    <p:sldLayoutId id="2147484155" r:id="rId8"/>
    <p:sldLayoutId id="2147484154" r:id="rId9"/>
    <p:sldLayoutId id="214748415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81923"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A9EC1F4C-4A40-4325-9FC2-A75CE82CB36A}"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663C220D-6A85-4D2C-93B7-146AC44288E8}"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172" r:id="rId1"/>
    <p:sldLayoutId id="2147484171" r:id="rId2"/>
    <p:sldLayoutId id="2147484170" r:id="rId3"/>
    <p:sldLayoutId id="2147484169" r:id="rId4"/>
    <p:sldLayoutId id="2147484168" r:id="rId5"/>
    <p:sldLayoutId id="2147484167" r:id="rId6"/>
    <p:sldLayoutId id="2147484166" r:id="rId7"/>
    <p:sldLayoutId id="2147484165" r:id="rId8"/>
    <p:sldLayoutId id="2147484164" r:id="rId9"/>
    <p:sldLayoutId id="214748416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186"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93187"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11605702-8B4F-4339-A8E3-2BDB1DA25CF8}"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3A1EF911-D50A-4E4C-949F-521B058EF08B}"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182" r:id="rId1"/>
    <p:sldLayoutId id="2147484181" r:id="rId2"/>
    <p:sldLayoutId id="2147484180" r:id="rId3"/>
    <p:sldLayoutId id="2147484179" r:id="rId4"/>
    <p:sldLayoutId id="2147484178" r:id="rId5"/>
    <p:sldLayoutId id="2147484177" r:id="rId6"/>
    <p:sldLayoutId id="2147484176" r:id="rId7"/>
    <p:sldLayoutId id="2147484175" r:id="rId8"/>
    <p:sldLayoutId id="2147484174" r:id="rId9"/>
    <p:sldLayoutId id="214748417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4451"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EA14E427-FFA8-43D0-8BE6-E4AE9CD9A093}"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829866AB-0749-450C-871A-C3FB333F16CB}"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192" r:id="rId1"/>
    <p:sldLayoutId id="2147484191" r:id="rId2"/>
    <p:sldLayoutId id="2147484190" r:id="rId3"/>
    <p:sldLayoutId id="2147484189" r:id="rId4"/>
    <p:sldLayoutId id="2147484188" r:id="rId5"/>
    <p:sldLayoutId id="2147484187" r:id="rId6"/>
    <p:sldLayoutId id="2147484186" r:id="rId7"/>
    <p:sldLayoutId id="2147484185" r:id="rId8"/>
    <p:sldLayoutId id="2147484184" r:id="rId9"/>
    <p:sldLayoutId id="214748418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714"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15715"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3F3087F8-0592-4C57-B30A-18177C64ACB5}"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F97A57B4-DCC6-4FD9-9B60-61152604785A}"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202" r:id="rId1"/>
    <p:sldLayoutId id="2147484201" r:id="rId2"/>
    <p:sldLayoutId id="2147484200" r:id="rId3"/>
    <p:sldLayoutId id="2147484199" r:id="rId4"/>
    <p:sldLayoutId id="2147484198" r:id="rId5"/>
    <p:sldLayoutId id="2147484197" r:id="rId6"/>
    <p:sldLayoutId id="2147484196" r:id="rId7"/>
    <p:sldLayoutId id="2147484195" r:id="rId8"/>
    <p:sldLayoutId id="2147484194" r:id="rId9"/>
    <p:sldLayoutId id="214748419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6978"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26979"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28F35439-7A67-4FDA-AE89-D8CD6B9FEBE6}"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1A0F592A-FED3-4CBB-B675-56D2EAF7A49A}"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212" r:id="rId1"/>
    <p:sldLayoutId id="2147484211" r:id="rId2"/>
    <p:sldLayoutId id="2147484210" r:id="rId3"/>
    <p:sldLayoutId id="2147484209" r:id="rId4"/>
    <p:sldLayoutId id="2147484208" r:id="rId5"/>
    <p:sldLayoutId id="2147484207" r:id="rId6"/>
    <p:sldLayoutId id="2147484206" r:id="rId7"/>
    <p:sldLayoutId id="2147484205" r:id="rId8"/>
    <p:sldLayoutId id="2147484204" r:id="rId9"/>
    <p:sldLayoutId id="214748420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8242"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38243"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2983FE0D-5AAD-4D7E-B9C4-96C9F3362734}"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1FF31AA9-4AE2-470F-A6F0-743D69809A30}"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222" r:id="rId1"/>
    <p:sldLayoutId id="2147484221" r:id="rId2"/>
    <p:sldLayoutId id="2147484220" r:id="rId3"/>
    <p:sldLayoutId id="2147484219" r:id="rId4"/>
    <p:sldLayoutId id="2147484218" r:id="rId5"/>
    <p:sldLayoutId id="2147484217" r:id="rId6"/>
    <p:sldLayoutId id="2147484216" r:id="rId7"/>
    <p:sldLayoutId id="2147484215" r:id="rId8"/>
    <p:sldLayoutId id="2147484214" r:id="rId9"/>
    <p:sldLayoutId id="214748421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9506"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49507"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1837BC20-AD14-4F38-933E-338ADDB42641}"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32087C8F-CCDE-4212-B776-EDA249F98998}"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232" r:id="rId1"/>
    <p:sldLayoutId id="2147484231" r:id="rId2"/>
    <p:sldLayoutId id="2147484230" r:id="rId3"/>
    <p:sldLayoutId id="2147484229" r:id="rId4"/>
    <p:sldLayoutId id="2147484228" r:id="rId5"/>
    <p:sldLayoutId id="2147484227" r:id="rId6"/>
    <p:sldLayoutId id="2147484226" r:id="rId7"/>
    <p:sldLayoutId id="2147484225" r:id="rId8"/>
    <p:sldLayoutId id="2147484224" r:id="rId9"/>
    <p:sldLayoutId id="214748422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0770"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60771"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59FF7004-B510-4373-B0FE-202F102C53F2}"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916F8F34-20EA-4E9E-85C3-39BA9CFEF089}"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242" r:id="rId1"/>
    <p:sldLayoutId id="2147484241" r:id="rId2"/>
    <p:sldLayoutId id="2147484240" r:id="rId3"/>
    <p:sldLayoutId id="2147484239" r:id="rId4"/>
    <p:sldLayoutId id="2147484238" r:id="rId5"/>
    <p:sldLayoutId id="2147484237" r:id="rId6"/>
    <p:sldLayoutId id="2147484236" r:id="rId7"/>
    <p:sldLayoutId id="2147484235" r:id="rId8"/>
    <p:sldLayoutId id="2147484234" r:id="rId9"/>
    <p:sldLayoutId id="214748423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2034"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72035"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EF7F7129-1526-4141-9D92-023D2B80895B}"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03FDBDA4-3FDD-4033-883B-262C588FBAD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252" r:id="rId1"/>
    <p:sldLayoutId id="2147484251" r:id="rId2"/>
    <p:sldLayoutId id="2147484250" r:id="rId3"/>
    <p:sldLayoutId id="2147484249" r:id="rId4"/>
    <p:sldLayoutId id="2147484248" r:id="rId5"/>
    <p:sldLayoutId id="2147484247" r:id="rId6"/>
    <p:sldLayoutId id="2147484246" r:id="rId7"/>
    <p:sldLayoutId id="2147484245" r:id="rId8"/>
    <p:sldLayoutId id="2147484244" r:id="rId9"/>
    <p:sldLayoutId id="214748424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3298"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83299"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663E3E16-246C-46C6-814B-829F02EF9995}"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96ABDCE3-21FA-4B7C-8C9B-DC5C6526D57D}"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262" r:id="rId1"/>
    <p:sldLayoutId id="2147484261" r:id="rId2"/>
    <p:sldLayoutId id="2147484260" r:id="rId3"/>
    <p:sldLayoutId id="2147484259" r:id="rId4"/>
    <p:sldLayoutId id="2147484258" r:id="rId5"/>
    <p:sldLayoutId id="2147484257" r:id="rId6"/>
    <p:sldLayoutId id="2147484256" r:id="rId7"/>
    <p:sldLayoutId id="2147484255" r:id="rId8"/>
    <p:sldLayoutId id="2147484254" r:id="rId9"/>
    <p:sldLayoutId id="214748425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62"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94563"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0F54E746-0747-49BA-B092-0087882B5985}"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79A00681-089D-4CAE-B694-F5FB1B6D9537}"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272" r:id="rId1"/>
    <p:sldLayoutId id="2147484271" r:id="rId2"/>
    <p:sldLayoutId id="2147484270" r:id="rId3"/>
    <p:sldLayoutId id="2147484269" r:id="rId4"/>
    <p:sldLayoutId id="2147484268" r:id="rId5"/>
    <p:sldLayoutId id="2147484267" r:id="rId6"/>
    <p:sldLayoutId id="2147484266" r:id="rId7"/>
    <p:sldLayoutId id="2147484265" r:id="rId8"/>
    <p:sldLayoutId id="2147484264" r:id="rId9"/>
    <p:sldLayoutId id="214748426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826"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827"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2E9E4089-6492-4E81-94BF-B0156342453D}"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0B35B56F-58CC-4106-BD56-57E183051708}"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282" r:id="rId1"/>
    <p:sldLayoutId id="2147484281" r:id="rId2"/>
    <p:sldLayoutId id="2147484280" r:id="rId3"/>
    <p:sldLayoutId id="2147484279" r:id="rId4"/>
    <p:sldLayoutId id="2147484278" r:id="rId5"/>
    <p:sldLayoutId id="2147484277" r:id="rId6"/>
    <p:sldLayoutId id="2147484276" r:id="rId7"/>
    <p:sldLayoutId id="2147484275" r:id="rId8"/>
    <p:sldLayoutId id="2147484274" r:id="rId9"/>
    <p:sldLayoutId id="214748427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7090"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17091"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CB499B57-29AD-44C6-A70D-64C0F3100AA6}"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ECE0CA39-0931-4ACD-B6E6-173C188C786D}"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292" r:id="rId1"/>
    <p:sldLayoutId id="2147484291" r:id="rId2"/>
    <p:sldLayoutId id="2147484290" r:id="rId3"/>
    <p:sldLayoutId id="2147484289" r:id="rId4"/>
    <p:sldLayoutId id="2147484288" r:id="rId5"/>
    <p:sldLayoutId id="2147484287" r:id="rId6"/>
    <p:sldLayoutId id="2147484286" r:id="rId7"/>
    <p:sldLayoutId id="2147484285" r:id="rId8"/>
    <p:sldLayoutId id="2147484284" r:id="rId9"/>
    <p:sldLayoutId id="214748428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8354"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28355"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55441EF7-C95E-45E0-A479-540CD2432BB7}"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0F6BF21D-C783-456D-A5A0-C8B0B759F913}"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302" r:id="rId1"/>
    <p:sldLayoutId id="2147484301" r:id="rId2"/>
    <p:sldLayoutId id="2147484300" r:id="rId3"/>
    <p:sldLayoutId id="2147484299" r:id="rId4"/>
    <p:sldLayoutId id="2147484298" r:id="rId5"/>
    <p:sldLayoutId id="2147484297" r:id="rId6"/>
    <p:sldLayoutId id="2147484296" r:id="rId7"/>
    <p:sldLayoutId id="2147484295" r:id="rId8"/>
    <p:sldLayoutId id="2147484294" r:id="rId9"/>
    <p:sldLayoutId id="214748429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9618"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39619"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D4C2777A-CD6F-49B5-BA8A-AD8B9F1AFFD5}"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CF2F5E70-BDF0-45C7-8A62-7C1EA789A6F0}"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312" r:id="rId1"/>
    <p:sldLayoutId id="2147484311" r:id="rId2"/>
    <p:sldLayoutId id="2147484310" r:id="rId3"/>
    <p:sldLayoutId id="2147484309" r:id="rId4"/>
    <p:sldLayoutId id="2147484308" r:id="rId5"/>
    <p:sldLayoutId id="2147484307" r:id="rId6"/>
    <p:sldLayoutId id="2147484306" r:id="rId7"/>
    <p:sldLayoutId id="2147484305" r:id="rId8"/>
    <p:sldLayoutId id="2147484304" r:id="rId9"/>
    <p:sldLayoutId id="214748430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0882"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50883"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749FF01E-0632-4F46-9186-7E542714F62C}"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4FF656F7-558F-4375-ABB3-74399761906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322" r:id="rId1"/>
    <p:sldLayoutId id="2147484321" r:id="rId2"/>
    <p:sldLayoutId id="2147484320" r:id="rId3"/>
    <p:sldLayoutId id="2147484319" r:id="rId4"/>
    <p:sldLayoutId id="2147484318" r:id="rId5"/>
    <p:sldLayoutId id="2147484317" r:id="rId6"/>
    <p:sldLayoutId id="2147484316" r:id="rId7"/>
    <p:sldLayoutId id="2147484315" r:id="rId8"/>
    <p:sldLayoutId id="2147484314" r:id="rId9"/>
    <p:sldLayoutId id="214748431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2146"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62147"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D150389B-3749-4C3B-85C9-23225F2B136D}"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7C6C3E92-A260-43E8-9083-34EB120B19C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332" r:id="rId1"/>
    <p:sldLayoutId id="2147484331" r:id="rId2"/>
    <p:sldLayoutId id="2147484330" r:id="rId3"/>
    <p:sldLayoutId id="2147484329" r:id="rId4"/>
    <p:sldLayoutId id="2147484328" r:id="rId5"/>
    <p:sldLayoutId id="2147484327" r:id="rId6"/>
    <p:sldLayoutId id="2147484326" r:id="rId7"/>
    <p:sldLayoutId id="2147484325" r:id="rId8"/>
    <p:sldLayoutId id="2147484324" r:id="rId9"/>
    <p:sldLayoutId id="214748432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3410"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73411"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88B1203D-369A-4FD9-99BA-4467171AEA22}"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3B54F655-7AC5-4682-979C-16EBD4CDC737}"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342" r:id="rId1"/>
    <p:sldLayoutId id="2147484341" r:id="rId2"/>
    <p:sldLayoutId id="2147484340" r:id="rId3"/>
    <p:sldLayoutId id="2147484339" r:id="rId4"/>
    <p:sldLayoutId id="2147484338" r:id="rId5"/>
    <p:sldLayoutId id="2147484337" r:id="rId6"/>
    <p:sldLayoutId id="2147484336" r:id="rId7"/>
    <p:sldLayoutId id="2147484335" r:id="rId8"/>
    <p:sldLayoutId id="2147484334" r:id="rId9"/>
    <p:sldLayoutId id="214748433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4674"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84675"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9D0CB042-7BDC-4F3F-BAFB-7FB1CC6A9150}"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EC765FAD-628A-4AAD-AE6F-09A27751BE0B}"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352" r:id="rId1"/>
    <p:sldLayoutId id="2147484351" r:id="rId2"/>
    <p:sldLayoutId id="2147484350" r:id="rId3"/>
    <p:sldLayoutId id="2147484349" r:id="rId4"/>
    <p:sldLayoutId id="2147484348" r:id="rId5"/>
    <p:sldLayoutId id="2147484347" r:id="rId6"/>
    <p:sldLayoutId id="2147484346" r:id="rId7"/>
    <p:sldLayoutId id="2147484345" r:id="rId8"/>
    <p:sldLayoutId id="2147484344" r:id="rId9"/>
    <p:sldLayoutId id="214748434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5938"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95939"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038183E5-01B4-4F75-B21D-B74D91726C15}"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39124575-02F6-4C6E-93F8-597FCA8AA6BC}"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362" r:id="rId1"/>
    <p:sldLayoutId id="2147484361" r:id="rId2"/>
    <p:sldLayoutId id="2147484360" r:id="rId3"/>
    <p:sldLayoutId id="2147484359" r:id="rId4"/>
    <p:sldLayoutId id="2147484358" r:id="rId5"/>
    <p:sldLayoutId id="2147484357" r:id="rId6"/>
    <p:sldLayoutId id="2147484356" r:id="rId7"/>
    <p:sldLayoutId id="2147484355" r:id="rId8"/>
    <p:sldLayoutId id="2147484354" r:id="rId9"/>
    <p:sldLayoutId id="214748435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02"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203"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8E0EAF6E-5B84-4B50-8699-69DEB21C7CAA}"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0CE9BAC0-F73E-4EA5-8C2B-AD8E0BA3E980}"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372" r:id="rId1"/>
    <p:sldLayoutId id="2147484371" r:id="rId2"/>
    <p:sldLayoutId id="2147484370" r:id="rId3"/>
    <p:sldLayoutId id="2147484369" r:id="rId4"/>
    <p:sldLayoutId id="2147484368" r:id="rId5"/>
    <p:sldLayoutId id="2147484367" r:id="rId6"/>
    <p:sldLayoutId id="2147484366" r:id="rId7"/>
    <p:sldLayoutId id="2147484365" r:id="rId8"/>
    <p:sldLayoutId id="2147484364" r:id="rId9"/>
    <p:sldLayoutId id="214748436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8466"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18467"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5595AE46-47A2-4F9C-8290-FDCC7330C147}"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EEA971CA-58AA-497F-BE3C-2F4A5E491A06}"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382" r:id="rId1"/>
    <p:sldLayoutId id="2147484381" r:id="rId2"/>
    <p:sldLayoutId id="2147484380" r:id="rId3"/>
    <p:sldLayoutId id="2147484379" r:id="rId4"/>
    <p:sldLayoutId id="2147484378" r:id="rId5"/>
    <p:sldLayoutId id="2147484377" r:id="rId6"/>
    <p:sldLayoutId id="2147484376" r:id="rId7"/>
    <p:sldLayoutId id="2147484375" r:id="rId8"/>
    <p:sldLayoutId id="2147484374" r:id="rId9"/>
    <p:sldLayoutId id="214748437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9730"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29731"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851E23EA-82F9-4572-867D-1C538824F515}"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FD6D8530-4561-40D5-8AC6-9035685A45E2}"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392" r:id="rId1"/>
    <p:sldLayoutId id="2147484391" r:id="rId2"/>
    <p:sldLayoutId id="2147484390" r:id="rId3"/>
    <p:sldLayoutId id="2147484389" r:id="rId4"/>
    <p:sldLayoutId id="2147484388" r:id="rId5"/>
    <p:sldLayoutId id="2147484387" r:id="rId6"/>
    <p:sldLayoutId id="2147484386" r:id="rId7"/>
    <p:sldLayoutId id="2147484385" r:id="rId8"/>
    <p:sldLayoutId id="2147484384" r:id="rId9"/>
    <p:sldLayoutId id="214748438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0994"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40995"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F347C056-70B7-4990-BEBE-AC65E909C2F2}"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1E42C172-B61A-4FE4-8471-EC710CB0E7CF}"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402" r:id="rId1"/>
    <p:sldLayoutId id="2147484401" r:id="rId2"/>
    <p:sldLayoutId id="2147484400" r:id="rId3"/>
    <p:sldLayoutId id="2147484399" r:id="rId4"/>
    <p:sldLayoutId id="2147484398" r:id="rId5"/>
    <p:sldLayoutId id="2147484397" r:id="rId6"/>
    <p:sldLayoutId id="2147484396" r:id="rId7"/>
    <p:sldLayoutId id="2147484395" r:id="rId8"/>
    <p:sldLayoutId id="2147484394" r:id="rId9"/>
    <p:sldLayoutId id="214748439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2258"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52259"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11CDF004-DCD3-4DE5-B8E7-50959C01DD3D}"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D592D2DC-C15C-4242-881F-81306F015607}"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412" r:id="rId1"/>
    <p:sldLayoutId id="2147484411" r:id="rId2"/>
    <p:sldLayoutId id="2147484410" r:id="rId3"/>
    <p:sldLayoutId id="2147484409" r:id="rId4"/>
    <p:sldLayoutId id="2147484408" r:id="rId5"/>
    <p:sldLayoutId id="2147484407" r:id="rId6"/>
    <p:sldLayoutId id="2147484406" r:id="rId7"/>
    <p:sldLayoutId id="2147484405" r:id="rId8"/>
    <p:sldLayoutId id="2147484404" r:id="rId9"/>
    <p:sldLayoutId id="214748440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3522"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63523"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7D0F0999-A21C-4493-9EBD-9FCEB2DF6BD1}"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4EF4AAD2-D759-427E-AE61-222B66DE470C}"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422" r:id="rId1"/>
    <p:sldLayoutId id="2147484421" r:id="rId2"/>
    <p:sldLayoutId id="2147484420" r:id="rId3"/>
    <p:sldLayoutId id="2147484419" r:id="rId4"/>
    <p:sldLayoutId id="2147484418" r:id="rId5"/>
    <p:sldLayoutId id="2147484417" r:id="rId6"/>
    <p:sldLayoutId id="2147484416" r:id="rId7"/>
    <p:sldLayoutId id="2147484415" r:id="rId8"/>
    <p:sldLayoutId id="2147484414" r:id="rId9"/>
    <p:sldLayoutId id="214748441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4786"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74787"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A2DF6536-539C-4BE9-B66F-14180AA1FAED}"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8B5A0AC4-5B7E-4BC6-9249-2EEF1246A9C2}"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432" r:id="rId1"/>
    <p:sldLayoutId id="2147484431" r:id="rId2"/>
    <p:sldLayoutId id="2147484430" r:id="rId3"/>
    <p:sldLayoutId id="2147484429" r:id="rId4"/>
    <p:sldLayoutId id="2147484428" r:id="rId5"/>
    <p:sldLayoutId id="2147484427" r:id="rId6"/>
    <p:sldLayoutId id="2147484426" r:id="rId7"/>
    <p:sldLayoutId id="2147484425" r:id="rId8"/>
    <p:sldLayoutId id="2147484424" r:id="rId9"/>
    <p:sldLayoutId id="214748442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6050"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86051"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AA97E7EE-0F1B-4CA9-857F-CA222FB4C9E7}"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866EF7DD-5415-4CFC-94B3-2D742C24F53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442" r:id="rId1"/>
    <p:sldLayoutId id="2147484441" r:id="rId2"/>
    <p:sldLayoutId id="2147484440" r:id="rId3"/>
    <p:sldLayoutId id="2147484439" r:id="rId4"/>
    <p:sldLayoutId id="2147484438" r:id="rId5"/>
    <p:sldLayoutId id="2147484437" r:id="rId6"/>
    <p:sldLayoutId id="2147484436" r:id="rId7"/>
    <p:sldLayoutId id="2147484435" r:id="rId8"/>
    <p:sldLayoutId id="2147484434" r:id="rId9"/>
    <p:sldLayoutId id="214748443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7314"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97315"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403E63DF-B4D7-4B58-8059-7E72ADA912A6}"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8D9A70B0-7153-4718-97F6-AEF186499057}"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452" r:id="rId1"/>
    <p:sldLayoutId id="2147484451" r:id="rId2"/>
    <p:sldLayoutId id="2147484450" r:id="rId3"/>
    <p:sldLayoutId id="2147484449" r:id="rId4"/>
    <p:sldLayoutId id="2147484448" r:id="rId5"/>
    <p:sldLayoutId id="2147484447" r:id="rId6"/>
    <p:sldLayoutId id="2147484446" r:id="rId7"/>
    <p:sldLayoutId id="2147484445" r:id="rId8"/>
    <p:sldLayoutId id="2147484444" r:id="rId9"/>
    <p:sldLayoutId id="214748444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8578"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08579"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E66BFFE5-29D7-40CC-91BD-753527D10163}"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EE0339C5-0ECD-4884-ACAF-E380D6F7B09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462" r:id="rId1"/>
    <p:sldLayoutId id="2147484461" r:id="rId2"/>
    <p:sldLayoutId id="2147484460" r:id="rId3"/>
    <p:sldLayoutId id="2147484459" r:id="rId4"/>
    <p:sldLayoutId id="2147484458" r:id="rId5"/>
    <p:sldLayoutId id="2147484457" r:id="rId6"/>
    <p:sldLayoutId id="2147484456" r:id="rId7"/>
    <p:sldLayoutId id="2147484455" r:id="rId8"/>
    <p:sldLayoutId id="2147484454" r:id="rId9"/>
    <p:sldLayoutId id="214748445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42"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19843"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8C593666-22D0-457A-BE95-10E732124D63}"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0A3CB1D5-5345-4745-9FC1-5D2C6F6BC01B}"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472" r:id="rId1"/>
    <p:sldLayoutId id="2147484471" r:id="rId2"/>
    <p:sldLayoutId id="2147484470" r:id="rId3"/>
    <p:sldLayoutId id="2147484469" r:id="rId4"/>
    <p:sldLayoutId id="2147484468" r:id="rId5"/>
    <p:sldLayoutId id="2147484467" r:id="rId6"/>
    <p:sldLayoutId id="2147484466" r:id="rId7"/>
    <p:sldLayoutId id="2147484465" r:id="rId8"/>
    <p:sldLayoutId id="2147484464" r:id="rId9"/>
    <p:sldLayoutId id="214748446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1106"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31107"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81D4DF00-D178-4848-8E54-669760710EFB}"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B9FB4951-145B-4E10-B1F1-DE886ACABBFA}"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482" r:id="rId1"/>
    <p:sldLayoutId id="2147484481" r:id="rId2"/>
    <p:sldLayoutId id="2147484480" r:id="rId3"/>
    <p:sldLayoutId id="2147484479" r:id="rId4"/>
    <p:sldLayoutId id="2147484478" r:id="rId5"/>
    <p:sldLayoutId id="2147484477" r:id="rId6"/>
    <p:sldLayoutId id="2147484476" r:id="rId7"/>
    <p:sldLayoutId id="2147484475" r:id="rId8"/>
    <p:sldLayoutId id="2147484474" r:id="rId9"/>
    <p:sldLayoutId id="214748447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2370"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42371"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F02905F6-A46F-48F9-9E93-4326184361AF}"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1F94A079-B8C2-475E-8443-3EACD613293A}"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492" r:id="rId1"/>
    <p:sldLayoutId id="2147484491" r:id="rId2"/>
    <p:sldLayoutId id="2147484490" r:id="rId3"/>
    <p:sldLayoutId id="2147484489" r:id="rId4"/>
    <p:sldLayoutId id="2147484488" r:id="rId5"/>
    <p:sldLayoutId id="2147484487" r:id="rId6"/>
    <p:sldLayoutId id="2147484486" r:id="rId7"/>
    <p:sldLayoutId id="2147484485" r:id="rId8"/>
    <p:sldLayoutId id="2147484484" r:id="rId9"/>
    <p:sldLayoutId id="214748448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3634"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53635"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76C5EBBF-027D-4815-AD37-DE0B4F8B7F8B}" type="datetimeFigureOut">
              <a:rPr lang="zh-CN" altLang="en-US"/>
              <a:pPr>
                <a:defRPr/>
              </a:pPr>
              <a:t>2022/2/27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9437FDD2-3297-46DB-B77E-DB852FB67B3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502" r:id="rId1"/>
    <p:sldLayoutId id="2147484501" r:id="rId2"/>
    <p:sldLayoutId id="2147484500" r:id="rId3"/>
    <p:sldLayoutId id="2147484499" r:id="rId4"/>
    <p:sldLayoutId id="2147484498" r:id="rId5"/>
    <p:sldLayoutId id="2147484497" r:id="rId6"/>
    <p:sldLayoutId id="2147484496" r:id="rId7"/>
    <p:sldLayoutId id="2147484495" r:id="rId8"/>
    <p:sldLayoutId id="2147484494" r:id="rId9"/>
    <p:sldLayoutId id="2147484493" r:id="rId10"/>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ea typeface="宋体" charset="-122"/>
        </a:defRPr>
      </a:lvl2pPr>
      <a:lvl3pPr algn="l" rtl="0" fontAlgn="base">
        <a:lnSpc>
          <a:spcPct val="90000"/>
        </a:lnSpc>
        <a:spcBef>
          <a:spcPct val="0"/>
        </a:spcBef>
        <a:spcAft>
          <a:spcPct val="0"/>
        </a:spcAft>
        <a:defRPr sz="4400">
          <a:solidFill>
            <a:schemeClr val="tx1"/>
          </a:solidFill>
          <a:latin typeface="Calibri Light" pitchFamily="34" charset="0"/>
          <a:ea typeface="宋体" charset="-122"/>
        </a:defRPr>
      </a:lvl3pPr>
      <a:lvl4pPr algn="l" rtl="0" fontAlgn="base">
        <a:lnSpc>
          <a:spcPct val="90000"/>
        </a:lnSpc>
        <a:spcBef>
          <a:spcPct val="0"/>
        </a:spcBef>
        <a:spcAft>
          <a:spcPct val="0"/>
        </a:spcAft>
        <a:defRPr sz="4400">
          <a:solidFill>
            <a:schemeClr val="tx1"/>
          </a:solidFill>
          <a:latin typeface="Calibri Light" pitchFamily="34" charset="0"/>
          <a:ea typeface="宋体" charset="-122"/>
        </a:defRPr>
      </a:lvl4pPr>
      <a:lvl5pPr algn="l" rtl="0" fontAlgn="base">
        <a:lnSpc>
          <a:spcPct val="90000"/>
        </a:lnSpc>
        <a:spcBef>
          <a:spcPct val="0"/>
        </a:spcBef>
        <a:spcAft>
          <a:spcPct val="0"/>
        </a:spcAft>
        <a:defRPr sz="4400">
          <a:solidFill>
            <a:schemeClr val="tx1"/>
          </a:solidFill>
          <a:latin typeface="Calibri Light" pitchFamily="34" charset="0"/>
          <a:ea typeface="宋体"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xml"/><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58.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8.xml"/></Relationships>
</file>

<file path=ppt/slides/_rels/slide1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slideLayout" Target="../slideLayouts/slideLayout78.xml"/><Relationship Id="rId4" Type="http://schemas.openxmlformats.org/officeDocument/2006/relationships/image" Target="../media/image8.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8.xml"/></Relationships>
</file>

<file path=ppt/slides/_rels/slide13.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108.xml"/></Relationships>
</file>

<file path=ppt/slides/_rels/slide1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bin"/><Relationship Id="rId1" Type="http://schemas.openxmlformats.org/officeDocument/2006/relationships/slideLayout" Target="../slideLayouts/slideLayout1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16.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144.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9.xml"/></Relationships>
</file>

<file path=ppt/slides/_rels/slide18.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slideLayout" Target="../slideLayouts/slideLayout159.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wmf"/><Relationship Id="rId1" Type="http://schemas.openxmlformats.org/officeDocument/2006/relationships/slideLayout" Target="../slideLayouts/slideLayout169.xml"/></Relationships>
</file>

<file path=ppt/slides/_rels/slide20.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179.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9.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99.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09.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8.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oleObject" Target="../embeddings/oleObject2.bin"/><Relationship Id="rId1" Type="http://schemas.openxmlformats.org/officeDocument/2006/relationships/slideLayout" Target="../slideLayouts/slideLayout239.xml"/></Relationships>
</file>

<file path=ppt/slides/_rels/slide2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49.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59.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69.xml"/><Relationship Id="rId4" Type="http://schemas.openxmlformats.org/officeDocument/2006/relationships/image" Target="../media/image30.jpeg"/></Relationships>
</file>

<file path=ppt/slides/_rels/slide30.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3.bin"/><Relationship Id="rId1" Type="http://schemas.openxmlformats.org/officeDocument/2006/relationships/slideLayout" Target="../slideLayouts/slideLayout274.xml"/><Relationship Id="rId6" Type="http://schemas.openxmlformats.org/officeDocument/2006/relationships/image" Target="../media/image33.jpeg"/><Relationship Id="rId5" Type="http://schemas.openxmlformats.org/officeDocument/2006/relationships/image" Target="../media/image32.wmf"/><Relationship Id="rId4" Type="http://schemas.openxmlformats.org/officeDocument/2006/relationships/oleObject" Target="../embeddings/oleObject4.bin"/></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89.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oleObject" Target="../embeddings/oleObject5.bin"/><Relationship Id="rId1" Type="http://schemas.openxmlformats.org/officeDocument/2006/relationships/slideLayout" Target="../slideLayouts/slideLayout299.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08.xml"/><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308.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18.xml"/><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28.xml"/><Relationship Id="rId4" Type="http://schemas.openxmlformats.org/officeDocument/2006/relationships/image" Target="../media/image4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8" Type="http://schemas.openxmlformats.org/officeDocument/2006/relationships/image" Target="../media/image55.emf"/><Relationship Id="rId3" Type="http://schemas.openxmlformats.org/officeDocument/2006/relationships/image" Target="../media/image50.emf"/><Relationship Id="rId7" Type="http://schemas.openxmlformats.org/officeDocument/2006/relationships/image" Target="../media/image54.emf"/><Relationship Id="rId2" Type="http://schemas.openxmlformats.org/officeDocument/2006/relationships/notesSlide" Target="../notesSlides/notesSlide2.xml"/><Relationship Id="rId1" Type="http://schemas.openxmlformats.org/officeDocument/2006/relationships/slideLayout" Target="../slideLayouts/slideLayout334.xml"/><Relationship Id="rId6" Type="http://schemas.openxmlformats.org/officeDocument/2006/relationships/image" Target="../media/image53.emf"/><Relationship Id="rId5" Type="http://schemas.openxmlformats.org/officeDocument/2006/relationships/image" Target="../media/image52.emf"/><Relationship Id="rId4" Type="http://schemas.openxmlformats.org/officeDocument/2006/relationships/image" Target="../media/image51.e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4.xml"/></Relationships>
</file>

<file path=ppt/slides/_rels/slide4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xml"/><Relationship Id="rId1" Type="http://schemas.openxmlformats.org/officeDocument/2006/relationships/slideLayout" Target="../slideLayouts/slideLayout354.xml"/></Relationships>
</file>

<file path=ppt/slides/_rels/slide4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xml"/><Relationship Id="rId1" Type="http://schemas.openxmlformats.org/officeDocument/2006/relationships/slideLayout" Target="../slideLayouts/slideLayout364.xml"/></Relationships>
</file>

<file path=ppt/slides/_rels/slide4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xml"/><Relationship Id="rId1" Type="http://schemas.openxmlformats.org/officeDocument/2006/relationships/slideLayout" Target="../slideLayouts/slideLayout37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84.xml"/></Relationships>
</file>

<file path=ppt/slides/_rels/slide4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xml"/><Relationship Id="rId1" Type="http://schemas.openxmlformats.org/officeDocument/2006/relationships/slideLayout" Target="../slideLayouts/slideLayout394.xml"/><Relationship Id="rId4" Type="http://schemas.openxmlformats.org/officeDocument/2006/relationships/image" Target="../media/image5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0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nvSpPr>
        <p:spPr>
          <a:xfrm>
            <a:off x="2771775" y="2598738"/>
            <a:ext cx="7634288" cy="1044575"/>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ndParaRPr>
          </a:p>
        </p:txBody>
      </p:sp>
      <p:sp>
        <p:nvSpPr>
          <p:cNvPr id="7" name="矩形 6"/>
          <p:cNvSpPr/>
          <p:nvPr/>
        </p:nvSpPr>
        <p:spPr>
          <a:xfrm>
            <a:off x="5913438" y="3863975"/>
            <a:ext cx="6007100" cy="1200150"/>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en-US" altLang="zh-CN" sz="2400" dirty="0">
                <a:solidFill>
                  <a:srgbClr val="000000"/>
                </a:solidFill>
                <a:latin typeface="华文细黑" charset="-122"/>
                <a:ea typeface="华文细黑" charset="-122"/>
              </a:rPr>
              <a:t>——</a:t>
            </a:r>
            <a:r>
              <a:rPr lang="zh-CN" altLang="en-US" sz="2400" dirty="0">
                <a:solidFill>
                  <a:srgbClr val="000000"/>
                </a:solidFill>
                <a:latin typeface="华文细黑" charset="-122"/>
                <a:ea typeface="华文细黑" charset="-122"/>
              </a:rPr>
              <a:t>成都信息工程大学</a:t>
            </a:r>
            <a:endParaRPr lang="en-US" altLang="zh-CN" sz="2400" dirty="0">
              <a:solidFill>
                <a:srgbClr val="000000"/>
              </a:solidFill>
              <a:latin typeface="华文细黑" charset="-122"/>
              <a:ea typeface="华文细黑" charset="-122"/>
            </a:endParaRPr>
          </a:p>
          <a:p>
            <a:r>
              <a:rPr lang="zh-CN" altLang="en-US" sz="2400" i="1" dirty="0">
                <a:solidFill>
                  <a:srgbClr val="000000"/>
                </a:solidFill>
                <a:latin typeface="华文细黑" charset="-122"/>
                <a:ea typeface="华文细黑" charset="-122"/>
              </a:rPr>
              <a:t>        </a:t>
            </a:r>
            <a:r>
              <a:rPr lang="zh-CN" altLang="en-US" sz="2400" dirty="0">
                <a:solidFill>
                  <a:srgbClr val="000000"/>
                </a:solidFill>
                <a:latin typeface="华文细黑" charset="-122"/>
                <a:ea typeface="华文细黑" charset="-122"/>
              </a:rPr>
              <a:t>工程制图教学团队</a:t>
            </a:r>
            <a:endParaRPr lang="en-US" altLang="zh-CN" sz="2400" dirty="0">
              <a:solidFill>
                <a:srgbClr val="000000"/>
              </a:solidFill>
              <a:latin typeface="华文细黑" charset="-122"/>
              <a:ea typeface="华文细黑" charset="-122"/>
            </a:endParaRPr>
          </a:p>
          <a:p>
            <a:r>
              <a:rPr lang="en-US" altLang="zh-CN" sz="2400" dirty="0">
                <a:solidFill>
                  <a:srgbClr val="000000"/>
                </a:solidFill>
                <a:latin typeface="华文细黑" charset="-122"/>
                <a:ea typeface="华文细黑" charset="-122"/>
              </a:rPr>
              <a:t>        </a:t>
            </a:r>
            <a:r>
              <a:rPr lang="zh-CN" altLang="en-US" sz="2400" dirty="0">
                <a:solidFill>
                  <a:srgbClr val="000000"/>
                </a:solidFill>
                <a:latin typeface="华文细黑" charset="-122"/>
                <a:ea typeface="华文细黑" charset="-122"/>
              </a:rPr>
              <a:t>编者：</a:t>
            </a:r>
            <a:r>
              <a:rPr lang="zh-CN" altLang="en-US" dirty="0">
                <a:solidFill>
                  <a:srgbClr val="000000"/>
                </a:solidFill>
                <a:latin typeface="华文细黑" charset="-122"/>
                <a:ea typeface="华文细黑" charset="-122"/>
              </a:rPr>
              <a:t>严寒冰  蔚泽峰  伍瑾斐 姚兰 王志宏 胡茶根</a:t>
            </a:r>
            <a:endParaRPr lang="en-US" altLang="zh-CN" dirty="0">
              <a:solidFill>
                <a:srgbClr val="000000"/>
              </a:solidFill>
              <a:latin typeface="华文细黑" charset="-122"/>
              <a:ea typeface="华文细黑" charset="-122"/>
            </a:endParaRPr>
          </a:p>
        </p:txBody>
      </p:sp>
      <p:sp>
        <p:nvSpPr>
          <p:cNvPr id="8" name="矩形 7"/>
          <p:cNvSpPr/>
          <p:nvPr/>
        </p:nvSpPr>
        <p:spPr>
          <a:xfrm>
            <a:off x="5389563" y="6584950"/>
            <a:ext cx="1416050" cy="276225"/>
          </a:xfrm>
          <a:prstGeom prst="rect">
            <a:avLst/>
          </a:prstGeom>
          <a:solidFill>
            <a:schemeClr val="bg1"/>
          </a:solidFill>
        </p:spPr>
        <p:txBody>
          <a:bodyPr wrap="none">
            <a:spAutoFit/>
          </a:bodyPr>
          <a:lstStyle/>
          <a:p>
            <a:pPr algn="ctr" eaLnBrk="0" fontAlgn="auto" hangingPunct="0">
              <a:spcBef>
                <a:spcPct val="80000"/>
              </a:spcBef>
              <a:spcAft>
                <a:spcPts val="0"/>
              </a:spcAft>
              <a:defRPr/>
            </a:pPr>
            <a:r>
              <a:rPr lang="zh-CN" altLang="en-US" sz="1200" dirty="0">
                <a:solidFill>
                  <a:schemeClr val="bg1">
                    <a:lumMod val="50000"/>
                  </a:schemeClr>
                </a:solidFill>
                <a:latin typeface="华文细黑" panose="02010600040101010101" pitchFamily="2" charset="-122"/>
                <a:ea typeface="华文细黑" panose="02010600040101010101" pitchFamily="2" charset="-122"/>
                <a:sym typeface="微软雅黑" panose="020B0503020204020204" pitchFamily="34" charset="-122"/>
              </a:rPr>
              <a:t>成都信息工程大学</a:t>
            </a:r>
          </a:p>
        </p:txBody>
      </p:sp>
      <p:sp>
        <p:nvSpPr>
          <p:cNvPr id="10" name="矩形 9"/>
          <p:cNvSpPr/>
          <p:nvPr/>
        </p:nvSpPr>
        <p:spPr>
          <a:xfrm>
            <a:off x="4038600" y="1453506"/>
            <a:ext cx="4216400" cy="523220"/>
          </a:xfrm>
          <a:prstGeom prst="rect">
            <a:avLst/>
          </a:prstGeom>
        </p:spPr>
        <p:txBody>
          <a:bodyPr>
            <a:spAutoFit/>
          </a:bodyPr>
          <a:lstStyle/>
          <a:p>
            <a:pPr algn="ctr" fontAlgn="auto">
              <a:spcBef>
                <a:spcPts val="0"/>
              </a:spcBef>
              <a:spcAft>
                <a:spcPts val="0"/>
              </a:spcAft>
              <a:defRPr/>
            </a:pPr>
            <a:r>
              <a:rPr lang="en-US" altLang="zh-CN" sz="2800" dirty="0">
                <a:ln w="18415" cmpd="sng">
                  <a:solidFill>
                    <a:srgbClr val="FFFFFF"/>
                  </a:solidFill>
                  <a:prstDash val="solid"/>
                </a:ln>
                <a:solidFill>
                  <a:schemeClr val="tx1">
                    <a:lumMod val="95000"/>
                    <a:lumOff val="5000"/>
                  </a:schemeClr>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rPr>
              <a:t>Engineering Drawing</a:t>
            </a:r>
          </a:p>
        </p:txBody>
      </p:sp>
      <p:sp>
        <p:nvSpPr>
          <p:cNvPr id="6" name="圆角矩形 5"/>
          <p:cNvSpPr/>
          <p:nvPr/>
        </p:nvSpPr>
        <p:spPr>
          <a:xfrm>
            <a:off x="1668463" y="2598738"/>
            <a:ext cx="7635875" cy="1044575"/>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solidFill>
                <a:srgbClr val="00B0F0"/>
              </a:solidFill>
            </a:endParaRPr>
          </a:p>
        </p:txBody>
      </p:sp>
      <p:sp>
        <p:nvSpPr>
          <p:cNvPr id="5" name="矩形 4"/>
          <p:cNvSpPr/>
          <p:nvPr/>
        </p:nvSpPr>
        <p:spPr>
          <a:xfrm>
            <a:off x="4162425" y="2705100"/>
            <a:ext cx="2647950" cy="830263"/>
          </a:xfrm>
          <a:prstGeom prst="rect">
            <a:avLst/>
          </a:prstGeom>
          <a:noFill/>
          <a:effectLst>
            <a:outerShdw blurRad="50800" dist="38100" dir="5400000" algn="t" rotWithShape="0">
              <a:prstClr val="black">
                <a:alpha val="40000"/>
              </a:prstClr>
            </a:outerShdw>
          </a:effectLst>
        </p:spPr>
        <p:txBody>
          <a:bodyPr wrap="none" anchor="ctr">
            <a:spAutoFit/>
          </a:bodyPr>
          <a:lstStyle/>
          <a:p>
            <a:pPr algn="ctr" fontAlgn="auto">
              <a:spcBef>
                <a:spcPts val="0"/>
              </a:spcBef>
              <a:spcAft>
                <a:spcPts val="0"/>
              </a:spcAft>
              <a:defRPr/>
            </a:pPr>
            <a:r>
              <a:rPr lang="zh-CN" altLang="en-US" sz="4800" b="1" dirty="0">
                <a:solidFill>
                  <a:schemeClr val="bg1"/>
                </a:solidFill>
                <a:latin typeface="华文细黑" panose="02010600040101010101" pitchFamily="2" charset="-122"/>
                <a:ea typeface="华文细黑" panose="02010600040101010101" pitchFamily="2" charset="-122"/>
                <a:cs typeface="Times New Roman" panose="02020603050405020304" pitchFamily="18" charset="0"/>
              </a:rPr>
              <a:t>工程制图</a:t>
            </a:r>
            <a:endParaRPr lang="en-US" altLang="zh-CN" sz="4800" b="1" dirty="0">
              <a:solidFill>
                <a:schemeClr val="bg1"/>
              </a:solidFill>
              <a:latin typeface="华文细黑" panose="02010600040101010101" pitchFamily="2" charset="-122"/>
              <a:ea typeface="华文细黑" panose="02010600040101010101" pitchFamily="2" charset="-122"/>
              <a:cs typeface="Times New Roman" panose="02020603050405020304" pitchFamily="18" charset="0"/>
            </a:endParaRPr>
          </a:p>
        </p:txBody>
      </p:sp>
      <p:pic>
        <p:nvPicPr>
          <p:cNvPr id="465927" name="图片 10"/>
          <p:cNvPicPr>
            <a:picLocks noChangeAspect="1"/>
          </p:cNvPicPr>
          <p:nvPr/>
        </p:nvPicPr>
        <p:blipFill>
          <a:blip r:embed="rId2">
            <a:clrChange>
              <a:clrFrom>
                <a:srgbClr val="FFFFFF"/>
              </a:clrFrom>
              <a:clrTo>
                <a:srgbClr val="FFFFFF">
                  <a:alpha val="0"/>
                </a:srgbClr>
              </a:clrTo>
            </a:clrChange>
          </a:blip>
          <a:srcRect/>
          <a:stretch>
            <a:fillRect/>
          </a:stretch>
        </p:blipFill>
        <p:spPr bwMode="auto">
          <a:xfrm>
            <a:off x="361950" y="341313"/>
            <a:ext cx="3779838" cy="684212"/>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8"/>
          <p:cNvSpPr>
            <a:spLocks noChangeArrowheads="1"/>
          </p:cNvSpPr>
          <p:nvPr/>
        </p:nvSpPr>
        <p:spPr bwMode="auto">
          <a:xfrm>
            <a:off x="4940300" y="3403600"/>
            <a:ext cx="6588125" cy="1196975"/>
          </a:xfrm>
          <a:prstGeom prst="rect">
            <a:avLst/>
          </a:prstGeom>
          <a:noFill/>
          <a:ln>
            <a:noFill/>
          </a:ln>
          <a:effectLst>
            <a:outerShdw blurRad="50800" dist="38100" dir="5400000" algn="t" rotWithShape="0">
              <a:prstClr val="black">
                <a:alpha val="40000"/>
              </a:prstClr>
            </a:outerShdw>
          </a:effectLst>
        </p:spPr>
        <p:txBody>
          <a:bodyPr wrap="none" lIns="91438" tIns="45719" rIns="91438" bIns="45719">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fontAlgn="auto">
              <a:lnSpc>
                <a:spcPct val="150000"/>
              </a:lnSpc>
              <a:spcBef>
                <a:spcPts val="0"/>
              </a:spcBef>
              <a:spcAft>
                <a:spcPts val="0"/>
              </a:spcAft>
              <a:defRPr/>
            </a:pPr>
            <a:r>
              <a:rPr kumimoji="0" lang="zh-CN" altLang="en-US" sz="4800" b="1" i="1" dirty="0">
                <a:solidFill>
                  <a:srgbClr val="0070C0"/>
                </a:solidFill>
                <a:latin typeface="Times New Roman" panose="02020603050405020304" pitchFamily="18" charset="0"/>
                <a:ea typeface="华文细黑" panose="02010600040101010101" pitchFamily="2" charset="-122"/>
                <a:cs typeface="Times New Roman" panose="02020603050405020304" pitchFamily="18" charset="0"/>
                <a:sym typeface="微软雅黑" panose="020B0503020204020204" pitchFamily="34" charset="-122"/>
              </a:rPr>
              <a:t>第二章  制图的基本知识</a:t>
            </a:r>
          </a:p>
        </p:txBody>
      </p:sp>
      <p:sp>
        <p:nvSpPr>
          <p:cNvPr id="3" name="矩形 2"/>
          <p:cNvSpPr/>
          <p:nvPr/>
        </p:nvSpPr>
        <p:spPr>
          <a:xfrm>
            <a:off x="5324475" y="4468813"/>
            <a:ext cx="5622925" cy="400050"/>
          </a:xfrm>
          <a:prstGeom prst="rect">
            <a:avLst/>
          </a:prstGeom>
        </p:spPr>
        <p:txBody>
          <a:bodyPr wrap="none">
            <a:spAutoFit/>
          </a:bodyPr>
          <a:lstStyle/>
          <a:p>
            <a:pPr fontAlgn="auto">
              <a:spcBef>
                <a:spcPts val="0"/>
              </a:spcBef>
              <a:spcAft>
                <a:spcPts val="0"/>
              </a:spcAft>
              <a:defRPr/>
            </a:pPr>
            <a:r>
              <a:rPr lang="en-US" altLang="zh-CN" sz="2000" i="1" dirty="0">
                <a:solidFill>
                  <a:schemeClr val="bg1">
                    <a:lumMod val="50000"/>
                  </a:schemeClr>
                </a:solidFill>
                <a:latin typeface="华文细黑" panose="02010600040101010101" pitchFamily="2" charset="-122"/>
                <a:ea typeface="华文细黑" panose="02010600040101010101" pitchFamily="2" charset="-122"/>
                <a:cs typeface="Times New Roman" panose="02020603050405020304" pitchFamily="18" charset="0"/>
              </a:rPr>
              <a:t>Knowledge of standard draughting practice</a:t>
            </a:r>
          </a:p>
        </p:txBody>
      </p:sp>
      <p:sp>
        <p:nvSpPr>
          <p:cNvPr id="4" name="文本框 3"/>
          <p:cNvSpPr txBox="1"/>
          <p:nvPr/>
        </p:nvSpPr>
        <p:spPr>
          <a:xfrm>
            <a:off x="1038225" y="1670050"/>
            <a:ext cx="5651500" cy="1444625"/>
          </a:xfrm>
          <a:prstGeom prst="rect">
            <a:avLst/>
          </a:prstGeom>
          <a:noFill/>
          <a:effectLst>
            <a:outerShdw blurRad="50800" dist="38100" dir="5400000" algn="t" rotWithShape="0">
              <a:prstClr val="black">
                <a:alpha val="40000"/>
              </a:prstClr>
            </a:outerShdw>
          </a:effectLst>
        </p:spPr>
        <p:txBody>
          <a:bodyPr wrap="none">
            <a:spAutoFit/>
          </a:bodyPr>
          <a:lstStyle/>
          <a:p>
            <a:pPr fontAlgn="auto">
              <a:spcBef>
                <a:spcPts val="0"/>
              </a:spcBef>
              <a:spcAft>
                <a:spcPts val="0"/>
              </a:spcAft>
              <a:defRPr/>
            </a:pPr>
            <a:r>
              <a:rPr lang="en-US" altLang="zh-CN" sz="8800" b="1" dirty="0">
                <a:solidFill>
                  <a:schemeClr val="bg1">
                    <a:lumMod val="50000"/>
                  </a:schemeClr>
                </a:solidFill>
                <a:latin typeface="华文细黑" panose="02010600040101010101" pitchFamily="2" charset="-122"/>
                <a:ea typeface="华文细黑" panose="02010600040101010101" pitchFamily="2" charset="-122"/>
              </a:rPr>
              <a:t>Chapter 2</a:t>
            </a:r>
            <a:endParaRPr lang="zh-CN" altLang="en-US" sz="8800" b="1" dirty="0">
              <a:solidFill>
                <a:schemeClr val="bg1">
                  <a:lumMod val="50000"/>
                </a:schemeClr>
              </a:solidFill>
              <a:latin typeface="华文细黑" panose="02010600040101010101" pitchFamily="2" charset="-122"/>
              <a:ea typeface="华文细黑" panose="02010600040101010101" pitchFamily="2" charset="-122"/>
            </a:endParaRPr>
          </a:p>
        </p:txBody>
      </p:sp>
      <p:grpSp>
        <p:nvGrpSpPr>
          <p:cNvPr id="466948" name="组合 4"/>
          <p:cNvGrpSpPr>
            <a:grpSpLocks noChangeAspect="1"/>
          </p:cNvGrpSpPr>
          <p:nvPr/>
        </p:nvGrpSpPr>
        <p:grpSpPr bwMode="auto">
          <a:xfrm>
            <a:off x="881063" y="3381375"/>
            <a:ext cx="3833812" cy="1531938"/>
            <a:chOff x="1134757" y="3381752"/>
            <a:chExt cx="3834118" cy="1531539"/>
          </a:xfrm>
        </p:grpSpPr>
        <p:sp>
          <p:nvSpPr>
            <p:cNvPr id="12" name="平行四边形 11"/>
            <p:cNvSpPr/>
            <p:nvPr/>
          </p:nvSpPr>
          <p:spPr>
            <a:xfrm>
              <a:off x="3830547" y="3469042"/>
              <a:ext cx="719194" cy="1441075"/>
            </a:xfrm>
            <a:prstGeom prst="parallelogram">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1" name="平行四边形 10"/>
            <p:cNvSpPr/>
            <p:nvPr/>
          </p:nvSpPr>
          <p:spPr>
            <a:xfrm>
              <a:off x="1533251" y="3473803"/>
              <a:ext cx="719195" cy="1439488"/>
            </a:xfrm>
            <a:prstGeom prst="parallelogram">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平行四边形 5"/>
            <p:cNvSpPr/>
            <p:nvPr/>
          </p:nvSpPr>
          <p:spPr>
            <a:xfrm>
              <a:off x="4248092" y="3381752"/>
              <a:ext cx="720783" cy="1439488"/>
            </a:xfrm>
            <a:prstGeom prst="parallelogram">
              <a:avLst/>
            </a:prstGeom>
            <a:solidFill>
              <a:srgbClr val="FFC00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平行四边形 6"/>
            <p:cNvSpPr/>
            <p:nvPr/>
          </p:nvSpPr>
          <p:spPr>
            <a:xfrm>
              <a:off x="3470155" y="3381752"/>
              <a:ext cx="720783" cy="1439488"/>
            </a:xfrm>
            <a:prstGeom prst="parallelogram">
              <a:avLst/>
            </a:prstGeom>
            <a:solidFill>
              <a:srgbClr val="FFC00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平行四边形 7"/>
            <p:cNvSpPr/>
            <p:nvPr/>
          </p:nvSpPr>
          <p:spPr>
            <a:xfrm>
              <a:off x="2692218" y="3381752"/>
              <a:ext cx="719195" cy="1439488"/>
            </a:xfrm>
            <a:prstGeom prst="parallelogram">
              <a:avLst/>
            </a:prstGeom>
            <a:solidFill>
              <a:srgbClr val="0066CC"/>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 name="平行四边形 8"/>
            <p:cNvSpPr/>
            <p:nvPr/>
          </p:nvSpPr>
          <p:spPr>
            <a:xfrm>
              <a:off x="1134757" y="3381752"/>
              <a:ext cx="720783" cy="1439488"/>
            </a:xfrm>
            <a:prstGeom prst="parallelogram">
              <a:avLst/>
            </a:prstGeom>
            <a:solidFill>
              <a:srgbClr val="FFC00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平行四边形 9"/>
            <p:cNvSpPr/>
            <p:nvPr/>
          </p:nvSpPr>
          <p:spPr>
            <a:xfrm>
              <a:off x="1912694" y="3381752"/>
              <a:ext cx="720783" cy="1439488"/>
            </a:xfrm>
            <a:prstGeom prst="parallelogram">
              <a:avLst/>
            </a:prstGeom>
            <a:solidFill>
              <a:srgbClr val="FFC00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b="1"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219200" y="1454150"/>
            <a:ext cx="10223500" cy="3876675"/>
          </a:xfrm>
          <a:prstGeom prst="rect">
            <a:avLst/>
          </a:prstGeom>
        </p:spPr>
        <p:txBody>
          <a:bodyPr>
            <a:spAutoFit/>
          </a:bodyPr>
          <a:lstStyle/>
          <a:p>
            <a:pPr fontAlgn="auto">
              <a:spcBef>
                <a:spcPts val="0"/>
              </a:spcBef>
              <a:spcAft>
                <a:spcPts val="0"/>
              </a:spcAft>
              <a:defRPr/>
            </a:pPr>
            <a:r>
              <a:rPr lang="zh-CN" altLang="en-US" sz="3600" b="1" i="1" dirty="0">
                <a:solidFill>
                  <a:srgbClr val="0066CC"/>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本章学习目标</a:t>
            </a:r>
            <a:endParaRPr lang="en-US" altLang="zh-CN" sz="3600" b="1" i="1" dirty="0">
              <a:solidFill>
                <a:srgbClr val="0066CC"/>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a:p>
            <a:pPr fontAlgn="auto">
              <a:lnSpc>
                <a:spcPct val="150000"/>
              </a:lnSpc>
              <a:spcBef>
                <a:spcPts val="0"/>
              </a:spcBef>
              <a:spcAft>
                <a:spcPts val="0"/>
              </a:spcAft>
              <a:buFont typeface="Wingdings" panose="05000000000000000000" pitchFamily="2" charset="2"/>
              <a:buNone/>
              <a:defRPr/>
            </a:pPr>
            <a:r>
              <a:rPr lang="zh-CN" altLang="zh-CN" sz="2800" dirty="0">
                <a:latin typeface="+mn-lt"/>
                <a:ea typeface="+mn-ea"/>
              </a:rPr>
              <a:t> </a:t>
            </a:r>
          </a:p>
          <a:p>
            <a:pPr indent="462280" fontAlgn="auto">
              <a:lnSpc>
                <a:spcPct val="150000"/>
              </a:lnSpc>
              <a:spcBef>
                <a:spcPts val="0"/>
              </a:spcBef>
              <a:spcAft>
                <a:spcPts val="0"/>
              </a:spcAft>
              <a:buFont typeface="Wingdings" panose="05000000000000000000" pitchFamily="2" charset="2"/>
              <a:buChar char="u"/>
              <a:defRPr/>
            </a:pPr>
            <a:r>
              <a:rPr lang="zh-CN" altLang="en-US" sz="2800" i="1" dirty="0">
                <a:latin typeface="Times New Roman" panose="02020603050405020304" pitchFamily="18" charset="0"/>
                <a:ea typeface="微软雅黑" panose="020B0503020204020204" pitchFamily="34" charset="-122"/>
                <a:cs typeface="Times New Roman" panose="02020603050405020304" pitchFamily="18" charset="0"/>
              </a:rPr>
              <a:t>掌握《技术制图》、《机械制图》有关标准的基本规定。</a:t>
            </a:r>
          </a:p>
          <a:p>
            <a:pPr marL="20320" indent="483235" fontAlgn="auto">
              <a:lnSpc>
                <a:spcPct val="150000"/>
              </a:lnSpc>
              <a:spcBef>
                <a:spcPts val="0"/>
              </a:spcBef>
              <a:spcAft>
                <a:spcPts val="0"/>
              </a:spcAft>
              <a:buFont typeface="Wingdings" panose="05000000000000000000" pitchFamily="2" charset="2"/>
              <a:buChar char="u"/>
              <a:defRPr/>
            </a:pPr>
            <a:r>
              <a:rPr lang="zh-CN" altLang="en-US" sz="2800" i="1" dirty="0">
                <a:latin typeface="Times New Roman" panose="02020603050405020304" pitchFamily="18" charset="0"/>
                <a:ea typeface="微软雅黑" panose="020B0503020204020204" pitchFamily="34" charset="-122"/>
                <a:cs typeface="Times New Roman" panose="02020603050405020304" pitchFamily="18" charset="0"/>
              </a:rPr>
              <a:t>掌握图样画法的基本规定。</a:t>
            </a:r>
          </a:p>
          <a:p>
            <a:pPr marL="532765" indent="-484505" fontAlgn="auto">
              <a:lnSpc>
                <a:spcPct val="150000"/>
              </a:lnSpc>
              <a:spcBef>
                <a:spcPts val="0"/>
              </a:spcBef>
              <a:spcAft>
                <a:spcPts val="0"/>
              </a:spcAft>
              <a:buFont typeface="Wingdings" panose="05000000000000000000" pitchFamily="2" charset="2"/>
              <a:buChar char="u"/>
              <a:tabLst>
                <a:tab pos="1343025" algn="l"/>
              </a:tabLst>
              <a:defRPr/>
            </a:pPr>
            <a:r>
              <a:rPr lang="zh-CN" altLang="en-US" sz="2800" i="1" dirty="0">
                <a:latin typeface="Times New Roman" panose="02020603050405020304" pitchFamily="18" charset="0"/>
                <a:ea typeface="微软雅黑" panose="020B0503020204020204" pitchFamily="34" charset="-122"/>
                <a:cs typeface="Times New Roman" panose="02020603050405020304" pitchFamily="18" charset="0"/>
              </a:rPr>
              <a:t>掌握常用绘图工具的使用方法。</a:t>
            </a:r>
          </a:p>
          <a:p>
            <a:pPr marL="517525" indent="-468630" fontAlgn="auto">
              <a:lnSpc>
                <a:spcPct val="150000"/>
              </a:lnSpc>
              <a:spcBef>
                <a:spcPts val="0"/>
              </a:spcBef>
              <a:spcAft>
                <a:spcPts val="0"/>
              </a:spcAft>
              <a:buFont typeface="Wingdings" panose="05000000000000000000" pitchFamily="2" charset="2"/>
              <a:buChar char="u"/>
              <a:defRPr/>
            </a:pPr>
            <a:r>
              <a:rPr lang="zh-CN" altLang="en-US" sz="2800" i="1" dirty="0">
                <a:latin typeface="Times New Roman" panose="02020603050405020304" pitchFamily="18" charset="0"/>
                <a:ea typeface="微软雅黑" panose="020B0503020204020204" pitchFamily="34" charset="-122"/>
                <a:cs typeface="Times New Roman" panose="02020603050405020304" pitchFamily="18" charset="0"/>
              </a:rPr>
              <a:t>掌握常用几何图形的作图方法及平面图形的分析方法。</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81213" y="904875"/>
            <a:ext cx="2624137" cy="830263"/>
          </a:xfrm>
          <a:prstGeom prst="rect">
            <a:avLst/>
          </a:prstGeom>
          <a:effectLst>
            <a:outerShdw blurRad="50800" dist="38100" dir="5400000" algn="t" rotWithShape="0">
              <a:prstClr val="black">
                <a:alpha val="40000"/>
              </a:prstClr>
            </a:outerShdw>
          </a:effectLst>
        </p:spPr>
        <p:txBody>
          <a:bodyPr wrap="none">
            <a:spAutoFit/>
          </a:bodyPr>
          <a:lstStyle/>
          <a:p>
            <a:pPr fontAlgn="auto">
              <a:spcBef>
                <a:spcPts val="0"/>
              </a:spcBef>
              <a:spcAft>
                <a:spcPts val="0"/>
              </a:spcAft>
              <a:defRPr/>
            </a:pPr>
            <a:r>
              <a:rPr lang="zh-CN" altLang="en-US" sz="4800" b="1" i="1" dirty="0">
                <a:solidFill>
                  <a:srgbClr val="0066CC"/>
                </a:solidFill>
                <a:latin typeface="Times New Roman" panose="02020603050405020304" pitchFamily="18" charset="0"/>
                <a:ea typeface="华文细黑" panose="02010600040101010101" pitchFamily="2" charset="-122"/>
                <a:cs typeface="Times New Roman" panose="02020603050405020304" pitchFamily="18" charset="0"/>
              </a:rPr>
              <a:t>本章目录</a:t>
            </a:r>
          </a:p>
        </p:txBody>
      </p:sp>
      <p:sp>
        <p:nvSpPr>
          <p:cNvPr id="8" name="矩形 7"/>
          <p:cNvSpPr/>
          <p:nvPr/>
        </p:nvSpPr>
        <p:spPr>
          <a:xfrm>
            <a:off x="2081213" y="2838450"/>
            <a:ext cx="7019925" cy="2584450"/>
          </a:xfrm>
          <a:prstGeom prst="rect">
            <a:avLst/>
          </a:prstGeom>
        </p:spPr>
        <p:txBody>
          <a:bodyPr>
            <a:spAutoFit/>
          </a:bodyPr>
          <a:lstStyle/>
          <a:p>
            <a:pPr marL="285750" indent="-285750" fontAlgn="auto">
              <a:lnSpc>
                <a:spcPct val="150000"/>
              </a:lnSpc>
              <a:spcBef>
                <a:spcPts val="0"/>
              </a:spcBef>
              <a:spcAft>
                <a:spcPts val="0"/>
              </a:spcAft>
              <a:buFont typeface="Wingdings" panose="05000000000000000000" pitchFamily="2" charset="2"/>
              <a:buChar char="u"/>
              <a:defRPr/>
            </a:pPr>
            <a:r>
              <a:rPr lang="en-US" altLang="zh-CN" sz="3600" dirty="0">
                <a:solidFill>
                  <a:schemeClr val="tx1">
                    <a:lumMod val="95000"/>
                    <a:lumOff val="5000"/>
                  </a:schemeClr>
                </a:solidFill>
                <a:latin typeface="华文细黑" panose="02010600040101010101" pitchFamily="2" charset="-122"/>
                <a:ea typeface="华文细黑" panose="02010600040101010101" pitchFamily="2" charset="-122"/>
              </a:rPr>
              <a:t> </a:t>
            </a:r>
            <a:r>
              <a:rPr lang="zh-CN" altLang="zh-CN" sz="3600" i="1" dirty="0">
                <a:solidFill>
                  <a:schemeClr val="tx1">
                    <a:lumMod val="95000"/>
                    <a:lumOff val="5000"/>
                  </a:schemeClr>
                </a:solidFill>
                <a:latin typeface="华文细黑" panose="02010600040101010101" pitchFamily="2" charset="-122"/>
                <a:ea typeface="华文细黑" panose="02010600040101010101" pitchFamily="2" charset="-122"/>
              </a:rPr>
              <a:t>2.1 国家标准制图的相关规定	</a:t>
            </a:r>
          </a:p>
          <a:p>
            <a:pPr marL="285750" indent="-285750" fontAlgn="auto">
              <a:lnSpc>
                <a:spcPct val="150000"/>
              </a:lnSpc>
              <a:spcBef>
                <a:spcPts val="0"/>
              </a:spcBef>
              <a:spcAft>
                <a:spcPts val="0"/>
              </a:spcAft>
              <a:buFont typeface="Wingdings" panose="05000000000000000000" pitchFamily="2" charset="2"/>
              <a:buChar char="u"/>
              <a:defRPr/>
            </a:pPr>
            <a:r>
              <a:rPr lang="zh-CN" altLang="zh-CN" sz="3600" i="1" dirty="0">
                <a:solidFill>
                  <a:schemeClr val="tx1">
                    <a:lumMod val="95000"/>
                    <a:lumOff val="5000"/>
                  </a:schemeClr>
                </a:solidFill>
                <a:latin typeface="华文细黑" panose="02010600040101010101" pitchFamily="2" charset="-122"/>
                <a:ea typeface="华文细黑" panose="02010600040101010101" pitchFamily="2" charset="-122"/>
              </a:rPr>
              <a:t> 2.2 制图方法与技能</a:t>
            </a:r>
          </a:p>
          <a:p>
            <a:pPr marL="285750" indent="-285750" fontAlgn="auto">
              <a:lnSpc>
                <a:spcPct val="150000"/>
              </a:lnSpc>
              <a:spcBef>
                <a:spcPts val="0"/>
              </a:spcBef>
              <a:spcAft>
                <a:spcPts val="0"/>
              </a:spcAft>
              <a:buFont typeface="Wingdings" panose="05000000000000000000" pitchFamily="2" charset="2"/>
              <a:buChar char="u"/>
              <a:defRPr/>
            </a:pPr>
            <a:r>
              <a:rPr lang="zh-CN" altLang="zh-CN" sz="3600" i="1" dirty="0">
                <a:solidFill>
                  <a:schemeClr val="tx1">
                    <a:lumMod val="95000"/>
                    <a:lumOff val="5000"/>
                  </a:schemeClr>
                </a:solidFill>
                <a:latin typeface="华文细黑" panose="02010600040101010101" pitchFamily="2" charset="-122"/>
                <a:ea typeface="华文细黑" panose="02010600040101010101" pitchFamily="2" charset="-122"/>
              </a:rPr>
              <a:t> 2.3 平面图形分析及尺寸标注</a:t>
            </a:r>
          </a:p>
        </p:txBody>
      </p:sp>
      <p:sp>
        <p:nvSpPr>
          <p:cNvPr id="468995" name="矩形 9"/>
          <p:cNvSpPr>
            <a:spLocks noChangeArrowheads="1"/>
          </p:cNvSpPr>
          <p:nvPr/>
        </p:nvSpPr>
        <p:spPr bwMode="auto">
          <a:xfrm>
            <a:off x="7845425" y="2087563"/>
            <a:ext cx="1938338" cy="460375"/>
          </a:xfrm>
          <a:prstGeom prst="rect">
            <a:avLst/>
          </a:prstGeom>
          <a:noFill/>
          <a:ln w="9525">
            <a:noFill/>
            <a:miter lim="800000"/>
            <a:headEnd/>
            <a:tailEnd/>
          </a:ln>
        </p:spPr>
        <p:txBody>
          <a:bodyPr wrap="none">
            <a:spAutoFit/>
          </a:bodyPr>
          <a:lstStyle/>
          <a:p>
            <a:r>
              <a:rPr lang="en-US" altLang="zh-CN" sz="2400" b="1" i="1">
                <a:solidFill>
                  <a:srgbClr val="FF6666"/>
                </a:solidFill>
                <a:latin typeface="华文细黑" charset="-122"/>
                <a:ea typeface="华文细黑" charset="-122"/>
              </a:rPr>
              <a:t>Catalogues</a:t>
            </a:r>
            <a:endParaRPr lang="zh-CN" altLang="en-US" sz="2400" b="1" i="1">
              <a:solidFill>
                <a:srgbClr val="FF6666"/>
              </a:solidFill>
              <a:latin typeface="华文细黑" charset="-122"/>
              <a:ea typeface="华文细黑" charset="-122"/>
            </a:endParaRPr>
          </a:p>
        </p:txBody>
      </p:sp>
      <p:cxnSp>
        <p:nvCxnSpPr>
          <p:cNvPr id="3" name="直接连接符 2"/>
          <p:cNvCxnSpPr/>
          <p:nvPr/>
        </p:nvCxnSpPr>
        <p:spPr>
          <a:xfrm flipH="1">
            <a:off x="9780588" y="2547938"/>
            <a:ext cx="3175" cy="3048000"/>
          </a:xfrm>
          <a:prstGeom prst="line">
            <a:avLst/>
          </a:prstGeom>
          <a:ln>
            <a:solidFill>
              <a:srgbClr val="FF6666"/>
            </a:solidFill>
            <a:tailEnd type="ova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2081213" y="2317750"/>
            <a:ext cx="5551487" cy="0"/>
          </a:xfrm>
          <a:prstGeom prst="line">
            <a:avLst/>
          </a:prstGeom>
          <a:ln>
            <a:solidFill>
              <a:srgbClr val="FF6666"/>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7" name="Rectangle 4"/>
          <p:cNvSpPr>
            <a:spLocks noChangeArrowheads="1"/>
          </p:cNvSpPr>
          <p:nvPr/>
        </p:nvSpPr>
        <p:spPr bwMode="auto">
          <a:xfrm>
            <a:off x="3659188" y="301625"/>
            <a:ext cx="4524375" cy="823913"/>
          </a:xfrm>
          <a:prstGeom prst="rect">
            <a:avLst/>
          </a:prstGeom>
          <a:noFill/>
          <a:ln w="9525">
            <a:noFill/>
            <a:miter lim="800000"/>
            <a:headEnd/>
            <a:tailEnd/>
          </a:ln>
        </p:spPr>
        <p:txBody>
          <a:bodyPr anchor="ctr"/>
          <a:lstStyle/>
          <a:p>
            <a:pPr>
              <a:buFont typeface="Arial" charset="0"/>
              <a:buNone/>
            </a:pPr>
            <a:endParaRPr lang="zh-CN" altLang="zh-CN" sz="4000" b="1">
              <a:solidFill>
                <a:srgbClr val="FF0000"/>
              </a:solidFill>
              <a:latin typeface="黑体" pitchFamily="49" charset="-122"/>
              <a:ea typeface="黑体" pitchFamily="49" charset="-122"/>
            </a:endParaRPr>
          </a:p>
        </p:txBody>
      </p:sp>
      <p:sp>
        <p:nvSpPr>
          <p:cNvPr id="319493" name="Rectangle 5"/>
          <p:cNvSpPr>
            <a:spLocks noChangeArrowheads="1"/>
          </p:cNvSpPr>
          <p:nvPr/>
        </p:nvSpPr>
        <p:spPr bwMode="auto">
          <a:xfrm>
            <a:off x="2351088" y="1752600"/>
            <a:ext cx="7489825" cy="3962400"/>
          </a:xfrm>
          <a:prstGeom prst="rect">
            <a:avLst/>
          </a:prstGeom>
          <a:noFill/>
          <a:ln w="9525">
            <a:noFill/>
            <a:miter lim="800000"/>
            <a:headEnd/>
            <a:tailEnd/>
          </a:ln>
        </p:spPr>
        <p:txBody>
          <a:bodyPr/>
          <a:lstStyle/>
          <a:p>
            <a:pPr>
              <a:lnSpc>
                <a:spcPts val="4000"/>
              </a:lnSpc>
              <a:spcBef>
                <a:spcPct val="20000"/>
              </a:spcBef>
              <a:buClr>
                <a:schemeClr val="bg2"/>
              </a:buClr>
              <a:buSzPct val="75000"/>
              <a:buFont typeface="Wingdings" pitchFamily="2" charset="2"/>
              <a:buNone/>
            </a:pPr>
            <a:r>
              <a:rPr lang="en-US" altLang="zh-CN" sz="2800" b="1">
                <a:solidFill>
                  <a:srgbClr val="FFFF00"/>
                </a:solidFill>
                <a:latin typeface="黑体" pitchFamily="49" charset="-122"/>
                <a:ea typeface="黑体" pitchFamily="49" charset="-122"/>
              </a:rPr>
              <a:t>    </a:t>
            </a:r>
            <a:r>
              <a:rPr lang="zh-CN" altLang="en-US" sz="2800" b="1">
                <a:latin typeface="黑体" pitchFamily="49" charset="-122"/>
                <a:ea typeface="黑体" pitchFamily="49" charset="-122"/>
              </a:rPr>
              <a:t>图样是工程界的共同语言，是设计、制造过程中的重要技术文件，为了便于生产、管理和技术交流，使图样规范化，国家技术监督局发布的</a:t>
            </a:r>
            <a:r>
              <a:rPr lang="en-US" altLang="zh-CN" sz="2800" b="1">
                <a:latin typeface="黑体" pitchFamily="49" charset="-122"/>
                <a:ea typeface="黑体" pitchFamily="49" charset="-122"/>
              </a:rPr>
              <a:t>《</a:t>
            </a:r>
            <a:r>
              <a:rPr lang="zh-CN" altLang="en-US" sz="2800" b="1">
                <a:latin typeface="黑体" pitchFamily="49" charset="-122"/>
                <a:ea typeface="黑体" pitchFamily="49" charset="-122"/>
              </a:rPr>
              <a:t>技术制图</a:t>
            </a:r>
            <a:r>
              <a:rPr lang="en-US" altLang="zh-CN" sz="2800" b="1">
                <a:latin typeface="黑体" pitchFamily="49" charset="-122"/>
                <a:ea typeface="黑体" pitchFamily="49" charset="-122"/>
              </a:rPr>
              <a:t>》</a:t>
            </a:r>
            <a:r>
              <a:rPr lang="zh-CN" altLang="en-US" sz="2800" b="1">
                <a:latin typeface="黑体" pitchFamily="49" charset="-122"/>
                <a:ea typeface="黑体" pitchFamily="49" charset="-122"/>
              </a:rPr>
              <a:t>和</a:t>
            </a:r>
            <a:r>
              <a:rPr lang="en-US" altLang="zh-CN" sz="2800" b="1">
                <a:latin typeface="黑体" pitchFamily="49" charset="-122"/>
                <a:ea typeface="黑体" pitchFamily="49" charset="-122"/>
              </a:rPr>
              <a:t>《</a:t>
            </a:r>
            <a:r>
              <a:rPr lang="zh-CN" altLang="en-US" sz="2800" b="1">
                <a:latin typeface="黑体" pitchFamily="49" charset="-122"/>
                <a:ea typeface="黑体" pitchFamily="49" charset="-122"/>
              </a:rPr>
              <a:t>机械制图</a:t>
            </a:r>
            <a:r>
              <a:rPr lang="en-US" altLang="zh-CN" sz="2800" b="1">
                <a:latin typeface="黑体" pitchFamily="49" charset="-122"/>
                <a:ea typeface="黑体" pitchFamily="49" charset="-122"/>
              </a:rPr>
              <a:t>》</a:t>
            </a:r>
            <a:r>
              <a:rPr lang="zh-CN" altLang="en-US" sz="2800" b="1">
                <a:latin typeface="黑体" pitchFamily="49" charset="-122"/>
                <a:ea typeface="黑体" pitchFamily="49" charset="-122"/>
              </a:rPr>
              <a:t>国家标准是工程界重要的技术基础标准，因此每个工程技术人员在绘制工程图样时必须严格遵守标准的有关规定。</a:t>
            </a:r>
          </a:p>
        </p:txBody>
      </p:sp>
      <p:sp>
        <p:nvSpPr>
          <p:cNvPr id="470019" name="文本框 1"/>
          <p:cNvSpPr txBox="1">
            <a:spLocks noChangeArrowheads="1"/>
          </p:cNvSpPr>
          <p:nvPr/>
        </p:nvSpPr>
        <p:spPr bwMode="auto">
          <a:xfrm>
            <a:off x="3549650" y="604838"/>
            <a:ext cx="5327650" cy="646112"/>
          </a:xfrm>
          <a:prstGeom prst="rect">
            <a:avLst/>
          </a:prstGeom>
          <a:noFill/>
          <a:ln w="9525">
            <a:noFill/>
            <a:miter lim="800000"/>
            <a:headEnd/>
            <a:tailEnd/>
          </a:ln>
        </p:spPr>
        <p:txBody>
          <a:bodyPr wrap="none">
            <a:spAutoFit/>
          </a:bodyPr>
          <a:lstStyle/>
          <a:p>
            <a:pPr algn="ctr"/>
            <a:r>
              <a:rPr lang="zh-CN" altLang="en-US" sz="3600" b="1" i="1">
                <a:solidFill>
                  <a:srgbClr val="0066CC"/>
                </a:solidFill>
                <a:latin typeface="Times New Roman" pitchFamily="18" charset="0"/>
                <a:ea typeface="微软雅黑" pitchFamily="34" charset="-122"/>
                <a:cs typeface="Times New Roman" pitchFamily="18" charset="0"/>
                <a:sym typeface="+mn-ea"/>
              </a:rPr>
              <a:t>2   国家标准制图基本规定</a:t>
            </a:r>
            <a:endParaRPr lang="zh-CN" altLang="en-US" sz="3600">
              <a:latin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9493">
                                            <p:txEl>
                                              <p:pRg st="0" end="0"/>
                                            </p:txEl>
                                          </p:spTgt>
                                        </p:tgtEl>
                                        <p:attrNameLst>
                                          <p:attrName>style.visibility</p:attrName>
                                        </p:attrNameLst>
                                      </p:cBhvr>
                                      <p:to>
                                        <p:strVal val="visible"/>
                                      </p:to>
                                    </p:set>
                                    <p:animEffect transition="in" filter="wipe(left)">
                                      <p:cBhvr>
                                        <p:cTn id="7" dur="1000"/>
                                        <p:tgtEl>
                                          <p:spTgt spid="3194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9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4" name="Rectangle 4"/>
          <p:cNvSpPr>
            <a:spLocks noChangeArrowheads="1"/>
          </p:cNvSpPr>
          <p:nvPr/>
        </p:nvSpPr>
        <p:spPr bwMode="auto">
          <a:xfrm>
            <a:off x="2701925" y="404813"/>
            <a:ext cx="309563" cy="522287"/>
          </a:xfrm>
          <a:prstGeom prst="rect">
            <a:avLst/>
          </a:prstGeom>
          <a:noFill/>
          <a:ln w="9525">
            <a:noFill/>
            <a:miter lim="800000"/>
            <a:headEnd/>
            <a:tailEnd/>
          </a:ln>
        </p:spPr>
        <p:txBody>
          <a:bodyPr wrap="none">
            <a:spAutoFit/>
          </a:bodyPr>
          <a:lstStyle/>
          <a:p>
            <a:pPr>
              <a:buFont typeface="Arial" charset="0"/>
              <a:buNone/>
            </a:pPr>
            <a:endParaRPr lang="zh-CN" altLang="zh-CN" sz="2800" b="1">
              <a:solidFill>
                <a:srgbClr val="FF0000"/>
              </a:solidFill>
              <a:latin typeface="黑体" pitchFamily="49" charset="-122"/>
              <a:ea typeface="黑体" pitchFamily="49" charset="-122"/>
            </a:endParaRPr>
          </a:p>
        </p:txBody>
      </p:sp>
      <p:pic>
        <p:nvPicPr>
          <p:cNvPr id="168975" name="Picture 15"/>
          <p:cNvPicPr>
            <a:picLocks noGrp="1" noChangeAspect="1"/>
          </p:cNvPicPr>
          <p:nvPr>
            <p:ph idx="4294967295"/>
          </p:nvPr>
        </p:nvPicPr>
        <p:blipFill>
          <a:blip r:embed="rId3"/>
          <a:srcRect/>
          <a:stretch>
            <a:fillRect/>
          </a:stretch>
        </p:blipFill>
        <p:spPr>
          <a:xfrm>
            <a:off x="2524125" y="1654175"/>
            <a:ext cx="6572250" cy="5064125"/>
          </a:xfrm>
        </p:spPr>
      </p:pic>
      <p:sp>
        <p:nvSpPr>
          <p:cNvPr id="168977" name="Rectangle 17"/>
          <p:cNvSpPr>
            <a:spLocks noChangeArrowheads="1"/>
          </p:cNvSpPr>
          <p:nvPr/>
        </p:nvSpPr>
        <p:spPr bwMode="auto">
          <a:xfrm>
            <a:off x="261938" y="927100"/>
            <a:ext cx="6094412" cy="644525"/>
          </a:xfrm>
          <a:prstGeom prst="rect">
            <a:avLst/>
          </a:prstGeom>
          <a:noFill/>
          <a:ln w="12700">
            <a:noFill/>
            <a:miter lim="800000"/>
            <a:headEnd/>
            <a:tailEnd/>
          </a:ln>
        </p:spPr>
        <p:txBody>
          <a:bodyPr wrap="none">
            <a:spAutoFit/>
          </a:bodyPr>
          <a:lstStyle/>
          <a:p>
            <a:pPr>
              <a:buFont typeface="Arial" charset="0"/>
              <a:buNone/>
            </a:pPr>
            <a:r>
              <a:rPr lang="en-US" altLang="zh-CN" sz="3600" b="1" i="1">
                <a:solidFill>
                  <a:srgbClr val="0066CC"/>
                </a:solidFill>
                <a:latin typeface="Times New Roman" pitchFamily="18" charset="0"/>
                <a:ea typeface="微软雅黑" pitchFamily="34" charset="-122"/>
                <a:cs typeface="Times New Roman" pitchFamily="18" charset="0"/>
              </a:rPr>
              <a:t>2.1.2  图纸幅面及边框尺寸 </a:t>
            </a:r>
            <a:r>
              <a:rPr lang="zh-CN" altLang="en-US" sz="2800" b="1">
                <a:latin typeface="黑体" pitchFamily="49" charset="-122"/>
                <a:ea typeface="黑体" pitchFamily="49" charset="-122"/>
              </a:rPr>
              <a:t>   </a:t>
            </a:r>
            <a:endParaRPr lang="en-US" altLang="zh-CN" sz="2800" b="1">
              <a:latin typeface="黑体" pitchFamily="49" charset="-122"/>
              <a:ea typeface="黑体" pitchFamily="49" charset="-122"/>
            </a:endParaRPr>
          </a:p>
        </p:txBody>
      </p:sp>
      <p:sp>
        <p:nvSpPr>
          <p:cNvPr id="3" name="矩形 2"/>
          <p:cNvSpPr/>
          <p:nvPr/>
        </p:nvSpPr>
        <p:spPr>
          <a:xfrm>
            <a:off x="168275" y="144463"/>
            <a:ext cx="8235950" cy="644525"/>
          </a:xfrm>
          <a:prstGeom prst="rect">
            <a:avLst/>
          </a:prstGeom>
          <a:effectLst>
            <a:outerShdw blurRad="50800" dist="38100" dir="5400000" algn="t" rotWithShape="0">
              <a:prstClr val="black">
                <a:alpha val="40000"/>
              </a:prstClr>
            </a:outerShdw>
          </a:effectLst>
        </p:spPr>
        <p:txBody>
          <a:bodyPr wrap="none">
            <a:spAutoFit/>
          </a:bodyPr>
          <a:lstStyle/>
          <a:p>
            <a:pPr fontAlgn="auto">
              <a:spcBef>
                <a:spcPts val="0"/>
              </a:spcBef>
              <a:spcAft>
                <a:spcPts val="0"/>
              </a:spcAft>
              <a:defRPr/>
            </a:pPr>
            <a:r>
              <a:rPr lang="en-US" altLang="zh-CN" sz="3600" b="1" i="1" dirty="0">
                <a:solidFill>
                  <a:srgbClr val="0066CC"/>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2.1 </a:t>
            </a:r>
            <a:r>
              <a:rPr lang="zh-CN" altLang="en-US" sz="3600" b="1" i="1" dirty="0">
                <a:solidFill>
                  <a:srgbClr val="0066CC"/>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图纸幅面与格式（GB/T14689-2008）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nodePh="1">
                                  <p:stCondLst>
                                    <p:cond delay="0"/>
                                  </p:stCondLst>
                                  <p:endCondLst>
                                    <p:cond evt="begin" delay="0">
                                      <p:tn val="5"/>
                                    </p:cond>
                                  </p:endCondLst>
                                  <p:childTnLst>
                                    <p:set>
                                      <p:cBhvr>
                                        <p:cTn id="6" dur="1" fill="hold">
                                          <p:stCondLst>
                                            <p:cond delay="0"/>
                                          </p:stCondLst>
                                        </p:cTn>
                                        <p:tgtEl>
                                          <p:spTgt spid="168964"/>
                                        </p:tgtEl>
                                        <p:attrNameLst>
                                          <p:attrName>style.visibility</p:attrName>
                                        </p:attrNameLst>
                                      </p:cBhvr>
                                      <p:to>
                                        <p:strVal val="visible"/>
                                      </p:to>
                                    </p:set>
                                    <p:animEffect transition="in" filter="wipe(left)">
                                      <p:cBhvr>
                                        <p:cTn id="7" dur="2000"/>
                                        <p:tgtEl>
                                          <p:spTgt spid="16896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8977">
                                            <p:txEl>
                                              <p:charRg st="0" end="16"/>
                                            </p:txEl>
                                          </p:spTgt>
                                        </p:tgtEl>
                                        <p:attrNameLst>
                                          <p:attrName>style.visibility</p:attrName>
                                        </p:attrNameLst>
                                      </p:cBhvr>
                                      <p:to>
                                        <p:strVal val="visible"/>
                                      </p:to>
                                    </p:set>
                                    <p:animEffect transition="in" filter="wipe(left)">
                                      <p:cBhvr>
                                        <p:cTn id="12" dur="1000"/>
                                        <p:tgtEl>
                                          <p:spTgt spid="168977">
                                            <p:txEl>
                                              <p:charRg st="0" end="1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8975"/>
                                        </p:tgtEl>
                                        <p:attrNameLst>
                                          <p:attrName>style.visibility</p:attrName>
                                        </p:attrNameLst>
                                      </p:cBhvr>
                                      <p:to>
                                        <p:strVal val="visible"/>
                                      </p:to>
                                    </p:set>
                                    <p:animEffect transition="in" filter="wipe(left)">
                                      <p:cBhvr>
                                        <p:cTn id="17" dur="1000"/>
                                        <p:tgtEl>
                                          <p:spTgt spid="16897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1" nodeType="clickEffect" nodePh="1">
                                  <p:stCondLst>
                                    <p:cond delay="0"/>
                                  </p:stCondLst>
                                  <p:endCondLst>
                                    <p:cond evt="begin" delay="0">
                                      <p:tn val="20"/>
                                    </p:cond>
                                  </p:endCondLst>
                                  <p:childTnLst>
                                    <p:set>
                                      <p:cBhvr>
                                        <p:cTn id="21" dur="1" fill="hold">
                                          <p:stCondLst>
                                            <p:cond delay="0"/>
                                          </p:stCondLst>
                                        </p:cTn>
                                        <p:tgtEl>
                                          <p:spTgt spid="1689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4" grpId="0"/>
      <p:bldP spid="168964"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6"/>
          <p:cNvSpPr>
            <a:spLocks noGrp="1"/>
          </p:cNvSpPr>
          <p:nvPr>
            <p:ph type="title"/>
          </p:nvPr>
        </p:nvSpPr>
        <p:spPr>
          <a:xfrm>
            <a:off x="581343" y="375920"/>
            <a:ext cx="2817812" cy="478155"/>
          </a:xfrm>
        </p:spPr>
        <p:txBody>
          <a:bodyPr rtlCol="0" anchor="t">
            <a:spAutoFit/>
            <a:scene3d>
              <a:camera prst="orthographicFront"/>
              <a:lightRig rig="threePt" dir="t"/>
            </a:scene3d>
          </a:bodyPr>
          <a:lstStyle/>
          <a:p>
            <a:pPr fontAlgn="auto">
              <a:spcAft>
                <a:spcPts val="0"/>
              </a:spcAft>
              <a:defRPr/>
            </a:pPr>
            <a:r>
              <a:rPr lang="zh-CN" altLang="en-US" sz="2800" b="1" dirty="0">
                <a:solidFill>
                  <a:srgbClr val="0070C0"/>
                </a:solidFill>
                <a:latin typeface="黑体" panose="02010609060101010101" charset="-122"/>
                <a:ea typeface="黑体" panose="02010609060101010101" charset="-122"/>
                <a:cs typeface="+mn-cs"/>
              </a:rPr>
              <a:t>2、图框格式</a:t>
            </a:r>
          </a:p>
        </p:txBody>
      </p:sp>
      <p:sp>
        <p:nvSpPr>
          <p:cNvPr id="170002" name="Text Box 18"/>
          <p:cNvSpPr txBox="1">
            <a:spLocks noChangeArrowheads="1"/>
          </p:cNvSpPr>
          <p:nvPr/>
        </p:nvSpPr>
        <p:spPr bwMode="auto">
          <a:xfrm>
            <a:off x="2938463" y="376238"/>
            <a:ext cx="7129462" cy="952500"/>
          </a:xfrm>
          <a:prstGeom prst="rect">
            <a:avLst/>
          </a:prstGeom>
          <a:noFill/>
          <a:ln w="9525">
            <a:noFill/>
            <a:miter lim="800000"/>
            <a:headEnd/>
            <a:tailEnd/>
          </a:ln>
        </p:spPr>
        <p:txBody>
          <a:bodyPr>
            <a:spAutoFit/>
          </a:bodyPr>
          <a:lstStyle/>
          <a:p>
            <a:pPr>
              <a:buFont typeface="Arial" charset="0"/>
              <a:buNone/>
            </a:pPr>
            <a:r>
              <a:rPr lang="zh-CN" altLang="en-US" sz="2800" b="1">
                <a:solidFill>
                  <a:srgbClr val="0070C0"/>
                </a:solidFill>
                <a:latin typeface="黑体" pitchFamily="49" charset="-122"/>
                <a:ea typeface="黑体" pitchFamily="49" charset="-122"/>
              </a:rPr>
              <a:t>在图纸上必须用粗实线画出图框，其格式分留装订边和不留装订边两种。</a:t>
            </a:r>
          </a:p>
        </p:txBody>
      </p:sp>
      <p:pic>
        <p:nvPicPr>
          <p:cNvPr id="472067" name="图片 3"/>
          <p:cNvPicPr>
            <a:picLocks noChangeAspect="1"/>
          </p:cNvPicPr>
          <p:nvPr/>
        </p:nvPicPr>
        <p:blipFill>
          <a:blip r:embed="rId2"/>
          <a:srcRect/>
          <a:stretch>
            <a:fillRect/>
          </a:stretch>
        </p:blipFill>
        <p:spPr bwMode="auto">
          <a:xfrm>
            <a:off x="581025" y="1328738"/>
            <a:ext cx="11306175" cy="4533900"/>
          </a:xfrm>
          <a:prstGeom prst="rect">
            <a:avLst/>
          </a:prstGeom>
          <a:noFill/>
          <a:ln w="9525">
            <a:noFill/>
            <a:miter lim="800000"/>
            <a:headEnd/>
            <a:tailEnd/>
          </a:ln>
        </p:spPr>
      </p:pic>
      <p:sp>
        <p:nvSpPr>
          <p:cNvPr id="472068" name="文本框 4"/>
          <p:cNvSpPr txBox="1">
            <a:spLocks noChangeArrowheads="1"/>
          </p:cNvSpPr>
          <p:nvPr/>
        </p:nvSpPr>
        <p:spPr bwMode="auto">
          <a:xfrm>
            <a:off x="4383088" y="5862638"/>
            <a:ext cx="4686300" cy="522287"/>
          </a:xfrm>
          <a:prstGeom prst="rect">
            <a:avLst/>
          </a:prstGeom>
          <a:noFill/>
          <a:ln w="9525">
            <a:noFill/>
            <a:miter lim="800000"/>
            <a:headEnd/>
            <a:tailEnd/>
          </a:ln>
        </p:spPr>
        <p:txBody>
          <a:bodyPr>
            <a:spAutoFit/>
          </a:bodyPr>
          <a:lstStyle/>
          <a:p>
            <a:r>
              <a:rPr lang="zh-CN" altLang="en-US" sz="2800" b="1">
                <a:solidFill>
                  <a:srgbClr val="0070C0"/>
                </a:solidFill>
                <a:latin typeface="黑体" pitchFamily="49" charset="-122"/>
                <a:ea typeface="黑体" pitchFamily="49" charset="-122"/>
              </a:rPr>
              <a:t>留装订边图样的图框格式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0002">
                                            <p:txEl>
                                              <p:pRg st="0" end="0"/>
                                            </p:txEl>
                                          </p:spTgt>
                                        </p:tgtEl>
                                        <p:attrNameLst>
                                          <p:attrName>style.visibility</p:attrName>
                                        </p:attrNameLst>
                                      </p:cBhvr>
                                      <p:to>
                                        <p:strVal val="visible"/>
                                      </p:to>
                                    </p:set>
                                    <p:animEffect transition="in" filter="wipe(left)">
                                      <p:cBhvr>
                                        <p:cTn id="7" dur="1000"/>
                                        <p:tgtEl>
                                          <p:spTgt spid="17000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22" name="Rectangle 14"/>
          <p:cNvSpPr>
            <a:spLocks noGrp="1"/>
          </p:cNvSpPr>
          <p:nvPr>
            <p:ph type="title"/>
          </p:nvPr>
        </p:nvSpPr>
        <p:spPr>
          <a:xfrm>
            <a:off x="1647825" y="876300"/>
            <a:ext cx="8229600" cy="1143000"/>
          </a:xfrm>
        </p:spPr>
        <p:txBody>
          <a:bodyPr rtlCol="0">
            <a:normAutofit/>
          </a:bodyPr>
          <a:lstStyle/>
          <a:p>
            <a:pPr fontAlgn="auto">
              <a:spcAft>
                <a:spcPts val="0"/>
              </a:spcAft>
              <a:defRPr/>
            </a:pPr>
            <a:r>
              <a:rPr lang="zh-CN" altLang="en-US" sz="2800" b="1" dirty="0">
                <a:solidFill>
                  <a:srgbClr val="0070C0"/>
                </a:solidFill>
                <a:latin typeface="黑体" panose="02010609060101010101" charset="-122"/>
                <a:ea typeface="黑体" panose="02010609060101010101" charset="-122"/>
                <a:cs typeface="+mn-cs"/>
              </a:rPr>
              <a:t>同一产品的图样只能采用同一格式的图框格式。</a:t>
            </a:r>
            <a:endParaRPr lang="zh-CN" altLang="en-US" sz="2400" b="1" dirty="0"/>
          </a:p>
        </p:txBody>
      </p:sp>
      <p:sp>
        <p:nvSpPr>
          <p:cNvPr id="473090" name="Rectangle 17"/>
          <p:cNvSpPr>
            <a:spLocks noChangeArrowheads="1"/>
          </p:cNvSpPr>
          <p:nvPr/>
        </p:nvSpPr>
        <p:spPr bwMode="auto">
          <a:xfrm>
            <a:off x="3452813" y="293688"/>
            <a:ext cx="4618037" cy="582612"/>
          </a:xfrm>
          <a:prstGeom prst="rect">
            <a:avLst/>
          </a:prstGeom>
          <a:noFill/>
          <a:ln w="12700">
            <a:noFill/>
            <a:miter lim="800000"/>
            <a:headEnd/>
            <a:tailEnd/>
          </a:ln>
        </p:spPr>
        <p:txBody>
          <a:bodyPr>
            <a:spAutoFit/>
          </a:bodyPr>
          <a:lstStyle/>
          <a:p>
            <a:pPr indent="-342900">
              <a:spcBef>
                <a:spcPct val="20000"/>
              </a:spcBef>
              <a:buFont typeface="Arial" charset="0"/>
              <a:buNone/>
            </a:pPr>
            <a:r>
              <a:rPr lang="en-US" altLang="zh-CN" sz="3200" b="1">
                <a:solidFill>
                  <a:srgbClr val="FF0000"/>
                </a:solidFill>
                <a:latin typeface="黑体" pitchFamily="49" charset="-122"/>
                <a:ea typeface="黑体" pitchFamily="49" charset="-122"/>
              </a:rPr>
              <a:t>   </a:t>
            </a:r>
            <a:r>
              <a:rPr lang="en-US" altLang="zh-CN" sz="2800" b="1">
                <a:solidFill>
                  <a:srgbClr val="FF0000"/>
                </a:solidFill>
                <a:latin typeface="黑体" pitchFamily="49" charset="-122"/>
                <a:ea typeface="黑体" pitchFamily="49" charset="-122"/>
              </a:rPr>
              <a:t> </a:t>
            </a:r>
            <a:r>
              <a:rPr lang="zh-CN" altLang="en-US" sz="2800" b="1">
                <a:solidFill>
                  <a:srgbClr val="0070C0"/>
                </a:solidFill>
                <a:latin typeface="黑体" pitchFamily="49" charset="-122"/>
                <a:ea typeface="黑体" pitchFamily="49" charset="-122"/>
              </a:rPr>
              <a:t>不留装订边的图框格式</a:t>
            </a:r>
          </a:p>
        </p:txBody>
      </p:sp>
      <p:pic>
        <p:nvPicPr>
          <p:cNvPr id="473091" name="图片 4"/>
          <p:cNvPicPr>
            <a:picLocks noChangeAspect="1"/>
          </p:cNvPicPr>
          <p:nvPr/>
        </p:nvPicPr>
        <p:blipFill>
          <a:blip r:embed="rId2"/>
          <a:srcRect/>
          <a:stretch>
            <a:fillRect/>
          </a:stretch>
        </p:blipFill>
        <p:spPr bwMode="auto">
          <a:xfrm>
            <a:off x="904875" y="1857375"/>
            <a:ext cx="10325100" cy="44100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1022"/>
                                        </p:tgtEl>
                                        <p:attrNameLst>
                                          <p:attrName>style.visibility</p:attrName>
                                        </p:attrNameLst>
                                      </p:cBhvr>
                                      <p:to>
                                        <p:strVal val="visible"/>
                                      </p:to>
                                    </p:set>
                                    <p:animEffect transition="in" filter="wipe(left)">
                                      <p:cBhvr>
                                        <p:cTn id="7" dur="1000"/>
                                        <p:tgtEl>
                                          <p:spTgt spid="171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2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3" name="Rectangle 4"/>
          <p:cNvSpPr>
            <a:spLocks noChangeArrowheads="1"/>
          </p:cNvSpPr>
          <p:nvPr/>
        </p:nvSpPr>
        <p:spPr bwMode="auto">
          <a:xfrm>
            <a:off x="2112963" y="492125"/>
            <a:ext cx="2903537" cy="522288"/>
          </a:xfrm>
          <a:prstGeom prst="rect">
            <a:avLst/>
          </a:prstGeom>
          <a:noFill/>
          <a:ln w="9525">
            <a:noFill/>
            <a:miter lim="800000"/>
            <a:headEnd/>
            <a:tailEnd/>
          </a:ln>
        </p:spPr>
        <p:txBody>
          <a:bodyPr>
            <a:spAutoFit/>
          </a:bodyPr>
          <a:lstStyle/>
          <a:p>
            <a:pPr>
              <a:buFont typeface="Arial" charset="0"/>
              <a:buNone/>
            </a:pPr>
            <a:endParaRPr lang="zh-CN" altLang="zh-CN" sz="2800" b="1">
              <a:solidFill>
                <a:srgbClr val="FF0000"/>
              </a:solidFill>
              <a:latin typeface="黑体" pitchFamily="49" charset="-122"/>
              <a:ea typeface="黑体" pitchFamily="49" charset="-122"/>
            </a:endParaRPr>
          </a:p>
        </p:txBody>
      </p:sp>
      <p:sp>
        <p:nvSpPr>
          <p:cNvPr id="29699" name="Rectangle 15"/>
          <p:cNvSpPr>
            <a:spLocks noGrp="1"/>
          </p:cNvSpPr>
          <p:nvPr>
            <p:ph type="title"/>
          </p:nvPr>
        </p:nvSpPr>
        <p:spPr>
          <a:xfrm>
            <a:off x="255588" y="168275"/>
            <a:ext cx="2592387" cy="649288"/>
          </a:xfrm>
        </p:spPr>
        <p:txBody>
          <a:bodyPr rtlCol="0">
            <a:normAutofit/>
          </a:bodyPr>
          <a:lstStyle/>
          <a:p>
            <a:pPr fontAlgn="auto">
              <a:spcAft>
                <a:spcPts val="0"/>
              </a:spcAft>
              <a:defRPr/>
            </a:pPr>
            <a:r>
              <a:rPr lang="zh-CN" altLang="en-US" sz="2800" b="1" dirty="0">
                <a:solidFill>
                  <a:srgbClr val="0070C0"/>
                </a:solidFill>
                <a:latin typeface="黑体" panose="02010609060101010101" charset="-122"/>
                <a:ea typeface="黑体" panose="02010609060101010101" charset="-122"/>
                <a:cs typeface="+mn-cs"/>
              </a:rPr>
              <a:t>3、标题栏</a:t>
            </a:r>
          </a:p>
        </p:txBody>
      </p:sp>
      <p:sp>
        <p:nvSpPr>
          <p:cNvPr id="172046" name="Rectangle 14"/>
          <p:cNvSpPr>
            <a:spLocks noChangeArrowheads="1"/>
          </p:cNvSpPr>
          <p:nvPr/>
        </p:nvSpPr>
        <p:spPr bwMode="auto">
          <a:xfrm>
            <a:off x="2228850" y="720725"/>
            <a:ext cx="7956550" cy="885825"/>
          </a:xfrm>
          <a:prstGeom prst="rect">
            <a:avLst/>
          </a:prstGeom>
          <a:noFill/>
          <a:ln w="9525">
            <a:noFill/>
            <a:miter lim="800000"/>
            <a:headEnd/>
            <a:tailEnd/>
          </a:ln>
        </p:spPr>
        <p:txBody>
          <a:bodyPr anchor="ctr"/>
          <a:lstStyle/>
          <a:p>
            <a:pPr indent="-342900">
              <a:lnSpc>
                <a:spcPct val="90000"/>
              </a:lnSpc>
              <a:spcBef>
                <a:spcPct val="20000"/>
              </a:spcBef>
              <a:buFont typeface="Arial" charset="0"/>
              <a:buNone/>
            </a:pPr>
            <a:r>
              <a:rPr lang="zh-CN" altLang="en-US" sz="2800" b="1">
                <a:solidFill>
                  <a:srgbClr val="0070C0"/>
                </a:solidFill>
                <a:latin typeface="黑体" pitchFamily="49" charset="-122"/>
                <a:ea typeface="黑体" pitchFamily="49" charset="-122"/>
              </a:rPr>
              <a:t>每张图样的右下角均应有标题栏，标题栏的格式由国家标准（GB10609·1-2000）规定。</a:t>
            </a:r>
            <a:endParaRPr lang="zh-CN" altLang="en-US" sz="2400" b="1">
              <a:latin typeface="黑体" pitchFamily="49" charset="-122"/>
              <a:ea typeface="黑体" pitchFamily="49" charset="-122"/>
            </a:endParaRPr>
          </a:p>
        </p:txBody>
      </p:sp>
      <p:sp>
        <p:nvSpPr>
          <p:cNvPr id="6" name="Rectangle 11"/>
          <p:cNvSpPr>
            <a:spLocks noChangeArrowheads="1"/>
          </p:cNvSpPr>
          <p:nvPr/>
        </p:nvSpPr>
        <p:spPr bwMode="auto">
          <a:xfrm>
            <a:off x="1881188" y="1785938"/>
            <a:ext cx="9836150" cy="522287"/>
          </a:xfrm>
          <a:prstGeom prst="rect">
            <a:avLst/>
          </a:prstGeom>
          <a:noFill/>
          <a:ln w="9525">
            <a:noFill/>
            <a:miter lim="800000"/>
            <a:headEnd/>
            <a:tailEnd/>
          </a:ln>
        </p:spPr>
        <p:txBody>
          <a:bodyPr wrap="none">
            <a:spAutoFit/>
          </a:bodyPr>
          <a:lstStyle/>
          <a:p>
            <a:pPr>
              <a:buFont typeface="Arial" charset="0"/>
              <a:buNone/>
            </a:pPr>
            <a:r>
              <a:rPr lang="zh-CN" altLang="en-US" sz="2800" b="1">
                <a:solidFill>
                  <a:srgbClr val="0070C0"/>
                </a:solidFill>
                <a:latin typeface="黑体" pitchFamily="49" charset="-122"/>
                <a:ea typeface="黑体" pitchFamily="49" charset="-122"/>
              </a:rPr>
              <a:t>在学校的制图作业中，标题栏可以简化，建议采用以下格式。</a:t>
            </a:r>
            <a:endParaRPr lang="zh-CN" altLang="en-US" sz="2400" b="1">
              <a:solidFill>
                <a:srgbClr val="FF0000"/>
              </a:solidFill>
              <a:latin typeface="黑体" pitchFamily="49" charset="-122"/>
              <a:ea typeface="黑体" pitchFamily="49" charset="-122"/>
            </a:endParaRPr>
          </a:p>
        </p:txBody>
      </p:sp>
      <p:pic>
        <p:nvPicPr>
          <p:cNvPr id="29702" name="Picture 6" descr="图1-3n"/>
          <p:cNvPicPr>
            <a:picLocks noChangeAspect="1"/>
          </p:cNvPicPr>
          <p:nvPr/>
        </p:nvPicPr>
        <p:blipFill>
          <a:blip r:embed="rId2"/>
          <a:srcRect/>
          <a:stretch>
            <a:fillRect/>
          </a:stretch>
        </p:blipFill>
        <p:spPr bwMode="auto">
          <a:xfrm>
            <a:off x="1666875" y="2428875"/>
            <a:ext cx="8748713" cy="36433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2046">
                                            <p:txEl>
                                              <p:pRg st="0" end="0"/>
                                            </p:txEl>
                                          </p:spTgt>
                                        </p:tgtEl>
                                        <p:attrNameLst>
                                          <p:attrName>style.visibility</p:attrName>
                                        </p:attrNameLst>
                                      </p:cBhvr>
                                      <p:to>
                                        <p:strVal val="visible"/>
                                      </p:to>
                                    </p:set>
                                    <p:animEffect transition="in" filter="wipe(left)">
                                      <p:cBhvr>
                                        <p:cTn id="7" dur="2000"/>
                                        <p:tgtEl>
                                          <p:spTgt spid="1720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10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9702"/>
                                        </p:tgtEl>
                                        <p:attrNameLst>
                                          <p:attrName>style.visibility</p:attrName>
                                        </p:attrNameLst>
                                      </p:cBhvr>
                                      <p:to>
                                        <p:strVal val="visible"/>
                                      </p:to>
                                    </p:set>
                                    <p:animEffect transition="in" filter="blinds(horizontal)">
                                      <p:cBhvr>
                                        <p:cTn id="17" dur="500"/>
                                        <p:tgtEl>
                                          <p:spTgt spid="29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46" grpId="0" build="allAtOnce"/>
      <p:bldP spid="6" grpId="0" build="allAtOnce"/>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7" name="Rectangle 5"/>
          <p:cNvSpPr>
            <a:spLocks noChangeArrowheads="1"/>
          </p:cNvSpPr>
          <p:nvPr/>
        </p:nvSpPr>
        <p:spPr bwMode="auto">
          <a:xfrm>
            <a:off x="1990725" y="1071563"/>
            <a:ext cx="7561263" cy="2039937"/>
          </a:xfrm>
          <a:prstGeom prst="rect">
            <a:avLst/>
          </a:prstGeom>
          <a:noFill/>
          <a:ln w="9525">
            <a:noFill/>
            <a:miter lim="800000"/>
            <a:headEnd/>
            <a:tailEnd/>
          </a:ln>
        </p:spPr>
        <p:txBody>
          <a:bodyPr>
            <a:spAutoFit/>
          </a:bodyPr>
          <a:lstStyle/>
          <a:p>
            <a:pPr>
              <a:lnSpc>
                <a:spcPts val="3800"/>
              </a:lnSpc>
              <a:buFont typeface="Arial" charset="0"/>
              <a:buNone/>
            </a:pPr>
            <a:r>
              <a:rPr lang="zh-CN" altLang="en-US" sz="2400" b="1">
                <a:solidFill>
                  <a:srgbClr val="0066CC"/>
                </a:solidFill>
                <a:latin typeface="Times New Roman" pitchFamily="18" charset="0"/>
                <a:ea typeface="黑体" pitchFamily="49" charset="-122"/>
              </a:rPr>
              <a:t>比例是指图中图形与实物相应要素的线型尺寸之比。</a:t>
            </a:r>
          </a:p>
          <a:p>
            <a:pPr>
              <a:lnSpc>
                <a:spcPts val="3800"/>
              </a:lnSpc>
              <a:buFont typeface="Arial" charset="0"/>
              <a:buNone/>
            </a:pPr>
            <a:r>
              <a:rPr lang="zh-CN" altLang="en-US" sz="2400" b="1">
                <a:solidFill>
                  <a:srgbClr val="0066CC"/>
                </a:solidFill>
                <a:latin typeface="黑体" pitchFamily="49" charset="-122"/>
                <a:ea typeface="黑体" pitchFamily="49" charset="-122"/>
              </a:rPr>
              <a:t>原值比例：比值为</a:t>
            </a:r>
            <a:r>
              <a:rPr lang="en-US" altLang="zh-CN" sz="2400" b="1">
                <a:solidFill>
                  <a:srgbClr val="0066CC"/>
                </a:solidFill>
                <a:latin typeface="黑体" pitchFamily="49" charset="-122"/>
                <a:ea typeface="黑体" pitchFamily="49" charset="-122"/>
              </a:rPr>
              <a:t>1</a:t>
            </a:r>
            <a:r>
              <a:rPr lang="zh-CN" altLang="en-US" sz="2400" b="1">
                <a:solidFill>
                  <a:srgbClr val="0066CC"/>
                </a:solidFill>
                <a:latin typeface="黑体" pitchFamily="49" charset="-122"/>
                <a:ea typeface="黑体" pitchFamily="49" charset="-122"/>
              </a:rPr>
              <a:t>的比例，即</a:t>
            </a:r>
            <a:r>
              <a:rPr lang="en-US" altLang="zh-CN" sz="2400" b="1">
                <a:solidFill>
                  <a:srgbClr val="0066CC"/>
                </a:solidFill>
                <a:latin typeface="黑体" pitchFamily="49" charset="-122"/>
                <a:ea typeface="黑体" pitchFamily="49" charset="-122"/>
              </a:rPr>
              <a:t>1</a:t>
            </a:r>
            <a:r>
              <a:rPr lang="zh-CN" altLang="en-US" sz="2400" b="1">
                <a:solidFill>
                  <a:srgbClr val="0066CC"/>
                </a:solidFill>
                <a:latin typeface="黑体" pitchFamily="49" charset="-122"/>
                <a:ea typeface="黑体" pitchFamily="49" charset="-122"/>
              </a:rPr>
              <a:t>：</a:t>
            </a:r>
            <a:r>
              <a:rPr lang="en-US" altLang="zh-CN" sz="2400" b="1">
                <a:solidFill>
                  <a:srgbClr val="0066CC"/>
                </a:solidFill>
                <a:latin typeface="黑体" pitchFamily="49" charset="-122"/>
                <a:ea typeface="黑体" pitchFamily="49" charset="-122"/>
              </a:rPr>
              <a:t>1</a:t>
            </a:r>
            <a:r>
              <a:rPr lang="zh-CN" altLang="en-US" sz="2400" b="1">
                <a:solidFill>
                  <a:srgbClr val="0066CC"/>
                </a:solidFill>
                <a:latin typeface="黑体" pitchFamily="49" charset="-122"/>
                <a:ea typeface="黑体" pitchFamily="49" charset="-122"/>
              </a:rPr>
              <a:t>。</a:t>
            </a:r>
          </a:p>
          <a:p>
            <a:pPr>
              <a:lnSpc>
                <a:spcPts val="3800"/>
              </a:lnSpc>
              <a:buFont typeface="Arial" charset="0"/>
              <a:buNone/>
            </a:pPr>
            <a:r>
              <a:rPr lang="zh-CN" altLang="en-US" sz="2400" b="1">
                <a:solidFill>
                  <a:srgbClr val="0066CC"/>
                </a:solidFill>
                <a:latin typeface="黑体" pitchFamily="49" charset="-122"/>
                <a:ea typeface="黑体" pitchFamily="49" charset="-122"/>
              </a:rPr>
              <a:t>放大比例：比值为大于</a:t>
            </a:r>
            <a:r>
              <a:rPr lang="en-US" altLang="zh-CN" sz="2400" b="1">
                <a:solidFill>
                  <a:srgbClr val="0066CC"/>
                </a:solidFill>
                <a:latin typeface="黑体" pitchFamily="49" charset="-122"/>
                <a:ea typeface="黑体" pitchFamily="49" charset="-122"/>
              </a:rPr>
              <a:t>1</a:t>
            </a:r>
            <a:r>
              <a:rPr lang="zh-CN" altLang="en-US" sz="2400" b="1">
                <a:solidFill>
                  <a:srgbClr val="0066CC"/>
                </a:solidFill>
                <a:latin typeface="黑体" pitchFamily="49" charset="-122"/>
                <a:ea typeface="黑体" pitchFamily="49" charset="-122"/>
              </a:rPr>
              <a:t>的比例，即</a:t>
            </a:r>
            <a:r>
              <a:rPr lang="en-US" altLang="zh-CN" sz="2400" b="1">
                <a:solidFill>
                  <a:srgbClr val="0066CC"/>
                </a:solidFill>
                <a:latin typeface="黑体" pitchFamily="49" charset="-122"/>
                <a:ea typeface="黑体" pitchFamily="49" charset="-122"/>
              </a:rPr>
              <a:t>2</a:t>
            </a:r>
            <a:r>
              <a:rPr lang="zh-CN" altLang="en-US" sz="2400" b="1">
                <a:solidFill>
                  <a:srgbClr val="0066CC"/>
                </a:solidFill>
                <a:latin typeface="黑体" pitchFamily="49" charset="-122"/>
                <a:ea typeface="黑体" pitchFamily="49" charset="-122"/>
              </a:rPr>
              <a:t>：</a:t>
            </a:r>
            <a:r>
              <a:rPr lang="en-US" altLang="zh-CN" sz="2400" b="1">
                <a:solidFill>
                  <a:srgbClr val="0066CC"/>
                </a:solidFill>
                <a:latin typeface="黑体" pitchFamily="49" charset="-122"/>
                <a:ea typeface="黑体" pitchFamily="49" charset="-122"/>
              </a:rPr>
              <a:t>1</a:t>
            </a:r>
            <a:r>
              <a:rPr lang="zh-CN" altLang="en-US" sz="2400" b="1">
                <a:solidFill>
                  <a:srgbClr val="0066CC"/>
                </a:solidFill>
                <a:latin typeface="黑体" pitchFamily="49" charset="-122"/>
                <a:ea typeface="黑体" pitchFamily="49" charset="-122"/>
              </a:rPr>
              <a:t>。</a:t>
            </a:r>
          </a:p>
          <a:p>
            <a:pPr>
              <a:lnSpc>
                <a:spcPts val="3800"/>
              </a:lnSpc>
              <a:buFont typeface="Arial" charset="0"/>
              <a:buNone/>
            </a:pPr>
            <a:r>
              <a:rPr lang="zh-CN" altLang="en-US" sz="2400" b="1">
                <a:solidFill>
                  <a:srgbClr val="0066CC"/>
                </a:solidFill>
                <a:latin typeface="黑体" pitchFamily="49" charset="-122"/>
                <a:ea typeface="黑体" pitchFamily="49" charset="-122"/>
              </a:rPr>
              <a:t>缩小比例：比值小于</a:t>
            </a:r>
            <a:r>
              <a:rPr lang="en-US" altLang="zh-CN" sz="2400" b="1">
                <a:solidFill>
                  <a:srgbClr val="0066CC"/>
                </a:solidFill>
                <a:latin typeface="黑体" pitchFamily="49" charset="-122"/>
                <a:ea typeface="黑体" pitchFamily="49" charset="-122"/>
              </a:rPr>
              <a:t>1</a:t>
            </a:r>
            <a:r>
              <a:rPr lang="zh-CN" altLang="en-US" sz="2400" b="1">
                <a:solidFill>
                  <a:srgbClr val="0066CC"/>
                </a:solidFill>
                <a:latin typeface="黑体" pitchFamily="49" charset="-122"/>
                <a:ea typeface="黑体" pitchFamily="49" charset="-122"/>
              </a:rPr>
              <a:t>的比例，如</a:t>
            </a:r>
            <a:r>
              <a:rPr lang="en-US" altLang="zh-CN" sz="2400" b="1">
                <a:solidFill>
                  <a:srgbClr val="0066CC"/>
                </a:solidFill>
                <a:latin typeface="黑体" pitchFamily="49" charset="-122"/>
                <a:ea typeface="黑体" pitchFamily="49" charset="-122"/>
              </a:rPr>
              <a:t>1</a:t>
            </a:r>
            <a:r>
              <a:rPr lang="zh-CN" altLang="en-US" sz="2400" b="1">
                <a:solidFill>
                  <a:srgbClr val="0066CC"/>
                </a:solidFill>
                <a:latin typeface="黑体" pitchFamily="49" charset="-122"/>
                <a:ea typeface="黑体" pitchFamily="49" charset="-122"/>
              </a:rPr>
              <a:t>：</a:t>
            </a:r>
            <a:r>
              <a:rPr lang="en-US" altLang="zh-CN" sz="2400" b="1">
                <a:solidFill>
                  <a:srgbClr val="0066CC"/>
                </a:solidFill>
                <a:latin typeface="黑体" pitchFamily="49" charset="-122"/>
                <a:ea typeface="黑体" pitchFamily="49" charset="-122"/>
              </a:rPr>
              <a:t>2</a:t>
            </a:r>
            <a:r>
              <a:rPr lang="zh-CN" altLang="en-US" sz="2400" b="1">
                <a:solidFill>
                  <a:srgbClr val="0066CC"/>
                </a:solidFill>
                <a:latin typeface="黑体" pitchFamily="49" charset="-122"/>
                <a:ea typeface="黑体" pitchFamily="49" charset="-122"/>
              </a:rPr>
              <a:t>。</a:t>
            </a:r>
          </a:p>
        </p:txBody>
      </p:sp>
      <p:pic>
        <p:nvPicPr>
          <p:cNvPr id="320518" name="Picture 6"/>
          <p:cNvPicPr>
            <a:picLocks noChangeAspect="1"/>
          </p:cNvPicPr>
          <p:nvPr/>
        </p:nvPicPr>
        <p:blipFill>
          <a:blip r:embed="rId2"/>
          <a:srcRect/>
          <a:stretch>
            <a:fillRect/>
          </a:stretch>
        </p:blipFill>
        <p:spPr bwMode="auto">
          <a:xfrm>
            <a:off x="2540000" y="4718050"/>
            <a:ext cx="1738313" cy="1462088"/>
          </a:xfrm>
          <a:prstGeom prst="rect">
            <a:avLst/>
          </a:prstGeom>
          <a:noFill/>
          <a:ln w="9525">
            <a:noFill/>
            <a:miter lim="800000"/>
            <a:headEnd/>
            <a:tailEnd/>
          </a:ln>
        </p:spPr>
      </p:pic>
      <p:pic>
        <p:nvPicPr>
          <p:cNvPr id="320519" name="Picture 7"/>
          <p:cNvPicPr>
            <a:picLocks noChangeAspect="1"/>
          </p:cNvPicPr>
          <p:nvPr/>
        </p:nvPicPr>
        <p:blipFill>
          <a:blip r:embed="rId3"/>
          <a:srcRect/>
          <a:stretch>
            <a:fillRect/>
          </a:stretch>
        </p:blipFill>
        <p:spPr bwMode="auto">
          <a:xfrm>
            <a:off x="4692650" y="3514725"/>
            <a:ext cx="3463925" cy="2700338"/>
          </a:xfrm>
          <a:prstGeom prst="rect">
            <a:avLst/>
          </a:prstGeom>
          <a:noFill/>
          <a:ln w="9525">
            <a:noFill/>
            <a:miter lim="800000"/>
            <a:headEnd/>
            <a:tailEnd/>
          </a:ln>
        </p:spPr>
      </p:pic>
      <p:pic>
        <p:nvPicPr>
          <p:cNvPr id="320520" name="Picture 8"/>
          <p:cNvPicPr>
            <a:picLocks noChangeAspect="1"/>
          </p:cNvPicPr>
          <p:nvPr/>
        </p:nvPicPr>
        <p:blipFill>
          <a:blip r:embed="rId4"/>
          <a:srcRect/>
          <a:stretch>
            <a:fillRect/>
          </a:stretch>
        </p:blipFill>
        <p:spPr bwMode="auto">
          <a:xfrm>
            <a:off x="8636000" y="5335588"/>
            <a:ext cx="889000" cy="844550"/>
          </a:xfrm>
          <a:prstGeom prst="rect">
            <a:avLst/>
          </a:prstGeom>
          <a:noFill/>
          <a:ln w="9525">
            <a:noFill/>
            <a:miter lim="800000"/>
            <a:headEnd/>
            <a:tailEnd/>
          </a:ln>
        </p:spPr>
      </p:pic>
      <p:sp>
        <p:nvSpPr>
          <p:cNvPr id="475141" name="Rectangle 9"/>
          <p:cNvSpPr>
            <a:spLocks noGrp="1"/>
          </p:cNvSpPr>
          <p:nvPr>
            <p:ph type="title"/>
          </p:nvPr>
        </p:nvSpPr>
        <p:spPr>
          <a:xfrm>
            <a:off x="417513" y="331788"/>
            <a:ext cx="6913562" cy="739775"/>
          </a:xfrm>
        </p:spPr>
        <p:txBody>
          <a:bodyPr/>
          <a:lstStyle/>
          <a:p>
            <a:r>
              <a:rPr lang="en-US" altLang="zh-CN" sz="3600" b="1" i="1">
                <a:solidFill>
                  <a:srgbClr val="0066CC"/>
                </a:solidFill>
                <a:latin typeface="Times New Roman" pitchFamily="18" charset="0"/>
                <a:ea typeface="微软雅黑" pitchFamily="34" charset="-122"/>
                <a:cs typeface="Times New Roman" pitchFamily="18" charset="0"/>
              </a:rPr>
              <a:t>2.1.2 比例（GB/T14690-1993）</a:t>
            </a:r>
            <a:endParaRPr lang="zh-CN" altLang="en-US" sz="3200" b="1">
              <a:solidFill>
                <a:srgbClr val="FF0000"/>
              </a:solidFill>
              <a:latin typeface="黑体" pitchFamily="49" charset="-122"/>
              <a:ea typeface="黑体" pitchFamily="49" charset="-122"/>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20517">
                                            <p:txEl>
                                              <p:pRg st="0" end="0"/>
                                            </p:txEl>
                                          </p:spTgt>
                                        </p:tgtEl>
                                        <p:attrNameLst>
                                          <p:attrName>style.visibility</p:attrName>
                                        </p:attrNameLst>
                                      </p:cBhvr>
                                      <p:to>
                                        <p:strVal val="visible"/>
                                      </p:to>
                                    </p:set>
                                    <p:animEffect transition="in" filter="wipe(left)">
                                      <p:cBhvr>
                                        <p:cTn id="7" dur="1000"/>
                                        <p:tgtEl>
                                          <p:spTgt spid="3205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20517">
                                            <p:txEl>
                                              <p:pRg st="1" end="1"/>
                                            </p:txEl>
                                          </p:spTgt>
                                        </p:tgtEl>
                                        <p:attrNameLst>
                                          <p:attrName>style.visibility</p:attrName>
                                        </p:attrNameLst>
                                      </p:cBhvr>
                                      <p:to>
                                        <p:strVal val="visible"/>
                                      </p:to>
                                    </p:set>
                                    <p:animEffect transition="in" filter="wipe(left)">
                                      <p:cBhvr>
                                        <p:cTn id="12" dur="2000"/>
                                        <p:tgtEl>
                                          <p:spTgt spid="3205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20518"/>
                                        </p:tgtEl>
                                        <p:attrNameLst>
                                          <p:attrName>style.visibility</p:attrName>
                                        </p:attrNameLst>
                                      </p:cBhvr>
                                      <p:to>
                                        <p:strVal val="visible"/>
                                      </p:to>
                                    </p:set>
                                    <p:animEffect transition="in" filter="wipe(left)">
                                      <p:cBhvr>
                                        <p:cTn id="17" dur="500"/>
                                        <p:tgtEl>
                                          <p:spTgt spid="3205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20517">
                                            <p:txEl>
                                              <p:pRg st="2" end="2"/>
                                            </p:txEl>
                                          </p:spTgt>
                                        </p:tgtEl>
                                        <p:attrNameLst>
                                          <p:attrName>style.visibility</p:attrName>
                                        </p:attrNameLst>
                                      </p:cBhvr>
                                      <p:to>
                                        <p:strVal val="visible"/>
                                      </p:to>
                                    </p:set>
                                    <p:animEffect transition="in" filter="wipe(left)">
                                      <p:cBhvr>
                                        <p:cTn id="22" dur="1000"/>
                                        <p:tgtEl>
                                          <p:spTgt spid="32051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nodeType="clickEffect">
                                  <p:stCondLst>
                                    <p:cond delay="0"/>
                                  </p:stCondLst>
                                  <p:childTnLst>
                                    <p:set>
                                      <p:cBhvr>
                                        <p:cTn id="26" dur="1" fill="hold">
                                          <p:stCondLst>
                                            <p:cond delay="0"/>
                                          </p:stCondLst>
                                        </p:cTn>
                                        <p:tgtEl>
                                          <p:spTgt spid="320519"/>
                                        </p:tgtEl>
                                        <p:attrNameLst>
                                          <p:attrName>style.visibility</p:attrName>
                                        </p:attrNameLst>
                                      </p:cBhvr>
                                      <p:to>
                                        <p:strVal val="visible"/>
                                      </p:to>
                                    </p:set>
                                    <p:animEffect transition="in" filter="fade">
                                      <p:cBhvr>
                                        <p:cTn id="27" dur="1000"/>
                                        <p:tgtEl>
                                          <p:spTgt spid="320519"/>
                                        </p:tgtEl>
                                      </p:cBhvr>
                                    </p:animEffect>
                                    <p:anim calcmode="lin" valueType="num">
                                      <p:cBhvr>
                                        <p:cTn id="28" dur="1000" fill="hold"/>
                                        <p:tgtEl>
                                          <p:spTgt spid="320519"/>
                                        </p:tgtEl>
                                        <p:attrNameLst>
                                          <p:attrName>ppt_x</p:attrName>
                                        </p:attrNameLst>
                                      </p:cBhvr>
                                      <p:tavLst>
                                        <p:tav tm="0">
                                          <p:val>
                                            <p:strVal val="#ppt_x"/>
                                          </p:val>
                                        </p:tav>
                                        <p:tav tm="100000">
                                          <p:val>
                                            <p:strVal val="#ppt_x"/>
                                          </p:val>
                                        </p:tav>
                                      </p:tavLst>
                                    </p:anim>
                                    <p:anim calcmode="lin" valueType="num">
                                      <p:cBhvr>
                                        <p:cTn id="29" dur="900" decel="100000" fill="hold"/>
                                        <p:tgtEl>
                                          <p:spTgt spid="320519"/>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320519"/>
                                        </p:tgtEl>
                                        <p:attrNameLst>
                                          <p:attrName>ppt_y</p:attrName>
                                        </p:attrNameLst>
                                      </p:cBhvr>
                                      <p:tavLst>
                                        <p:tav tm="0">
                                          <p:val>
                                            <p:strVal val="#ppt_y-.03"/>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320517">
                                            <p:txEl>
                                              <p:pRg st="3" end="3"/>
                                            </p:txEl>
                                          </p:spTgt>
                                        </p:tgtEl>
                                        <p:attrNameLst>
                                          <p:attrName>style.visibility</p:attrName>
                                        </p:attrNameLst>
                                      </p:cBhvr>
                                      <p:to>
                                        <p:strVal val="visible"/>
                                      </p:to>
                                    </p:set>
                                    <p:animEffect transition="in" filter="wipe(left)">
                                      <p:cBhvr>
                                        <p:cTn id="35" dur="1000"/>
                                        <p:tgtEl>
                                          <p:spTgt spid="320517">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7" presetClass="entr" presetSubtype="0" fill="hold" nodeType="clickEffect">
                                  <p:stCondLst>
                                    <p:cond delay="0"/>
                                  </p:stCondLst>
                                  <p:childTnLst>
                                    <p:set>
                                      <p:cBhvr>
                                        <p:cTn id="39" dur="1" fill="hold">
                                          <p:stCondLst>
                                            <p:cond delay="0"/>
                                          </p:stCondLst>
                                        </p:cTn>
                                        <p:tgtEl>
                                          <p:spTgt spid="320520"/>
                                        </p:tgtEl>
                                        <p:attrNameLst>
                                          <p:attrName>style.visibility</p:attrName>
                                        </p:attrNameLst>
                                      </p:cBhvr>
                                      <p:to>
                                        <p:strVal val="visible"/>
                                      </p:to>
                                    </p:set>
                                    <p:animEffect transition="in" filter="fade">
                                      <p:cBhvr>
                                        <p:cTn id="40" dur="1000"/>
                                        <p:tgtEl>
                                          <p:spTgt spid="320520"/>
                                        </p:tgtEl>
                                      </p:cBhvr>
                                    </p:animEffect>
                                    <p:anim calcmode="lin" valueType="num">
                                      <p:cBhvr>
                                        <p:cTn id="41" dur="1000" fill="hold"/>
                                        <p:tgtEl>
                                          <p:spTgt spid="320520"/>
                                        </p:tgtEl>
                                        <p:attrNameLst>
                                          <p:attrName>ppt_x</p:attrName>
                                        </p:attrNameLst>
                                      </p:cBhvr>
                                      <p:tavLst>
                                        <p:tav tm="0">
                                          <p:val>
                                            <p:strVal val="#ppt_x"/>
                                          </p:val>
                                        </p:tav>
                                        <p:tav tm="100000">
                                          <p:val>
                                            <p:strVal val="#ppt_x"/>
                                          </p:val>
                                        </p:tav>
                                      </p:tavLst>
                                    </p:anim>
                                    <p:anim calcmode="lin" valueType="num">
                                      <p:cBhvr>
                                        <p:cTn id="42" dur="900" decel="100000" fill="hold"/>
                                        <p:tgtEl>
                                          <p:spTgt spid="320520"/>
                                        </p:tgtEl>
                                        <p:attrNameLst>
                                          <p:attrName>ppt_y</p:attrName>
                                        </p:attrNameLst>
                                      </p:cBhvr>
                                      <p:tavLst>
                                        <p:tav tm="0">
                                          <p:val>
                                            <p:strVal val="#ppt_y+1"/>
                                          </p:val>
                                        </p:tav>
                                        <p:tav tm="100000">
                                          <p:val>
                                            <p:strVal val="#ppt_y-.03"/>
                                          </p:val>
                                        </p:tav>
                                      </p:tavLst>
                                    </p:anim>
                                    <p:anim calcmode="lin" valueType="num">
                                      <p:cBhvr>
                                        <p:cTn id="43" dur="100" accel="100000" fill="hold">
                                          <p:stCondLst>
                                            <p:cond delay="900"/>
                                          </p:stCondLst>
                                        </p:cTn>
                                        <p:tgtEl>
                                          <p:spTgt spid="320520"/>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1" name="Rectangle 2"/>
          <p:cNvSpPr>
            <a:spLocks noChangeArrowheads="1"/>
          </p:cNvSpPr>
          <p:nvPr/>
        </p:nvSpPr>
        <p:spPr bwMode="auto">
          <a:xfrm>
            <a:off x="1774825" y="257175"/>
            <a:ext cx="8569325" cy="584200"/>
          </a:xfrm>
          <a:prstGeom prst="rect">
            <a:avLst/>
          </a:prstGeom>
          <a:noFill/>
          <a:ln w="9525">
            <a:noFill/>
            <a:miter lim="800000"/>
            <a:headEnd/>
            <a:tailEnd/>
          </a:ln>
        </p:spPr>
        <p:txBody>
          <a:bodyPr anchor="ctr">
            <a:spAutoFit/>
          </a:bodyPr>
          <a:lstStyle/>
          <a:p>
            <a:pPr defTabSz="0">
              <a:buFont typeface="Arial" charset="0"/>
              <a:buNone/>
              <a:tabLst>
                <a:tab pos="4229100" algn="l"/>
                <a:tab pos="4343400" algn="l"/>
              </a:tabLst>
            </a:pPr>
            <a:r>
              <a:rPr lang="en-US" altLang="zh-CN" sz="3200" b="1">
                <a:solidFill>
                  <a:srgbClr val="000000"/>
                </a:solidFill>
                <a:latin typeface="黑体" pitchFamily="49" charset="-122"/>
                <a:ea typeface="黑体" pitchFamily="49" charset="-122"/>
              </a:rPr>
              <a:t>               </a:t>
            </a:r>
            <a:r>
              <a:rPr lang="zh-CN" altLang="en-US" sz="2400" b="1">
                <a:solidFill>
                  <a:srgbClr val="000000"/>
                </a:solidFill>
                <a:latin typeface="黑体" pitchFamily="49" charset="-122"/>
                <a:ea typeface="黑体" pitchFamily="49" charset="-122"/>
              </a:rPr>
              <a:t>规定</a:t>
            </a:r>
            <a:r>
              <a:rPr lang="zh-CN" altLang="en-US" sz="2400" b="1">
                <a:latin typeface="黑体" pitchFamily="49" charset="-122"/>
                <a:ea typeface="黑体" pitchFamily="49" charset="-122"/>
              </a:rPr>
              <a:t>比例</a:t>
            </a:r>
            <a:r>
              <a:rPr lang="zh-CN" altLang="en-US" sz="3200" b="1">
                <a:latin typeface="黑体" pitchFamily="49" charset="-122"/>
                <a:ea typeface="黑体" pitchFamily="49" charset="-122"/>
              </a:rPr>
              <a:t>       </a:t>
            </a:r>
            <a:r>
              <a:rPr lang="en-US" altLang="zh-CN" sz="2400">
                <a:latin typeface="Monotype Corsiva" pitchFamily="66" charset="0"/>
                <a:ea typeface="黑体" pitchFamily="49" charset="-122"/>
              </a:rPr>
              <a:t>n</a:t>
            </a:r>
            <a:r>
              <a:rPr lang="en-US" altLang="zh-CN" sz="2400">
                <a:latin typeface="Times New Roman" pitchFamily="18" charset="0"/>
                <a:ea typeface="黑体" pitchFamily="49" charset="-122"/>
              </a:rPr>
              <a:t> </a:t>
            </a:r>
            <a:r>
              <a:rPr lang="zh-CN" altLang="en-US" sz="2400">
                <a:latin typeface="Times New Roman" pitchFamily="18" charset="0"/>
                <a:ea typeface="黑体" pitchFamily="49" charset="-122"/>
              </a:rPr>
              <a:t>为正整数</a:t>
            </a:r>
          </a:p>
        </p:txBody>
      </p:sp>
      <p:sp>
        <p:nvSpPr>
          <p:cNvPr id="476162" name="Line 4"/>
          <p:cNvSpPr>
            <a:spLocks noChangeShapeType="1"/>
          </p:cNvSpPr>
          <p:nvPr/>
        </p:nvSpPr>
        <p:spPr bwMode="auto">
          <a:xfrm>
            <a:off x="6743700" y="1557338"/>
            <a:ext cx="0" cy="4535487"/>
          </a:xfrm>
          <a:prstGeom prst="line">
            <a:avLst/>
          </a:prstGeom>
          <a:noFill/>
          <a:ln w="12700">
            <a:solidFill>
              <a:schemeClr val="tx1"/>
            </a:solidFill>
            <a:miter lim="800000"/>
            <a:headEnd/>
            <a:tailEnd/>
          </a:ln>
        </p:spPr>
        <p:txBody>
          <a:bodyPr/>
          <a:lstStyle/>
          <a:p>
            <a:endParaRPr lang="zh-CN" altLang="en-US"/>
          </a:p>
        </p:txBody>
      </p:sp>
      <p:sp>
        <p:nvSpPr>
          <p:cNvPr id="476163" name="Rectangle 5"/>
          <p:cNvSpPr>
            <a:spLocks noChangeArrowheads="1"/>
          </p:cNvSpPr>
          <p:nvPr/>
        </p:nvSpPr>
        <p:spPr bwMode="auto">
          <a:xfrm>
            <a:off x="5808663" y="908050"/>
            <a:ext cx="1404937" cy="460375"/>
          </a:xfrm>
          <a:prstGeom prst="rect">
            <a:avLst/>
          </a:prstGeom>
          <a:noFill/>
          <a:ln w="9525">
            <a:noFill/>
            <a:miter lim="800000"/>
            <a:headEnd/>
            <a:tailEnd/>
          </a:ln>
        </p:spPr>
        <p:txBody>
          <a:bodyPr wrap="none">
            <a:spAutoFit/>
          </a:bodyPr>
          <a:lstStyle/>
          <a:p>
            <a:pPr>
              <a:buClr>
                <a:schemeClr val="bg1"/>
              </a:buClr>
              <a:buFont typeface="Wingdings" pitchFamily="2" charset="2"/>
              <a:buNone/>
            </a:pPr>
            <a:r>
              <a:rPr lang="zh-CN" altLang="en-US" sz="2400" b="1">
                <a:latin typeface="Times New Roman" pitchFamily="18" charset="0"/>
                <a:ea typeface="黑体" pitchFamily="49" charset="-122"/>
              </a:rPr>
              <a:t>比        例</a:t>
            </a:r>
          </a:p>
        </p:txBody>
      </p:sp>
      <p:sp>
        <p:nvSpPr>
          <p:cNvPr id="476164" name="Rectangle 6"/>
          <p:cNvSpPr>
            <a:spLocks noChangeArrowheads="1"/>
          </p:cNvSpPr>
          <p:nvPr/>
        </p:nvSpPr>
        <p:spPr bwMode="auto">
          <a:xfrm>
            <a:off x="1774825" y="1196975"/>
            <a:ext cx="1100138" cy="460375"/>
          </a:xfrm>
          <a:prstGeom prst="rect">
            <a:avLst/>
          </a:prstGeom>
          <a:noFill/>
          <a:ln w="9525">
            <a:noFill/>
            <a:miter lim="800000"/>
            <a:headEnd/>
            <a:tailEnd/>
          </a:ln>
        </p:spPr>
        <p:txBody>
          <a:bodyPr wrap="none">
            <a:spAutoFit/>
          </a:bodyPr>
          <a:lstStyle/>
          <a:p>
            <a:pPr>
              <a:buFont typeface="Arial" charset="0"/>
              <a:buNone/>
            </a:pPr>
            <a:r>
              <a:rPr lang="zh-CN" altLang="en-US" sz="2400" b="1">
                <a:latin typeface="Times New Roman" pitchFamily="18" charset="0"/>
                <a:ea typeface="黑体" pitchFamily="49" charset="-122"/>
              </a:rPr>
              <a:t>种    类</a:t>
            </a:r>
          </a:p>
        </p:txBody>
      </p:sp>
      <p:sp>
        <p:nvSpPr>
          <p:cNvPr id="476165" name="Rectangle 7"/>
          <p:cNvSpPr>
            <a:spLocks noChangeArrowheads="1"/>
          </p:cNvSpPr>
          <p:nvPr/>
        </p:nvSpPr>
        <p:spPr bwMode="auto">
          <a:xfrm>
            <a:off x="4367213" y="1528763"/>
            <a:ext cx="1406525" cy="460375"/>
          </a:xfrm>
          <a:prstGeom prst="rect">
            <a:avLst/>
          </a:prstGeom>
          <a:noFill/>
          <a:ln w="9525">
            <a:noFill/>
            <a:miter lim="800000"/>
            <a:headEnd/>
            <a:tailEnd/>
          </a:ln>
        </p:spPr>
        <p:txBody>
          <a:bodyPr wrap="none">
            <a:spAutoFit/>
          </a:bodyPr>
          <a:lstStyle/>
          <a:p>
            <a:pPr>
              <a:buClr>
                <a:schemeClr val="bg1"/>
              </a:buClr>
              <a:buFont typeface="Wingdings" pitchFamily="2" charset="2"/>
              <a:buNone/>
            </a:pPr>
            <a:r>
              <a:rPr lang="zh-CN" altLang="en-US" sz="2400" b="1">
                <a:latin typeface="Times New Roman" pitchFamily="18" charset="0"/>
                <a:ea typeface="黑体" pitchFamily="49" charset="-122"/>
              </a:rPr>
              <a:t>优先选取</a:t>
            </a:r>
          </a:p>
        </p:txBody>
      </p:sp>
      <p:sp>
        <p:nvSpPr>
          <p:cNvPr id="476166" name="Rectangle 8"/>
          <p:cNvSpPr>
            <a:spLocks noChangeArrowheads="1"/>
          </p:cNvSpPr>
          <p:nvPr/>
        </p:nvSpPr>
        <p:spPr bwMode="auto">
          <a:xfrm>
            <a:off x="7680325" y="1528763"/>
            <a:ext cx="1406525" cy="460375"/>
          </a:xfrm>
          <a:prstGeom prst="rect">
            <a:avLst/>
          </a:prstGeom>
          <a:noFill/>
          <a:ln w="9525">
            <a:noFill/>
            <a:miter lim="800000"/>
            <a:headEnd/>
            <a:tailEnd/>
          </a:ln>
        </p:spPr>
        <p:txBody>
          <a:bodyPr wrap="none">
            <a:spAutoFit/>
          </a:bodyPr>
          <a:lstStyle/>
          <a:p>
            <a:pPr>
              <a:buClr>
                <a:schemeClr val="bg1"/>
              </a:buClr>
              <a:buFont typeface="Wingdings" pitchFamily="2" charset="2"/>
              <a:buNone/>
            </a:pPr>
            <a:r>
              <a:rPr lang="zh-CN" altLang="en-US" sz="2400" b="1">
                <a:latin typeface="Times New Roman" pitchFamily="18" charset="0"/>
                <a:ea typeface="黑体" pitchFamily="49" charset="-122"/>
              </a:rPr>
              <a:t>允许选取</a:t>
            </a:r>
          </a:p>
        </p:txBody>
      </p:sp>
      <p:sp>
        <p:nvSpPr>
          <p:cNvPr id="476167" name="Rectangle 9"/>
          <p:cNvSpPr>
            <a:spLocks noChangeArrowheads="1"/>
          </p:cNvSpPr>
          <p:nvPr/>
        </p:nvSpPr>
        <p:spPr bwMode="auto">
          <a:xfrm>
            <a:off x="1687513" y="2205038"/>
            <a:ext cx="1406525" cy="460375"/>
          </a:xfrm>
          <a:prstGeom prst="rect">
            <a:avLst/>
          </a:prstGeom>
          <a:noFill/>
          <a:ln w="9525">
            <a:noFill/>
            <a:miter lim="800000"/>
            <a:headEnd/>
            <a:tailEnd/>
          </a:ln>
        </p:spPr>
        <p:txBody>
          <a:bodyPr wrap="none">
            <a:spAutoFit/>
          </a:bodyPr>
          <a:lstStyle/>
          <a:p>
            <a:pPr>
              <a:buFont typeface="Arial" charset="0"/>
              <a:buNone/>
            </a:pPr>
            <a:r>
              <a:rPr lang="zh-CN" altLang="en-US" sz="2400" b="1">
                <a:solidFill>
                  <a:srgbClr val="CC0000"/>
                </a:solidFill>
                <a:latin typeface="Times New Roman" pitchFamily="18" charset="0"/>
                <a:ea typeface="黑体" pitchFamily="49" charset="-122"/>
              </a:rPr>
              <a:t>原值比例</a:t>
            </a:r>
          </a:p>
        </p:txBody>
      </p:sp>
      <p:sp>
        <p:nvSpPr>
          <p:cNvPr id="476168" name="Rectangle 10"/>
          <p:cNvSpPr>
            <a:spLocks noChangeArrowheads="1"/>
          </p:cNvSpPr>
          <p:nvPr/>
        </p:nvSpPr>
        <p:spPr bwMode="auto">
          <a:xfrm>
            <a:off x="4367213" y="2201863"/>
            <a:ext cx="571500" cy="460375"/>
          </a:xfrm>
          <a:prstGeom prst="rect">
            <a:avLst/>
          </a:prstGeom>
          <a:noFill/>
          <a:ln w="9525">
            <a:noFill/>
            <a:miter lim="800000"/>
            <a:headEnd/>
            <a:tailEnd/>
          </a:ln>
        </p:spPr>
        <p:txBody>
          <a:bodyPr wrap="none">
            <a:spAutoFit/>
          </a:bodyPr>
          <a:lstStyle/>
          <a:p>
            <a:pPr>
              <a:buFont typeface="Arial" charset="0"/>
              <a:buNone/>
            </a:pPr>
            <a:r>
              <a:rPr lang="en-US" altLang="zh-CN" sz="2400">
                <a:latin typeface="Times New Roman" pitchFamily="18" charset="0"/>
                <a:ea typeface="黑体" pitchFamily="49" charset="-122"/>
              </a:rPr>
              <a:t>1:1</a:t>
            </a:r>
          </a:p>
        </p:txBody>
      </p:sp>
      <p:sp>
        <p:nvSpPr>
          <p:cNvPr id="75787" name="Rectangle 11"/>
          <p:cNvSpPr>
            <a:spLocks noChangeArrowheads="1"/>
          </p:cNvSpPr>
          <p:nvPr/>
        </p:nvSpPr>
        <p:spPr bwMode="auto">
          <a:xfrm>
            <a:off x="1674813" y="3108325"/>
            <a:ext cx="1406525" cy="460375"/>
          </a:xfrm>
          <a:prstGeom prst="rect">
            <a:avLst/>
          </a:prstGeom>
          <a:noFill/>
          <a:ln w="9525">
            <a:noFill/>
            <a:miter lim="800000"/>
            <a:headEnd/>
            <a:tailEnd/>
          </a:ln>
        </p:spPr>
        <p:txBody>
          <a:bodyPr wrap="none">
            <a:spAutoFit/>
          </a:bodyPr>
          <a:lstStyle/>
          <a:p>
            <a:pPr>
              <a:buFont typeface="Arial" charset="0"/>
              <a:buNone/>
            </a:pPr>
            <a:r>
              <a:rPr lang="zh-CN" altLang="en-US" sz="2400" b="1">
                <a:solidFill>
                  <a:srgbClr val="CC0000"/>
                </a:solidFill>
                <a:latin typeface="Times New Roman" pitchFamily="18" charset="0"/>
                <a:ea typeface="黑体" pitchFamily="49" charset="-122"/>
              </a:rPr>
              <a:t>放大比例</a:t>
            </a:r>
          </a:p>
        </p:txBody>
      </p:sp>
      <p:sp>
        <p:nvSpPr>
          <p:cNvPr id="75788" name="Rectangle 12"/>
          <p:cNvSpPr>
            <a:spLocks noChangeArrowheads="1"/>
          </p:cNvSpPr>
          <p:nvPr/>
        </p:nvSpPr>
        <p:spPr bwMode="auto">
          <a:xfrm>
            <a:off x="3651250" y="2997200"/>
            <a:ext cx="3165475" cy="830263"/>
          </a:xfrm>
          <a:prstGeom prst="rect">
            <a:avLst/>
          </a:prstGeom>
          <a:noFill/>
          <a:ln w="9525">
            <a:noFill/>
            <a:miter lim="800000"/>
          </a:ln>
          <a:effectLst/>
        </p:spPr>
        <p:txBody>
          <a:bodyPr>
            <a:spAutoFit/>
          </a:bodyPr>
          <a:lstStyle/>
          <a:p>
            <a:pPr>
              <a:defRPr/>
            </a:pPr>
            <a:r>
              <a:rPr lang="en-US" altLang="zh-CN" sz="2400" b="1" dirty="0">
                <a:latin typeface="Times New Roman" panose="02020603050405020304" pitchFamily="18" charset="0"/>
                <a:ea typeface="黑体" panose="02010609060101010101" charset="-122"/>
              </a:rPr>
              <a:t>5:1            2:1   5×10</a:t>
            </a:r>
            <a:r>
              <a:rPr lang="en-US" altLang="zh-CN" sz="2400" b="1" i="1" baseline="30000" dirty="0">
                <a:latin typeface="Times New Roman" panose="02020603050405020304" pitchFamily="18" charset="0"/>
                <a:ea typeface="黑体" panose="02010609060101010101" charset="-122"/>
              </a:rPr>
              <a:t>n</a:t>
            </a:r>
            <a:r>
              <a:rPr lang="en-US" altLang="zh-CN" sz="2400" b="1" dirty="0">
                <a:latin typeface="Times New Roman" panose="02020603050405020304" pitchFamily="18" charset="0"/>
                <a:ea typeface="黑体" panose="02010609060101010101" charset="-122"/>
              </a:rPr>
              <a:t>:1   2×</a:t>
            </a:r>
            <a:r>
              <a:rPr lang="en-US" altLang="zh-CN" sz="2400" b="1" dirty="0">
                <a:effectLst>
                  <a:outerShdw blurRad="38100" dist="38100" dir="2700000" algn="tl">
                    <a:srgbClr val="FFFFFF"/>
                  </a:outerShdw>
                </a:effectLst>
                <a:latin typeface="Times New Roman" panose="02020603050405020304" pitchFamily="18" charset="0"/>
                <a:ea typeface="黑体" panose="02010609060101010101" charset="-122"/>
              </a:rPr>
              <a:t>10</a:t>
            </a:r>
            <a:r>
              <a:rPr lang="en-US" altLang="zh-CN" sz="2400" b="1" i="1" baseline="30000" dirty="0">
                <a:effectLst>
                  <a:outerShdw blurRad="38100" dist="38100" dir="2700000" algn="tl">
                    <a:srgbClr val="FFFFFF"/>
                  </a:outerShdw>
                </a:effectLst>
                <a:latin typeface="Times New Roman" panose="02020603050405020304" pitchFamily="18" charset="0"/>
                <a:ea typeface="黑体" panose="02010609060101010101" charset="-122"/>
              </a:rPr>
              <a:t>n</a:t>
            </a:r>
            <a:r>
              <a:rPr lang="en-US" altLang="zh-CN" sz="2400" b="1" dirty="0">
                <a:latin typeface="Times New Roman" panose="02020603050405020304" pitchFamily="18" charset="0"/>
                <a:ea typeface="黑体" panose="02010609060101010101" charset="-122"/>
              </a:rPr>
              <a:t>:1</a:t>
            </a:r>
          </a:p>
        </p:txBody>
      </p:sp>
      <p:sp>
        <p:nvSpPr>
          <p:cNvPr id="75789" name="Rectangle 13"/>
          <p:cNvSpPr>
            <a:spLocks noChangeArrowheads="1"/>
          </p:cNvSpPr>
          <p:nvPr/>
        </p:nvSpPr>
        <p:spPr bwMode="auto">
          <a:xfrm>
            <a:off x="6743700" y="2997200"/>
            <a:ext cx="3924300" cy="830263"/>
          </a:xfrm>
          <a:prstGeom prst="rect">
            <a:avLst/>
          </a:prstGeom>
          <a:noFill/>
          <a:ln w="9525">
            <a:noFill/>
            <a:miter lim="800000"/>
          </a:ln>
          <a:effectLst/>
        </p:spPr>
        <p:txBody>
          <a:bodyPr>
            <a:spAutoFit/>
          </a:bodyPr>
          <a:lstStyle/>
          <a:p>
            <a:pPr>
              <a:buClr>
                <a:schemeClr val="bg1"/>
              </a:buClr>
              <a:buFont typeface="Wingdings" panose="05000000000000000000" pitchFamily="2" charset="2"/>
              <a:buNone/>
              <a:defRPr/>
            </a:pPr>
            <a:r>
              <a:rPr lang="en-US" altLang="zh-CN" sz="2400" b="1" dirty="0">
                <a:effectLst>
                  <a:outerShdw blurRad="38100" dist="38100" dir="2700000" algn="tl">
                    <a:srgbClr val="FFFFFF"/>
                  </a:outerShdw>
                </a:effectLst>
                <a:latin typeface="Times New Roman" panose="02020603050405020304" pitchFamily="18" charset="0"/>
                <a:ea typeface="黑体" panose="02010609060101010101" charset="-122"/>
              </a:rPr>
              <a:t>4:1             2.5:1</a:t>
            </a:r>
            <a:endParaRPr lang="en-US" altLang="zh-CN" sz="2400" b="1" dirty="0">
              <a:effectLst>
                <a:outerShdw blurRad="38100" dist="38100" dir="2700000" algn="tl">
                  <a:srgbClr val="FFFFFF"/>
                </a:outerShdw>
              </a:effectLst>
              <a:latin typeface="Times New Roman" panose="02020603050405020304" pitchFamily="18" charset="0"/>
              <a:ea typeface="黑体" panose="02010609060101010101" charset="-122"/>
              <a:cs typeface="Times New Roman" panose="02020603050405020304" pitchFamily="18" charset="0"/>
            </a:endParaRPr>
          </a:p>
          <a:p>
            <a:pPr eaLnBrk="0" hangingPunct="0">
              <a:defRPr/>
            </a:pPr>
            <a:r>
              <a:rPr lang="en-US" altLang="zh-CN" sz="2400" b="1" dirty="0">
                <a:effectLst>
                  <a:outerShdw blurRad="38100" dist="38100" dir="2700000" algn="tl">
                    <a:srgbClr val="FFFFFF"/>
                  </a:outerShdw>
                </a:effectLst>
                <a:latin typeface="Times New Roman" panose="02020603050405020304" pitchFamily="18" charset="0"/>
                <a:ea typeface="黑体" panose="02010609060101010101" charset="-122"/>
              </a:rPr>
              <a:t>4×10</a:t>
            </a:r>
            <a:r>
              <a:rPr lang="en-US" altLang="zh-CN" sz="2400" b="1" i="1" baseline="30000" dirty="0">
                <a:effectLst>
                  <a:outerShdw blurRad="38100" dist="38100" dir="2700000" algn="tl">
                    <a:srgbClr val="FFFFFF"/>
                  </a:outerShdw>
                </a:effectLst>
                <a:latin typeface="Times New Roman" panose="02020603050405020304" pitchFamily="18" charset="0"/>
                <a:ea typeface="黑体" panose="02010609060101010101" charset="-122"/>
              </a:rPr>
              <a:t>n</a:t>
            </a:r>
            <a:r>
              <a:rPr lang="en-US" altLang="zh-CN" sz="2400" b="1" dirty="0">
                <a:effectLst>
                  <a:outerShdw blurRad="38100" dist="38100" dir="2700000" algn="tl">
                    <a:srgbClr val="FFFFFF"/>
                  </a:outerShdw>
                </a:effectLst>
                <a:latin typeface="Times New Roman" panose="02020603050405020304" pitchFamily="18" charset="0"/>
                <a:ea typeface="黑体" panose="02010609060101010101" charset="-122"/>
              </a:rPr>
              <a:t>:1    2.5×10</a:t>
            </a:r>
            <a:r>
              <a:rPr lang="en-US" altLang="zh-CN" sz="2400" b="1" i="1" baseline="30000" dirty="0">
                <a:effectLst>
                  <a:outerShdw blurRad="38100" dist="38100" dir="2700000" algn="tl">
                    <a:srgbClr val="FFFFFF"/>
                  </a:outerShdw>
                </a:effectLst>
                <a:latin typeface="Times New Roman" panose="02020603050405020304" pitchFamily="18" charset="0"/>
                <a:ea typeface="黑体" panose="02010609060101010101" charset="-122"/>
              </a:rPr>
              <a:t>n</a:t>
            </a:r>
            <a:r>
              <a:rPr lang="en-US" altLang="zh-CN" sz="2400" b="1" dirty="0">
                <a:effectLst>
                  <a:outerShdw blurRad="38100" dist="38100" dir="2700000" algn="tl">
                    <a:srgbClr val="FFFFFF"/>
                  </a:outerShdw>
                </a:effectLst>
                <a:latin typeface="Times New Roman" panose="02020603050405020304" pitchFamily="18" charset="0"/>
                <a:ea typeface="黑体" panose="02010609060101010101" charset="-122"/>
              </a:rPr>
              <a:t>:1</a:t>
            </a:r>
          </a:p>
        </p:txBody>
      </p:sp>
      <p:sp>
        <p:nvSpPr>
          <p:cNvPr id="75790" name="Rectangle 14"/>
          <p:cNvSpPr>
            <a:spLocks noChangeArrowheads="1"/>
          </p:cNvSpPr>
          <p:nvPr/>
        </p:nvSpPr>
        <p:spPr bwMode="auto">
          <a:xfrm>
            <a:off x="1631950" y="4749800"/>
            <a:ext cx="1406525" cy="460375"/>
          </a:xfrm>
          <a:prstGeom prst="rect">
            <a:avLst/>
          </a:prstGeom>
          <a:noFill/>
          <a:ln w="9525">
            <a:noFill/>
            <a:miter lim="800000"/>
            <a:headEnd/>
            <a:tailEnd/>
          </a:ln>
        </p:spPr>
        <p:txBody>
          <a:bodyPr wrap="none">
            <a:spAutoFit/>
          </a:bodyPr>
          <a:lstStyle/>
          <a:p>
            <a:pPr>
              <a:buFont typeface="Arial" charset="0"/>
              <a:buNone/>
            </a:pPr>
            <a:r>
              <a:rPr lang="zh-CN" altLang="en-US" sz="2400" b="1">
                <a:solidFill>
                  <a:srgbClr val="CC0000"/>
                </a:solidFill>
                <a:latin typeface="Times New Roman" pitchFamily="18" charset="0"/>
                <a:ea typeface="黑体" pitchFamily="49" charset="-122"/>
              </a:rPr>
              <a:t>缩小比例</a:t>
            </a:r>
          </a:p>
        </p:txBody>
      </p:sp>
      <p:sp>
        <p:nvSpPr>
          <p:cNvPr id="75791" name="Rectangle 15"/>
          <p:cNvSpPr>
            <a:spLocks noChangeArrowheads="1"/>
          </p:cNvSpPr>
          <p:nvPr/>
        </p:nvSpPr>
        <p:spPr bwMode="auto">
          <a:xfrm>
            <a:off x="3576638" y="4221163"/>
            <a:ext cx="3095625" cy="1717675"/>
          </a:xfrm>
          <a:prstGeom prst="rect">
            <a:avLst/>
          </a:prstGeom>
          <a:noFill/>
          <a:ln w="9525">
            <a:noFill/>
            <a:miter lim="800000"/>
          </a:ln>
          <a:effectLst/>
        </p:spPr>
        <p:txBody>
          <a:bodyPr>
            <a:spAutoFit/>
          </a:bodyPr>
          <a:lstStyle/>
          <a:p>
            <a:pPr>
              <a:buClr>
                <a:schemeClr val="bg1"/>
              </a:buClr>
              <a:buFont typeface="Wingdings" panose="05000000000000000000" pitchFamily="2" charset="2"/>
              <a:buNone/>
              <a:defRPr/>
            </a:pPr>
            <a:r>
              <a:rPr lang="en-US" altLang="zh-CN" sz="2400" b="1" dirty="0">
                <a:effectLst>
                  <a:outerShdw blurRad="38100" dist="38100" dir="2700000" algn="tl">
                    <a:srgbClr val="FFFFFF"/>
                  </a:outerShdw>
                </a:effectLst>
                <a:latin typeface="Times New Roman" panose="02020603050405020304" pitchFamily="18" charset="0"/>
                <a:ea typeface="黑体" panose="02010609060101010101" charset="-122"/>
              </a:rPr>
              <a:t> 1:2            1:5 1:2×10</a:t>
            </a:r>
            <a:r>
              <a:rPr lang="en-US" altLang="zh-CN" sz="2400" b="1" i="1" baseline="30000" dirty="0">
                <a:effectLst>
                  <a:outerShdw blurRad="38100" dist="38100" dir="2700000" algn="tl">
                    <a:srgbClr val="FFFFFF"/>
                  </a:outerShdw>
                </a:effectLst>
                <a:latin typeface="Times New Roman" panose="02020603050405020304" pitchFamily="18" charset="0"/>
                <a:ea typeface="黑体" panose="02010609060101010101" charset="-122"/>
              </a:rPr>
              <a:t>n    </a:t>
            </a:r>
            <a:r>
              <a:rPr lang="en-US" altLang="zh-CN" sz="2400" b="1" dirty="0">
                <a:effectLst>
                  <a:outerShdw blurRad="38100" dist="38100" dir="2700000" algn="tl">
                    <a:srgbClr val="FFFFFF"/>
                  </a:outerShdw>
                </a:effectLst>
                <a:latin typeface="Times New Roman" panose="02020603050405020304" pitchFamily="18" charset="0"/>
                <a:ea typeface="黑体" panose="02010609060101010101" charset="-122"/>
              </a:rPr>
              <a:t>1:5×10</a:t>
            </a:r>
            <a:r>
              <a:rPr lang="en-US" altLang="zh-CN" sz="2400" b="1" i="1" baseline="30000" dirty="0">
                <a:effectLst>
                  <a:outerShdw blurRad="38100" dist="38100" dir="2700000" algn="tl">
                    <a:srgbClr val="FFFFFF"/>
                  </a:outerShdw>
                </a:effectLst>
                <a:latin typeface="Times New Roman" panose="02020603050405020304" pitchFamily="18" charset="0"/>
                <a:ea typeface="黑体" panose="02010609060101010101" charset="-122"/>
              </a:rPr>
              <a:t>n</a:t>
            </a:r>
            <a:r>
              <a:rPr lang="en-US" altLang="zh-CN" sz="2400" b="1" baseline="30000" dirty="0">
                <a:effectLst>
                  <a:outerShdw blurRad="38100" dist="38100" dir="2700000" algn="tl">
                    <a:srgbClr val="FFFFFF"/>
                  </a:outerShdw>
                </a:effectLst>
                <a:latin typeface="Times New Roman" panose="02020603050405020304" pitchFamily="18" charset="0"/>
                <a:ea typeface="黑体" panose="02010609060101010101" charset="-122"/>
              </a:rPr>
              <a:t> </a:t>
            </a:r>
          </a:p>
          <a:p>
            <a:pPr>
              <a:buClr>
                <a:schemeClr val="bg1"/>
              </a:buClr>
              <a:buFont typeface="Wingdings" panose="05000000000000000000" pitchFamily="2" charset="2"/>
              <a:buNone/>
              <a:defRPr/>
            </a:pPr>
            <a:endParaRPr lang="en-US" altLang="zh-CN" sz="2400" b="1" baseline="30000" dirty="0">
              <a:effectLst>
                <a:outerShdw blurRad="38100" dist="38100" dir="2700000" algn="tl">
                  <a:srgbClr val="FFFFFF"/>
                </a:outerShdw>
              </a:effectLst>
              <a:latin typeface="Times New Roman" panose="02020603050405020304" pitchFamily="18" charset="0"/>
              <a:ea typeface="黑体" panose="02010609060101010101" charset="-122"/>
            </a:endParaRPr>
          </a:p>
          <a:p>
            <a:pPr>
              <a:buClr>
                <a:schemeClr val="bg1"/>
              </a:buClr>
              <a:buFont typeface="Wingdings" panose="05000000000000000000" pitchFamily="2" charset="2"/>
              <a:buNone/>
              <a:defRPr/>
            </a:pPr>
            <a:r>
              <a:rPr lang="en-US" altLang="zh-CN" sz="2400" b="1" dirty="0">
                <a:effectLst>
                  <a:outerShdw blurRad="38100" dist="38100" dir="2700000" algn="tl">
                    <a:srgbClr val="FFFFFF"/>
                  </a:outerShdw>
                </a:effectLst>
                <a:latin typeface="Times New Roman" panose="02020603050405020304" pitchFamily="18" charset="0"/>
                <a:ea typeface="黑体" panose="02010609060101010101" charset="-122"/>
              </a:rPr>
              <a:t>1:10  1:10×10</a:t>
            </a:r>
            <a:r>
              <a:rPr lang="en-US" altLang="zh-CN" sz="2400" b="1" i="1" baseline="30000" dirty="0">
                <a:effectLst>
                  <a:outerShdw blurRad="38100" dist="38100" dir="2700000" algn="tl">
                    <a:srgbClr val="FFFFFF"/>
                  </a:outerShdw>
                </a:effectLst>
                <a:latin typeface="Times New Roman" panose="02020603050405020304" pitchFamily="18" charset="0"/>
                <a:ea typeface="黑体" panose="02010609060101010101" charset="-122"/>
              </a:rPr>
              <a:t>n</a:t>
            </a:r>
            <a:endParaRPr lang="en-US" altLang="zh-CN" sz="2400" b="1" dirty="0">
              <a:effectLst>
                <a:outerShdw blurRad="38100" dist="38100" dir="2700000" algn="tl">
                  <a:srgbClr val="FFFFFF"/>
                </a:outerShdw>
              </a:effectLst>
              <a:latin typeface="Times New Roman" panose="02020603050405020304" pitchFamily="18" charset="0"/>
              <a:ea typeface="黑体" panose="02010609060101010101" charset="-122"/>
            </a:endParaRPr>
          </a:p>
          <a:p>
            <a:pPr>
              <a:buClr>
                <a:schemeClr val="bg1"/>
              </a:buClr>
              <a:buFont typeface="Wingdings" panose="05000000000000000000" pitchFamily="2" charset="2"/>
              <a:buNone/>
              <a:defRPr/>
            </a:pPr>
            <a:endParaRPr lang="en-US" altLang="zh-CN" sz="2800" b="1" baseline="30000" dirty="0">
              <a:effectLst>
                <a:outerShdw blurRad="38100" dist="38100" dir="2700000" algn="tl">
                  <a:srgbClr val="FFFFFF"/>
                </a:outerShdw>
              </a:effectLst>
              <a:latin typeface="Times New Roman" panose="02020603050405020304" pitchFamily="18" charset="0"/>
              <a:ea typeface="黑体" panose="02010609060101010101" charset="-122"/>
            </a:endParaRPr>
          </a:p>
        </p:txBody>
      </p:sp>
      <p:sp>
        <p:nvSpPr>
          <p:cNvPr id="75792" name="Rectangle 16"/>
          <p:cNvSpPr>
            <a:spLocks noChangeArrowheads="1"/>
          </p:cNvSpPr>
          <p:nvPr/>
        </p:nvSpPr>
        <p:spPr bwMode="auto">
          <a:xfrm>
            <a:off x="6708775" y="4076700"/>
            <a:ext cx="3959225" cy="1938338"/>
          </a:xfrm>
          <a:prstGeom prst="rect">
            <a:avLst/>
          </a:prstGeom>
          <a:noFill/>
          <a:ln w="9525">
            <a:noFill/>
            <a:miter lim="800000"/>
          </a:ln>
          <a:effectLst/>
        </p:spPr>
        <p:txBody>
          <a:bodyPr>
            <a:spAutoFit/>
          </a:bodyPr>
          <a:lstStyle/>
          <a:p>
            <a:pPr>
              <a:buClr>
                <a:schemeClr val="bg1"/>
              </a:buClr>
              <a:buFont typeface="Wingdings" panose="05000000000000000000" pitchFamily="2" charset="2"/>
              <a:buNone/>
              <a:defRPr/>
            </a:pPr>
            <a:r>
              <a:rPr lang="en-US" altLang="zh-CN" sz="2400" b="1" dirty="0">
                <a:effectLst>
                  <a:outerShdw blurRad="38100" dist="38100" dir="2700000" algn="tl">
                    <a:srgbClr val="FFFFFF"/>
                  </a:outerShdw>
                </a:effectLst>
                <a:latin typeface="Times New Roman" panose="02020603050405020304" pitchFamily="18" charset="0"/>
                <a:ea typeface="黑体" panose="02010609060101010101" charset="-122"/>
              </a:rPr>
              <a:t>1:1.5              1:2.5        1:1.5×10</a:t>
            </a:r>
            <a:r>
              <a:rPr lang="en-US" altLang="zh-CN" sz="2400" b="1" i="1" baseline="30000" dirty="0">
                <a:effectLst>
                  <a:outerShdw blurRad="38100" dist="38100" dir="2700000" algn="tl">
                    <a:srgbClr val="FFFFFF"/>
                  </a:outerShdw>
                </a:effectLst>
                <a:latin typeface="Times New Roman" panose="02020603050405020304" pitchFamily="18" charset="0"/>
                <a:ea typeface="黑体" panose="02010609060101010101" charset="-122"/>
              </a:rPr>
              <a:t>n      </a:t>
            </a:r>
            <a:r>
              <a:rPr lang="en-US" altLang="zh-CN" sz="2400" b="1" dirty="0">
                <a:effectLst>
                  <a:outerShdw blurRad="38100" dist="38100" dir="2700000" algn="tl">
                    <a:srgbClr val="FFFFFF"/>
                  </a:outerShdw>
                </a:effectLst>
                <a:latin typeface="Times New Roman" panose="02020603050405020304" pitchFamily="18" charset="0"/>
                <a:ea typeface="黑体" panose="02010609060101010101" charset="-122"/>
              </a:rPr>
              <a:t> 1:2.5×10</a:t>
            </a:r>
            <a:r>
              <a:rPr lang="en-US" altLang="zh-CN" sz="2400" b="1" i="1" baseline="30000" dirty="0">
                <a:effectLst>
                  <a:outerShdw blurRad="38100" dist="38100" dir="2700000" algn="tl">
                    <a:srgbClr val="FFFFFF"/>
                  </a:outerShdw>
                </a:effectLst>
                <a:latin typeface="Times New Roman" panose="02020603050405020304" pitchFamily="18" charset="0"/>
                <a:ea typeface="黑体" panose="02010609060101010101" charset="-122"/>
              </a:rPr>
              <a:t>n</a:t>
            </a:r>
            <a:r>
              <a:rPr lang="en-US" altLang="zh-CN" sz="2400" b="1" dirty="0">
                <a:effectLst>
                  <a:outerShdw blurRad="38100" dist="38100" dir="2700000" algn="tl">
                    <a:srgbClr val="FFFFFF"/>
                  </a:outerShdw>
                </a:effectLst>
                <a:latin typeface="Times New Roman" panose="02020603050405020304" pitchFamily="18" charset="0"/>
                <a:ea typeface="黑体" panose="02010609060101010101" charset="-122"/>
              </a:rPr>
              <a:t>                1:3                 1:3×10</a:t>
            </a:r>
            <a:r>
              <a:rPr lang="en-US" altLang="zh-CN" sz="2400" b="1" i="1" baseline="30000" dirty="0">
                <a:effectLst>
                  <a:outerShdw blurRad="38100" dist="38100" dir="2700000" algn="tl">
                    <a:srgbClr val="FFFFFF"/>
                  </a:outerShdw>
                </a:effectLst>
                <a:latin typeface="Times New Roman" panose="02020603050405020304" pitchFamily="18" charset="0"/>
                <a:ea typeface="黑体" panose="02010609060101010101" charset="-122"/>
              </a:rPr>
              <a:t>n</a:t>
            </a:r>
            <a:r>
              <a:rPr lang="en-US" altLang="zh-CN" sz="2400" b="1" dirty="0">
                <a:effectLst>
                  <a:outerShdw blurRad="38100" dist="38100" dir="2700000" algn="tl">
                    <a:srgbClr val="FFFFFF"/>
                  </a:outerShdw>
                </a:effectLst>
                <a:latin typeface="Times New Roman" panose="02020603050405020304" pitchFamily="18" charset="0"/>
                <a:ea typeface="黑体" panose="02010609060101010101" charset="-122"/>
              </a:rPr>
              <a:t> </a:t>
            </a:r>
          </a:p>
          <a:p>
            <a:pPr>
              <a:buClr>
                <a:schemeClr val="bg1"/>
              </a:buClr>
              <a:buFont typeface="Wingdings" panose="05000000000000000000" pitchFamily="2" charset="2"/>
              <a:buNone/>
              <a:defRPr/>
            </a:pPr>
            <a:r>
              <a:rPr lang="en-US" altLang="zh-CN" sz="2400" b="1" dirty="0">
                <a:effectLst>
                  <a:outerShdw blurRad="38100" dist="38100" dir="2700000" algn="tl">
                    <a:srgbClr val="FFFFFF"/>
                  </a:outerShdw>
                </a:effectLst>
                <a:latin typeface="Times New Roman" panose="02020603050405020304" pitchFamily="18" charset="0"/>
                <a:ea typeface="黑体" panose="02010609060101010101" charset="-122"/>
              </a:rPr>
              <a:t>1:4                 1:4×10</a:t>
            </a:r>
            <a:r>
              <a:rPr lang="en-US" altLang="zh-CN" sz="2400" b="1" i="1" baseline="30000" dirty="0">
                <a:effectLst>
                  <a:outerShdw blurRad="38100" dist="38100" dir="2700000" algn="tl">
                    <a:srgbClr val="FFFFFF"/>
                  </a:outerShdw>
                </a:effectLst>
                <a:latin typeface="Times New Roman" panose="02020603050405020304" pitchFamily="18" charset="0"/>
                <a:ea typeface="黑体" panose="02010609060101010101" charset="-122"/>
              </a:rPr>
              <a:t>n</a:t>
            </a:r>
            <a:r>
              <a:rPr lang="en-US" altLang="zh-CN" sz="2400" b="1" dirty="0">
                <a:effectLst>
                  <a:outerShdw blurRad="38100" dist="38100" dir="2700000" algn="tl">
                    <a:srgbClr val="FFFFFF"/>
                  </a:outerShdw>
                </a:effectLst>
                <a:latin typeface="Times New Roman" panose="02020603050405020304" pitchFamily="18" charset="0"/>
                <a:ea typeface="黑体" panose="02010609060101010101" charset="-122"/>
              </a:rPr>
              <a:t> </a:t>
            </a:r>
          </a:p>
          <a:p>
            <a:pPr>
              <a:buClr>
                <a:schemeClr val="bg1"/>
              </a:buClr>
              <a:buFont typeface="Wingdings" panose="05000000000000000000" pitchFamily="2" charset="2"/>
              <a:buNone/>
              <a:defRPr/>
            </a:pPr>
            <a:r>
              <a:rPr lang="en-US" altLang="zh-CN" sz="2400" b="1" dirty="0">
                <a:effectLst>
                  <a:outerShdw blurRad="38100" dist="38100" dir="2700000" algn="tl">
                    <a:srgbClr val="FFFFFF"/>
                  </a:outerShdw>
                </a:effectLst>
                <a:latin typeface="Times New Roman" panose="02020603050405020304" pitchFamily="18" charset="0"/>
                <a:ea typeface="黑体" panose="02010609060101010101" charset="-122"/>
              </a:rPr>
              <a:t>1:6                 1:6×10</a:t>
            </a:r>
            <a:r>
              <a:rPr lang="en-US" altLang="zh-CN" sz="2400" b="1" i="1" baseline="30000" dirty="0">
                <a:effectLst>
                  <a:outerShdw blurRad="38100" dist="38100" dir="2700000" algn="tl">
                    <a:srgbClr val="FFFFFF"/>
                  </a:outerShdw>
                </a:effectLst>
                <a:latin typeface="Times New Roman" panose="02020603050405020304" pitchFamily="18" charset="0"/>
                <a:ea typeface="黑体" panose="02010609060101010101" charset="-122"/>
              </a:rPr>
              <a:t>n</a:t>
            </a:r>
          </a:p>
        </p:txBody>
      </p:sp>
      <p:grpSp>
        <p:nvGrpSpPr>
          <p:cNvPr id="476175" name="Group 17"/>
          <p:cNvGrpSpPr>
            <a:grpSpLocks/>
          </p:cNvGrpSpPr>
          <p:nvPr/>
        </p:nvGrpSpPr>
        <p:grpSpPr bwMode="auto">
          <a:xfrm>
            <a:off x="1524000" y="857250"/>
            <a:ext cx="9144000" cy="5214938"/>
            <a:chOff x="0" y="572"/>
            <a:chExt cx="5760" cy="3402"/>
          </a:xfrm>
        </p:grpSpPr>
        <p:sp>
          <p:nvSpPr>
            <p:cNvPr id="476178" name="Line 19"/>
            <p:cNvSpPr>
              <a:spLocks noChangeShapeType="1"/>
            </p:cNvSpPr>
            <p:nvPr/>
          </p:nvSpPr>
          <p:spPr bwMode="auto">
            <a:xfrm>
              <a:off x="0" y="572"/>
              <a:ext cx="5760" cy="0"/>
            </a:xfrm>
            <a:prstGeom prst="line">
              <a:avLst/>
            </a:prstGeom>
            <a:noFill/>
            <a:ln w="9525">
              <a:solidFill>
                <a:schemeClr val="tx1"/>
              </a:solidFill>
              <a:miter lim="800000"/>
              <a:headEnd/>
              <a:tailEnd/>
            </a:ln>
          </p:spPr>
          <p:txBody>
            <a:bodyPr/>
            <a:lstStyle/>
            <a:p>
              <a:endParaRPr lang="zh-CN" altLang="en-US"/>
            </a:p>
          </p:txBody>
        </p:sp>
        <p:sp>
          <p:nvSpPr>
            <p:cNvPr id="476179" name="Line 20"/>
            <p:cNvSpPr>
              <a:spLocks noChangeShapeType="1"/>
            </p:cNvSpPr>
            <p:nvPr/>
          </p:nvSpPr>
          <p:spPr bwMode="auto">
            <a:xfrm>
              <a:off x="1292" y="572"/>
              <a:ext cx="0" cy="3402"/>
            </a:xfrm>
            <a:prstGeom prst="line">
              <a:avLst/>
            </a:prstGeom>
            <a:noFill/>
            <a:ln w="12700">
              <a:solidFill>
                <a:schemeClr val="tx1"/>
              </a:solidFill>
              <a:miter lim="800000"/>
              <a:headEnd/>
              <a:tailEnd/>
            </a:ln>
          </p:spPr>
          <p:txBody>
            <a:bodyPr/>
            <a:lstStyle/>
            <a:p>
              <a:endParaRPr lang="zh-CN" altLang="en-US"/>
            </a:p>
          </p:txBody>
        </p:sp>
        <p:sp>
          <p:nvSpPr>
            <p:cNvPr id="476180" name="Line 21"/>
            <p:cNvSpPr>
              <a:spLocks noChangeShapeType="1"/>
            </p:cNvSpPr>
            <p:nvPr/>
          </p:nvSpPr>
          <p:spPr bwMode="auto">
            <a:xfrm>
              <a:off x="0" y="1344"/>
              <a:ext cx="5760" cy="0"/>
            </a:xfrm>
            <a:prstGeom prst="line">
              <a:avLst/>
            </a:prstGeom>
            <a:noFill/>
            <a:ln w="12700">
              <a:solidFill>
                <a:schemeClr val="tx1"/>
              </a:solidFill>
              <a:miter lim="800000"/>
              <a:headEnd/>
              <a:tailEnd/>
            </a:ln>
          </p:spPr>
          <p:txBody>
            <a:bodyPr/>
            <a:lstStyle/>
            <a:p>
              <a:endParaRPr lang="zh-CN" altLang="en-US"/>
            </a:p>
          </p:txBody>
        </p:sp>
        <p:sp>
          <p:nvSpPr>
            <p:cNvPr id="476181" name="Line 22"/>
            <p:cNvSpPr>
              <a:spLocks noChangeShapeType="1"/>
            </p:cNvSpPr>
            <p:nvPr/>
          </p:nvSpPr>
          <p:spPr bwMode="auto">
            <a:xfrm>
              <a:off x="1293" y="981"/>
              <a:ext cx="4467" cy="0"/>
            </a:xfrm>
            <a:prstGeom prst="line">
              <a:avLst/>
            </a:prstGeom>
            <a:noFill/>
            <a:ln w="12700">
              <a:solidFill>
                <a:schemeClr val="tx1"/>
              </a:solidFill>
              <a:miter lim="800000"/>
              <a:headEnd/>
              <a:tailEnd/>
            </a:ln>
          </p:spPr>
          <p:txBody>
            <a:bodyPr/>
            <a:lstStyle/>
            <a:p>
              <a:endParaRPr lang="zh-CN" altLang="en-US"/>
            </a:p>
          </p:txBody>
        </p:sp>
        <p:sp>
          <p:nvSpPr>
            <p:cNvPr id="476182" name="Line 23"/>
            <p:cNvSpPr>
              <a:spLocks noChangeShapeType="1"/>
            </p:cNvSpPr>
            <p:nvPr/>
          </p:nvSpPr>
          <p:spPr bwMode="auto">
            <a:xfrm>
              <a:off x="3288" y="981"/>
              <a:ext cx="0" cy="2993"/>
            </a:xfrm>
            <a:prstGeom prst="line">
              <a:avLst/>
            </a:prstGeom>
            <a:noFill/>
            <a:ln w="12700">
              <a:solidFill>
                <a:schemeClr val="tx1"/>
              </a:solidFill>
              <a:miter lim="800000"/>
              <a:headEnd/>
              <a:tailEnd/>
            </a:ln>
          </p:spPr>
          <p:txBody>
            <a:bodyPr/>
            <a:lstStyle/>
            <a:p>
              <a:endParaRPr lang="zh-CN" altLang="en-US"/>
            </a:p>
          </p:txBody>
        </p:sp>
        <p:sp>
          <p:nvSpPr>
            <p:cNvPr id="476183" name="Line 24"/>
            <p:cNvSpPr>
              <a:spLocks noChangeShapeType="1"/>
            </p:cNvSpPr>
            <p:nvPr/>
          </p:nvSpPr>
          <p:spPr bwMode="auto">
            <a:xfrm>
              <a:off x="0" y="2507"/>
              <a:ext cx="5760" cy="0"/>
            </a:xfrm>
            <a:prstGeom prst="line">
              <a:avLst/>
            </a:prstGeom>
            <a:noFill/>
            <a:ln w="12700">
              <a:solidFill>
                <a:schemeClr val="tx1"/>
              </a:solidFill>
              <a:miter lim="800000"/>
              <a:headEnd/>
              <a:tailEnd/>
            </a:ln>
          </p:spPr>
          <p:txBody>
            <a:bodyPr/>
            <a:lstStyle/>
            <a:p>
              <a:endParaRPr lang="zh-CN" altLang="en-US"/>
            </a:p>
          </p:txBody>
        </p:sp>
        <p:sp>
          <p:nvSpPr>
            <p:cNvPr id="476184" name="Line 25"/>
            <p:cNvSpPr>
              <a:spLocks noChangeShapeType="1"/>
            </p:cNvSpPr>
            <p:nvPr/>
          </p:nvSpPr>
          <p:spPr bwMode="auto">
            <a:xfrm>
              <a:off x="0" y="3974"/>
              <a:ext cx="5760" cy="0"/>
            </a:xfrm>
            <a:prstGeom prst="line">
              <a:avLst/>
            </a:prstGeom>
            <a:noFill/>
            <a:ln w="12700">
              <a:solidFill>
                <a:schemeClr val="tx1"/>
              </a:solidFill>
              <a:miter lim="800000"/>
              <a:headEnd/>
              <a:tailEnd/>
            </a:ln>
          </p:spPr>
          <p:txBody>
            <a:bodyPr/>
            <a:lstStyle/>
            <a:p>
              <a:endParaRPr lang="zh-CN" altLang="en-US"/>
            </a:p>
          </p:txBody>
        </p:sp>
      </p:grpSp>
      <p:sp>
        <p:nvSpPr>
          <p:cNvPr id="476176" name="Rectangle 8"/>
          <p:cNvSpPr>
            <a:spLocks noChangeArrowheads="1"/>
          </p:cNvSpPr>
          <p:nvPr/>
        </p:nvSpPr>
        <p:spPr bwMode="auto">
          <a:xfrm>
            <a:off x="2309813" y="6043613"/>
            <a:ext cx="7920037" cy="460375"/>
          </a:xfrm>
          <a:prstGeom prst="rect">
            <a:avLst/>
          </a:prstGeom>
          <a:noFill/>
          <a:ln w="12700">
            <a:noFill/>
            <a:miter lim="800000"/>
            <a:headEnd/>
            <a:tailEnd/>
          </a:ln>
        </p:spPr>
        <p:txBody>
          <a:bodyPr>
            <a:spAutoFit/>
          </a:bodyPr>
          <a:lstStyle/>
          <a:p>
            <a:pPr>
              <a:buFont typeface="Arial" charset="0"/>
              <a:buNone/>
            </a:pPr>
            <a:r>
              <a:rPr lang="zh-CN" altLang="en-US" sz="2400" b="1">
                <a:solidFill>
                  <a:srgbClr val="FF0000"/>
                </a:solidFill>
                <a:latin typeface="黑体" pitchFamily="49" charset="-122"/>
                <a:ea typeface="黑体" pitchFamily="49" charset="-122"/>
              </a:rPr>
              <a:t>需要按比例绘制图样时</a:t>
            </a:r>
            <a:r>
              <a:rPr lang="en-US" altLang="zh-CN" sz="2400" b="1">
                <a:solidFill>
                  <a:srgbClr val="FF0000"/>
                </a:solidFill>
                <a:latin typeface="黑体" pitchFamily="49" charset="-122"/>
                <a:ea typeface="黑体" pitchFamily="49" charset="-122"/>
              </a:rPr>
              <a:t>,</a:t>
            </a:r>
            <a:r>
              <a:rPr lang="zh-CN" altLang="en-US" sz="2400" b="1">
                <a:solidFill>
                  <a:srgbClr val="FF0000"/>
                </a:solidFill>
                <a:latin typeface="黑体" pitchFamily="49" charset="-122"/>
                <a:ea typeface="黑体" pitchFamily="49" charset="-122"/>
              </a:rPr>
              <a:t>由表规定的系列中选取。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787"/>
                                        </p:tgtEl>
                                        <p:attrNameLst>
                                          <p:attrName>style.visibility</p:attrName>
                                        </p:attrNameLst>
                                      </p:cBhvr>
                                      <p:to>
                                        <p:strVal val="visible"/>
                                      </p:to>
                                    </p:set>
                                    <p:animEffect transition="in" filter="wipe(left)">
                                      <p:cBhvr>
                                        <p:cTn id="7" dur="500"/>
                                        <p:tgtEl>
                                          <p:spTgt spid="7578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5788"/>
                                        </p:tgtEl>
                                        <p:attrNameLst>
                                          <p:attrName>style.visibility</p:attrName>
                                        </p:attrNameLst>
                                      </p:cBhvr>
                                      <p:to>
                                        <p:strVal val="visible"/>
                                      </p:to>
                                    </p:set>
                                    <p:animEffect transition="in" filter="blinds(horizontal)">
                                      <p:cBhvr>
                                        <p:cTn id="12" dur="500"/>
                                        <p:tgtEl>
                                          <p:spTgt spid="7578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5789"/>
                                        </p:tgtEl>
                                        <p:attrNameLst>
                                          <p:attrName>style.visibility</p:attrName>
                                        </p:attrNameLst>
                                      </p:cBhvr>
                                      <p:to>
                                        <p:strVal val="visible"/>
                                      </p:to>
                                    </p:set>
                                    <p:animEffect transition="in" filter="blinds(horizontal)">
                                      <p:cBhvr>
                                        <p:cTn id="17" dur="500"/>
                                        <p:tgtEl>
                                          <p:spTgt spid="7578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5790"/>
                                        </p:tgtEl>
                                        <p:attrNameLst>
                                          <p:attrName>style.visibility</p:attrName>
                                        </p:attrNameLst>
                                      </p:cBhvr>
                                      <p:to>
                                        <p:strVal val="visible"/>
                                      </p:to>
                                    </p:set>
                                    <p:animEffect transition="in" filter="blinds(horizontal)">
                                      <p:cBhvr>
                                        <p:cTn id="22" dur="500"/>
                                        <p:tgtEl>
                                          <p:spTgt spid="75790"/>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75791"/>
                                        </p:tgtEl>
                                        <p:attrNameLst>
                                          <p:attrName>style.visibility</p:attrName>
                                        </p:attrNameLst>
                                      </p:cBhvr>
                                      <p:to>
                                        <p:strVal val="visible"/>
                                      </p:to>
                                    </p:set>
                                    <p:animEffect transition="in" filter="box(in)">
                                      <p:cBhvr>
                                        <p:cTn id="27" dur="500"/>
                                        <p:tgtEl>
                                          <p:spTgt spid="75791"/>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75792"/>
                                        </p:tgtEl>
                                        <p:attrNameLst>
                                          <p:attrName>style.visibility</p:attrName>
                                        </p:attrNameLst>
                                      </p:cBhvr>
                                      <p:to>
                                        <p:strVal val="visible"/>
                                      </p:to>
                                    </p:set>
                                    <p:animEffect transition="in" filter="checkerboard(across)">
                                      <p:cBhvr>
                                        <p:cTn id="32" dur="500"/>
                                        <p:tgtEl>
                                          <p:spTgt spid="757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7" grpId="0"/>
      <p:bldP spid="75788" grpId="0" bldLvl="0" animBg="1"/>
      <p:bldP spid="75789" grpId="0" bldLvl="0" animBg="1"/>
      <p:bldP spid="75790" grpId="0"/>
      <p:bldP spid="75791" grpId="0" bldLvl="0" animBg="1"/>
      <p:bldP spid="75792"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40" name="Rectangle 4"/>
          <p:cNvSpPr>
            <a:spLocks noChangeArrowheads="1"/>
          </p:cNvSpPr>
          <p:nvPr/>
        </p:nvSpPr>
        <p:spPr bwMode="auto">
          <a:xfrm>
            <a:off x="1992313" y="596900"/>
            <a:ext cx="5699125" cy="528638"/>
          </a:xfrm>
          <a:prstGeom prst="rect">
            <a:avLst/>
          </a:prstGeom>
          <a:noFill/>
          <a:ln w="9525">
            <a:noFill/>
            <a:miter lim="800000"/>
            <a:headEnd/>
            <a:tailEnd/>
          </a:ln>
        </p:spPr>
        <p:txBody>
          <a:bodyPr anchor="ctr"/>
          <a:lstStyle/>
          <a:p>
            <a:pPr>
              <a:buFont typeface="Arial" charset="0"/>
              <a:buNone/>
            </a:pPr>
            <a:endParaRPr lang="zh-CN" altLang="zh-CN" sz="3200" b="1">
              <a:solidFill>
                <a:srgbClr val="FF0000"/>
              </a:solidFill>
              <a:latin typeface="黑体" pitchFamily="49" charset="-122"/>
              <a:ea typeface="黑体" pitchFamily="49" charset="-122"/>
            </a:endParaRPr>
          </a:p>
        </p:txBody>
      </p:sp>
      <p:sp>
        <p:nvSpPr>
          <p:cNvPr id="321541" name="Rectangle 5"/>
          <p:cNvSpPr/>
          <p:nvPr/>
        </p:nvSpPr>
        <p:spPr>
          <a:xfrm>
            <a:off x="1973263" y="1371600"/>
            <a:ext cx="7651750" cy="97790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buClr>
                <a:schemeClr val="bg2"/>
              </a:buClr>
              <a:buSzPct val="75000"/>
              <a:buFont typeface="Wingdings" panose="05000000000000000000" pitchFamily="2" charset="2"/>
              <a:buNone/>
              <a:defRPr/>
            </a:pPr>
            <a:r>
              <a:rPr lang="en-US" altLang="zh-CN" sz="2800" b="1" dirty="0">
                <a:solidFill>
                  <a:srgbClr val="FFFF00"/>
                </a:solidFill>
                <a:latin typeface="黑体" panose="02010609060101010101" charset="-122"/>
                <a:ea typeface="黑体" panose="02010609060101010101" charset="-122"/>
              </a:rPr>
              <a:t>    </a:t>
            </a: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在图样中书写字体必须做到字体工整、笔画清楚、间隔均匀。排列整齐。</a:t>
            </a:r>
            <a:r>
              <a:rPr lang="zh-CN" altLang="en-US" sz="2800" dirty="0">
                <a:latin typeface="黑体" panose="02010609060101010101" charset="-122"/>
                <a:ea typeface="黑体" panose="02010609060101010101" charset="-122"/>
              </a:rPr>
              <a:t>	</a:t>
            </a:r>
          </a:p>
        </p:txBody>
      </p:sp>
      <p:sp>
        <p:nvSpPr>
          <p:cNvPr id="321543" name="Rectangle 7"/>
          <p:cNvSpPr/>
          <p:nvPr/>
        </p:nvSpPr>
        <p:spPr>
          <a:xfrm>
            <a:off x="2008188" y="2549525"/>
            <a:ext cx="6248400" cy="522288"/>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0"/>
              </a:spcBef>
              <a:buFont typeface="Arial" panose="020B0604020202020204" pitchFamily="34" charset="0"/>
              <a:buNone/>
              <a:defRPr/>
            </a:pPr>
            <a:r>
              <a:rPr lang="en-US" altLang="zh-CN"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1.</a:t>
            </a: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汉字  汉字应写成长仿宋体</a:t>
            </a:r>
          </a:p>
        </p:txBody>
      </p:sp>
      <p:sp>
        <p:nvSpPr>
          <p:cNvPr id="321552" name="Rectangle 16"/>
          <p:cNvSpPr>
            <a:spLocks noChangeArrowheads="1"/>
          </p:cNvSpPr>
          <p:nvPr/>
        </p:nvSpPr>
        <p:spPr bwMode="auto">
          <a:xfrm>
            <a:off x="2063750" y="3286125"/>
            <a:ext cx="7053263" cy="644525"/>
          </a:xfrm>
          <a:prstGeom prst="rect">
            <a:avLst/>
          </a:prstGeom>
          <a:noFill/>
          <a:ln w="12700">
            <a:noFill/>
            <a:miter lim="800000"/>
            <a:headEnd/>
            <a:tailEnd/>
          </a:ln>
        </p:spPr>
        <p:txBody>
          <a:bodyPr wrap="none">
            <a:spAutoFit/>
          </a:bodyPr>
          <a:lstStyle/>
          <a:p>
            <a:pPr>
              <a:buFont typeface="Arial" charset="0"/>
              <a:buNone/>
            </a:pPr>
            <a:r>
              <a:rPr lang="zh-CN" altLang="en-US" sz="3600" b="1">
                <a:latin typeface="仿宋_GB2312" charset="-122"/>
                <a:ea typeface="仿宋_GB2312" charset="-122"/>
              </a:rPr>
              <a:t>机 械 制 图 标 准 序 号 名 称</a:t>
            </a:r>
            <a:r>
              <a:rPr lang="zh-CN" altLang="en-US" sz="3200" b="1">
                <a:latin typeface="黑体" pitchFamily="49" charset="-122"/>
                <a:ea typeface="黑体" pitchFamily="49" charset="-122"/>
              </a:rPr>
              <a:t> </a:t>
            </a:r>
          </a:p>
        </p:txBody>
      </p:sp>
      <p:sp>
        <p:nvSpPr>
          <p:cNvPr id="477189" name="Rectangle 17"/>
          <p:cNvSpPr>
            <a:spLocks noGrp="1"/>
          </p:cNvSpPr>
          <p:nvPr>
            <p:ph type="title"/>
          </p:nvPr>
        </p:nvSpPr>
        <p:spPr>
          <a:xfrm>
            <a:off x="565150" y="314325"/>
            <a:ext cx="8218488" cy="811213"/>
          </a:xfrm>
        </p:spPr>
        <p:txBody>
          <a:bodyPr/>
          <a:lstStyle/>
          <a:p>
            <a:r>
              <a:rPr lang="en-US" altLang="zh-CN" sz="3600" b="1" i="1">
                <a:solidFill>
                  <a:srgbClr val="0066CC"/>
                </a:solidFill>
                <a:latin typeface="Times New Roman" pitchFamily="18" charset="0"/>
                <a:ea typeface="微软雅黑" pitchFamily="34" charset="-122"/>
                <a:cs typeface="Times New Roman" pitchFamily="18" charset="0"/>
              </a:rPr>
              <a:t>2.1.3 字体（GB/T14690-2000)</a:t>
            </a:r>
          </a:p>
        </p:txBody>
      </p:sp>
      <p:pic>
        <p:nvPicPr>
          <p:cNvPr id="18440" name="Picture 8" descr="0105"/>
          <p:cNvPicPr>
            <a:picLocks noChangeAspect="1"/>
          </p:cNvPicPr>
          <p:nvPr/>
        </p:nvPicPr>
        <p:blipFill>
          <a:blip r:embed="rId2"/>
          <a:srcRect/>
          <a:stretch>
            <a:fillRect/>
          </a:stretch>
        </p:blipFill>
        <p:spPr bwMode="auto">
          <a:xfrm>
            <a:off x="2238375" y="4191000"/>
            <a:ext cx="7286625" cy="163353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nodePh="1">
                                  <p:stCondLst>
                                    <p:cond delay="0"/>
                                  </p:stCondLst>
                                  <p:endCondLst>
                                    <p:cond evt="begin" delay="0">
                                      <p:tn val="5"/>
                                    </p:cond>
                                  </p:endCondLst>
                                  <p:childTnLst>
                                    <p:set>
                                      <p:cBhvr>
                                        <p:cTn id="6" dur="1" fill="hold">
                                          <p:stCondLst>
                                            <p:cond delay="0"/>
                                          </p:stCondLst>
                                        </p:cTn>
                                        <p:tgtEl>
                                          <p:spTgt spid="321540"/>
                                        </p:tgtEl>
                                        <p:attrNameLst>
                                          <p:attrName>style.visibility</p:attrName>
                                        </p:attrNameLst>
                                      </p:cBhvr>
                                      <p:to>
                                        <p:strVal val="visible"/>
                                      </p:to>
                                    </p:set>
                                    <p:animEffect transition="in" filter="wipe(left)">
                                      <p:cBhvr>
                                        <p:cTn id="7" dur="2000"/>
                                        <p:tgtEl>
                                          <p:spTgt spid="3215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1541">
                                            <p:txEl>
                                              <p:pRg st="0" end="0"/>
                                            </p:txEl>
                                          </p:spTgt>
                                        </p:tgtEl>
                                        <p:attrNameLst>
                                          <p:attrName>style.visibility</p:attrName>
                                        </p:attrNameLst>
                                      </p:cBhvr>
                                      <p:to>
                                        <p:strVal val="visible"/>
                                      </p:to>
                                    </p:set>
                                    <p:animEffect transition="in" filter="wipe(left)">
                                      <p:cBhvr>
                                        <p:cTn id="12" dur="1000"/>
                                        <p:tgtEl>
                                          <p:spTgt spid="32154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1543"/>
                                        </p:tgtEl>
                                        <p:attrNameLst>
                                          <p:attrName>style.visibility</p:attrName>
                                        </p:attrNameLst>
                                      </p:cBhvr>
                                      <p:to>
                                        <p:strVal val="visible"/>
                                      </p:to>
                                    </p:set>
                                    <p:animEffect transition="in" filter="wipe(left)">
                                      <p:cBhvr>
                                        <p:cTn id="17" dur="2000"/>
                                        <p:tgtEl>
                                          <p:spTgt spid="32154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21552">
                                            <p:txEl>
                                              <p:pRg st="0" end="0"/>
                                            </p:txEl>
                                          </p:spTgt>
                                        </p:tgtEl>
                                        <p:attrNameLst>
                                          <p:attrName>style.visibility</p:attrName>
                                        </p:attrNameLst>
                                      </p:cBhvr>
                                      <p:to>
                                        <p:strVal val="visible"/>
                                      </p:to>
                                    </p:set>
                                    <p:animEffect transition="in" filter="wipe(left)">
                                      <p:cBhvr>
                                        <p:cTn id="22" dur="2000"/>
                                        <p:tgtEl>
                                          <p:spTgt spid="32155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440"/>
                                        </p:tgtEl>
                                        <p:attrNameLst>
                                          <p:attrName>style.visibility</p:attrName>
                                        </p:attrNameLst>
                                      </p:cBhvr>
                                      <p:to>
                                        <p:strVal val="visible"/>
                                      </p:to>
                                    </p:set>
                                    <p:animEffect transition="in" filter="wipe(left)">
                                      <p:cBhvr>
                                        <p:cTn id="27" dur="1000"/>
                                        <p:tgtEl>
                                          <p:spTgt spid="18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40" grpId="0"/>
      <p:bldP spid="321541" grpId="0" build="p"/>
      <p:bldP spid="32154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09" name="Text Box 6"/>
          <p:cNvSpPr txBox="1">
            <a:spLocks noChangeArrowheads="1"/>
          </p:cNvSpPr>
          <p:nvPr/>
        </p:nvSpPr>
        <p:spPr bwMode="auto">
          <a:xfrm>
            <a:off x="2208213" y="539750"/>
            <a:ext cx="6697662" cy="522288"/>
          </a:xfrm>
          <a:prstGeom prst="rect">
            <a:avLst/>
          </a:prstGeom>
          <a:noFill/>
          <a:ln w="9525">
            <a:noFill/>
            <a:miter lim="800000"/>
            <a:headEnd/>
            <a:tailEnd/>
          </a:ln>
        </p:spPr>
        <p:txBody>
          <a:bodyPr>
            <a:spAutoFit/>
          </a:bodyPr>
          <a:lstStyle/>
          <a:p>
            <a:pPr>
              <a:spcBef>
                <a:spcPct val="50000"/>
              </a:spcBef>
              <a:buFont typeface="Arial" charset="0"/>
              <a:buNone/>
            </a:pPr>
            <a:endParaRPr lang="zh-CN" altLang="zh-CN" sz="2800" b="1">
              <a:latin typeface="黑体" pitchFamily="49" charset="-122"/>
              <a:ea typeface="黑体" pitchFamily="49" charset="-122"/>
            </a:endParaRPr>
          </a:p>
        </p:txBody>
      </p:sp>
      <p:sp>
        <p:nvSpPr>
          <p:cNvPr id="34819" name="Rectangle 10"/>
          <p:cNvSpPr>
            <a:spLocks noGrp="1"/>
          </p:cNvSpPr>
          <p:nvPr>
            <p:ph type="title"/>
          </p:nvPr>
        </p:nvSpPr>
        <p:spPr>
          <a:xfrm>
            <a:off x="1981200" y="457200"/>
            <a:ext cx="4259263" cy="811213"/>
          </a:xfrm>
        </p:spPr>
        <p:txBody>
          <a:bodyPr rtlCol="0">
            <a:normAutofit/>
            <a:scene3d>
              <a:camera prst="orthographicFront"/>
              <a:lightRig rig="threePt" dir="t"/>
            </a:scene3d>
          </a:bodyPr>
          <a:lstStyle/>
          <a:p>
            <a:pPr fontAlgn="auto">
              <a:spcAft>
                <a:spcPts val="0"/>
              </a:spcAft>
              <a:defRPr/>
            </a:pPr>
            <a:r>
              <a:rPr lang="en-US" altLang="zh-CN"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2</a:t>
            </a: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、字母及数字</a:t>
            </a:r>
          </a:p>
        </p:txBody>
      </p:sp>
      <p:pic>
        <p:nvPicPr>
          <p:cNvPr id="176135" name="Picture 7"/>
          <p:cNvPicPr>
            <a:picLocks noGrp="1" noChangeAspect="1"/>
          </p:cNvPicPr>
          <p:nvPr>
            <p:ph idx="4294967295"/>
          </p:nvPr>
        </p:nvPicPr>
        <p:blipFill>
          <a:blip r:embed="rId2"/>
          <a:srcRect/>
          <a:stretch>
            <a:fillRect/>
          </a:stretch>
        </p:blipFill>
        <p:spPr>
          <a:xfrm>
            <a:off x="1981200" y="1920875"/>
            <a:ext cx="7953375" cy="3975100"/>
          </a:xfrm>
        </p:spPr>
      </p:pic>
      <p:sp>
        <p:nvSpPr>
          <p:cNvPr id="176137" name="Rectangle 9"/>
          <p:cNvSpPr/>
          <p:nvPr/>
        </p:nvSpPr>
        <p:spPr>
          <a:xfrm>
            <a:off x="1919288" y="1249363"/>
            <a:ext cx="6408737" cy="521970"/>
          </a:xfrm>
          <a:prstGeom prst="rect">
            <a:avLst/>
          </a:prstGeom>
          <a:noFill/>
          <a:ln w="12700">
            <a:noFill/>
          </a:ln>
        </p:spPr>
        <p:txBody>
          <a:bodyPr>
            <a:spAutoFit/>
            <a:scene3d>
              <a:camera prst="orthographicFront"/>
              <a:lightRig rig="threePt" dir="t"/>
            </a:scene3d>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0"/>
              </a:spcBef>
              <a:buFont typeface="Arial" panose="020B0604020202020204" pitchFamily="34" charset="0"/>
              <a:buNone/>
              <a:defRPr/>
            </a:pPr>
            <a:r>
              <a:rPr lang="en-US" altLang="zh-CN" sz="2800" b="1" dirty="0">
                <a:latin typeface="黑体" panose="02010609060101010101" charset="-122"/>
                <a:ea typeface="黑体" panose="02010609060101010101" charset="-122"/>
              </a:rPr>
              <a:t> </a:t>
            </a: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字母和数字可写成直体和斜体</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6137">
                                            <p:txEl>
                                              <p:pRg st="0" end="0"/>
                                            </p:txEl>
                                          </p:spTgt>
                                        </p:tgtEl>
                                        <p:attrNameLst>
                                          <p:attrName>style.visibility</p:attrName>
                                        </p:attrNameLst>
                                      </p:cBhvr>
                                      <p:to>
                                        <p:strVal val="visible"/>
                                      </p:to>
                                    </p:set>
                                    <p:animEffect transition="in" filter="wipe(left)">
                                      <p:cBhvr>
                                        <p:cTn id="7" dur="2000"/>
                                        <p:tgtEl>
                                          <p:spTgt spid="17613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7" presetClass="entr" presetSubtype="0" fill="hold" nodeType="clickEffect">
                                  <p:stCondLst>
                                    <p:cond delay="0"/>
                                  </p:stCondLst>
                                  <p:childTnLst>
                                    <p:set>
                                      <p:cBhvr>
                                        <p:cTn id="11" dur="1" fill="hold">
                                          <p:stCondLst>
                                            <p:cond delay="0"/>
                                          </p:stCondLst>
                                        </p:cTn>
                                        <p:tgtEl>
                                          <p:spTgt spid="176135"/>
                                        </p:tgtEl>
                                        <p:attrNameLst>
                                          <p:attrName>style.visibility</p:attrName>
                                        </p:attrNameLst>
                                      </p:cBhvr>
                                      <p:to>
                                        <p:strVal val="visible"/>
                                      </p:to>
                                    </p:set>
                                    <p:animEffect transition="in" filter="fade">
                                      <p:cBhvr>
                                        <p:cTn id="12" dur="1000"/>
                                        <p:tgtEl>
                                          <p:spTgt spid="176135"/>
                                        </p:tgtEl>
                                      </p:cBhvr>
                                    </p:animEffect>
                                    <p:anim calcmode="lin" valueType="num">
                                      <p:cBhvr>
                                        <p:cTn id="13" dur="1000" fill="hold"/>
                                        <p:tgtEl>
                                          <p:spTgt spid="176135"/>
                                        </p:tgtEl>
                                        <p:attrNameLst>
                                          <p:attrName>ppt_x</p:attrName>
                                        </p:attrNameLst>
                                      </p:cBhvr>
                                      <p:tavLst>
                                        <p:tav tm="0">
                                          <p:val>
                                            <p:strVal val="#ppt_x"/>
                                          </p:val>
                                        </p:tav>
                                        <p:tav tm="100000">
                                          <p:val>
                                            <p:strVal val="#ppt_x"/>
                                          </p:val>
                                        </p:tav>
                                      </p:tavLst>
                                    </p:anim>
                                    <p:anim calcmode="lin" valueType="num">
                                      <p:cBhvr>
                                        <p:cTn id="14" dur="900" decel="100000" fill="hold"/>
                                        <p:tgtEl>
                                          <p:spTgt spid="176135"/>
                                        </p:tgtEl>
                                        <p:attrNameLst>
                                          <p:attrName>ppt_y</p:attrName>
                                        </p:attrNameLst>
                                      </p:cBhvr>
                                      <p:tavLst>
                                        <p:tav tm="0">
                                          <p:val>
                                            <p:strVal val="#ppt_y+1"/>
                                          </p:val>
                                        </p:tav>
                                        <p:tav tm="100000">
                                          <p:val>
                                            <p:strVal val="#ppt_y-.03"/>
                                          </p:val>
                                        </p:tav>
                                      </p:tavLst>
                                    </p:anim>
                                    <p:anim calcmode="lin" valueType="num">
                                      <p:cBhvr>
                                        <p:cTn id="15" dur="100" accel="100000" fill="hold">
                                          <p:stCondLst>
                                            <p:cond delay="900"/>
                                          </p:stCondLst>
                                        </p:cTn>
                                        <p:tgtEl>
                                          <p:spTgt spid="176135"/>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6" name="Object 4" descr="image27"/>
          <p:cNvGraphicFramePr>
            <a:graphicFrameLocks/>
          </p:cNvGraphicFramePr>
          <p:nvPr/>
        </p:nvGraphicFramePr>
        <p:xfrm>
          <a:off x="1493838" y="1357313"/>
          <a:ext cx="9825037" cy="5600700"/>
        </p:xfrm>
        <a:graphic>
          <a:graphicData uri="http://schemas.openxmlformats.org/presentationml/2006/ole">
            <mc:AlternateContent xmlns:mc="http://schemas.openxmlformats.org/markup-compatibility/2006">
              <mc:Choice xmlns:v="urn:schemas-microsoft-com:vml" Requires="v">
                <p:oleObj r:id="rId2" imgW="8572500" imgH="4886325" progId="">
                  <p:embed/>
                </p:oleObj>
              </mc:Choice>
              <mc:Fallback>
                <p:oleObj r:id="rId2" imgW="8572500" imgH="4886325" progId="">
                  <p:embed/>
                  <p:pic>
                    <p:nvPicPr>
                      <p:cNvPr id="0" name="Picture 4" descr="image2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3838" y="1357313"/>
                        <a:ext cx="9825037" cy="560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77" name="Text Box 5"/>
          <p:cNvSpPr txBox="1">
            <a:spLocks noChangeArrowheads="1"/>
          </p:cNvSpPr>
          <p:nvPr/>
        </p:nvSpPr>
        <p:spPr bwMode="auto">
          <a:xfrm>
            <a:off x="4295775" y="5445125"/>
            <a:ext cx="3095625" cy="584200"/>
          </a:xfrm>
          <a:prstGeom prst="rect">
            <a:avLst/>
          </a:prstGeom>
          <a:noFill/>
          <a:ln w="12700">
            <a:noFill/>
            <a:miter lim="800000"/>
            <a:headEnd/>
            <a:tailEnd/>
          </a:ln>
        </p:spPr>
        <p:txBody>
          <a:bodyPr>
            <a:spAutoFit/>
          </a:bodyPr>
          <a:lstStyle/>
          <a:p>
            <a:pPr>
              <a:spcBef>
                <a:spcPct val="50000"/>
              </a:spcBef>
              <a:buFont typeface="Arial" charset="0"/>
              <a:buNone/>
            </a:pPr>
            <a:r>
              <a:rPr lang="zh-CN" altLang="en-US" sz="3200" b="1">
                <a:latin typeface="黑体" pitchFamily="49" charset="-122"/>
                <a:ea typeface="黑体" pitchFamily="49" charset="-122"/>
              </a:rPr>
              <a:t>斜体示例（二）</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p:nvPr>
        </p:nvSpPr>
        <p:spPr>
          <a:xfrm>
            <a:off x="361950" y="196850"/>
            <a:ext cx="5194300" cy="523875"/>
          </a:xfrm>
        </p:spPr>
        <p:txBody>
          <a:bodyPr rtlCol="0">
            <a:normAutofit fontScale="90000"/>
          </a:bodyPr>
          <a:lstStyle/>
          <a:p>
            <a:pPr fontAlgn="auto">
              <a:spcAft>
                <a:spcPts val="0"/>
              </a:spcAft>
              <a:defRPr/>
            </a:pPr>
            <a:r>
              <a:rPr lang="en-US" altLang="zh-CN" sz="3600" b="1" i="1" dirty="0">
                <a:solidFill>
                  <a:srgbClr val="0066CC"/>
                </a:solidFill>
                <a:latin typeface="Times New Roman" panose="02020603050405020304" pitchFamily="18" charset="0"/>
                <a:ea typeface="微软雅黑" panose="020B0503020204020204" pitchFamily="34" charset="-122"/>
                <a:cs typeface="Times New Roman" panose="02020603050405020304" pitchFamily="18" charset="0"/>
              </a:rPr>
              <a:t>2.1.4 图线 (GB/T4457.4-2002)</a:t>
            </a:r>
            <a:endParaRPr lang="en-US" altLang="zh-CN" sz="2800" b="1" dirty="0">
              <a:latin typeface="黑体" panose="02010609060101010101" charset="-122"/>
              <a:ea typeface="黑体" panose="02010609060101010101" charset="-122"/>
            </a:endParaRPr>
          </a:p>
        </p:txBody>
      </p:sp>
      <p:sp>
        <p:nvSpPr>
          <p:cNvPr id="377860" name="Text Box 4"/>
          <p:cNvSpPr txBox="1">
            <a:spLocks noChangeArrowheads="1"/>
          </p:cNvSpPr>
          <p:nvPr/>
        </p:nvSpPr>
        <p:spPr bwMode="auto">
          <a:xfrm>
            <a:off x="8434388" y="1700213"/>
            <a:ext cx="1905000" cy="509587"/>
          </a:xfrm>
          <a:prstGeom prst="rect">
            <a:avLst/>
          </a:prstGeom>
          <a:noFill/>
          <a:ln w="12700">
            <a:noFill/>
            <a:miter lim="800000"/>
            <a:headEnd/>
            <a:tailEnd/>
          </a:ln>
        </p:spPr>
        <p:txBody>
          <a:bodyPr>
            <a:spAutoFit/>
          </a:bodyPr>
          <a:lstStyle/>
          <a:p>
            <a:pPr>
              <a:lnSpc>
                <a:spcPct val="60000"/>
              </a:lnSpc>
              <a:spcBef>
                <a:spcPct val="50000"/>
              </a:spcBef>
              <a:buFont typeface="Arial" charset="0"/>
              <a:buNone/>
            </a:pPr>
            <a:r>
              <a:rPr lang="zh-CN" altLang="en-US" sz="1600" b="1">
                <a:latin typeface="宋体" charset="-122"/>
              </a:rPr>
              <a:t>可见轮廓线</a:t>
            </a:r>
          </a:p>
          <a:p>
            <a:pPr>
              <a:lnSpc>
                <a:spcPct val="60000"/>
              </a:lnSpc>
              <a:spcBef>
                <a:spcPct val="50000"/>
              </a:spcBef>
              <a:buFont typeface="Arial" charset="0"/>
              <a:buNone/>
            </a:pPr>
            <a:r>
              <a:rPr lang="zh-CN" altLang="en-US" sz="1600" b="1">
                <a:latin typeface="宋体" charset="-122"/>
              </a:rPr>
              <a:t>可见棱边线</a:t>
            </a:r>
          </a:p>
        </p:txBody>
      </p:sp>
      <p:sp>
        <p:nvSpPr>
          <p:cNvPr id="377861" name="Text Box 5"/>
          <p:cNvSpPr txBox="1">
            <a:spLocks noChangeArrowheads="1"/>
          </p:cNvSpPr>
          <p:nvPr/>
        </p:nvSpPr>
        <p:spPr bwMode="auto">
          <a:xfrm>
            <a:off x="1524000" y="1724025"/>
            <a:ext cx="990600" cy="398463"/>
          </a:xfrm>
          <a:prstGeom prst="rect">
            <a:avLst/>
          </a:prstGeom>
          <a:noFill/>
          <a:ln w="12700">
            <a:noFill/>
            <a:miter lim="800000"/>
            <a:headEnd/>
            <a:tailEnd/>
          </a:ln>
        </p:spPr>
        <p:txBody>
          <a:bodyPr>
            <a:spAutoFit/>
          </a:bodyPr>
          <a:lstStyle/>
          <a:p>
            <a:pPr>
              <a:spcBef>
                <a:spcPct val="50000"/>
              </a:spcBef>
              <a:buFont typeface="Arial" charset="0"/>
              <a:buNone/>
            </a:pPr>
            <a:r>
              <a:rPr lang="zh-CN" altLang="en-US" sz="2000" b="1">
                <a:latin typeface="宋体" charset="-122"/>
              </a:rPr>
              <a:t>粗实线</a:t>
            </a:r>
          </a:p>
        </p:txBody>
      </p:sp>
      <p:sp>
        <p:nvSpPr>
          <p:cNvPr id="377862" name="Text Box 6"/>
          <p:cNvSpPr txBox="1">
            <a:spLocks noChangeArrowheads="1"/>
          </p:cNvSpPr>
          <p:nvPr/>
        </p:nvSpPr>
        <p:spPr bwMode="auto">
          <a:xfrm>
            <a:off x="6419850" y="1720850"/>
            <a:ext cx="1692275" cy="461963"/>
          </a:xfrm>
          <a:prstGeom prst="rect">
            <a:avLst/>
          </a:prstGeom>
          <a:noFill/>
          <a:ln w="12700">
            <a:noFill/>
            <a:miter lim="800000"/>
            <a:headEnd/>
            <a:tailEnd/>
          </a:ln>
        </p:spPr>
        <p:txBody>
          <a:bodyPr lIns="0" tIns="0" rIns="0" bIns="0">
            <a:spAutoFit/>
          </a:bodyPr>
          <a:lstStyle/>
          <a:p>
            <a:pPr algn="ctr">
              <a:lnSpc>
                <a:spcPct val="50000"/>
              </a:lnSpc>
              <a:spcBef>
                <a:spcPct val="50000"/>
              </a:spcBef>
              <a:buFont typeface="Arial" charset="0"/>
              <a:buNone/>
            </a:pPr>
            <a:r>
              <a:rPr lang="en-US" altLang="zh-CN" sz="2400" b="1" i="1">
                <a:latin typeface="Times New Roman" pitchFamily="18" charset="0"/>
              </a:rPr>
              <a:t>d</a:t>
            </a:r>
          </a:p>
          <a:p>
            <a:pPr algn="ctr">
              <a:lnSpc>
                <a:spcPct val="50000"/>
              </a:lnSpc>
              <a:spcBef>
                <a:spcPct val="50000"/>
              </a:spcBef>
              <a:buFont typeface="Arial" charset="0"/>
              <a:buNone/>
            </a:pPr>
            <a:r>
              <a:rPr lang="en-US" altLang="zh-CN" b="1">
                <a:latin typeface="Times New Roman" pitchFamily="18" charset="0"/>
              </a:rPr>
              <a:t>(0.5--2mm)</a:t>
            </a:r>
          </a:p>
        </p:txBody>
      </p:sp>
      <p:sp>
        <p:nvSpPr>
          <p:cNvPr id="377863" name="Freeform 7"/>
          <p:cNvSpPr>
            <a:spLocks/>
          </p:cNvSpPr>
          <p:nvPr/>
        </p:nvSpPr>
        <p:spPr bwMode="auto">
          <a:xfrm>
            <a:off x="2952750" y="1916113"/>
            <a:ext cx="3343275" cy="3175"/>
          </a:xfrm>
          <a:custGeom>
            <a:avLst/>
            <a:gdLst>
              <a:gd name="T0" fmla="*/ 0 w 11450"/>
              <a:gd name="T1" fmla="*/ 0 h 3175"/>
              <a:gd name="T2" fmla="*/ 2147483646 w 11450"/>
              <a:gd name="T3" fmla="*/ 0 h 3175"/>
              <a:gd name="T4" fmla="*/ 2147483646 w 11450"/>
              <a:gd name="T5" fmla="*/ 0 h 3175"/>
              <a:gd name="T6" fmla="*/ 0 60000 65536"/>
              <a:gd name="T7" fmla="*/ 0 60000 65536"/>
              <a:gd name="T8" fmla="*/ 0 60000 65536"/>
              <a:gd name="T9" fmla="*/ 0 w 11450"/>
              <a:gd name="T10" fmla="*/ 0 h 3175"/>
              <a:gd name="T11" fmla="*/ 11450 w 11450"/>
              <a:gd name="T12" fmla="*/ 3175 h 3175"/>
            </a:gdLst>
            <a:ahLst/>
            <a:cxnLst>
              <a:cxn ang="T6">
                <a:pos x="T0" y="T1"/>
              </a:cxn>
              <a:cxn ang="T7">
                <a:pos x="T2" y="T3"/>
              </a:cxn>
              <a:cxn ang="T8">
                <a:pos x="T4" y="T5"/>
              </a:cxn>
            </a:cxnLst>
            <a:rect l="T9" t="T10" r="T11" b="T12"/>
            <a:pathLst>
              <a:path w="11450" h="3175">
                <a:moveTo>
                  <a:pt x="0" y="0"/>
                </a:moveTo>
                <a:lnTo>
                  <a:pt x="11448" y="0"/>
                </a:lnTo>
                <a:lnTo>
                  <a:pt x="11450" y="0"/>
                </a:lnTo>
              </a:path>
            </a:pathLst>
          </a:custGeom>
          <a:noFill/>
          <a:ln w="38100" cap="flat" cmpd="sng">
            <a:solidFill>
              <a:srgbClr val="FF3300"/>
            </a:solidFill>
            <a:prstDash val="solid"/>
            <a:round/>
            <a:headEnd type="none" w="med" len="med"/>
            <a:tailEnd type="none" w="med" len="med"/>
          </a:ln>
        </p:spPr>
        <p:txBody>
          <a:bodyPr/>
          <a:lstStyle/>
          <a:p>
            <a:endParaRPr lang="zh-CN" altLang="en-US"/>
          </a:p>
        </p:txBody>
      </p:sp>
      <p:grpSp>
        <p:nvGrpSpPr>
          <p:cNvPr id="2" name="Group 8"/>
          <p:cNvGrpSpPr>
            <a:grpSpLocks/>
          </p:cNvGrpSpPr>
          <p:nvPr/>
        </p:nvGrpSpPr>
        <p:grpSpPr bwMode="auto">
          <a:xfrm>
            <a:off x="1524000" y="3068638"/>
            <a:ext cx="8629650" cy="509587"/>
            <a:chOff x="48" y="2793"/>
            <a:chExt cx="5436" cy="321"/>
          </a:xfrm>
        </p:grpSpPr>
        <p:sp>
          <p:nvSpPr>
            <p:cNvPr id="481363" name="Text Box 9"/>
            <p:cNvSpPr txBox="1">
              <a:spLocks noChangeArrowheads="1"/>
            </p:cNvSpPr>
            <p:nvPr/>
          </p:nvSpPr>
          <p:spPr bwMode="auto">
            <a:xfrm>
              <a:off x="48" y="2832"/>
              <a:ext cx="762" cy="251"/>
            </a:xfrm>
            <a:prstGeom prst="rect">
              <a:avLst/>
            </a:prstGeom>
            <a:noFill/>
            <a:ln w="12700">
              <a:noFill/>
              <a:miter lim="800000"/>
              <a:headEnd/>
              <a:tailEnd/>
            </a:ln>
          </p:spPr>
          <p:txBody>
            <a:bodyPr>
              <a:spAutoFit/>
            </a:bodyPr>
            <a:lstStyle/>
            <a:p>
              <a:pPr>
                <a:spcBef>
                  <a:spcPct val="50000"/>
                </a:spcBef>
                <a:buFont typeface="Arial" charset="0"/>
                <a:buNone/>
              </a:pPr>
              <a:r>
                <a:rPr lang="zh-CN" altLang="en-US" sz="2000" b="1">
                  <a:latin typeface="宋体" charset="-122"/>
                </a:rPr>
                <a:t>虚   线</a:t>
              </a:r>
            </a:p>
          </p:txBody>
        </p:sp>
        <p:sp>
          <p:nvSpPr>
            <p:cNvPr id="481364" name="Text Box 10"/>
            <p:cNvSpPr txBox="1">
              <a:spLocks noChangeArrowheads="1"/>
            </p:cNvSpPr>
            <p:nvPr/>
          </p:nvSpPr>
          <p:spPr bwMode="auto">
            <a:xfrm>
              <a:off x="4188" y="2793"/>
              <a:ext cx="1296" cy="321"/>
            </a:xfrm>
            <a:prstGeom prst="rect">
              <a:avLst/>
            </a:prstGeom>
            <a:noFill/>
            <a:ln w="12700">
              <a:noFill/>
              <a:miter lim="800000"/>
              <a:headEnd/>
              <a:tailEnd/>
            </a:ln>
          </p:spPr>
          <p:txBody>
            <a:bodyPr>
              <a:spAutoFit/>
            </a:bodyPr>
            <a:lstStyle/>
            <a:p>
              <a:pPr>
                <a:lnSpc>
                  <a:spcPct val="60000"/>
                </a:lnSpc>
                <a:spcBef>
                  <a:spcPct val="50000"/>
                </a:spcBef>
                <a:buFont typeface="Arial" charset="0"/>
                <a:buNone/>
              </a:pPr>
              <a:r>
                <a:rPr lang="zh-CN" altLang="en-US" sz="1600" b="1">
                  <a:latin typeface="宋体" charset="-122"/>
                </a:rPr>
                <a:t>不可见轮廓线</a:t>
              </a:r>
            </a:p>
            <a:p>
              <a:pPr>
                <a:lnSpc>
                  <a:spcPct val="60000"/>
                </a:lnSpc>
                <a:spcBef>
                  <a:spcPct val="50000"/>
                </a:spcBef>
                <a:buFont typeface="Arial" charset="0"/>
                <a:buNone/>
              </a:pPr>
              <a:r>
                <a:rPr lang="zh-CN" altLang="en-US" sz="1600" b="1">
                  <a:latin typeface="宋体" charset="-122"/>
                </a:rPr>
                <a:t>不可见棱边线</a:t>
              </a:r>
            </a:p>
          </p:txBody>
        </p:sp>
        <p:sp>
          <p:nvSpPr>
            <p:cNvPr id="481365" name="Text Box 11"/>
            <p:cNvSpPr txBox="1">
              <a:spLocks noChangeArrowheads="1"/>
            </p:cNvSpPr>
            <p:nvPr/>
          </p:nvSpPr>
          <p:spPr bwMode="auto">
            <a:xfrm>
              <a:off x="3354" y="2811"/>
              <a:ext cx="516" cy="290"/>
            </a:xfrm>
            <a:prstGeom prst="rect">
              <a:avLst/>
            </a:prstGeom>
            <a:noFill/>
            <a:ln w="12700">
              <a:noFill/>
              <a:miter lim="800000"/>
              <a:headEnd/>
              <a:tailEnd/>
            </a:ln>
          </p:spPr>
          <p:txBody>
            <a:bodyPr>
              <a:spAutoFit/>
            </a:bodyPr>
            <a:lstStyle/>
            <a:p>
              <a:pPr algn="ctr">
                <a:spcBef>
                  <a:spcPct val="50000"/>
                </a:spcBef>
                <a:buFont typeface="Arial" charset="0"/>
                <a:buNone/>
              </a:pPr>
              <a:r>
                <a:rPr lang="en-US" altLang="zh-CN" sz="2400" b="1" i="1">
                  <a:latin typeface="Times New Roman" pitchFamily="18" charset="0"/>
                </a:rPr>
                <a:t>d /2</a:t>
              </a:r>
            </a:p>
          </p:txBody>
        </p:sp>
        <p:grpSp>
          <p:nvGrpSpPr>
            <p:cNvPr id="481366" name="Group 12"/>
            <p:cNvGrpSpPr>
              <a:grpSpLocks/>
            </p:cNvGrpSpPr>
            <p:nvPr/>
          </p:nvGrpSpPr>
          <p:grpSpPr bwMode="auto">
            <a:xfrm>
              <a:off x="906" y="2970"/>
              <a:ext cx="2106" cy="2"/>
              <a:chOff x="955" y="2358"/>
              <a:chExt cx="2106" cy="2"/>
            </a:xfrm>
          </p:grpSpPr>
          <p:sp>
            <p:nvSpPr>
              <p:cNvPr id="481367" name="Freeform 13"/>
              <p:cNvSpPr>
                <a:spLocks/>
              </p:cNvSpPr>
              <p:nvPr/>
            </p:nvSpPr>
            <p:spPr bwMode="auto">
              <a:xfrm>
                <a:off x="955" y="2358"/>
                <a:ext cx="129" cy="2"/>
              </a:xfrm>
              <a:custGeom>
                <a:avLst/>
                <a:gdLst>
                  <a:gd name="T0" fmla="*/ 0 w 700"/>
                  <a:gd name="T1" fmla="*/ 0 h 2"/>
                  <a:gd name="T2" fmla="*/ 0 w 700"/>
                  <a:gd name="T3" fmla="*/ 0 h 2"/>
                  <a:gd name="T4" fmla="*/ 0 w 700"/>
                  <a:gd name="T5" fmla="*/ 0 h 2"/>
                  <a:gd name="T6" fmla="*/ 0 60000 65536"/>
                  <a:gd name="T7" fmla="*/ 0 60000 65536"/>
                  <a:gd name="T8" fmla="*/ 0 60000 65536"/>
                  <a:gd name="T9" fmla="*/ 0 w 700"/>
                  <a:gd name="T10" fmla="*/ 0 h 2"/>
                  <a:gd name="T11" fmla="*/ 700 w 700"/>
                  <a:gd name="T12" fmla="*/ 2 h 2"/>
                </a:gdLst>
                <a:ahLst/>
                <a:cxnLst>
                  <a:cxn ang="T6">
                    <a:pos x="T0" y="T1"/>
                  </a:cxn>
                  <a:cxn ang="T7">
                    <a:pos x="T2" y="T3"/>
                  </a:cxn>
                  <a:cxn ang="T8">
                    <a:pos x="T4" y="T5"/>
                  </a:cxn>
                </a:cxnLst>
                <a:rect l="T9" t="T10" r="T11" b="T12"/>
                <a:pathLst>
                  <a:path w="700" h="2">
                    <a:moveTo>
                      <a:pt x="0" y="0"/>
                    </a:moveTo>
                    <a:lnTo>
                      <a:pt x="699" y="0"/>
                    </a:lnTo>
                    <a:lnTo>
                      <a:pt x="700"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68" name="Freeform 14"/>
              <p:cNvSpPr>
                <a:spLocks/>
              </p:cNvSpPr>
              <p:nvPr/>
            </p:nvSpPr>
            <p:spPr bwMode="auto">
              <a:xfrm>
                <a:off x="1157" y="2358"/>
                <a:ext cx="149" cy="2"/>
              </a:xfrm>
              <a:custGeom>
                <a:avLst/>
                <a:gdLst>
                  <a:gd name="T0" fmla="*/ 0 w 805"/>
                  <a:gd name="T1" fmla="*/ 0 h 2"/>
                  <a:gd name="T2" fmla="*/ 0 w 805"/>
                  <a:gd name="T3" fmla="*/ 0 h 2"/>
                  <a:gd name="T4" fmla="*/ 0 w 805"/>
                  <a:gd name="T5" fmla="*/ 0 h 2"/>
                  <a:gd name="T6" fmla="*/ 0 60000 65536"/>
                  <a:gd name="T7" fmla="*/ 0 60000 65536"/>
                  <a:gd name="T8" fmla="*/ 0 60000 65536"/>
                  <a:gd name="T9" fmla="*/ 0 w 805"/>
                  <a:gd name="T10" fmla="*/ 0 h 2"/>
                  <a:gd name="T11" fmla="*/ 805 w 805"/>
                  <a:gd name="T12" fmla="*/ 2 h 2"/>
                </a:gdLst>
                <a:ahLst/>
                <a:cxnLst>
                  <a:cxn ang="T6">
                    <a:pos x="T0" y="T1"/>
                  </a:cxn>
                  <a:cxn ang="T7">
                    <a:pos x="T2" y="T3"/>
                  </a:cxn>
                  <a:cxn ang="T8">
                    <a:pos x="T4" y="T5"/>
                  </a:cxn>
                </a:cxnLst>
                <a:rect l="T9" t="T10" r="T11" b="T12"/>
                <a:pathLst>
                  <a:path w="805" h="2">
                    <a:moveTo>
                      <a:pt x="0" y="0"/>
                    </a:moveTo>
                    <a:lnTo>
                      <a:pt x="804" y="0"/>
                    </a:lnTo>
                    <a:lnTo>
                      <a:pt x="805"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69" name="Freeform 15"/>
              <p:cNvSpPr>
                <a:spLocks/>
              </p:cNvSpPr>
              <p:nvPr/>
            </p:nvSpPr>
            <p:spPr bwMode="auto">
              <a:xfrm>
                <a:off x="1379" y="2358"/>
                <a:ext cx="149" cy="2"/>
              </a:xfrm>
              <a:custGeom>
                <a:avLst/>
                <a:gdLst>
                  <a:gd name="T0" fmla="*/ 0 w 806"/>
                  <a:gd name="T1" fmla="*/ 0 h 2"/>
                  <a:gd name="T2" fmla="*/ 0 w 806"/>
                  <a:gd name="T3" fmla="*/ 0 h 2"/>
                  <a:gd name="T4" fmla="*/ 0 w 806"/>
                  <a:gd name="T5" fmla="*/ 0 h 2"/>
                  <a:gd name="T6" fmla="*/ 0 60000 65536"/>
                  <a:gd name="T7" fmla="*/ 0 60000 65536"/>
                  <a:gd name="T8" fmla="*/ 0 60000 65536"/>
                  <a:gd name="T9" fmla="*/ 0 w 806"/>
                  <a:gd name="T10" fmla="*/ 0 h 2"/>
                  <a:gd name="T11" fmla="*/ 806 w 806"/>
                  <a:gd name="T12" fmla="*/ 2 h 2"/>
                </a:gdLst>
                <a:ahLst/>
                <a:cxnLst>
                  <a:cxn ang="T6">
                    <a:pos x="T0" y="T1"/>
                  </a:cxn>
                  <a:cxn ang="T7">
                    <a:pos x="T2" y="T3"/>
                  </a:cxn>
                  <a:cxn ang="T8">
                    <a:pos x="T4" y="T5"/>
                  </a:cxn>
                </a:cxnLst>
                <a:rect l="T9" t="T10" r="T11" b="T12"/>
                <a:pathLst>
                  <a:path w="806" h="2">
                    <a:moveTo>
                      <a:pt x="0" y="0"/>
                    </a:moveTo>
                    <a:lnTo>
                      <a:pt x="805" y="0"/>
                    </a:lnTo>
                    <a:lnTo>
                      <a:pt x="806"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70" name="Freeform 16"/>
              <p:cNvSpPr>
                <a:spLocks/>
              </p:cNvSpPr>
              <p:nvPr/>
            </p:nvSpPr>
            <p:spPr bwMode="auto">
              <a:xfrm>
                <a:off x="1601" y="2358"/>
                <a:ext cx="149" cy="2"/>
              </a:xfrm>
              <a:custGeom>
                <a:avLst/>
                <a:gdLst>
                  <a:gd name="T0" fmla="*/ 0 w 804"/>
                  <a:gd name="T1" fmla="*/ 0 h 2"/>
                  <a:gd name="T2" fmla="*/ 0 w 804"/>
                  <a:gd name="T3" fmla="*/ 0 h 2"/>
                  <a:gd name="T4" fmla="*/ 0 w 804"/>
                  <a:gd name="T5" fmla="*/ 0 h 2"/>
                  <a:gd name="T6" fmla="*/ 0 60000 65536"/>
                  <a:gd name="T7" fmla="*/ 0 60000 65536"/>
                  <a:gd name="T8" fmla="*/ 0 60000 65536"/>
                  <a:gd name="T9" fmla="*/ 0 w 804"/>
                  <a:gd name="T10" fmla="*/ 0 h 2"/>
                  <a:gd name="T11" fmla="*/ 804 w 804"/>
                  <a:gd name="T12" fmla="*/ 2 h 2"/>
                </a:gdLst>
                <a:ahLst/>
                <a:cxnLst>
                  <a:cxn ang="T6">
                    <a:pos x="T0" y="T1"/>
                  </a:cxn>
                  <a:cxn ang="T7">
                    <a:pos x="T2" y="T3"/>
                  </a:cxn>
                  <a:cxn ang="T8">
                    <a:pos x="T4" y="T5"/>
                  </a:cxn>
                </a:cxnLst>
                <a:rect l="T9" t="T10" r="T11" b="T12"/>
                <a:pathLst>
                  <a:path w="804" h="2">
                    <a:moveTo>
                      <a:pt x="0" y="0"/>
                    </a:moveTo>
                    <a:lnTo>
                      <a:pt x="803" y="0"/>
                    </a:lnTo>
                    <a:lnTo>
                      <a:pt x="804"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71" name="Freeform 17"/>
              <p:cNvSpPr>
                <a:spLocks/>
              </p:cNvSpPr>
              <p:nvPr/>
            </p:nvSpPr>
            <p:spPr bwMode="auto">
              <a:xfrm>
                <a:off x="1823" y="2358"/>
                <a:ext cx="149" cy="2"/>
              </a:xfrm>
              <a:custGeom>
                <a:avLst/>
                <a:gdLst>
                  <a:gd name="T0" fmla="*/ 0 w 806"/>
                  <a:gd name="T1" fmla="*/ 0 h 2"/>
                  <a:gd name="T2" fmla="*/ 0 w 806"/>
                  <a:gd name="T3" fmla="*/ 0 h 2"/>
                  <a:gd name="T4" fmla="*/ 0 w 806"/>
                  <a:gd name="T5" fmla="*/ 0 h 2"/>
                  <a:gd name="T6" fmla="*/ 0 60000 65536"/>
                  <a:gd name="T7" fmla="*/ 0 60000 65536"/>
                  <a:gd name="T8" fmla="*/ 0 60000 65536"/>
                  <a:gd name="T9" fmla="*/ 0 w 806"/>
                  <a:gd name="T10" fmla="*/ 0 h 2"/>
                  <a:gd name="T11" fmla="*/ 806 w 806"/>
                  <a:gd name="T12" fmla="*/ 2 h 2"/>
                </a:gdLst>
                <a:ahLst/>
                <a:cxnLst>
                  <a:cxn ang="T6">
                    <a:pos x="T0" y="T1"/>
                  </a:cxn>
                  <a:cxn ang="T7">
                    <a:pos x="T2" y="T3"/>
                  </a:cxn>
                  <a:cxn ang="T8">
                    <a:pos x="T4" y="T5"/>
                  </a:cxn>
                </a:cxnLst>
                <a:rect l="T9" t="T10" r="T11" b="T12"/>
                <a:pathLst>
                  <a:path w="806" h="2">
                    <a:moveTo>
                      <a:pt x="0" y="0"/>
                    </a:moveTo>
                    <a:lnTo>
                      <a:pt x="805" y="0"/>
                    </a:lnTo>
                    <a:lnTo>
                      <a:pt x="806"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72" name="Freeform 18"/>
              <p:cNvSpPr>
                <a:spLocks/>
              </p:cNvSpPr>
              <p:nvPr/>
            </p:nvSpPr>
            <p:spPr bwMode="auto">
              <a:xfrm>
                <a:off x="2044" y="2358"/>
                <a:ext cx="150" cy="2"/>
              </a:xfrm>
              <a:custGeom>
                <a:avLst/>
                <a:gdLst>
                  <a:gd name="T0" fmla="*/ 0 w 806"/>
                  <a:gd name="T1" fmla="*/ 0 h 2"/>
                  <a:gd name="T2" fmla="*/ 0 w 806"/>
                  <a:gd name="T3" fmla="*/ 0 h 2"/>
                  <a:gd name="T4" fmla="*/ 0 w 806"/>
                  <a:gd name="T5" fmla="*/ 0 h 2"/>
                  <a:gd name="T6" fmla="*/ 0 60000 65536"/>
                  <a:gd name="T7" fmla="*/ 0 60000 65536"/>
                  <a:gd name="T8" fmla="*/ 0 60000 65536"/>
                  <a:gd name="T9" fmla="*/ 0 w 806"/>
                  <a:gd name="T10" fmla="*/ 0 h 2"/>
                  <a:gd name="T11" fmla="*/ 806 w 806"/>
                  <a:gd name="T12" fmla="*/ 2 h 2"/>
                </a:gdLst>
                <a:ahLst/>
                <a:cxnLst>
                  <a:cxn ang="T6">
                    <a:pos x="T0" y="T1"/>
                  </a:cxn>
                  <a:cxn ang="T7">
                    <a:pos x="T2" y="T3"/>
                  </a:cxn>
                  <a:cxn ang="T8">
                    <a:pos x="T4" y="T5"/>
                  </a:cxn>
                </a:cxnLst>
                <a:rect l="T9" t="T10" r="T11" b="T12"/>
                <a:pathLst>
                  <a:path w="806" h="2">
                    <a:moveTo>
                      <a:pt x="0" y="0"/>
                    </a:moveTo>
                    <a:lnTo>
                      <a:pt x="805" y="0"/>
                    </a:lnTo>
                    <a:lnTo>
                      <a:pt x="806"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73" name="Freeform 19"/>
              <p:cNvSpPr>
                <a:spLocks/>
              </p:cNvSpPr>
              <p:nvPr/>
            </p:nvSpPr>
            <p:spPr bwMode="auto">
              <a:xfrm>
                <a:off x="2266" y="2358"/>
                <a:ext cx="149" cy="2"/>
              </a:xfrm>
              <a:custGeom>
                <a:avLst/>
                <a:gdLst>
                  <a:gd name="T0" fmla="*/ 0 w 805"/>
                  <a:gd name="T1" fmla="*/ 0 h 2"/>
                  <a:gd name="T2" fmla="*/ 0 w 805"/>
                  <a:gd name="T3" fmla="*/ 0 h 2"/>
                  <a:gd name="T4" fmla="*/ 0 w 805"/>
                  <a:gd name="T5" fmla="*/ 0 h 2"/>
                  <a:gd name="T6" fmla="*/ 0 60000 65536"/>
                  <a:gd name="T7" fmla="*/ 0 60000 65536"/>
                  <a:gd name="T8" fmla="*/ 0 60000 65536"/>
                  <a:gd name="T9" fmla="*/ 0 w 805"/>
                  <a:gd name="T10" fmla="*/ 0 h 2"/>
                  <a:gd name="T11" fmla="*/ 805 w 805"/>
                  <a:gd name="T12" fmla="*/ 2 h 2"/>
                </a:gdLst>
                <a:ahLst/>
                <a:cxnLst>
                  <a:cxn ang="T6">
                    <a:pos x="T0" y="T1"/>
                  </a:cxn>
                  <a:cxn ang="T7">
                    <a:pos x="T2" y="T3"/>
                  </a:cxn>
                  <a:cxn ang="T8">
                    <a:pos x="T4" y="T5"/>
                  </a:cxn>
                </a:cxnLst>
                <a:rect l="T9" t="T10" r="T11" b="T12"/>
                <a:pathLst>
                  <a:path w="805" h="2">
                    <a:moveTo>
                      <a:pt x="0" y="0"/>
                    </a:moveTo>
                    <a:lnTo>
                      <a:pt x="804" y="0"/>
                    </a:lnTo>
                    <a:lnTo>
                      <a:pt x="805"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74" name="Freeform 20"/>
              <p:cNvSpPr>
                <a:spLocks/>
              </p:cNvSpPr>
              <p:nvPr/>
            </p:nvSpPr>
            <p:spPr bwMode="auto">
              <a:xfrm>
                <a:off x="2488" y="2358"/>
                <a:ext cx="149" cy="2"/>
              </a:xfrm>
              <a:custGeom>
                <a:avLst/>
                <a:gdLst>
                  <a:gd name="T0" fmla="*/ 0 w 806"/>
                  <a:gd name="T1" fmla="*/ 0 h 2"/>
                  <a:gd name="T2" fmla="*/ 0 w 806"/>
                  <a:gd name="T3" fmla="*/ 0 h 2"/>
                  <a:gd name="T4" fmla="*/ 0 w 806"/>
                  <a:gd name="T5" fmla="*/ 0 h 2"/>
                  <a:gd name="T6" fmla="*/ 0 60000 65536"/>
                  <a:gd name="T7" fmla="*/ 0 60000 65536"/>
                  <a:gd name="T8" fmla="*/ 0 60000 65536"/>
                  <a:gd name="T9" fmla="*/ 0 w 806"/>
                  <a:gd name="T10" fmla="*/ 0 h 2"/>
                  <a:gd name="T11" fmla="*/ 806 w 806"/>
                  <a:gd name="T12" fmla="*/ 2 h 2"/>
                </a:gdLst>
                <a:ahLst/>
                <a:cxnLst>
                  <a:cxn ang="T6">
                    <a:pos x="T0" y="T1"/>
                  </a:cxn>
                  <a:cxn ang="T7">
                    <a:pos x="T2" y="T3"/>
                  </a:cxn>
                  <a:cxn ang="T8">
                    <a:pos x="T4" y="T5"/>
                  </a:cxn>
                </a:cxnLst>
                <a:rect l="T9" t="T10" r="T11" b="T12"/>
                <a:pathLst>
                  <a:path w="806" h="2">
                    <a:moveTo>
                      <a:pt x="0" y="0"/>
                    </a:moveTo>
                    <a:lnTo>
                      <a:pt x="805" y="0"/>
                    </a:lnTo>
                    <a:lnTo>
                      <a:pt x="806"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75" name="Freeform 21"/>
              <p:cNvSpPr>
                <a:spLocks/>
              </p:cNvSpPr>
              <p:nvPr/>
            </p:nvSpPr>
            <p:spPr bwMode="auto">
              <a:xfrm>
                <a:off x="2710" y="2358"/>
                <a:ext cx="149" cy="2"/>
              </a:xfrm>
              <a:custGeom>
                <a:avLst/>
                <a:gdLst>
                  <a:gd name="T0" fmla="*/ 0 w 805"/>
                  <a:gd name="T1" fmla="*/ 0 h 2"/>
                  <a:gd name="T2" fmla="*/ 0 w 805"/>
                  <a:gd name="T3" fmla="*/ 0 h 2"/>
                  <a:gd name="T4" fmla="*/ 0 w 805"/>
                  <a:gd name="T5" fmla="*/ 0 h 2"/>
                  <a:gd name="T6" fmla="*/ 0 60000 65536"/>
                  <a:gd name="T7" fmla="*/ 0 60000 65536"/>
                  <a:gd name="T8" fmla="*/ 0 60000 65536"/>
                  <a:gd name="T9" fmla="*/ 0 w 805"/>
                  <a:gd name="T10" fmla="*/ 0 h 2"/>
                  <a:gd name="T11" fmla="*/ 805 w 805"/>
                  <a:gd name="T12" fmla="*/ 2 h 2"/>
                </a:gdLst>
                <a:ahLst/>
                <a:cxnLst>
                  <a:cxn ang="T6">
                    <a:pos x="T0" y="T1"/>
                  </a:cxn>
                  <a:cxn ang="T7">
                    <a:pos x="T2" y="T3"/>
                  </a:cxn>
                  <a:cxn ang="T8">
                    <a:pos x="T4" y="T5"/>
                  </a:cxn>
                </a:cxnLst>
                <a:rect l="T9" t="T10" r="T11" b="T12"/>
                <a:pathLst>
                  <a:path w="805" h="2">
                    <a:moveTo>
                      <a:pt x="0" y="0"/>
                    </a:moveTo>
                    <a:lnTo>
                      <a:pt x="804" y="0"/>
                    </a:lnTo>
                    <a:lnTo>
                      <a:pt x="805"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76" name="Freeform 22"/>
              <p:cNvSpPr>
                <a:spLocks/>
              </p:cNvSpPr>
              <p:nvPr/>
            </p:nvSpPr>
            <p:spPr bwMode="auto">
              <a:xfrm>
                <a:off x="2932" y="2358"/>
                <a:ext cx="129" cy="2"/>
              </a:xfrm>
              <a:custGeom>
                <a:avLst/>
                <a:gdLst>
                  <a:gd name="T0" fmla="*/ 0 w 700"/>
                  <a:gd name="T1" fmla="*/ 0 h 2"/>
                  <a:gd name="T2" fmla="*/ 0 w 700"/>
                  <a:gd name="T3" fmla="*/ 0 h 2"/>
                  <a:gd name="T4" fmla="*/ 0 w 700"/>
                  <a:gd name="T5" fmla="*/ 0 h 2"/>
                  <a:gd name="T6" fmla="*/ 0 60000 65536"/>
                  <a:gd name="T7" fmla="*/ 0 60000 65536"/>
                  <a:gd name="T8" fmla="*/ 0 60000 65536"/>
                  <a:gd name="T9" fmla="*/ 0 w 700"/>
                  <a:gd name="T10" fmla="*/ 0 h 2"/>
                  <a:gd name="T11" fmla="*/ 700 w 700"/>
                  <a:gd name="T12" fmla="*/ 2 h 2"/>
                </a:gdLst>
                <a:ahLst/>
                <a:cxnLst>
                  <a:cxn ang="T6">
                    <a:pos x="T0" y="T1"/>
                  </a:cxn>
                  <a:cxn ang="T7">
                    <a:pos x="T2" y="T3"/>
                  </a:cxn>
                  <a:cxn ang="T8">
                    <a:pos x="T4" y="T5"/>
                  </a:cxn>
                </a:cxnLst>
                <a:rect l="T9" t="T10" r="T11" b="T12"/>
                <a:pathLst>
                  <a:path w="700" h="2">
                    <a:moveTo>
                      <a:pt x="0" y="0"/>
                    </a:moveTo>
                    <a:lnTo>
                      <a:pt x="698" y="0"/>
                    </a:lnTo>
                    <a:lnTo>
                      <a:pt x="700"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grpSp>
      </p:grpSp>
      <p:sp>
        <p:nvSpPr>
          <p:cNvPr id="377880" name="Text Box 24"/>
          <p:cNvSpPr txBox="1">
            <a:spLocks noChangeArrowheads="1"/>
          </p:cNvSpPr>
          <p:nvPr/>
        </p:nvSpPr>
        <p:spPr bwMode="auto">
          <a:xfrm>
            <a:off x="1558925" y="6083300"/>
            <a:ext cx="1219200" cy="398463"/>
          </a:xfrm>
          <a:prstGeom prst="rect">
            <a:avLst/>
          </a:prstGeom>
          <a:noFill/>
          <a:ln w="12700">
            <a:noFill/>
            <a:miter lim="800000"/>
            <a:headEnd/>
            <a:tailEnd/>
          </a:ln>
        </p:spPr>
        <p:txBody>
          <a:bodyPr>
            <a:spAutoFit/>
          </a:bodyPr>
          <a:lstStyle/>
          <a:p>
            <a:pPr>
              <a:spcBef>
                <a:spcPct val="50000"/>
              </a:spcBef>
              <a:buFont typeface="Arial" charset="0"/>
              <a:buNone/>
            </a:pPr>
            <a:r>
              <a:rPr lang="zh-CN" altLang="en-US" sz="2000" b="1">
                <a:latin typeface="宋体" charset="-122"/>
              </a:rPr>
              <a:t>粗点画线</a:t>
            </a:r>
          </a:p>
        </p:txBody>
      </p:sp>
      <p:sp>
        <p:nvSpPr>
          <p:cNvPr id="377881" name="Text Box 25"/>
          <p:cNvSpPr txBox="1">
            <a:spLocks noChangeArrowheads="1"/>
          </p:cNvSpPr>
          <p:nvPr/>
        </p:nvSpPr>
        <p:spPr bwMode="auto">
          <a:xfrm>
            <a:off x="8096250" y="6081713"/>
            <a:ext cx="2667000" cy="509587"/>
          </a:xfrm>
          <a:prstGeom prst="rect">
            <a:avLst/>
          </a:prstGeom>
          <a:noFill/>
          <a:ln w="12700">
            <a:noFill/>
            <a:miter lim="800000"/>
            <a:headEnd/>
            <a:tailEnd/>
          </a:ln>
        </p:spPr>
        <p:txBody>
          <a:bodyPr>
            <a:spAutoFit/>
          </a:bodyPr>
          <a:lstStyle/>
          <a:p>
            <a:pPr algn="just">
              <a:lnSpc>
                <a:spcPct val="60000"/>
              </a:lnSpc>
              <a:spcBef>
                <a:spcPct val="50000"/>
              </a:spcBef>
              <a:buFont typeface="Arial" charset="0"/>
              <a:buNone/>
            </a:pPr>
            <a:r>
              <a:rPr lang="zh-CN" altLang="en-US" sz="1600" b="1">
                <a:latin typeface="Times New Roman" pitchFamily="18" charset="0"/>
              </a:rPr>
              <a:t>有特殊要求的线或表面的</a:t>
            </a:r>
          </a:p>
          <a:p>
            <a:pPr algn="just">
              <a:lnSpc>
                <a:spcPct val="60000"/>
              </a:lnSpc>
              <a:spcBef>
                <a:spcPct val="50000"/>
              </a:spcBef>
              <a:buFont typeface="Arial" charset="0"/>
              <a:buNone/>
            </a:pPr>
            <a:r>
              <a:rPr lang="zh-CN" altLang="en-US" sz="1600" b="1">
                <a:latin typeface="Times New Roman" pitchFamily="18" charset="0"/>
              </a:rPr>
              <a:t>表示线</a:t>
            </a:r>
          </a:p>
        </p:txBody>
      </p:sp>
      <p:grpSp>
        <p:nvGrpSpPr>
          <p:cNvPr id="4" name="Group 123"/>
          <p:cNvGrpSpPr>
            <a:grpSpLocks/>
          </p:cNvGrpSpPr>
          <p:nvPr/>
        </p:nvGrpSpPr>
        <p:grpSpPr bwMode="auto">
          <a:xfrm>
            <a:off x="2927350" y="6197600"/>
            <a:ext cx="4770438" cy="276225"/>
            <a:chOff x="884" y="3904"/>
            <a:chExt cx="3005" cy="174"/>
          </a:xfrm>
        </p:grpSpPr>
        <p:sp>
          <p:nvSpPr>
            <p:cNvPr id="481354" name="Text Box 26"/>
            <p:cNvSpPr txBox="1">
              <a:spLocks noChangeArrowheads="1"/>
            </p:cNvSpPr>
            <p:nvPr/>
          </p:nvSpPr>
          <p:spPr bwMode="auto">
            <a:xfrm>
              <a:off x="3288" y="3904"/>
              <a:ext cx="601" cy="174"/>
            </a:xfrm>
            <a:prstGeom prst="rect">
              <a:avLst/>
            </a:prstGeom>
            <a:noFill/>
            <a:ln w="12700">
              <a:noFill/>
              <a:miter lim="800000"/>
              <a:headEnd/>
              <a:tailEnd/>
            </a:ln>
          </p:spPr>
          <p:txBody>
            <a:bodyPr>
              <a:spAutoFit/>
            </a:bodyPr>
            <a:lstStyle/>
            <a:p>
              <a:pPr algn="ctr">
                <a:lnSpc>
                  <a:spcPct val="50000"/>
                </a:lnSpc>
                <a:spcBef>
                  <a:spcPct val="50000"/>
                </a:spcBef>
                <a:buFont typeface="Arial" charset="0"/>
                <a:buNone/>
              </a:pPr>
              <a:r>
                <a:rPr lang="en-US" altLang="zh-CN" sz="2400" b="1" i="1">
                  <a:latin typeface="Times New Roman" pitchFamily="18" charset="0"/>
                </a:rPr>
                <a:t>d</a:t>
              </a:r>
            </a:p>
          </p:txBody>
        </p:sp>
        <p:grpSp>
          <p:nvGrpSpPr>
            <p:cNvPr id="481355" name="Group 27"/>
            <p:cNvGrpSpPr>
              <a:grpSpLocks/>
            </p:cNvGrpSpPr>
            <p:nvPr/>
          </p:nvGrpSpPr>
          <p:grpSpPr bwMode="auto">
            <a:xfrm>
              <a:off x="884" y="3929"/>
              <a:ext cx="2107" cy="1"/>
              <a:chOff x="935" y="3063"/>
              <a:chExt cx="2107" cy="2"/>
            </a:xfrm>
          </p:grpSpPr>
          <p:sp>
            <p:nvSpPr>
              <p:cNvPr id="481356" name="Freeform 28"/>
              <p:cNvSpPr>
                <a:spLocks/>
              </p:cNvSpPr>
              <p:nvPr/>
            </p:nvSpPr>
            <p:spPr bwMode="auto">
              <a:xfrm>
                <a:off x="935" y="3063"/>
                <a:ext cx="351" cy="2"/>
              </a:xfrm>
              <a:custGeom>
                <a:avLst/>
                <a:gdLst>
                  <a:gd name="T0" fmla="*/ 0 w 1906"/>
                  <a:gd name="T1" fmla="*/ 0 h 2"/>
                  <a:gd name="T2" fmla="*/ 0 w 1906"/>
                  <a:gd name="T3" fmla="*/ 0 h 2"/>
                  <a:gd name="T4" fmla="*/ 0 w 1906"/>
                  <a:gd name="T5" fmla="*/ 0 h 2"/>
                  <a:gd name="T6" fmla="*/ 0 60000 65536"/>
                  <a:gd name="T7" fmla="*/ 0 60000 65536"/>
                  <a:gd name="T8" fmla="*/ 0 60000 65536"/>
                  <a:gd name="T9" fmla="*/ 0 w 1906"/>
                  <a:gd name="T10" fmla="*/ 0 h 2"/>
                  <a:gd name="T11" fmla="*/ 1906 w 1906"/>
                  <a:gd name="T12" fmla="*/ 2 h 2"/>
                </a:gdLst>
                <a:ahLst/>
                <a:cxnLst>
                  <a:cxn ang="T6">
                    <a:pos x="T0" y="T1"/>
                  </a:cxn>
                  <a:cxn ang="T7">
                    <a:pos x="T2" y="T3"/>
                  </a:cxn>
                  <a:cxn ang="T8">
                    <a:pos x="T4" y="T5"/>
                  </a:cxn>
                </a:cxnLst>
                <a:rect l="T9" t="T10" r="T11" b="T12"/>
                <a:pathLst>
                  <a:path w="1906" h="2">
                    <a:moveTo>
                      <a:pt x="0" y="0"/>
                    </a:moveTo>
                    <a:lnTo>
                      <a:pt x="1905" y="0"/>
                    </a:lnTo>
                    <a:lnTo>
                      <a:pt x="1906" y="0"/>
                    </a:lnTo>
                  </a:path>
                </a:pathLst>
              </a:custGeom>
              <a:noFill/>
              <a:ln w="38100" cap="flat" cmpd="sng">
                <a:solidFill>
                  <a:srgbClr val="FF3300"/>
                </a:solidFill>
                <a:prstDash val="solid"/>
                <a:round/>
                <a:headEnd type="none" w="med" len="med"/>
                <a:tailEnd type="none" w="med" len="med"/>
              </a:ln>
            </p:spPr>
            <p:txBody>
              <a:bodyPr/>
              <a:lstStyle/>
              <a:p>
                <a:endParaRPr lang="zh-CN" altLang="en-US"/>
              </a:p>
            </p:txBody>
          </p:sp>
          <p:sp>
            <p:nvSpPr>
              <p:cNvPr id="481357" name="Freeform 29"/>
              <p:cNvSpPr>
                <a:spLocks/>
              </p:cNvSpPr>
              <p:nvPr/>
            </p:nvSpPr>
            <p:spPr bwMode="auto">
              <a:xfrm>
                <a:off x="1359" y="3063"/>
                <a:ext cx="74" cy="2"/>
              </a:xfrm>
              <a:custGeom>
                <a:avLst/>
                <a:gdLst>
                  <a:gd name="T0" fmla="*/ 0 w 403"/>
                  <a:gd name="T1" fmla="*/ 0 h 2"/>
                  <a:gd name="T2" fmla="*/ 0 w 403"/>
                  <a:gd name="T3" fmla="*/ 0 h 2"/>
                  <a:gd name="T4" fmla="*/ 0 w 403"/>
                  <a:gd name="T5" fmla="*/ 0 h 2"/>
                  <a:gd name="T6" fmla="*/ 0 60000 65536"/>
                  <a:gd name="T7" fmla="*/ 0 60000 65536"/>
                  <a:gd name="T8" fmla="*/ 0 60000 65536"/>
                  <a:gd name="T9" fmla="*/ 0 w 403"/>
                  <a:gd name="T10" fmla="*/ 0 h 2"/>
                  <a:gd name="T11" fmla="*/ 403 w 403"/>
                  <a:gd name="T12" fmla="*/ 2 h 2"/>
                </a:gdLst>
                <a:ahLst/>
                <a:cxnLst>
                  <a:cxn ang="T6">
                    <a:pos x="T0" y="T1"/>
                  </a:cxn>
                  <a:cxn ang="T7">
                    <a:pos x="T2" y="T3"/>
                  </a:cxn>
                  <a:cxn ang="T8">
                    <a:pos x="T4" y="T5"/>
                  </a:cxn>
                </a:cxnLst>
                <a:rect l="T9" t="T10" r="T11" b="T12"/>
                <a:pathLst>
                  <a:path w="403" h="2">
                    <a:moveTo>
                      <a:pt x="0" y="0"/>
                    </a:moveTo>
                    <a:lnTo>
                      <a:pt x="402" y="0"/>
                    </a:lnTo>
                    <a:lnTo>
                      <a:pt x="403" y="0"/>
                    </a:lnTo>
                  </a:path>
                </a:pathLst>
              </a:custGeom>
              <a:noFill/>
              <a:ln w="38100" cap="flat" cmpd="sng">
                <a:solidFill>
                  <a:srgbClr val="FF3300"/>
                </a:solidFill>
                <a:prstDash val="solid"/>
                <a:round/>
                <a:headEnd type="none" w="med" len="med"/>
                <a:tailEnd type="none" w="med" len="med"/>
              </a:ln>
            </p:spPr>
            <p:txBody>
              <a:bodyPr/>
              <a:lstStyle/>
              <a:p>
                <a:endParaRPr lang="zh-CN" altLang="en-US"/>
              </a:p>
            </p:txBody>
          </p:sp>
          <p:sp>
            <p:nvSpPr>
              <p:cNvPr id="481358" name="Freeform 30"/>
              <p:cNvSpPr>
                <a:spLocks/>
              </p:cNvSpPr>
              <p:nvPr/>
            </p:nvSpPr>
            <p:spPr bwMode="auto">
              <a:xfrm>
                <a:off x="1508" y="3063"/>
                <a:ext cx="369" cy="2"/>
              </a:xfrm>
              <a:custGeom>
                <a:avLst/>
                <a:gdLst>
                  <a:gd name="T0" fmla="*/ 0 w 2011"/>
                  <a:gd name="T1" fmla="*/ 0 h 2"/>
                  <a:gd name="T2" fmla="*/ 0 w 2011"/>
                  <a:gd name="T3" fmla="*/ 0 h 2"/>
                  <a:gd name="T4" fmla="*/ 0 w 2011"/>
                  <a:gd name="T5" fmla="*/ 0 h 2"/>
                  <a:gd name="T6" fmla="*/ 0 60000 65536"/>
                  <a:gd name="T7" fmla="*/ 0 60000 65536"/>
                  <a:gd name="T8" fmla="*/ 0 60000 65536"/>
                  <a:gd name="T9" fmla="*/ 0 w 2011"/>
                  <a:gd name="T10" fmla="*/ 0 h 2"/>
                  <a:gd name="T11" fmla="*/ 2011 w 2011"/>
                  <a:gd name="T12" fmla="*/ 2 h 2"/>
                </a:gdLst>
                <a:ahLst/>
                <a:cxnLst>
                  <a:cxn ang="T6">
                    <a:pos x="T0" y="T1"/>
                  </a:cxn>
                  <a:cxn ang="T7">
                    <a:pos x="T2" y="T3"/>
                  </a:cxn>
                  <a:cxn ang="T8">
                    <a:pos x="T4" y="T5"/>
                  </a:cxn>
                </a:cxnLst>
                <a:rect l="T9" t="T10" r="T11" b="T12"/>
                <a:pathLst>
                  <a:path w="2011" h="2">
                    <a:moveTo>
                      <a:pt x="0" y="0"/>
                    </a:moveTo>
                    <a:lnTo>
                      <a:pt x="2010" y="0"/>
                    </a:lnTo>
                    <a:lnTo>
                      <a:pt x="2011" y="0"/>
                    </a:lnTo>
                  </a:path>
                </a:pathLst>
              </a:custGeom>
              <a:noFill/>
              <a:ln w="38100" cap="flat" cmpd="sng">
                <a:solidFill>
                  <a:srgbClr val="FF3300"/>
                </a:solidFill>
                <a:prstDash val="solid"/>
                <a:round/>
                <a:headEnd type="none" w="med" len="med"/>
                <a:tailEnd type="none" w="med" len="med"/>
              </a:ln>
            </p:spPr>
            <p:txBody>
              <a:bodyPr/>
              <a:lstStyle/>
              <a:p>
                <a:endParaRPr lang="zh-CN" altLang="en-US"/>
              </a:p>
            </p:txBody>
          </p:sp>
          <p:sp>
            <p:nvSpPr>
              <p:cNvPr id="481359" name="Freeform 31"/>
              <p:cNvSpPr>
                <a:spLocks/>
              </p:cNvSpPr>
              <p:nvPr/>
            </p:nvSpPr>
            <p:spPr bwMode="auto">
              <a:xfrm>
                <a:off x="1952" y="3063"/>
                <a:ext cx="73" cy="2"/>
              </a:xfrm>
              <a:custGeom>
                <a:avLst/>
                <a:gdLst>
                  <a:gd name="T0" fmla="*/ 0 w 402"/>
                  <a:gd name="T1" fmla="*/ 0 h 2"/>
                  <a:gd name="T2" fmla="*/ 0 w 402"/>
                  <a:gd name="T3" fmla="*/ 0 h 2"/>
                  <a:gd name="T4" fmla="*/ 0 w 402"/>
                  <a:gd name="T5" fmla="*/ 0 h 2"/>
                  <a:gd name="T6" fmla="*/ 0 60000 65536"/>
                  <a:gd name="T7" fmla="*/ 0 60000 65536"/>
                  <a:gd name="T8" fmla="*/ 0 60000 65536"/>
                  <a:gd name="T9" fmla="*/ 0 w 402"/>
                  <a:gd name="T10" fmla="*/ 0 h 2"/>
                  <a:gd name="T11" fmla="*/ 402 w 402"/>
                  <a:gd name="T12" fmla="*/ 2 h 2"/>
                </a:gdLst>
                <a:ahLst/>
                <a:cxnLst>
                  <a:cxn ang="T6">
                    <a:pos x="T0" y="T1"/>
                  </a:cxn>
                  <a:cxn ang="T7">
                    <a:pos x="T2" y="T3"/>
                  </a:cxn>
                  <a:cxn ang="T8">
                    <a:pos x="T4" y="T5"/>
                  </a:cxn>
                </a:cxnLst>
                <a:rect l="T9" t="T10" r="T11" b="T12"/>
                <a:pathLst>
                  <a:path w="402" h="2">
                    <a:moveTo>
                      <a:pt x="0" y="0"/>
                    </a:moveTo>
                    <a:lnTo>
                      <a:pt x="401" y="0"/>
                    </a:lnTo>
                    <a:lnTo>
                      <a:pt x="402" y="0"/>
                    </a:lnTo>
                  </a:path>
                </a:pathLst>
              </a:custGeom>
              <a:noFill/>
              <a:ln w="38100" cap="flat" cmpd="sng">
                <a:solidFill>
                  <a:srgbClr val="FF3300"/>
                </a:solidFill>
                <a:prstDash val="solid"/>
                <a:round/>
                <a:headEnd type="none" w="med" len="med"/>
                <a:tailEnd type="none" w="med" len="med"/>
              </a:ln>
            </p:spPr>
            <p:txBody>
              <a:bodyPr/>
              <a:lstStyle/>
              <a:p>
                <a:endParaRPr lang="zh-CN" altLang="en-US"/>
              </a:p>
            </p:txBody>
          </p:sp>
          <p:sp>
            <p:nvSpPr>
              <p:cNvPr id="481360" name="Freeform 32"/>
              <p:cNvSpPr>
                <a:spLocks/>
              </p:cNvSpPr>
              <p:nvPr/>
            </p:nvSpPr>
            <p:spPr bwMode="auto">
              <a:xfrm>
                <a:off x="2099" y="3063"/>
                <a:ext cx="369" cy="2"/>
              </a:xfrm>
              <a:custGeom>
                <a:avLst/>
                <a:gdLst>
                  <a:gd name="T0" fmla="*/ 0 w 2011"/>
                  <a:gd name="T1" fmla="*/ 0 h 2"/>
                  <a:gd name="T2" fmla="*/ 0 w 2011"/>
                  <a:gd name="T3" fmla="*/ 0 h 2"/>
                  <a:gd name="T4" fmla="*/ 0 w 2011"/>
                  <a:gd name="T5" fmla="*/ 0 h 2"/>
                  <a:gd name="T6" fmla="*/ 0 60000 65536"/>
                  <a:gd name="T7" fmla="*/ 0 60000 65536"/>
                  <a:gd name="T8" fmla="*/ 0 60000 65536"/>
                  <a:gd name="T9" fmla="*/ 0 w 2011"/>
                  <a:gd name="T10" fmla="*/ 0 h 2"/>
                  <a:gd name="T11" fmla="*/ 2011 w 2011"/>
                  <a:gd name="T12" fmla="*/ 2 h 2"/>
                </a:gdLst>
                <a:ahLst/>
                <a:cxnLst>
                  <a:cxn ang="T6">
                    <a:pos x="T0" y="T1"/>
                  </a:cxn>
                  <a:cxn ang="T7">
                    <a:pos x="T2" y="T3"/>
                  </a:cxn>
                  <a:cxn ang="T8">
                    <a:pos x="T4" y="T5"/>
                  </a:cxn>
                </a:cxnLst>
                <a:rect l="T9" t="T10" r="T11" b="T12"/>
                <a:pathLst>
                  <a:path w="2011" h="2">
                    <a:moveTo>
                      <a:pt x="0" y="0"/>
                    </a:moveTo>
                    <a:lnTo>
                      <a:pt x="2010" y="0"/>
                    </a:lnTo>
                    <a:lnTo>
                      <a:pt x="2011" y="0"/>
                    </a:lnTo>
                  </a:path>
                </a:pathLst>
              </a:custGeom>
              <a:noFill/>
              <a:ln w="38100" cap="flat" cmpd="sng">
                <a:solidFill>
                  <a:srgbClr val="FF3300"/>
                </a:solidFill>
                <a:prstDash val="solid"/>
                <a:round/>
                <a:headEnd type="none" w="med" len="med"/>
                <a:tailEnd type="none" w="med" len="med"/>
              </a:ln>
            </p:spPr>
            <p:txBody>
              <a:bodyPr/>
              <a:lstStyle/>
              <a:p>
                <a:endParaRPr lang="zh-CN" altLang="en-US"/>
              </a:p>
            </p:txBody>
          </p:sp>
          <p:sp>
            <p:nvSpPr>
              <p:cNvPr id="481361" name="Freeform 33"/>
              <p:cNvSpPr>
                <a:spLocks/>
              </p:cNvSpPr>
              <p:nvPr/>
            </p:nvSpPr>
            <p:spPr bwMode="auto">
              <a:xfrm>
                <a:off x="2543" y="3063"/>
                <a:ext cx="75" cy="2"/>
              </a:xfrm>
              <a:custGeom>
                <a:avLst/>
                <a:gdLst>
                  <a:gd name="T0" fmla="*/ 0 w 403"/>
                  <a:gd name="T1" fmla="*/ 0 h 2"/>
                  <a:gd name="T2" fmla="*/ 0 w 403"/>
                  <a:gd name="T3" fmla="*/ 0 h 2"/>
                  <a:gd name="T4" fmla="*/ 0 w 403"/>
                  <a:gd name="T5" fmla="*/ 0 h 2"/>
                  <a:gd name="T6" fmla="*/ 0 60000 65536"/>
                  <a:gd name="T7" fmla="*/ 0 60000 65536"/>
                  <a:gd name="T8" fmla="*/ 0 60000 65536"/>
                  <a:gd name="T9" fmla="*/ 0 w 403"/>
                  <a:gd name="T10" fmla="*/ 0 h 2"/>
                  <a:gd name="T11" fmla="*/ 403 w 403"/>
                  <a:gd name="T12" fmla="*/ 2 h 2"/>
                </a:gdLst>
                <a:ahLst/>
                <a:cxnLst>
                  <a:cxn ang="T6">
                    <a:pos x="T0" y="T1"/>
                  </a:cxn>
                  <a:cxn ang="T7">
                    <a:pos x="T2" y="T3"/>
                  </a:cxn>
                  <a:cxn ang="T8">
                    <a:pos x="T4" y="T5"/>
                  </a:cxn>
                </a:cxnLst>
                <a:rect l="T9" t="T10" r="T11" b="T12"/>
                <a:pathLst>
                  <a:path w="403" h="2">
                    <a:moveTo>
                      <a:pt x="0" y="0"/>
                    </a:moveTo>
                    <a:lnTo>
                      <a:pt x="402" y="0"/>
                    </a:lnTo>
                    <a:lnTo>
                      <a:pt x="403" y="0"/>
                    </a:lnTo>
                  </a:path>
                </a:pathLst>
              </a:custGeom>
              <a:noFill/>
              <a:ln w="38100" cap="flat" cmpd="sng">
                <a:solidFill>
                  <a:srgbClr val="FF3300"/>
                </a:solidFill>
                <a:prstDash val="solid"/>
                <a:round/>
                <a:headEnd type="none" w="med" len="med"/>
                <a:tailEnd type="none" w="med" len="med"/>
              </a:ln>
            </p:spPr>
            <p:txBody>
              <a:bodyPr/>
              <a:lstStyle/>
              <a:p>
                <a:endParaRPr lang="zh-CN" altLang="en-US"/>
              </a:p>
            </p:txBody>
          </p:sp>
          <p:sp>
            <p:nvSpPr>
              <p:cNvPr id="481362" name="Freeform 34"/>
              <p:cNvSpPr>
                <a:spLocks/>
              </p:cNvSpPr>
              <p:nvPr/>
            </p:nvSpPr>
            <p:spPr bwMode="auto">
              <a:xfrm>
                <a:off x="2690" y="3063"/>
                <a:ext cx="352" cy="2"/>
              </a:xfrm>
              <a:custGeom>
                <a:avLst/>
                <a:gdLst>
                  <a:gd name="T0" fmla="*/ 0 w 1906"/>
                  <a:gd name="T1" fmla="*/ 0 h 2"/>
                  <a:gd name="T2" fmla="*/ 0 w 1906"/>
                  <a:gd name="T3" fmla="*/ 0 h 2"/>
                  <a:gd name="T4" fmla="*/ 0 w 1906"/>
                  <a:gd name="T5" fmla="*/ 0 h 2"/>
                  <a:gd name="T6" fmla="*/ 0 60000 65536"/>
                  <a:gd name="T7" fmla="*/ 0 60000 65536"/>
                  <a:gd name="T8" fmla="*/ 0 60000 65536"/>
                  <a:gd name="T9" fmla="*/ 0 w 1906"/>
                  <a:gd name="T10" fmla="*/ 0 h 2"/>
                  <a:gd name="T11" fmla="*/ 1906 w 1906"/>
                  <a:gd name="T12" fmla="*/ 2 h 2"/>
                </a:gdLst>
                <a:ahLst/>
                <a:cxnLst>
                  <a:cxn ang="T6">
                    <a:pos x="T0" y="T1"/>
                  </a:cxn>
                  <a:cxn ang="T7">
                    <a:pos x="T2" y="T3"/>
                  </a:cxn>
                  <a:cxn ang="T8">
                    <a:pos x="T4" y="T5"/>
                  </a:cxn>
                </a:cxnLst>
                <a:rect l="T9" t="T10" r="T11" b="T12"/>
                <a:pathLst>
                  <a:path w="1906" h="2">
                    <a:moveTo>
                      <a:pt x="0" y="0"/>
                    </a:moveTo>
                    <a:lnTo>
                      <a:pt x="1904" y="0"/>
                    </a:lnTo>
                    <a:lnTo>
                      <a:pt x="1906" y="0"/>
                    </a:lnTo>
                  </a:path>
                </a:pathLst>
              </a:custGeom>
              <a:noFill/>
              <a:ln w="38100" cap="flat" cmpd="sng">
                <a:solidFill>
                  <a:srgbClr val="FF3300"/>
                </a:solidFill>
                <a:prstDash val="solid"/>
                <a:round/>
                <a:headEnd type="none" w="med" len="med"/>
                <a:tailEnd type="none" w="med" len="med"/>
              </a:ln>
            </p:spPr>
            <p:txBody>
              <a:bodyPr/>
              <a:lstStyle/>
              <a:p>
                <a:endParaRPr lang="zh-CN" altLang="en-US"/>
              </a:p>
            </p:txBody>
          </p:sp>
        </p:grpSp>
      </p:grpSp>
      <p:grpSp>
        <p:nvGrpSpPr>
          <p:cNvPr id="6" name="Group 35"/>
          <p:cNvGrpSpPr>
            <a:grpSpLocks/>
          </p:cNvGrpSpPr>
          <p:nvPr/>
        </p:nvGrpSpPr>
        <p:grpSpPr bwMode="auto">
          <a:xfrm>
            <a:off x="1604963" y="2420938"/>
            <a:ext cx="9063037" cy="509587"/>
            <a:chOff x="51" y="1614"/>
            <a:chExt cx="5709" cy="321"/>
          </a:xfrm>
        </p:grpSpPr>
        <p:sp>
          <p:nvSpPr>
            <p:cNvPr id="481350" name="Text Box 36"/>
            <p:cNvSpPr txBox="1">
              <a:spLocks noChangeArrowheads="1"/>
            </p:cNvSpPr>
            <p:nvPr/>
          </p:nvSpPr>
          <p:spPr bwMode="auto">
            <a:xfrm>
              <a:off x="51" y="1624"/>
              <a:ext cx="624" cy="251"/>
            </a:xfrm>
            <a:prstGeom prst="rect">
              <a:avLst/>
            </a:prstGeom>
            <a:noFill/>
            <a:ln w="12700">
              <a:noFill/>
              <a:miter lim="800000"/>
              <a:headEnd/>
              <a:tailEnd/>
            </a:ln>
          </p:spPr>
          <p:txBody>
            <a:bodyPr>
              <a:spAutoFit/>
            </a:bodyPr>
            <a:lstStyle/>
            <a:p>
              <a:pPr>
                <a:spcBef>
                  <a:spcPct val="50000"/>
                </a:spcBef>
                <a:buFont typeface="Arial" charset="0"/>
                <a:buNone/>
              </a:pPr>
              <a:r>
                <a:rPr lang="zh-CN" altLang="en-US" sz="2000" b="1">
                  <a:latin typeface="宋体" charset="-122"/>
                </a:rPr>
                <a:t>细实线</a:t>
              </a:r>
            </a:p>
          </p:txBody>
        </p:sp>
        <p:sp>
          <p:nvSpPr>
            <p:cNvPr id="481351" name="Text Box 37"/>
            <p:cNvSpPr txBox="1">
              <a:spLocks noChangeArrowheads="1"/>
            </p:cNvSpPr>
            <p:nvPr/>
          </p:nvSpPr>
          <p:spPr bwMode="auto">
            <a:xfrm>
              <a:off x="4128" y="1614"/>
              <a:ext cx="1632" cy="321"/>
            </a:xfrm>
            <a:prstGeom prst="rect">
              <a:avLst/>
            </a:prstGeom>
            <a:noFill/>
            <a:ln w="12700">
              <a:noFill/>
              <a:miter lim="800000"/>
              <a:headEnd/>
              <a:tailEnd/>
            </a:ln>
          </p:spPr>
          <p:txBody>
            <a:bodyPr>
              <a:spAutoFit/>
            </a:bodyPr>
            <a:lstStyle/>
            <a:p>
              <a:pPr>
                <a:lnSpc>
                  <a:spcPct val="60000"/>
                </a:lnSpc>
                <a:spcBef>
                  <a:spcPct val="50000"/>
                </a:spcBef>
                <a:buFont typeface="Arial" charset="0"/>
                <a:buNone/>
              </a:pPr>
              <a:r>
                <a:rPr lang="zh-CN" altLang="en-US" sz="1600" b="1">
                  <a:latin typeface="宋体" charset="-122"/>
                </a:rPr>
                <a:t>尺寸线及尺寸界线、剖面</a:t>
              </a:r>
            </a:p>
            <a:p>
              <a:pPr>
                <a:lnSpc>
                  <a:spcPct val="60000"/>
                </a:lnSpc>
                <a:spcBef>
                  <a:spcPct val="50000"/>
                </a:spcBef>
                <a:buFont typeface="Arial" charset="0"/>
                <a:buNone/>
              </a:pPr>
              <a:r>
                <a:rPr lang="zh-CN" altLang="en-US" sz="1600" b="1">
                  <a:latin typeface="宋体" charset="-122"/>
                </a:rPr>
                <a:t>线、引出线</a:t>
              </a:r>
              <a:r>
                <a:rPr lang="zh-CN" altLang="en-US" sz="1600" b="1">
                  <a:latin typeface="黑体" pitchFamily="49" charset="-122"/>
                  <a:ea typeface="黑体" pitchFamily="49" charset="-122"/>
                </a:rPr>
                <a:t>、</a:t>
              </a:r>
              <a:r>
                <a:rPr lang="zh-CN" altLang="en-US" sz="1600" b="1">
                  <a:latin typeface="宋体" charset="-122"/>
                </a:rPr>
                <a:t>辅助线</a:t>
              </a:r>
            </a:p>
          </p:txBody>
        </p:sp>
        <p:sp>
          <p:nvSpPr>
            <p:cNvPr id="481352" name="Freeform 38"/>
            <p:cNvSpPr>
              <a:spLocks/>
            </p:cNvSpPr>
            <p:nvPr/>
          </p:nvSpPr>
          <p:spPr bwMode="auto">
            <a:xfrm>
              <a:off x="870" y="1780"/>
              <a:ext cx="2106" cy="2"/>
            </a:xfrm>
            <a:custGeom>
              <a:avLst/>
              <a:gdLst>
                <a:gd name="T0" fmla="*/ 0 w 11450"/>
                <a:gd name="T1" fmla="*/ 0 h 2"/>
                <a:gd name="T2" fmla="*/ 0 w 11450"/>
                <a:gd name="T3" fmla="*/ 0 h 2"/>
                <a:gd name="T4" fmla="*/ 0 w 11450"/>
                <a:gd name="T5" fmla="*/ 0 h 2"/>
                <a:gd name="T6" fmla="*/ 0 60000 65536"/>
                <a:gd name="T7" fmla="*/ 0 60000 65536"/>
                <a:gd name="T8" fmla="*/ 0 60000 65536"/>
                <a:gd name="T9" fmla="*/ 0 w 11450"/>
                <a:gd name="T10" fmla="*/ 0 h 2"/>
                <a:gd name="T11" fmla="*/ 11450 w 11450"/>
                <a:gd name="T12" fmla="*/ 2 h 2"/>
              </a:gdLst>
              <a:ahLst/>
              <a:cxnLst>
                <a:cxn ang="T6">
                  <a:pos x="T0" y="T1"/>
                </a:cxn>
                <a:cxn ang="T7">
                  <a:pos x="T2" y="T3"/>
                </a:cxn>
                <a:cxn ang="T8">
                  <a:pos x="T4" y="T5"/>
                </a:cxn>
              </a:cxnLst>
              <a:rect l="T9" t="T10" r="T11" b="T12"/>
              <a:pathLst>
                <a:path w="11450" h="2">
                  <a:moveTo>
                    <a:pt x="0" y="0"/>
                  </a:moveTo>
                  <a:lnTo>
                    <a:pt x="11448" y="0"/>
                  </a:lnTo>
                  <a:lnTo>
                    <a:pt x="11450"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53" name="Rectangle 39"/>
            <p:cNvSpPr>
              <a:spLocks noChangeArrowheads="1"/>
            </p:cNvSpPr>
            <p:nvPr/>
          </p:nvSpPr>
          <p:spPr bwMode="auto">
            <a:xfrm>
              <a:off x="3351" y="1644"/>
              <a:ext cx="408" cy="290"/>
            </a:xfrm>
            <a:prstGeom prst="rect">
              <a:avLst/>
            </a:prstGeom>
            <a:noFill/>
            <a:ln w="9525">
              <a:noFill/>
              <a:miter lim="800000"/>
              <a:headEnd/>
              <a:tailEnd/>
            </a:ln>
          </p:spPr>
          <p:txBody>
            <a:bodyPr wrap="none">
              <a:spAutoFit/>
            </a:bodyPr>
            <a:lstStyle/>
            <a:p>
              <a:pPr>
                <a:spcBef>
                  <a:spcPct val="50000"/>
                </a:spcBef>
                <a:buFont typeface="Arial" charset="0"/>
                <a:buNone/>
              </a:pPr>
              <a:r>
                <a:rPr lang="en-US" altLang="zh-CN" sz="2400" b="1" i="1">
                  <a:latin typeface="Times New Roman" pitchFamily="18" charset="0"/>
                </a:rPr>
                <a:t>d /2</a:t>
              </a:r>
            </a:p>
          </p:txBody>
        </p:sp>
      </p:grpSp>
      <p:grpSp>
        <p:nvGrpSpPr>
          <p:cNvPr id="7" name="Group 40"/>
          <p:cNvGrpSpPr>
            <a:grpSpLocks/>
          </p:cNvGrpSpPr>
          <p:nvPr/>
        </p:nvGrpSpPr>
        <p:grpSpPr bwMode="auto">
          <a:xfrm>
            <a:off x="1566863" y="4221163"/>
            <a:ext cx="8763000" cy="509587"/>
            <a:chOff x="63" y="2064"/>
            <a:chExt cx="5520" cy="321"/>
          </a:xfrm>
        </p:grpSpPr>
        <p:sp>
          <p:nvSpPr>
            <p:cNvPr id="481346" name="Text Box 41"/>
            <p:cNvSpPr txBox="1">
              <a:spLocks noChangeArrowheads="1"/>
            </p:cNvSpPr>
            <p:nvPr/>
          </p:nvSpPr>
          <p:spPr bwMode="auto">
            <a:xfrm>
              <a:off x="63" y="2098"/>
              <a:ext cx="624" cy="251"/>
            </a:xfrm>
            <a:prstGeom prst="rect">
              <a:avLst/>
            </a:prstGeom>
            <a:noFill/>
            <a:ln w="12700">
              <a:noFill/>
              <a:miter lim="800000"/>
              <a:headEnd/>
              <a:tailEnd/>
            </a:ln>
          </p:spPr>
          <p:txBody>
            <a:bodyPr>
              <a:spAutoFit/>
            </a:bodyPr>
            <a:lstStyle/>
            <a:p>
              <a:pPr>
                <a:spcBef>
                  <a:spcPct val="50000"/>
                </a:spcBef>
                <a:buFont typeface="Arial" charset="0"/>
                <a:buNone/>
              </a:pPr>
              <a:r>
                <a:rPr lang="zh-CN" altLang="en-US" sz="2000" b="1">
                  <a:latin typeface="宋体" charset="-122"/>
                </a:rPr>
                <a:t>波浪线</a:t>
              </a:r>
            </a:p>
          </p:txBody>
        </p:sp>
        <p:sp>
          <p:nvSpPr>
            <p:cNvPr id="481347" name="Text Box 42"/>
            <p:cNvSpPr txBox="1">
              <a:spLocks noChangeArrowheads="1"/>
            </p:cNvSpPr>
            <p:nvPr/>
          </p:nvSpPr>
          <p:spPr bwMode="auto">
            <a:xfrm>
              <a:off x="4143" y="2064"/>
              <a:ext cx="1440" cy="321"/>
            </a:xfrm>
            <a:prstGeom prst="rect">
              <a:avLst/>
            </a:prstGeom>
            <a:noFill/>
            <a:ln w="12700">
              <a:noFill/>
              <a:miter lim="800000"/>
              <a:headEnd/>
              <a:tailEnd/>
            </a:ln>
          </p:spPr>
          <p:txBody>
            <a:bodyPr>
              <a:spAutoFit/>
            </a:bodyPr>
            <a:lstStyle/>
            <a:p>
              <a:pPr>
                <a:lnSpc>
                  <a:spcPct val="60000"/>
                </a:lnSpc>
                <a:spcBef>
                  <a:spcPct val="50000"/>
                </a:spcBef>
                <a:buFont typeface="Arial" charset="0"/>
                <a:buNone/>
              </a:pPr>
              <a:r>
                <a:rPr lang="zh-CN" altLang="en-US" sz="1600" b="1">
                  <a:latin typeface="宋体" charset="-122"/>
                </a:rPr>
                <a:t>断裂处的边界线</a:t>
              </a:r>
            </a:p>
            <a:p>
              <a:pPr>
                <a:lnSpc>
                  <a:spcPct val="60000"/>
                </a:lnSpc>
                <a:spcBef>
                  <a:spcPct val="50000"/>
                </a:spcBef>
                <a:buFont typeface="Arial" charset="0"/>
                <a:buNone/>
              </a:pPr>
              <a:r>
                <a:rPr lang="zh-CN" altLang="en-US" sz="1600" b="1">
                  <a:latin typeface="宋体" charset="-122"/>
                </a:rPr>
                <a:t>视图和剖视的分界线 </a:t>
              </a:r>
            </a:p>
          </p:txBody>
        </p:sp>
        <p:sp>
          <p:nvSpPr>
            <p:cNvPr id="481348" name="Freeform 43"/>
            <p:cNvSpPr>
              <a:spLocks/>
            </p:cNvSpPr>
            <p:nvPr/>
          </p:nvSpPr>
          <p:spPr bwMode="auto">
            <a:xfrm>
              <a:off x="927" y="2194"/>
              <a:ext cx="2146" cy="72"/>
            </a:xfrm>
            <a:custGeom>
              <a:avLst/>
              <a:gdLst>
                <a:gd name="T0" fmla="*/ 0 w 11666"/>
                <a:gd name="T1" fmla="*/ 0 h 649"/>
                <a:gd name="T2" fmla="*/ 0 w 11666"/>
                <a:gd name="T3" fmla="*/ 0 h 649"/>
                <a:gd name="T4" fmla="*/ 0 w 11666"/>
                <a:gd name="T5" fmla="*/ 0 h 649"/>
                <a:gd name="T6" fmla="*/ 0 w 11666"/>
                <a:gd name="T7" fmla="*/ 0 h 649"/>
                <a:gd name="T8" fmla="*/ 0 w 11666"/>
                <a:gd name="T9" fmla="*/ 0 h 649"/>
                <a:gd name="T10" fmla="*/ 0 w 11666"/>
                <a:gd name="T11" fmla="*/ 0 h 649"/>
                <a:gd name="T12" fmla="*/ 0 w 11666"/>
                <a:gd name="T13" fmla="*/ 0 h 649"/>
                <a:gd name="T14" fmla="*/ 0 w 11666"/>
                <a:gd name="T15" fmla="*/ 0 h 649"/>
                <a:gd name="T16" fmla="*/ 0 w 11666"/>
                <a:gd name="T17" fmla="*/ 0 h 649"/>
                <a:gd name="T18" fmla="*/ 0 w 11666"/>
                <a:gd name="T19" fmla="*/ 0 h 649"/>
                <a:gd name="T20" fmla="*/ 0 w 11666"/>
                <a:gd name="T21" fmla="*/ 0 h 649"/>
                <a:gd name="T22" fmla="*/ 0 w 11666"/>
                <a:gd name="T23" fmla="*/ 0 h 649"/>
                <a:gd name="T24" fmla="*/ 0 w 11666"/>
                <a:gd name="T25" fmla="*/ 0 h 649"/>
                <a:gd name="T26" fmla="*/ 0 w 11666"/>
                <a:gd name="T27" fmla="*/ 0 h 649"/>
                <a:gd name="T28" fmla="*/ 0 w 11666"/>
                <a:gd name="T29" fmla="*/ 0 h 649"/>
                <a:gd name="T30" fmla="*/ 0 w 11666"/>
                <a:gd name="T31" fmla="*/ 0 h 649"/>
                <a:gd name="T32" fmla="*/ 0 w 11666"/>
                <a:gd name="T33" fmla="*/ 0 h 649"/>
                <a:gd name="T34" fmla="*/ 0 w 11666"/>
                <a:gd name="T35" fmla="*/ 0 h 649"/>
                <a:gd name="T36" fmla="*/ 0 w 11666"/>
                <a:gd name="T37" fmla="*/ 0 h 649"/>
                <a:gd name="T38" fmla="*/ 0 w 11666"/>
                <a:gd name="T39" fmla="*/ 0 h 649"/>
                <a:gd name="T40" fmla="*/ 0 w 11666"/>
                <a:gd name="T41" fmla="*/ 0 h 649"/>
                <a:gd name="T42" fmla="*/ 0 w 11666"/>
                <a:gd name="T43" fmla="*/ 0 h 649"/>
                <a:gd name="T44" fmla="*/ 0 w 11666"/>
                <a:gd name="T45" fmla="*/ 0 h 649"/>
                <a:gd name="T46" fmla="*/ 0 w 11666"/>
                <a:gd name="T47" fmla="*/ 0 h 649"/>
                <a:gd name="T48" fmla="*/ 0 w 11666"/>
                <a:gd name="T49" fmla="*/ 0 h 649"/>
                <a:gd name="T50" fmla="*/ 0 w 11666"/>
                <a:gd name="T51" fmla="*/ 0 h 649"/>
                <a:gd name="T52" fmla="*/ 0 w 11666"/>
                <a:gd name="T53" fmla="*/ 0 h 649"/>
                <a:gd name="T54" fmla="*/ 0 w 11666"/>
                <a:gd name="T55" fmla="*/ 0 h 64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666"/>
                <a:gd name="T85" fmla="*/ 0 h 649"/>
                <a:gd name="T86" fmla="*/ 11666 w 11666"/>
                <a:gd name="T87" fmla="*/ 649 h 649"/>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666" h="649">
                  <a:moveTo>
                    <a:pt x="0" y="450"/>
                  </a:moveTo>
                  <a:lnTo>
                    <a:pt x="354" y="475"/>
                  </a:lnTo>
                  <a:lnTo>
                    <a:pt x="711" y="353"/>
                  </a:lnTo>
                  <a:lnTo>
                    <a:pt x="1439" y="35"/>
                  </a:lnTo>
                  <a:lnTo>
                    <a:pt x="1813" y="0"/>
                  </a:lnTo>
                  <a:lnTo>
                    <a:pt x="2187" y="33"/>
                  </a:lnTo>
                  <a:lnTo>
                    <a:pt x="2920" y="168"/>
                  </a:lnTo>
                  <a:lnTo>
                    <a:pt x="3658" y="446"/>
                  </a:lnTo>
                  <a:lnTo>
                    <a:pt x="4026" y="582"/>
                  </a:lnTo>
                  <a:lnTo>
                    <a:pt x="4389" y="649"/>
                  </a:lnTo>
                  <a:lnTo>
                    <a:pt x="4740" y="598"/>
                  </a:lnTo>
                  <a:lnTo>
                    <a:pt x="5079" y="424"/>
                  </a:lnTo>
                  <a:lnTo>
                    <a:pt x="5416" y="240"/>
                  </a:lnTo>
                  <a:lnTo>
                    <a:pt x="5760" y="176"/>
                  </a:lnTo>
                  <a:lnTo>
                    <a:pt x="6117" y="263"/>
                  </a:lnTo>
                  <a:lnTo>
                    <a:pt x="6485" y="402"/>
                  </a:lnTo>
                  <a:lnTo>
                    <a:pt x="6861" y="490"/>
                  </a:lnTo>
                  <a:lnTo>
                    <a:pt x="7241" y="497"/>
                  </a:lnTo>
                  <a:lnTo>
                    <a:pt x="8003" y="387"/>
                  </a:lnTo>
                  <a:lnTo>
                    <a:pt x="8750" y="316"/>
                  </a:lnTo>
                  <a:lnTo>
                    <a:pt x="9110" y="373"/>
                  </a:lnTo>
                  <a:lnTo>
                    <a:pt x="9460" y="511"/>
                  </a:lnTo>
                  <a:lnTo>
                    <a:pt x="9819" y="574"/>
                  </a:lnTo>
                  <a:lnTo>
                    <a:pt x="10191" y="496"/>
                  </a:lnTo>
                  <a:lnTo>
                    <a:pt x="10947" y="194"/>
                  </a:lnTo>
                  <a:lnTo>
                    <a:pt x="11315" y="114"/>
                  </a:lnTo>
                  <a:lnTo>
                    <a:pt x="11664" y="180"/>
                  </a:lnTo>
                  <a:lnTo>
                    <a:pt x="11666" y="18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49" name="Rectangle 44"/>
            <p:cNvSpPr>
              <a:spLocks noChangeArrowheads="1"/>
            </p:cNvSpPr>
            <p:nvPr/>
          </p:nvSpPr>
          <p:spPr bwMode="auto">
            <a:xfrm>
              <a:off x="3385" y="2073"/>
              <a:ext cx="456" cy="290"/>
            </a:xfrm>
            <a:prstGeom prst="rect">
              <a:avLst/>
            </a:prstGeom>
            <a:noFill/>
            <a:ln w="9525">
              <a:noFill/>
              <a:miter lim="800000"/>
              <a:headEnd/>
              <a:tailEnd/>
            </a:ln>
          </p:spPr>
          <p:txBody>
            <a:bodyPr wrap="none">
              <a:spAutoFit/>
            </a:bodyPr>
            <a:lstStyle/>
            <a:p>
              <a:pPr>
                <a:spcBef>
                  <a:spcPct val="50000"/>
                </a:spcBef>
                <a:buFont typeface="Arial" charset="0"/>
                <a:buNone/>
              </a:pPr>
              <a:r>
                <a:rPr lang="en-US" altLang="zh-CN" sz="2400" b="1">
                  <a:latin typeface="Times New Roman" pitchFamily="18" charset="0"/>
                </a:rPr>
                <a:t> </a:t>
              </a:r>
              <a:r>
                <a:rPr lang="en-US" altLang="zh-CN" sz="2400" b="1" i="1">
                  <a:latin typeface="Times New Roman" pitchFamily="18" charset="0"/>
                </a:rPr>
                <a:t>d /2</a:t>
              </a:r>
            </a:p>
          </p:txBody>
        </p:sp>
      </p:grpSp>
      <p:grpSp>
        <p:nvGrpSpPr>
          <p:cNvPr id="8" name="Group 45"/>
          <p:cNvGrpSpPr>
            <a:grpSpLocks/>
          </p:cNvGrpSpPr>
          <p:nvPr/>
        </p:nvGrpSpPr>
        <p:grpSpPr bwMode="auto">
          <a:xfrm>
            <a:off x="1524000" y="3648075"/>
            <a:ext cx="8948738" cy="514350"/>
            <a:chOff x="36" y="3186"/>
            <a:chExt cx="5637" cy="324"/>
          </a:xfrm>
        </p:grpSpPr>
        <p:sp>
          <p:nvSpPr>
            <p:cNvPr id="481335" name="Text Box 46"/>
            <p:cNvSpPr txBox="1">
              <a:spLocks noChangeArrowheads="1"/>
            </p:cNvSpPr>
            <p:nvPr/>
          </p:nvSpPr>
          <p:spPr bwMode="auto">
            <a:xfrm>
              <a:off x="36" y="3186"/>
              <a:ext cx="768" cy="251"/>
            </a:xfrm>
            <a:prstGeom prst="rect">
              <a:avLst/>
            </a:prstGeom>
            <a:noFill/>
            <a:ln w="12700">
              <a:noFill/>
              <a:miter lim="800000"/>
              <a:headEnd/>
              <a:tailEnd/>
            </a:ln>
          </p:spPr>
          <p:txBody>
            <a:bodyPr>
              <a:spAutoFit/>
            </a:bodyPr>
            <a:lstStyle/>
            <a:p>
              <a:pPr>
                <a:spcBef>
                  <a:spcPct val="50000"/>
                </a:spcBef>
                <a:buFont typeface="Arial" charset="0"/>
                <a:buNone/>
              </a:pPr>
              <a:r>
                <a:rPr lang="zh-CN" altLang="en-US" sz="2000" b="1">
                  <a:latin typeface="宋体" charset="-122"/>
                </a:rPr>
                <a:t>细点画线</a:t>
              </a:r>
            </a:p>
          </p:txBody>
        </p:sp>
        <p:sp>
          <p:nvSpPr>
            <p:cNvPr id="481336" name="Text Box 47"/>
            <p:cNvSpPr txBox="1">
              <a:spLocks noChangeArrowheads="1"/>
            </p:cNvSpPr>
            <p:nvPr/>
          </p:nvSpPr>
          <p:spPr bwMode="auto">
            <a:xfrm>
              <a:off x="4137" y="3189"/>
              <a:ext cx="1536" cy="321"/>
            </a:xfrm>
            <a:prstGeom prst="rect">
              <a:avLst/>
            </a:prstGeom>
            <a:noFill/>
            <a:ln w="12700">
              <a:noFill/>
              <a:miter lim="800000"/>
              <a:headEnd/>
              <a:tailEnd/>
            </a:ln>
          </p:spPr>
          <p:txBody>
            <a:bodyPr>
              <a:spAutoFit/>
            </a:bodyPr>
            <a:lstStyle/>
            <a:p>
              <a:pPr algn="just">
                <a:lnSpc>
                  <a:spcPct val="60000"/>
                </a:lnSpc>
                <a:spcBef>
                  <a:spcPct val="50000"/>
                </a:spcBef>
                <a:buFont typeface="Arial" charset="0"/>
                <a:buNone/>
              </a:pPr>
              <a:r>
                <a:rPr lang="zh-CN" altLang="en-US" sz="1600" b="1">
                  <a:latin typeface="Times New Roman" pitchFamily="18" charset="0"/>
                </a:rPr>
                <a:t>轴线、对称中心线</a:t>
              </a:r>
            </a:p>
            <a:p>
              <a:pPr algn="just">
                <a:lnSpc>
                  <a:spcPct val="60000"/>
                </a:lnSpc>
                <a:spcBef>
                  <a:spcPct val="50000"/>
                </a:spcBef>
                <a:buFont typeface="Arial" charset="0"/>
                <a:buNone/>
              </a:pPr>
              <a:r>
                <a:rPr lang="zh-CN" altLang="en-US" sz="1600" b="1">
                  <a:latin typeface="Times New Roman" pitchFamily="18" charset="0"/>
                </a:rPr>
                <a:t>轨迹线、节圆及节线</a:t>
              </a:r>
              <a:endParaRPr lang="zh-CN" altLang="en-US" sz="1600" b="1">
                <a:latin typeface="ISOCP" pitchFamily="2" charset="0"/>
              </a:endParaRPr>
            </a:p>
          </p:txBody>
        </p:sp>
        <p:grpSp>
          <p:nvGrpSpPr>
            <p:cNvPr id="481337" name="Group 48"/>
            <p:cNvGrpSpPr>
              <a:grpSpLocks/>
            </p:cNvGrpSpPr>
            <p:nvPr/>
          </p:nvGrpSpPr>
          <p:grpSpPr bwMode="auto">
            <a:xfrm>
              <a:off x="939" y="3342"/>
              <a:ext cx="2106" cy="2"/>
              <a:chOff x="945" y="1712"/>
              <a:chExt cx="2106" cy="2"/>
            </a:xfrm>
          </p:grpSpPr>
          <p:sp>
            <p:nvSpPr>
              <p:cNvPr id="481339" name="Freeform 49"/>
              <p:cNvSpPr>
                <a:spLocks/>
              </p:cNvSpPr>
              <p:nvPr/>
            </p:nvSpPr>
            <p:spPr bwMode="auto">
              <a:xfrm>
                <a:off x="945" y="1712"/>
                <a:ext cx="351" cy="2"/>
              </a:xfrm>
              <a:custGeom>
                <a:avLst/>
                <a:gdLst>
                  <a:gd name="T0" fmla="*/ 0 w 1906"/>
                  <a:gd name="T1" fmla="*/ 0 h 2"/>
                  <a:gd name="T2" fmla="*/ 0 w 1906"/>
                  <a:gd name="T3" fmla="*/ 0 h 2"/>
                  <a:gd name="T4" fmla="*/ 0 w 1906"/>
                  <a:gd name="T5" fmla="*/ 0 h 2"/>
                  <a:gd name="T6" fmla="*/ 0 60000 65536"/>
                  <a:gd name="T7" fmla="*/ 0 60000 65536"/>
                  <a:gd name="T8" fmla="*/ 0 60000 65536"/>
                  <a:gd name="T9" fmla="*/ 0 w 1906"/>
                  <a:gd name="T10" fmla="*/ 0 h 2"/>
                  <a:gd name="T11" fmla="*/ 1906 w 1906"/>
                  <a:gd name="T12" fmla="*/ 2 h 2"/>
                </a:gdLst>
                <a:ahLst/>
                <a:cxnLst>
                  <a:cxn ang="T6">
                    <a:pos x="T0" y="T1"/>
                  </a:cxn>
                  <a:cxn ang="T7">
                    <a:pos x="T2" y="T3"/>
                  </a:cxn>
                  <a:cxn ang="T8">
                    <a:pos x="T4" y="T5"/>
                  </a:cxn>
                </a:cxnLst>
                <a:rect l="T9" t="T10" r="T11" b="T12"/>
                <a:pathLst>
                  <a:path w="1906" h="2">
                    <a:moveTo>
                      <a:pt x="0" y="0"/>
                    </a:moveTo>
                    <a:lnTo>
                      <a:pt x="1905" y="0"/>
                    </a:lnTo>
                    <a:lnTo>
                      <a:pt x="1906"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40" name="Freeform 50"/>
              <p:cNvSpPr>
                <a:spLocks/>
              </p:cNvSpPr>
              <p:nvPr/>
            </p:nvSpPr>
            <p:spPr bwMode="auto">
              <a:xfrm>
                <a:off x="1369" y="1712"/>
                <a:ext cx="74" cy="2"/>
              </a:xfrm>
              <a:custGeom>
                <a:avLst/>
                <a:gdLst>
                  <a:gd name="T0" fmla="*/ 0 w 403"/>
                  <a:gd name="T1" fmla="*/ 0 h 2"/>
                  <a:gd name="T2" fmla="*/ 0 w 403"/>
                  <a:gd name="T3" fmla="*/ 0 h 2"/>
                  <a:gd name="T4" fmla="*/ 0 w 403"/>
                  <a:gd name="T5" fmla="*/ 0 h 2"/>
                  <a:gd name="T6" fmla="*/ 0 60000 65536"/>
                  <a:gd name="T7" fmla="*/ 0 60000 65536"/>
                  <a:gd name="T8" fmla="*/ 0 60000 65536"/>
                  <a:gd name="T9" fmla="*/ 0 w 403"/>
                  <a:gd name="T10" fmla="*/ 0 h 2"/>
                  <a:gd name="T11" fmla="*/ 403 w 403"/>
                  <a:gd name="T12" fmla="*/ 2 h 2"/>
                </a:gdLst>
                <a:ahLst/>
                <a:cxnLst>
                  <a:cxn ang="T6">
                    <a:pos x="T0" y="T1"/>
                  </a:cxn>
                  <a:cxn ang="T7">
                    <a:pos x="T2" y="T3"/>
                  </a:cxn>
                  <a:cxn ang="T8">
                    <a:pos x="T4" y="T5"/>
                  </a:cxn>
                </a:cxnLst>
                <a:rect l="T9" t="T10" r="T11" b="T12"/>
                <a:pathLst>
                  <a:path w="403" h="2">
                    <a:moveTo>
                      <a:pt x="0" y="0"/>
                    </a:moveTo>
                    <a:lnTo>
                      <a:pt x="402" y="0"/>
                    </a:lnTo>
                    <a:lnTo>
                      <a:pt x="403"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41" name="Freeform 51"/>
              <p:cNvSpPr>
                <a:spLocks/>
              </p:cNvSpPr>
              <p:nvPr/>
            </p:nvSpPr>
            <p:spPr bwMode="auto">
              <a:xfrm>
                <a:off x="1518" y="1712"/>
                <a:ext cx="369" cy="2"/>
              </a:xfrm>
              <a:custGeom>
                <a:avLst/>
                <a:gdLst>
                  <a:gd name="T0" fmla="*/ 0 w 2011"/>
                  <a:gd name="T1" fmla="*/ 0 h 2"/>
                  <a:gd name="T2" fmla="*/ 0 w 2011"/>
                  <a:gd name="T3" fmla="*/ 0 h 2"/>
                  <a:gd name="T4" fmla="*/ 0 w 2011"/>
                  <a:gd name="T5" fmla="*/ 0 h 2"/>
                  <a:gd name="T6" fmla="*/ 0 60000 65536"/>
                  <a:gd name="T7" fmla="*/ 0 60000 65536"/>
                  <a:gd name="T8" fmla="*/ 0 60000 65536"/>
                  <a:gd name="T9" fmla="*/ 0 w 2011"/>
                  <a:gd name="T10" fmla="*/ 0 h 2"/>
                  <a:gd name="T11" fmla="*/ 2011 w 2011"/>
                  <a:gd name="T12" fmla="*/ 2 h 2"/>
                </a:gdLst>
                <a:ahLst/>
                <a:cxnLst>
                  <a:cxn ang="T6">
                    <a:pos x="T0" y="T1"/>
                  </a:cxn>
                  <a:cxn ang="T7">
                    <a:pos x="T2" y="T3"/>
                  </a:cxn>
                  <a:cxn ang="T8">
                    <a:pos x="T4" y="T5"/>
                  </a:cxn>
                </a:cxnLst>
                <a:rect l="T9" t="T10" r="T11" b="T12"/>
                <a:pathLst>
                  <a:path w="2011" h="2">
                    <a:moveTo>
                      <a:pt x="0" y="0"/>
                    </a:moveTo>
                    <a:lnTo>
                      <a:pt x="2010" y="0"/>
                    </a:lnTo>
                    <a:lnTo>
                      <a:pt x="2011"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42" name="Freeform 52"/>
              <p:cNvSpPr>
                <a:spLocks/>
              </p:cNvSpPr>
              <p:nvPr/>
            </p:nvSpPr>
            <p:spPr bwMode="auto">
              <a:xfrm>
                <a:off x="1962" y="1712"/>
                <a:ext cx="73" cy="2"/>
              </a:xfrm>
              <a:custGeom>
                <a:avLst/>
                <a:gdLst>
                  <a:gd name="T0" fmla="*/ 0 w 402"/>
                  <a:gd name="T1" fmla="*/ 0 h 2"/>
                  <a:gd name="T2" fmla="*/ 0 w 402"/>
                  <a:gd name="T3" fmla="*/ 0 h 2"/>
                  <a:gd name="T4" fmla="*/ 0 w 402"/>
                  <a:gd name="T5" fmla="*/ 0 h 2"/>
                  <a:gd name="T6" fmla="*/ 0 60000 65536"/>
                  <a:gd name="T7" fmla="*/ 0 60000 65536"/>
                  <a:gd name="T8" fmla="*/ 0 60000 65536"/>
                  <a:gd name="T9" fmla="*/ 0 w 402"/>
                  <a:gd name="T10" fmla="*/ 0 h 2"/>
                  <a:gd name="T11" fmla="*/ 402 w 402"/>
                  <a:gd name="T12" fmla="*/ 2 h 2"/>
                </a:gdLst>
                <a:ahLst/>
                <a:cxnLst>
                  <a:cxn ang="T6">
                    <a:pos x="T0" y="T1"/>
                  </a:cxn>
                  <a:cxn ang="T7">
                    <a:pos x="T2" y="T3"/>
                  </a:cxn>
                  <a:cxn ang="T8">
                    <a:pos x="T4" y="T5"/>
                  </a:cxn>
                </a:cxnLst>
                <a:rect l="T9" t="T10" r="T11" b="T12"/>
                <a:pathLst>
                  <a:path w="402" h="2">
                    <a:moveTo>
                      <a:pt x="0" y="0"/>
                    </a:moveTo>
                    <a:lnTo>
                      <a:pt x="401" y="0"/>
                    </a:lnTo>
                    <a:lnTo>
                      <a:pt x="402"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43" name="Freeform 53"/>
              <p:cNvSpPr>
                <a:spLocks/>
              </p:cNvSpPr>
              <p:nvPr/>
            </p:nvSpPr>
            <p:spPr bwMode="auto">
              <a:xfrm>
                <a:off x="2109" y="1712"/>
                <a:ext cx="369" cy="2"/>
              </a:xfrm>
              <a:custGeom>
                <a:avLst/>
                <a:gdLst>
                  <a:gd name="T0" fmla="*/ 0 w 2011"/>
                  <a:gd name="T1" fmla="*/ 0 h 2"/>
                  <a:gd name="T2" fmla="*/ 0 w 2011"/>
                  <a:gd name="T3" fmla="*/ 0 h 2"/>
                  <a:gd name="T4" fmla="*/ 0 w 2011"/>
                  <a:gd name="T5" fmla="*/ 0 h 2"/>
                  <a:gd name="T6" fmla="*/ 0 60000 65536"/>
                  <a:gd name="T7" fmla="*/ 0 60000 65536"/>
                  <a:gd name="T8" fmla="*/ 0 60000 65536"/>
                  <a:gd name="T9" fmla="*/ 0 w 2011"/>
                  <a:gd name="T10" fmla="*/ 0 h 2"/>
                  <a:gd name="T11" fmla="*/ 2011 w 2011"/>
                  <a:gd name="T12" fmla="*/ 2 h 2"/>
                </a:gdLst>
                <a:ahLst/>
                <a:cxnLst>
                  <a:cxn ang="T6">
                    <a:pos x="T0" y="T1"/>
                  </a:cxn>
                  <a:cxn ang="T7">
                    <a:pos x="T2" y="T3"/>
                  </a:cxn>
                  <a:cxn ang="T8">
                    <a:pos x="T4" y="T5"/>
                  </a:cxn>
                </a:cxnLst>
                <a:rect l="T9" t="T10" r="T11" b="T12"/>
                <a:pathLst>
                  <a:path w="2011" h="2">
                    <a:moveTo>
                      <a:pt x="0" y="0"/>
                    </a:moveTo>
                    <a:lnTo>
                      <a:pt x="2010" y="0"/>
                    </a:lnTo>
                    <a:lnTo>
                      <a:pt x="2011"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44" name="Freeform 54"/>
              <p:cNvSpPr>
                <a:spLocks/>
              </p:cNvSpPr>
              <p:nvPr/>
            </p:nvSpPr>
            <p:spPr bwMode="auto">
              <a:xfrm>
                <a:off x="2553" y="1712"/>
                <a:ext cx="74" cy="2"/>
              </a:xfrm>
              <a:custGeom>
                <a:avLst/>
                <a:gdLst>
                  <a:gd name="T0" fmla="*/ 0 w 403"/>
                  <a:gd name="T1" fmla="*/ 0 h 2"/>
                  <a:gd name="T2" fmla="*/ 0 w 403"/>
                  <a:gd name="T3" fmla="*/ 0 h 2"/>
                  <a:gd name="T4" fmla="*/ 0 w 403"/>
                  <a:gd name="T5" fmla="*/ 0 h 2"/>
                  <a:gd name="T6" fmla="*/ 0 60000 65536"/>
                  <a:gd name="T7" fmla="*/ 0 60000 65536"/>
                  <a:gd name="T8" fmla="*/ 0 60000 65536"/>
                  <a:gd name="T9" fmla="*/ 0 w 403"/>
                  <a:gd name="T10" fmla="*/ 0 h 2"/>
                  <a:gd name="T11" fmla="*/ 403 w 403"/>
                  <a:gd name="T12" fmla="*/ 2 h 2"/>
                </a:gdLst>
                <a:ahLst/>
                <a:cxnLst>
                  <a:cxn ang="T6">
                    <a:pos x="T0" y="T1"/>
                  </a:cxn>
                  <a:cxn ang="T7">
                    <a:pos x="T2" y="T3"/>
                  </a:cxn>
                  <a:cxn ang="T8">
                    <a:pos x="T4" y="T5"/>
                  </a:cxn>
                </a:cxnLst>
                <a:rect l="T9" t="T10" r="T11" b="T12"/>
                <a:pathLst>
                  <a:path w="403" h="2">
                    <a:moveTo>
                      <a:pt x="0" y="0"/>
                    </a:moveTo>
                    <a:lnTo>
                      <a:pt x="402" y="0"/>
                    </a:lnTo>
                    <a:lnTo>
                      <a:pt x="403"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45" name="Freeform 55"/>
              <p:cNvSpPr>
                <a:spLocks/>
              </p:cNvSpPr>
              <p:nvPr/>
            </p:nvSpPr>
            <p:spPr bwMode="auto">
              <a:xfrm>
                <a:off x="2700" y="1712"/>
                <a:ext cx="351" cy="2"/>
              </a:xfrm>
              <a:custGeom>
                <a:avLst/>
                <a:gdLst>
                  <a:gd name="T0" fmla="*/ 0 w 1906"/>
                  <a:gd name="T1" fmla="*/ 0 h 2"/>
                  <a:gd name="T2" fmla="*/ 0 w 1906"/>
                  <a:gd name="T3" fmla="*/ 0 h 2"/>
                  <a:gd name="T4" fmla="*/ 0 w 1906"/>
                  <a:gd name="T5" fmla="*/ 0 h 2"/>
                  <a:gd name="T6" fmla="*/ 0 60000 65536"/>
                  <a:gd name="T7" fmla="*/ 0 60000 65536"/>
                  <a:gd name="T8" fmla="*/ 0 60000 65536"/>
                  <a:gd name="T9" fmla="*/ 0 w 1906"/>
                  <a:gd name="T10" fmla="*/ 0 h 2"/>
                  <a:gd name="T11" fmla="*/ 1906 w 1906"/>
                  <a:gd name="T12" fmla="*/ 2 h 2"/>
                </a:gdLst>
                <a:ahLst/>
                <a:cxnLst>
                  <a:cxn ang="T6">
                    <a:pos x="T0" y="T1"/>
                  </a:cxn>
                  <a:cxn ang="T7">
                    <a:pos x="T2" y="T3"/>
                  </a:cxn>
                  <a:cxn ang="T8">
                    <a:pos x="T4" y="T5"/>
                  </a:cxn>
                </a:cxnLst>
                <a:rect l="T9" t="T10" r="T11" b="T12"/>
                <a:pathLst>
                  <a:path w="1906" h="2">
                    <a:moveTo>
                      <a:pt x="0" y="0"/>
                    </a:moveTo>
                    <a:lnTo>
                      <a:pt x="1904" y="0"/>
                    </a:lnTo>
                    <a:lnTo>
                      <a:pt x="1906"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grpSp>
        <p:sp>
          <p:nvSpPr>
            <p:cNvPr id="481338" name="Rectangle 56"/>
            <p:cNvSpPr>
              <a:spLocks noChangeArrowheads="1"/>
            </p:cNvSpPr>
            <p:nvPr/>
          </p:nvSpPr>
          <p:spPr bwMode="auto">
            <a:xfrm>
              <a:off x="3358" y="3186"/>
              <a:ext cx="456" cy="290"/>
            </a:xfrm>
            <a:prstGeom prst="rect">
              <a:avLst/>
            </a:prstGeom>
            <a:noFill/>
            <a:ln w="9525">
              <a:noFill/>
              <a:miter lim="800000"/>
              <a:headEnd/>
              <a:tailEnd/>
            </a:ln>
          </p:spPr>
          <p:txBody>
            <a:bodyPr wrap="none">
              <a:spAutoFit/>
            </a:bodyPr>
            <a:lstStyle/>
            <a:p>
              <a:pPr>
                <a:spcBef>
                  <a:spcPct val="50000"/>
                </a:spcBef>
                <a:buFont typeface="Arial" charset="0"/>
                <a:buNone/>
              </a:pPr>
              <a:r>
                <a:rPr lang="en-US" altLang="zh-CN" sz="2400" b="1">
                  <a:latin typeface="Times New Roman" pitchFamily="18" charset="0"/>
                </a:rPr>
                <a:t> </a:t>
              </a:r>
              <a:r>
                <a:rPr lang="en-US" altLang="zh-CN" sz="2400" b="1" i="1">
                  <a:latin typeface="Times New Roman" pitchFamily="18" charset="0"/>
                </a:rPr>
                <a:t>d /2</a:t>
              </a:r>
            </a:p>
          </p:txBody>
        </p:sp>
      </p:grpSp>
      <p:grpSp>
        <p:nvGrpSpPr>
          <p:cNvPr id="10" name="Group 57"/>
          <p:cNvGrpSpPr>
            <a:grpSpLocks/>
          </p:cNvGrpSpPr>
          <p:nvPr/>
        </p:nvGrpSpPr>
        <p:grpSpPr bwMode="auto">
          <a:xfrm>
            <a:off x="1666875" y="4829175"/>
            <a:ext cx="9034463" cy="460375"/>
            <a:chOff x="69" y="3282"/>
            <a:chExt cx="5691" cy="290"/>
          </a:xfrm>
        </p:grpSpPr>
        <p:sp>
          <p:nvSpPr>
            <p:cNvPr id="481324" name="Text Box 58"/>
            <p:cNvSpPr txBox="1">
              <a:spLocks noChangeArrowheads="1"/>
            </p:cNvSpPr>
            <p:nvPr/>
          </p:nvSpPr>
          <p:spPr bwMode="auto">
            <a:xfrm>
              <a:off x="69" y="3297"/>
              <a:ext cx="624" cy="251"/>
            </a:xfrm>
            <a:prstGeom prst="rect">
              <a:avLst/>
            </a:prstGeom>
            <a:noFill/>
            <a:ln w="12700">
              <a:noFill/>
              <a:miter lim="800000"/>
              <a:headEnd/>
              <a:tailEnd/>
            </a:ln>
          </p:spPr>
          <p:txBody>
            <a:bodyPr>
              <a:spAutoFit/>
            </a:bodyPr>
            <a:lstStyle/>
            <a:p>
              <a:pPr>
                <a:spcBef>
                  <a:spcPct val="50000"/>
                </a:spcBef>
                <a:buFont typeface="Arial" charset="0"/>
                <a:buNone/>
              </a:pPr>
              <a:r>
                <a:rPr lang="zh-CN" altLang="en-US" sz="2000" b="1">
                  <a:latin typeface="宋体" charset="-122"/>
                </a:rPr>
                <a:t>双折线</a:t>
              </a:r>
            </a:p>
          </p:txBody>
        </p:sp>
        <p:sp>
          <p:nvSpPr>
            <p:cNvPr id="481325" name="Text Box 59"/>
            <p:cNvSpPr txBox="1">
              <a:spLocks noChangeArrowheads="1"/>
            </p:cNvSpPr>
            <p:nvPr/>
          </p:nvSpPr>
          <p:spPr bwMode="auto">
            <a:xfrm>
              <a:off x="4128" y="3374"/>
              <a:ext cx="1632" cy="150"/>
            </a:xfrm>
            <a:prstGeom prst="rect">
              <a:avLst/>
            </a:prstGeom>
            <a:noFill/>
            <a:ln w="12700">
              <a:noFill/>
              <a:miter lim="800000"/>
              <a:headEnd/>
              <a:tailEnd/>
            </a:ln>
          </p:spPr>
          <p:txBody>
            <a:bodyPr>
              <a:spAutoFit/>
            </a:bodyPr>
            <a:lstStyle/>
            <a:p>
              <a:pPr algn="just">
                <a:lnSpc>
                  <a:spcPct val="60000"/>
                </a:lnSpc>
                <a:spcBef>
                  <a:spcPct val="50000"/>
                </a:spcBef>
                <a:buFont typeface="Arial" charset="0"/>
                <a:buNone/>
              </a:pPr>
              <a:r>
                <a:rPr lang="zh-CN" altLang="en-US" sz="1600" b="1">
                  <a:latin typeface="宋体" charset="-122"/>
                </a:rPr>
                <a:t>断裂处的边界线</a:t>
              </a:r>
            </a:p>
          </p:txBody>
        </p:sp>
        <p:grpSp>
          <p:nvGrpSpPr>
            <p:cNvPr id="481326" name="Group 60"/>
            <p:cNvGrpSpPr>
              <a:grpSpLocks/>
            </p:cNvGrpSpPr>
            <p:nvPr/>
          </p:nvGrpSpPr>
          <p:grpSpPr bwMode="auto">
            <a:xfrm>
              <a:off x="885" y="3360"/>
              <a:ext cx="2216" cy="152"/>
              <a:chOff x="905" y="3352"/>
              <a:chExt cx="2216" cy="248"/>
            </a:xfrm>
          </p:grpSpPr>
          <p:sp>
            <p:nvSpPr>
              <p:cNvPr id="481328" name="Freeform 61"/>
              <p:cNvSpPr>
                <a:spLocks/>
              </p:cNvSpPr>
              <p:nvPr/>
            </p:nvSpPr>
            <p:spPr bwMode="auto">
              <a:xfrm>
                <a:off x="905" y="3481"/>
                <a:ext cx="407" cy="1"/>
              </a:xfrm>
              <a:custGeom>
                <a:avLst/>
                <a:gdLst>
                  <a:gd name="T0" fmla="*/ 0 w 2216"/>
                  <a:gd name="T1" fmla="*/ 0 h 1"/>
                  <a:gd name="T2" fmla="*/ 0 w 2216"/>
                  <a:gd name="T3" fmla="*/ 0 h 1"/>
                  <a:gd name="T4" fmla="*/ 0 w 2216"/>
                  <a:gd name="T5" fmla="*/ 0 h 1"/>
                  <a:gd name="T6" fmla="*/ 0 60000 65536"/>
                  <a:gd name="T7" fmla="*/ 0 60000 65536"/>
                  <a:gd name="T8" fmla="*/ 0 60000 65536"/>
                  <a:gd name="T9" fmla="*/ 0 w 2216"/>
                  <a:gd name="T10" fmla="*/ 0 h 1"/>
                  <a:gd name="T11" fmla="*/ 2216 w 2216"/>
                  <a:gd name="T12" fmla="*/ 1 h 1"/>
                </a:gdLst>
                <a:ahLst/>
                <a:cxnLst>
                  <a:cxn ang="T6">
                    <a:pos x="T0" y="T1"/>
                  </a:cxn>
                  <a:cxn ang="T7">
                    <a:pos x="T2" y="T3"/>
                  </a:cxn>
                  <a:cxn ang="T8">
                    <a:pos x="T4" y="T5"/>
                  </a:cxn>
                </a:cxnLst>
                <a:rect l="T9" t="T10" r="T11" b="T12"/>
                <a:pathLst>
                  <a:path w="2216" h="1">
                    <a:moveTo>
                      <a:pt x="0" y="0"/>
                    </a:moveTo>
                    <a:lnTo>
                      <a:pt x="2214" y="0"/>
                    </a:lnTo>
                    <a:lnTo>
                      <a:pt x="2216"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29" name="Freeform 62"/>
              <p:cNvSpPr>
                <a:spLocks/>
              </p:cNvSpPr>
              <p:nvPr/>
            </p:nvSpPr>
            <p:spPr bwMode="auto">
              <a:xfrm>
                <a:off x="1312" y="3352"/>
                <a:ext cx="80" cy="129"/>
              </a:xfrm>
              <a:custGeom>
                <a:avLst/>
                <a:gdLst>
                  <a:gd name="T0" fmla="*/ 0 w 434"/>
                  <a:gd name="T1" fmla="*/ 0 h 702"/>
                  <a:gd name="T2" fmla="*/ 0 w 434"/>
                  <a:gd name="T3" fmla="*/ 0 h 702"/>
                  <a:gd name="T4" fmla="*/ 0 w 434"/>
                  <a:gd name="T5" fmla="*/ 0 h 702"/>
                  <a:gd name="T6" fmla="*/ 0 60000 65536"/>
                  <a:gd name="T7" fmla="*/ 0 60000 65536"/>
                  <a:gd name="T8" fmla="*/ 0 60000 65536"/>
                  <a:gd name="T9" fmla="*/ 0 w 434"/>
                  <a:gd name="T10" fmla="*/ 0 h 702"/>
                  <a:gd name="T11" fmla="*/ 434 w 434"/>
                  <a:gd name="T12" fmla="*/ 702 h 702"/>
                </a:gdLst>
                <a:ahLst/>
                <a:cxnLst>
                  <a:cxn ang="T6">
                    <a:pos x="T0" y="T1"/>
                  </a:cxn>
                  <a:cxn ang="T7">
                    <a:pos x="T2" y="T3"/>
                  </a:cxn>
                  <a:cxn ang="T8">
                    <a:pos x="T4" y="T5"/>
                  </a:cxn>
                </a:cxnLst>
                <a:rect l="T9" t="T10" r="T11" b="T12"/>
                <a:pathLst>
                  <a:path w="434" h="702">
                    <a:moveTo>
                      <a:pt x="0" y="702"/>
                    </a:moveTo>
                    <a:lnTo>
                      <a:pt x="432" y="0"/>
                    </a:lnTo>
                    <a:lnTo>
                      <a:pt x="434"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30" name="Freeform 63"/>
              <p:cNvSpPr>
                <a:spLocks/>
              </p:cNvSpPr>
              <p:nvPr/>
            </p:nvSpPr>
            <p:spPr bwMode="auto">
              <a:xfrm>
                <a:off x="1392" y="3352"/>
                <a:ext cx="69" cy="248"/>
              </a:xfrm>
              <a:custGeom>
                <a:avLst/>
                <a:gdLst>
                  <a:gd name="T0" fmla="*/ 0 w 380"/>
                  <a:gd name="T1" fmla="*/ 0 h 1350"/>
                  <a:gd name="T2" fmla="*/ 0 w 380"/>
                  <a:gd name="T3" fmla="*/ 0 h 1350"/>
                  <a:gd name="T4" fmla="*/ 0 w 380"/>
                  <a:gd name="T5" fmla="*/ 0 h 1350"/>
                  <a:gd name="T6" fmla="*/ 0 60000 65536"/>
                  <a:gd name="T7" fmla="*/ 0 60000 65536"/>
                  <a:gd name="T8" fmla="*/ 0 60000 65536"/>
                  <a:gd name="T9" fmla="*/ 0 w 380"/>
                  <a:gd name="T10" fmla="*/ 0 h 1350"/>
                  <a:gd name="T11" fmla="*/ 380 w 380"/>
                  <a:gd name="T12" fmla="*/ 1350 h 1350"/>
                </a:gdLst>
                <a:ahLst/>
                <a:cxnLst>
                  <a:cxn ang="T6">
                    <a:pos x="T0" y="T1"/>
                  </a:cxn>
                  <a:cxn ang="T7">
                    <a:pos x="T2" y="T3"/>
                  </a:cxn>
                  <a:cxn ang="T8">
                    <a:pos x="T4" y="T5"/>
                  </a:cxn>
                </a:cxnLst>
                <a:rect l="T9" t="T10" r="T11" b="T12"/>
                <a:pathLst>
                  <a:path w="380" h="1350">
                    <a:moveTo>
                      <a:pt x="0" y="0"/>
                    </a:moveTo>
                    <a:lnTo>
                      <a:pt x="378" y="1350"/>
                    </a:lnTo>
                    <a:lnTo>
                      <a:pt x="380" y="135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31" name="Freeform 64"/>
              <p:cNvSpPr>
                <a:spLocks/>
              </p:cNvSpPr>
              <p:nvPr/>
            </p:nvSpPr>
            <p:spPr bwMode="auto">
              <a:xfrm>
                <a:off x="1461" y="3481"/>
                <a:ext cx="90" cy="119"/>
              </a:xfrm>
              <a:custGeom>
                <a:avLst/>
                <a:gdLst>
                  <a:gd name="T0" fmla="*/ 0 w 488"/>
                  <a:gd name="T1" fmla="*/ 0 h 648"/>
                  <a:gd name="T2" fmla="*/ 0 w 488"/>
                  <a:gd name="T3" fmla="*/ 0 h 648"/>
                  <a:gd name="T4" fmla="*/ 0 w 488"/>
                  <a:gd name="T5" fmla="*/ 0 h 648"/>
                  <a:gd name="T6" fmla="*/ 0 60000 65536"/>
                  <a:gd name="T7" fmla="*/ 0 60000 65536"/>
                  <a:gd name="T8" fmla="*/ 0 60000 65536"/>
                  <a:gd name="T9" fmla="*/ 0 w 488"/>
                  <a:gd name="T10" fmla="*/ 0 h 648"/>
                  <a:gd name="T11" fmla="*/ 488 w 488"/>
                  <a:gd name="T12" fmla="*/ 648 h 648"/>
                </a:gdLst>
                <a:ahLst/>
                <a:cxnLst>
                  <a:cxn ang="T6">
                    <a:pos x="T0" y="T1"/>
                  </a:cxn>
                  <a:cxn ang="T7">
                    <a:pos x="T2" y="T3"/>
                  </a:cxn>
                  <a:cxn ang="T8">
                    <a:pos x="T4" y="T5"/>
                  </a:cxn>
                </a:cxnLst>
                <a:rect l="T9" t="T10" r="T11" b="T12"/>
                <a:pathLst>
                  <a:path w="488" h="648">
                    <a:moveTo>
                      <a:pt x="0" y="648"/>
                    </a:moveTo>
                    <a:lnTo>
                      <a:pt x="486" y="0"/>
                    </a:lnTo>
                    <a:lnTo>
                      <a:pt x="488"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32" name="Freeform 65"/>
              <p:cNvSpPr>
                <a:spLocks/>
              </p:cNvSpPr>
              <p:nvPr/>
            </p:nvSpPr>
            <p:spPr bwMode="auto">
              <a:xfrm>
                <a:off x="1551" y="3352"/>
                <a:ext cx="646" cy="248"/>
              </a:xfrm>
              <a:custGeom>
                <a:avLst/>
                <a:gdLst>
                  <a:gd name="T0" fmla="*/ 0 w 3512"/>
                  <a:gd name="T1" fmla="*/ 0 h 1350"/>
                  <a:gd name="T2" fmla="*/ 0 w 3512"/>
                  <a:gd name="T3" fmla="*/ 0 h 1350"/>
                  <a:gd name="T4" fmla="*/ 0 w 3512"/>
                  <a:gd name="T5" fmla="*/ 0 h 1350"/>
                  <a:gd name="T6" fmla="*/ 0 w 3512"/>
                  <a:gd name="T7" fmla="*/ 0 h 1350"/>
                  <a:gd name="T8" fmla="*/ 0 w 3512"/>
                  <a:gd name="T9" fmla="*/ 0 h 1350"/>
                  <a:gd name="T10" fmla="*/ 0 w 3512"/>
                  <a:gd name="T11" fmla="*/ 0 h 1350"/>
                  <a:gd name="T12" fmla="*/ 0 60000 65536"/>
                  <a:gd name="T13" fmla="*/ 0 60000 65536"/>
                  <a:gd name="T14" fmla="*/ 0 60000 65536"/>
                  <a:gd name="T15" fmla="*/ 0 60000 65536"/>
                  <a:gd name="T16" fmla="*/ 0 60000 65536"/>
                  <a:gd name="T17" fmla="*/ 0 60000 65536"/>
                  <a:gd name="T18" fmla="*/ 0 w 3512"/>
                  <a:gd name="T19" fmla="*/ 0 h 1350"/>
                  <a:gd name="T20" fmla="*/ 3512 w 3512"/>
                  <a:gd name="T21" fmla="*/ 1350 h 1350"/>
                </a:gdLst>
                <a:ahLst/>
                <a:cxnLst>
                  <a:cxn ang="T12">
                    <a:pos x="T0" y="T1"/>
                  </a:cxn>
                  <a:cxn ang="T13">
                    <a:pos x="T2" y="T3"/>
                  </a:cxn>
                  <a:cxn ang="T14">
                    <a:pos x="T4" y="T5"/>
                  </a:cxn>
                  <a:cxn ang="T15">
                    <a:pos x="T6" y="T7"/>
                  </a:cxn>
                  <a:cxn ang="T16">
                    <a:pos x="T8" y="T9"/>
                  </a:cxn>
                  <a:cxn ang="T17">
                    <a:pos x="T10" y="T11"/>
                  </a:cxn>
                </a:cxnLst>
                <a:rect l="T18" t="T19" r="T20" b="T21"/>
                <a:pathLst>
                  <a:path w="3512" h="1350">
                    <a:moveTo>
                      <a:pt x="0" y="702"/>
                    </a:moveTo>
                    <a:lnTo>
                      <a:pt x="2214" y="702"/>
                    </a:lnTo>
                    <a:lnTo>
                      <a:pt x="2646" y="0"/>
                    </a:lnTo>
                    <a:lnTo>
                      <a:pt x="3024" y="1350"/>
                    </a:lnTo>
                    <a:lnTo>
                      <a:pt x="3510" y="702"/>
                    </a:lnTo>
                    <a:lnTo>
                      <a:pt x="3512" y="702"/>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33" name="Freeform 66"/>
              <p:cNvSpPr>
                <a:spLocks/>
              </p:cNvSpPr>
              <p:nvPr/>
            </p:nvSpPr>
            <p:spPr bwMode="auto">
              <a:xfrm>
                <a:off x="2197" y="3352"/>
                <a:ext cx="646" cy="248"/>
              </a:xfrm>
              <a:custGeom>
                <a:avLst/>
                <a:gdLst>
                  <a:gd name="T0" fmla="*/ 0 w 3512"/>
                  <a:gd name="T1" fmla="*/ 0 h 1350"/>
                  <a:gd name="T2" fmla="*/ 0 w 3512"/>
                  <a:gd name="T3" fmla="*/ 0 h 1350"/>
                  <a:gd name="T4" fmla="*/ 0 w 3512"/>
                  <a:gd name="T5" fmla="*/ 0 h 1350"/>
                  <a:gd name="T6" fmla="*/ 0 w 3512"/>
                  <a:gd name="T7" fmla="*/ 0 h 1350"/>
                  <a:gd name="T8" fmla="*/ 0 w 3512"/>
                  <a:gd name="T9" fmla="*/ 0 h 1350"/>
                  <a:gd name="T10" fmla="*/ 0 w 3512"/>
                  <a:gd name="T11" fmla="*/ 0 h 1350"/>
                  <a:gd name="T12" fmla="*/ 0 60000 65536"/>
                  <a:gd name="T13" fmla="*/ 0 60000 65536"/>
                  <a:gd name="T14" fmla="*/ 0 60000 65536"/>
                  <a:gd name="T15" fmla="*/ 0 60000 65536"/>
                  <a:gd name="T16" fmla="*/ 0 60000 65536"/>
                  <a:gd name="T17" fmla="*/ 0 60000 65536"/>
                  <a:gd name="T18" fmla="*/ 0 w 3512"/>
                  <a:gd name="T19" fmla="*/ 0 h 1350"/>
                  <a:gd name="T20" fmla="*/ 3512 w 3512"/>
                  <a:gd name="T21" fmla="*/ 1350 h 1350"/>
                </a:gdLst>
                <a:ahLst/>
                <a:cxnLst>
                  <a:cxn ang="T12">
                    <a:pos x="T0" y="T1"/>
                  </a:cxn>
                  <a:cxn ang="T13">
                    <a:pos x="T2" y="T3"/>
                  </a:cxn>
                  <a:cxn ang="T14">
                    <a:pos x="T4" y="T5"/>
                  </a:cxn>
                  <a:cxn ang="T15">
                    <a:pos x="T6" y="T7"/>
                  </a:cxn>
                  <a:cxn ang="T16">
                    <a:pos x="T8" y="T9"/>
                  </a:cxn>
                  <a:cxn ang="T17">
                    <a:pos x="T10" y="T11"/>
                  </a:cxn>
                </a:cxnLst>
                <a:rect l="T18" t="T19" r="T20" b="T21"/>
                <a:pathLst>
                  <a:path w="3512" h="1350">
                    <a:moveTo>
                      <a:pt x="0" y="702"/>
                    </a:moveTo>
                    <a:lnTo>
                      <a:pt x="2214" y="702"/>
                    </a:lnTo>
                    <a:lnTo>
                      <a:pt x="2646" y="0"/>
                    </a:lnTo>
                    <a:lnTo>
                      <a:pt x="3024" y="1350"/>
                    </a:lnTo>
                    <a:lnTo>
                      <a:pt x="3510" y="702"/>
                    </a:lnTo>
                    <a:lnTo>
                      <a:pt x="3512" y="702"/>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34" name="Freeform 67"/>
              <p:cNvSpPr>
                <a:spLocks/>
              </p:cNvSpPr>
              <p:nvPr/>
            </p:nvSpPr>
            <p:spPr bwMode="auto">
              <a:xfrm>
                <a:off x="2843" y="3481"/>
                <a:ext cx="278" cy="1"/>
              </a:xfrm>
              <a:custGeom>
                <a:avLst/>
                <a:gdLst>
                  <a:gd name="T0" fmla="*/ 0 w 1514"/>
                  <a:gd name="T1" fmla="*/ 0 h 1"/>
                  <a:gd name="T2" fmla="*/ 0 w 1514"/>
                  <a:gd name="T3" fmla="*/ 0 h 1"/>
                  <a:gd name="T4" fmla="*/ 0 w 1514"/>
                  <a:gd name="T5" fmla="*/ 0 h 1"/>
                  <a:gd name="T6" fmla="*/ 0 60000 65536"/>
                  <a:gd name="T7" fmla="*/ 0 60000 65536"/>
                  <a:gd name="T8" fmla="*/ 0 60000 65536"/>
                  <a:gd name="T9" fmla="*/ 0 w 1514"/>
                  <a:gd name="T10" fmla="*/ 0 h 1"/>
                  <a:gd name="T11" fmla="*/ 1514 w 1514"/>
                  <a:gd name="T12" fmla="*/ 1 h 1"/>
                </a:gdLst>
                <a:ahLst/>
                <a:cxnLst>
                  <a:cxn ang="T6">
                    <a:pos x="T0" y="T1"/>
                  </a:cxn>
                  <a:cxn ang="T7">
                    <a:pos x="T2" y="T3"/>
                  </a:cxn>
                  <a:cxn ang="T8">
                    <a:pos x="T4" y="T5"/>
                  </a:cxn>
                </a:cxnLst>
                <a:rect l="T9" t="T10" r="T11" b="T12"/>
                <a:pathLst>
                  <a:path w="1514" h="1">
                    <a:moveTo>
                      <a:pt x="0" y="0"/>
                    </a:moveTo>
                    <a:lnTo>
                      <a:pt x="1512" y="0"/>
                    </a:lnTo>
                    <a:lnTo>
                      <a:pt x="1514"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grpSp>
        <p:sp>
          <p:nvSpPr>
            <p:cNvPr id="481327" name="Rectangle 68"/>
            <p:cNvSpPr>
              <a:spLocks noChangeArrowheads="1"/>
            </p:cNvSpPr>
            <p:nvPr/>
          </p:nvSpPr>
          <p:spPr bwMode="auto">
            <a:xfrm>
              <a:off x="3340" y="3282"/>
              <a:ext cx="456" cy="290"/>
            </a:xfrm>
            <a:prstGeom prst="rect">
              <a:avLst/>
            </a:prstGeom>
            <a:noFill/>
            <a:ln w="9525">
              <a:noFill/>
              <a:miter lim="800000"/>
              <a:headEnd/>
              <a:tailEnd/>
            </a:ln>
          </p:spPr>
          <p:txBody>
            <a:bodyPr wrap="none">
              <a:spAutoFit/>
            </a:bodyPr>
            <a:lstStyle/>
            <a:p>
              <a:pPr>
                <a:spcBef>
                  <a:spcPct val="50000"/>
                </a:spcBef>
                <a:buFont typeface="Arial" charset="0"/>
                <a:buNone/>
              </a:pPr>
              <a:r>
                <a:rPr lang="en-US" altLang="zh-CN" sz="2400" b="1">
                  <a:latin typeface="Times New Roman" pitchFamily="18" charset="0"/>
                </a:rPr>
                <a:t> </a:t>
              </a:r>
              <a:r>
                <a:rPr lang="en-US" altLang="zh-CN" sz="2400" b="1" i="1">
                  <a:latin typeface="Times New Roman" pitchFamily="18" charset="0"/>
                </a:rPr>
                <a:t>d /2</a:t>
              </a:r>
            </a:p>
          </p:txBody>
        </p:sp>
      </p:grpSp>
      <p:grpSp>
        <p:nvGrpSpPr>
          <p:cNvPr id="12" name="Group 69"/>
          <p:cNvGrpSpPr>
            <a:grpSpLocks/>
          </p:cNvGrpSpPr>
          <p:nvPr/>
        </p:nvGrpSpPr>
        <p:grpSpPr bwMode="auto">
          <a:xfrm>
            <a:off x="1538288" y="5418138"/>
            <a:ext cx="9129712" cy="522287"/>
            <a:chOff x="9" y="3549"/>
            <a:chExt cx="5751" cy="329"/>
          </a:xfrm>
        </p:grpSpPr>
        <p:sp>
          <p:nvSpPr>
            <p:cNvPr id="481313" name="Text Box 70"/>
            <p:cNvSpPr txBox="1">
              <a:spLocks noChangeArrowheads="1"/>
            </p:cNvSpPr>
            <p:nvPr/>
          </p:nvSpPr>
          <p:spPr bwMode="auto">
            <a:xfrm>
              <a:off x="9" y="3549"/>
              <a:ext cx="816" cy="251"/>
            </a:xfrm>
            <a:prstGeom prst="rect">
              <a:avLst/>
            </a:prstGeom>
            <a:noFill/>
            <a:ln w="12700">
              <a:noFill/>
              <a:miter lim="800000"/>
              <a:headEnd/>
              <a:tailEnd/>
            </a:ln>
          </p:spPr>
          <p:txBody>
            <a:bodyPr>
              <a:spAutoFit/>
            </a:bodyPr>
            <a:lstStyle/>
            <a:p>
              <a:pPr>
                <a:spcBef>
                  <a:spcPct val="50000"/>
                </a:spcBef>
                <a:buFont typeface="Arial" charset="0"/>
                <a:buNone/>
              </a:pPr>
              <a:r>
                <a:rPr lang="zh-CN" altLang="en-US" sz="2000" b="1">
                  <a:latin typeface="宋体" charset="-122"/>
                </a:rPr>
                <a:t>双点画线</a:t>
              </a:r>
            </a:p>
          </p:txBody>
        </p:sp>
        <p:sp>
          <p:nvSpPr>
            <p:cNvPr id="481314" name="Text Box 71"/>
            <p:cNvSpPr txBox="1">
              <a:spLocks noChangeArrowheads="1"/>
            </p:cNvSpPr>
            <p:nvPr/>
          </p:nvSpPr>
          <p:spPr bwMode="auto">
            <a:xfrm>
              <a:off x="4128" y="3556"/>
              <a:ext cx="1632" cy="321"/>
            </a:xfrm>
            <a:prstGeom prst="rect">
              <a:avLst/>
            </a:prstGeom>
            <a:noFill/>
            <a:ln w="12700">
              <a:noFill/>
              <a:miter lim="800000"/>
              <a:headEnd/>
              <a:tailEnd/>
            </a:ln>
          </p:spPr>
          <p:txBody>
            <a:bodyPr>
              <a:spAutoFit/>
            </a:bodyPr>
            <a:lstStyle/>
            <a:p>
              <a:pPr algn="just">
                <a:lnSpc>
                  <a:spcPct val="60000"/>
                </a:lnSpc>
                <a:spcBef>
                  <a:spcPct val="50000"/>
                </a:spcBef>
                <a:buFont typeface="Arial" charset="0"/>
                <a:buNone/>
              </a:pPr>
              <a:r>
                <a:rPr lang="zh-CN" altLang="en-US" sz="1600" b="1">
                  <a:latin typeface="Times New Roman" pitchFamily="18" charset="0"/>
                </a:rPr>
                <a:t>相邻辅助零件的轮廓线</a:t>
              </a:r>
              <a:endParaRPr lang="zh-CN" altLang="en-US" sz="1600" b="1">
                <a:latin typeface="Times New Roman" pitchFamily="18" charset="0"/>
                <a:cs typeface="Times New Roman" pitchFamily="18" charset="0"/>
              </a:endParaRPr>
            </a:p>
            <a:p>
              <a:pPr algn="just">
                <a:lnSpc>
                  <a:spcPct val="60000"/>
                </a:lnSpc>
                <a:spcBef>
                  <a:spcPct val="50000"/>
                </a:spcBef>
                <a:buFont typeface="Arial" charset="0"/>
                <a:buNone/>
              </a:pPr>
              <a:r>
                <a:rPr lang="zh-CN" altLang="en-US" sz="1600" b="1">
                  <a:latin typeface="Times New Roman" pitchFamily="18" charset="0"/>
                </a:rPr>
                <a:t>极限位置的轮廓线</a:t>
              </a:r>
            </a:p>
          </p:txBody>
        </p:sp>
        <p:grpSp>
          <p:nvGrpSpPr>
            <p:cNvPr id="481315" name="Group 72"/>
            <p:cNvGrpSpPr>
              <a:grpSpLocks/>
            </p:cNvGrpSpPr>
            <p:nvPr/>
          </p:nvGrpSpPr>
          <p:grpSpPr bwMode="auto">
            <a:xfrm>
              <a:off x="912" y="3699"/>
              <a:ext cx="2106" cy="1"/>
              <a:chOff x="955" y="2716"/>
              <a:chExt cx="2106" cy="1"/>
            </a:xfrm>
          </p:grpSpPr>
          <p:sp>
            <p:nvSpPr>
              <p:cNvPr id="481317" name="Freeform 73"/>
              <p:cNvSpPr>
                <a:spLocks/>
              </p:cNvSpPr>
              <p:nvPr/>
            </p:nvSpPr>
            <p:spPr bwMode="auto">
              <a:xfrm>
                <a:off x="955" y="2716"/>
                <a:ext cx="498" cy="1"/>
              </a:xfrm>
              <a:custGeom>
                <a:avLst/>
                <a:gdLst>
                  <a:gd name="T0" fmla="*/ 0 w 2710"/>
                  <a:gd name="T1" fmla="*/ 0 h 1"/>
                  <a:gd name="T2" fmla="*/ 0 w 2710"/>
                  <a:gd name="T3" fmla="*/ 0 h 1"/>
                  <a:gd name="T4" fmla="*/ 0 w 2710"/>
                  <a:gd name="T5" fmla="*/ 0 h 1"/>
                  <a:gd name="T6" fmla="*/ 0 60000 65536"/>
                  <a:gd name="T7" fmla="*/ 0 60000 65536"/>
                  <a:gd name="T8" fmla="*/ 0 60000 65536"/>
                  <a:gd name="T9" fmla="*/ 0 w 2710"/>
                  <a:gd name="T10" fmla="*/ 0 h 1"/>
                  <a:gd name="T11" fmla="*/ 2710 w 2710"/>
                  <a:gd name="T12" fmla="*/ 1 h 1"/>
                </a:gdLst>
                <a:ahLst/>
                <a:cxnLst>
                  <a:cxn ang="T6">
                    <a:pos x="T0" y="T1"/>
                  </a:cxn>
                  <a:cxn ang="T7">
                    <a:pos x="T2" y="T3"/>
                  </a:cxn>
                  <a:cxn ang="T8">
                    <a:pos x="T4" y="T5"/>
                  </a:cxn>
                </a:cxnLst>
                <a:rect l="T9" t="T10" r="T11" b="T12"/>
                <a:pathLst>
                  <a:path w="2710" h="1">
                    <a:moveTo>
                      <a:pt x="0" y="0"/>
                    </a:moveTo>
                    <a:lnTo>
                      <a:pt x="2709" y="0"/>
                    </a:lnTo>
                    <a:lnTo>
                      <a:pt x="2710"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18" name="Freeform 74"/>
              <p:cNvSpPr>
                <a:spLocks/>
              </p:cNvSpPr>
              <p:nvPr/>
            </p:nvSpPr>
            <p:spPr bwMode="auto">
              <a:xfrm>
                <a:off x="1528" y="2716"/>
                <a:ext cx="73" cy="1"/>
              </a:xfrm>
              <a:custGeom>
                <a:avLst/>
                <a:gdLst>
                  <a:gd name="T0" fmla="*/ 0 w 403"/>
                  <a:gd name="T1" fmla="*/ 0 h 1"/>
                  <a:gd name="T2" fmla="*/ 0 w 403"/>
                  <a:gd name="T3" fmla="*/ 0 h 1"/>
                  <a:gd name="T4" fmla="*/ 0 w 403"/>
                  <a:gd name="T5" fmla="*/ 0 h 1"/>
                  <a:gd name="T6" fmla="*/ 0 60000 65536"/>
                  <a:gd name="T7" fmla="*/ 0 60000 65536"/>
                  <a:gd name="T8" fmla="*/ 0 60000 65536"/>
                  <a:gd name="T9" fmla="*/ 0 w 403"/>
                  <a:gd name="T10" fmla="*/ 0 h 1"/>
                  <a:gd name="T11" fmla="*/ 403 w 403"/>
                  <a:gd name="T12" fmla="*/ 1 h 1"/>
                </a:gdLst>
                <a:ahLst/>
                <a:cxnLst>
                  <a:cxn ang="T6">
                    <a:pos x="T0" y="T1"/>
                  </a:cxn>
                  <a:cxn ang="T7">
                    <a:pos x="T2" y="T3"/>
                  </a:cxn>
                  <a:cxn ang="T8">
                    <a:pos x="T4" y="T5"/>
                  </a:cxn>
                </a:cxnLst>
                <a:rect l="T9" t="T10" r="T11" b="T12"/>
                <a:pathLst>
                  <a:path w="403" h="1">
                    <a:moveTo>
                      <a:pt x="0" y="0"/>
                    </a:moveTo>
                    <a:lnTo>
                      <a:pt x="402" y="0"/>
                    </a:lnTo>
                    <a:lnTo>
                      <a:pt x="403"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19" name="Freeform 75"/>
              <p:cNvSpPr>
                <a:spLocks/>
              </p:cNvSpPr>
              <p:nvPr/>
            </p:nvSpPr>
            <p:spPr bwMode="auto">
              <a:xfrm>
                <a:off x="1675" y="2716"/>
                <a:ext cx="75" cy="1"/>
              </a:xfrm>
              <a:custGeom>
                <a:avLst/>
                <a:gdLst>
                  <a:gd name="T0" fmla="*/ 0 w 403"/>
                  <a:gd name="T1" fmla="*/ 0 h 1"/>
                  <a:gd name="T2" fmla="*/ 0 w 403"/>
                  <a:gd name="T3" fmla="*/ 0 h 1"/>
                  <a:gd name="T4" fmla="*/ 0 w 403"/>
                  <a:gd name="T5" fmla="*/ 0 h 1"/>
                  <a:gd name="T6" fmla="*/ 0 60000 65536"/>
                  <a:gd name="T7" fmla="*/ 0 60000 65536"/>
                  <a:gd name="T8" fmla="*/ 0 60000 65536"/>
                  <a:gd name="T9" fmla="*/ 0 w 403"/>
                  <a:gd name="T10" fmla="*/ 0 h 1"/>
                  <a:gd name="T11" fmla="*/ 403 w 403"/>
                  <a:gd name="T12" fmla="*/ 1 h 1"/>
                </a:gdLst>
                <a:ahLst/>
                <a:cxnLst>
                  <a:cxn ang="T6">
                    <a:pos x="T0" y="T1"/>
                  </a:cxn>
                  <a:cxn ang="T7">
                    <a:pos x="T2" y="T3"/>
                  </a:cxn>
                  <a:cxn ang="T8">
                    <a:pos x="T4" y="T5"/>
                  </a:cxn>
                </a:cxnLst>
                <a:rect l="T9" t="T10" r="T11" b="T12"/>
                <a:pathLst>
                  <a:path w="403" h="1">
                    <a:moveTo>
                      <a:pt x="0" y="0"/>
                    </a:moveTo>
                    <a:lnTo>
                      <a:pt x="402" y="0"/>
                    </a:lnTo>
                    <a:lnTo>
                      <a:pt x="403"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20" name="Freeform 76"/>
              <p:cNvSpPr>
                <a:spLocks/>
              </p:cNvSpPr>
              <p:nvPr/>
            </p:nvSpPr>
            <p:spPr bwMode="auto">
              <a:xfrm>
                <a:off x="1823" y="2716"/>
                <a:ext cx="371" cy="1"/>
              </a:xfrm>
              <a:custGeom>
                <a:avLst/>
                <a:gdLst>
                  <a:gd name="T0" fmla="*/ 0 w 2012"/>
                  <a:gd name="T1" fmla="*/ 0 h 1"/>
                  <a:gd name="T2" fmla="*/ 0 w 2012"/>
                  <a:gd name="T3" fmla="*/ 0 h 1"/>
                  <a:gd name="T4" fmla="*/ 0 w 2012"/>
                  <a:gd name="T5" fmla="*/ 0 h 1"/>
                  <a:gd name="T6" fmla="*/ 0 60000 65536"/>
                  <a:gd name="T7" fmla="*/ 0 60000 65536"/>
                  <a:gd name="T8" fmla="*/ 0 60000 65536"/>
                  <a:gd name="T9" fmla="*/ 0 w 2012"/>
                  <a:gd name="T10" fmla="*/ 0 h 1"/>
                  <a:gd name="T11" fmla="*/ 2012 w 2012"/>
                  <a:gd name="T12" fmla="*/ 1 h 1"/>
                </a:gdLst>
                <a:ahLst/>
                <a:cxnLst>
                  <a:cxn ang="T6">
                    <a:pos x="T0" y="T1"/>
                  </a:cxn>
                  <a:cxn ang="T7">
                    <a:pos x="T2" y="T3"/>
                  </a:cxn>
                  <a:cxn ang="T8">
                    <a:pos x="T4" y="T5"/>
                  </a:cxn>
                </a:cxnLst>
                <a:rect l="T9" t="T10" r="T11" b="T12"/>
                <a:pathLst>
                  <a:path w="2012" h="1">
                    <a:moveTo>
                      <a:pt x="0" y="0"/>
                    </a:moveTo>
                    <a:lnTo>
                      <a:pt x="2011" y="0"/>
                    </a:lnTo>
                    <a:lnTo>
                      <a:pt x="2012"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21" name="Freeform 77"/>
              <p:cNvSpPr>
                <a:spLocks/>
              </p:cNvSpPr>
              <p:nvPr/>
            </p:nvSpPr>
            <p:spPr bwMode="auto">
              <a:xfrm>
                <a:off x="2266" y="2716"/>
                <a:ext cx="75" cy="1"/>
              </a:xfrm>
              <a:custGeom>
                <a:avLst/>
                <a:gdLst>
                  <a:gd name="T0" fmla="*/ 0 w 403"/>
                  <a:gd name="T1" fmla="*/ 0 h 1"/>
                  <a:gd name="T2" fmla="*/ 0 w 403"/>
                  <a:gd name="T3" fmla="*/ 0 h 1"/>
                  <a:gd name="T4" fmla="*/ 0 w 403"/>
                  <a:gd name="T5" fmla="*/ 0 h 1"/>
                  <a:gd name="T6" fmla="*/ 0 60000 65536"/>
                  <a:gd name="T7" fmla="*/ 0 60000 65536"/>
                  <a:gd name="T8" fmla="*/ 0 60000 65536"/>
                  <a:gd name="T9" fmla="*/ 0 w 403"/>
                  <a:gd name="T10" fmla="*/ 0 h 1"/>
                  <a:gd name="T11" fmla="*/ 403 w 403"/>
                  <a:gd name="T12" fmla="*/ 1 h 1"/>
                </a:gdLst>
                <a:ahLst/>
                <a:cxnLst>
                  <a:cxn ang="T6">
                    <a:pos x="T0" y="T1"/>
                  </a:cxn>
                  <a:cxn ang="T7">
                    <a:pos x="T2" y="T3"/>
                  </a:cxn>
                  <a:cxn ang="T8">
                    <a:pos x="T4" y="T5"/>
                  </a:cxn>
                </a:cxnLst>
                <a:rect l="T9" t="T10" r="T11" b="T12"/>
                <a:pathLst>
                  <a:path w="403" h="1">
                    <a:moveTo>
                      <a:pt x="0" y="0"/>
                    </a:moveTo>
                    <a:lnTo>
                      <a:pt x="402" y="0"/>
                    </a:lnTo>
                    <a:lnTo>
                      <a:pt x="403"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22" name="Freeform 78"/>
              <p:cNvSpPr>
                <a:spLocks/>
              </p:cNvSpPr>
              <p:nvPr/>
            </p:nvSpPr>
            <p:spPr bwMode="auto">
              <a:xfrm>
                <a:off x="2415" y="2716"/>
                <a:ext cx="73" cy="1"/>
              </a:xfrm>
              <a:custGeom>
                <a:avLst/>
                <a:gdLst>
                  <a:gd name="T0" fmla="*/ 0 w 402"/>
                  <a:gd name="T1" fmla="*/ 0 h 1"/>
                  <a:gd name="T2" fmla="*/ 0 w 402"/>
                  <a:gd name="T3" fmla="*/ 0 h 1"/>
                  <a:gd name="T4" fmla="*/ 0 w 402"/>
                  <a:gd name="T5" fmla="*/ 0 h 1"/>
                  <a:gd name="T6" fmla="*/ 0 60000 65536"/>
                  <a:gd name="T7" fmla="*/ 0 60000 65536"/>
                  <a:gd name="T8" fmla="*/ 0 60000 65536"/>
                  <a:gd name="T9" fmla="*/ 0 w 402"/>
                  <a:gd name="T10" fmla="*/ 0 h 1"/>
                  <a:gd name="T11" fmla="*/ 402 w 402"/>
                  <a:gd name="T12" fmla="*/ 1 h 1"/>
                </a:gdLst>
                <a:ahLst/>
                <a:cxnLst>
                  <a:cxn ang="T6">
                    <a:pos x="T0" y="T1"/>
                  </a:cxn>
                  <a:cxn ang="T7">
                    <a:pos x="T2" y="T3"/>
                  </a:cxn>
                  <a:cxn ang="T8">
                    <a:pos x="T4" y="T5"/>
                  </a:cxn>
                </a:cxnLst>
                <a:rect l="T9" t="T10" r="T11" b="T12"/>
                <a:pathLst>
                  <a:path w="402" h="1">
                    <a:moveTo>
                      <a:pt x="0" y="0"/>
                    </a:moveTo>
                    <a:lnTo>
                      <a:pt x="401" y="0"/>
                    </a:lnTo>
                    <a:lnTo>
                      <a:pt x="402"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sp>
            <p:nvSpPr>
              <p:cNvPr id="481323" name="Freeform 79"/>
              <p:cNvSpPr>
                <a:spLocks/>
              </p:cNvSpPr>
              <p:nvPr/>
            </p:nvSpPr>
            <p:spPr bwMode="auto">
              <a:xfrm>
                <a:off x="2563" y="2716"/>
                <a:ext cx="498" cy="1"/>
              </a:xfrm>
              <a:custGeom>
                <a:avLst/>
                <a:gdLst>
                  <a:gd name="T0" fmla="*/ 0 w 2710"/>
                  <a:gd name="T1" fmla="*/ 0 h 1"/>
                  <a:gd name="T2" fmla="*/ 0 w 2710"/>
                  <a:gd name="T3" fmla="*/ 0 h 1"/>
                  <a:gd name="T4" fmla="*/ 0 w 2710"/>
                  <a:gd name="T5" fmla="*/ 0 h 1"/>
                  <a:gd name="T6" fmla="*/ 0 60000 65536"/>
                  <a:gd name="T7" fmla="*/ 0 60000 65536"/>
                  <a:gd name="T8" fmla="*/ 0 60000 65536"/>
                  <a:gd name="T9" fmla="*/ 0 w 2710"/>
                  <a:gd name="T10" fmla="*/ 0 h 1"/>
                  <a:gd name="T11" fmla="*/ 2710 w 2710"/>
                  <a:gd name="T12" fmla="*/ 1 h 1"/>
                </a:gdLst>
                <a:ahLst/>
                <a:cxnLst>
                  <a:cxn ang="T6">
                    <a:pos x="T0" y="T1"/>
                  </a:cxn>
                  <a:cxn ang="T7">
                    <a:pos x="T2" y="T3"/>
                  </a:cxn>
                  <a:cxn ang="T8">
                    <a:pos x="T4" y="T5"/>
                  </a:cxn>
                </a:cxnLst>
                <a:rect l="T9" t="T10" r="T11" b="T12"/>
                <a:pathLst>
                  <a:path w="2710" h="1">
                    <a:moveTo>
                      <a:pt x="0" y="0"/>
                    </a:moveTo>
                    <a:lnTo>
                      <a:pt x="2708" y="0"/>
                    </a:lnTo>
                    <a:lnTo>
                      <a:pt x="2710" y="0"/>
                    </a:lnTo>
                  </a:path>
                </a:pathLst>
              </a:custGeom>
              <a:noFill/>
              <a:ln w="12700" cap="flat" cmpd="sng">
                <a:solidFill>
                  <a:srgbClr val="FF3300"/>
                </a:solidFill>
                <a:prstDash val="solid"/>
                <a:round/>
                <a:headEnd type="none" w="med" len="med"/>
                <a:tailEnd type="none" w="med" len="med"/>
              </a:ln>
            </p:spPr>
            <p:txBody>
              <a:bodyPr/>
              <a:lstStyle/>
              <a:p>
                <a:endParaRPr lang="zh-CN" altLang="en-US"/>
              </a:p>
            </p:txBody>
          </p:sp>
        </p:grpSp>
        <p:sp>
          <p:nvSpPr>
            <p:cNvPr id="481316" name="Rectangle 80"/>
            <p:cNvSpPr>
              <a:spLocks noChangeArrowheads="1"/>
            </p:cNvSpPr>
            <p:nvPr/>
          </p:nvSpPr>
          <p:spPr bwMode="auto">
            <a:xfrm>
              <a:off x="3340" y="3588"/>
              <a:ext cx="456" cy="290"/>
            </a:xfrm>
            <a:prstGeom prst="rect">
              <a:avLst/>
            </a:prstGeom>
            <a:noFill/>
            <a:ln w="9525">
              <a:noFill/>
              <a:miter lim="800000"/>
              <a:headEnd/>
              <a:tailEnd/>
            </a:ln>
          </p:spPr>
          <p:txBody>
            <a:bodyPr wrap="none">
              <a:spAutoFit/>
            </a:bodyPr>
            <a:lstStyle/>
            <a:p>
              <a:pPr>
                <a:spcBef>
                  <a:spcPct val="50000"/>
                </a:spcBef>
                <a:buFont typeface="Arial" charset="0"/>
                <a:buNone/>
              </a:pPr>
              <a:r>
                <a:rPr lang="en-US" altLang="zh-CN" sz="2400" b="1">
                  <a:latin typeface="Times New Roman" pitchFamily="18" charset="0"/>
                </a:rPr>
                <a:t> </a:t>
              </a:r>
              <a:r>
                <a:rPr lang="en-US" altLang="zh-CN" sz="2400" b="1" i="1">
                  <a:latin typeface="Times New Roman" pitchFamily="18" charset="0"/>
                </a:rPr>
                <a:t>d /2</a:t>
              </a:r>
            </a:p>
          </p:txBody>
        </p:sp>
      </p:grpSp>
      <p:grpSp>
        <p:nvGrpSpPr>
          <p:cNvPr id="481295" name="Group 81"/>
          <p:cNvGrpSpPr>
            <a:grpSpLocks/>
          </p:cNvGrpSpPr>
          <p:nvPr/>
        </p:nvGrpSpPr>
        <p:grpSpPr bwMode="auto">
          <a:xfrm>
            <a:off x="1524000" y="1052513"/>
            <a:ext cx="8220075" cy="417512"/>
            <a:chOff x="15" y="391"/>
            <a:chExt cx="5178" cy="263"/>
          </a:xfrm>
        </p:grpSpPr>
        <p:sp>
          <p:nvSpPr>
            <p:cNvPr id="481309" name="Text Box 82"/>
            <p:cNvSpPr txBox="1">
              <a:spLocks noChangeArrowheads="1"/>
            </p:cNvSpPr>
            <p:nvPr/>
          </p:nvSpPr>
          <p:spPr bwMode="auto">
            <a:xfrm>
              <a:off x="15" y="400"/>
              <a:ext cx="768" cy="251"/>
            </a:xfrm>
            <a:prstGeom prst="rect">
              <a:avLst/>
            </a:prstGeom>
            <a:noFill/>
            <a:ln w="9525">
              <a:noFill/>
              <a:miter lim="800000"/>
              <a:headEnd/>
              <a:tailEnd/>
            </a:ln>
          </p:spPr>
          <p:txBody>
            <a:bodyPr>
              <a:spAutoFit/>
            </a:bodyPr>
            <a:lstStyle/>
            <a:p>
              <a:pPr>
                <a:spcBef>
                  <a:spcPct val="50000"/>
                </a:spcBef>
                <a:buFont typeface="Arial" charset="0"/>
                <a:buNone/>
              </a:pPr>
              <a:r>
                <a:rPr lang="zh-CN" altLang="en-US" sz="2000" b="1"/>
                <a:t>图线名称</a:t>
              </a:r>
            </a:p>
          </p:txBody>
        </p:sp>
        <p:sp>
          <p:nvSpPr>
            <p:cNvPr id="481310" name="Text Box 83"/>
            <p:cNvSpPr txBox="1">
              <a:spLocks noChangeArrowheads="1"/>
            </p:cNvSpPr>
            <p:nvPr/>
          </p:nvSpPr>
          <p:spPr bwMode="auto">
            <a:xfrm>
              <a:off x="1602" y="391"/>
              <a:ext cx="816" cy="251"/>
            </a:xfrm>
            <a:prstGeom prst="rect">
              <a:avLst/>
            </a:prstGeom>
            <a:noFill/>
            <a:ln w="9525">
              <a:noFill/>
              <a:miter lim="800000"/>
              <a:headEnd/>
              <a:tailEnd/>
            </a:ln>
          </p:spPr>
          <p:txBody>
            <a:bodyPr>
              <a:spAutoFit/>
            </a:bodyPr>
            <a:lstStyle/>
            <a:p>
              <a:pPr>
                <a:spcBef>
                  <a:spcPct val="50000"/>
                </a:spcBef>
                <a:buFont typeface="Arial" charset="0"/>
                <a:buNone/>
              </a:pPr>
              <a:r>
                <a:rPr lang="zh-CN" altLang="en-US" sz="2000" b="1"/>
                <a:t>图线形式</a:t>
              </a:r>
            </a:p>
          </p:txBody>
        </p:sp>
        <p:sp>
          <p:nvSpPr>
            <p:cNvPr id="481311" name="Text Box 84"/>
            <p:cNvSpPr txBox="1">
              <a:spLocks noChangeArrowheads="1"/>
            </p:cNvSpPr>
            <p:nvPr/>
          </p:nvSpPr>
          <p:spPr bwMode="auto">
            <a:xfrm>
              <a:off x="3216" y="403"/>
              <a:ext cx="834" cy="251"/>
            </a:xfrm>
            <a:prstGeom prst="rect">
              <a:avLst/>
            </a:prstGeom>
            <a:noFill/>
            <a:ln w="9525">
              <a:noFill/>
              <a:miter lim="800000"/>
              <a:headEnd/>
              <a:tailEnd/>
            </a:ln>
          </p:spPr>
          <p:txBody>
            <a:bodyPr>
              <a:spAutoFit/>
            </a:bodyPr>
            <a:lstStyle/>
            <a:p>
              <a:pPr>
                <a:spcBef>
                  <a:spcPct val="50000"/>
                </a:spcBef>
                <a:buFont typeface="Arial" charset="0"/>
                <a:buNone/>
              </a:pPr>
              <a:r>
                <a:rPr lang="zh-CN" altLang="en-US" sz="2000" b="1"/>
                <a:t>图线宽度</a:t>
              </a:r>
            </a:p>
          </p:txBody>
        </p:sp>
        <p:sp>
          <p:nvSpPr>
            <p:cNvPr id="481312" name="Text Box 85"/>
            <p:cNvSpPr txBox="1">
              <a:spLocks noChangeArrowheads="1"/>
            </p:cNvSpPr>
            <p:nvPr/>
          </p:nvSpPr>
          <p:spPr bwMode="auto">
            <a:xfrm>
              <a:off x="4377" y="403"/>
              <a:ext cx="816" cy="251"/>
            </a:xfrm>
            <a:prstGeom prst="rect">
              <a:avLst/>
            </a:prstGeom>
            <a:noFill/>
            <a:ln w="9525">
              <a:noFill/>
              <a:miter lim="800000"/>
              <a:headEnd/>
              <a:tailEnd/>
            </a:ln>
          </p:spPr>
          <p:txBody>
            <a:bodyPr>
              <a:spAutoFit/>
            </a:bodyPr>
            <a:lstStyle/>
            <a:p>
              <a:pPr>
                <a:spcBef>
                  <a:spcPct val="50000"/>
                </a:spcBef>
                <a:buFont typeface="Arial" charset="0"/>
                <a:buNone/>
              </a:pPr>
              <a:r>
                <a:rPr lang="zh-CN" altLang="en-US" sz="2000" b="1"/>
                <a:t>应用举例</a:t>
              </a:r>
            </a:p>
          </p:txBody>
        </p:sp>
      </p:grpSp>
      <p:sp>
        <p:nvSpPr>
          <p:cNvPr id="481296" name="Line 86"/>
          <p:cNvSpPr>
            <a:spLocks noChangeShapeType="1"/>
          </p:cNvSpPr>
          <p:nvPr/>
        </p:nvSpPr>
        <p:spPr bwMode="auto">
          <a:xfrm>
            <a:off x="1552575" y="981075"/>
            <a:ext cx="9144000" cy="0"/>
          </a:xfrm>
          <a:prstGeom prst="line">
            <a:avLst/>
          </a:prstGeom>
          <a:noFill/>
          <a:ln w="12700">
            <a:solidFill>
              <a:schemeClr val="tx1"/>
            </a:solidFill>
            <a:miter lim="800000"/>
            <a:headEnd/>
            <a:tailEnd/>
          </a:ln>
        </p:spPr>
        <p:txBody>
          <a:bodyPr/>
          <a:lstStyle/>
          <a:p>
            <a:endParaRPr lang="zh-CN" altLang="en-US"/>
          </a:p>
        </p:txBody>
      </p:sp>
      <p:sp>
        <p:nvSpPr>
          <p:cNvPr id="481297" name="Line 87"/>
          <p:cNvSpPr>
            <a:spLocks noChangeShapeType="1"/>
          </p:cNvSpPr>
          <p:nvPr/>
        </p:nvSpPr>
        <p:spPr bwMode="auto">
          <a:xfrm>
            <a:off x="1547813" y="1557338"/>
            <a:ext cx="9144000" cy="0"/>
          </a:xfrm>
          <a:prstGeom prst="line">
            <a:avLst/>
          </a:prstGeom>
          <a:noFill/>
          <a:ln w="12700">
            <a:solidFill>
              <a:schemeClr val="tx1"/>
            </a:solidFill>
            <a:miter lim="800000"/>
            <a:headEnd/>
            <a:tailEnd/>
          </a:ln>
        </p:spPr>
        <p:txBody>
          <a:bodyPr/>
          <a:lstStyle/>
          <a:p>
            <a:endParaRPr lang="zh-CN" altLang="en-US"/>
          </a:p>
        </p:txBody>
      </p:sp>
      <p:sp>
        <p:nvSpPr>
          <p:cNvPr id="481298" name="Line 88"/>
          <p:cNvSpPr>
            <a:spLocks noChangeShapeType="1"/>
          </p:cNvSpPr>
          <p:nvPr/>
        </p:nvSpPr>
        <p:spPr bwMode="auto">
          <a:xfrm>
            <a:off x="2833688" y="981075"/>
            <a:ext cx="0" cy="5534025"/>
          </a:xfrm>
          <a:prstGeom prst="line">
            <a:avLst/>
          </a:prstGeom>
          <a:noFill/>
          <a:ln w="12700">
            <a:solidFill>
              <a:schemeClr val="tx1"/>
            </a:solidFill>
            <a:miter lim="800000"/>
            <a:headEnd/>
            <a:tailEnd/>
          </a:ln>
        </p:spPr>
        <p:txBody>
          <a:bodyPr/>
          <a:lstStyle/>
          <a:p>
            <a:endParaRPr lang="zh-CN" altLang="en-US"/>
          </a:p>
        </p:txBody>
      </p:sp>
      <p:sp>
        <p:nvSpPr>
          <p:cNvPr id="481299" name="Line 89"/>
          <p:cNvSpPr>
            <a:spLocks noChangeShapeType="1"/>
          </p:cNvSpPr>
          <p:nvPr/>
        </p:nvSpPr>
        <p:spPr bwMode="auto">
          <a:xfrm>
            <a:off x="8015288" y="981075"/>
            <a:ext cx="0" cy="5534025"/>
          </a:xfrm>
          <a:prstGeom prst="line">
            <a:avLst/>
          </a:prstGeom>
          <a:noFill/>
          <a:ln w="12700">
            <a:solidFill>
              <a:schemeClr val="tx1"/>
            </a:solidFill>
            <a:miter lim="800000"/>
            <a:headEnd/>
            <a:tailEnd/>
          </a:ln>
        </p:spPr>
        <p:txBody>
          <a:bodyPr/>
          <a:lstStyle/>
          <a:p>
            <a:endParaRPr lang="zh-CN" altLang="en-US"/>
          </a:p>
        </p:txBody>
      </p:sp>
      <p:sp>
        <p:nvSpPr>
          <p:cNvPr id="481300" name="Line 90"/>
          <p:cNvSpPr>
            <a:spLocks noChangeShapeType="1"/>
          </p:cNvSpPr>
          <p:nvPr/>
        </p:nvSpPr>
        <p:spPr bwMode="auto">
          <a:xfrm>
            <a:off x="1538288" y="2276475"/>
            <a:ext cx="9144000" cy="0"/>
          </a:xfrm>
          <a:prstGeom prst="line">
            <a:avLst/>
          </a:prstGeom>
          <a:noFill/>
          <a:ln w="12700">
            <a:solidFill>
              <a:schemeClr val="tx1"/>
            </a:solidFill>
            <a:miter lim="800000"/>
            <a:headEnd/>
            <a:tailEnd/>
          </a:ln>
        </p:spPr>
        <p:txBody>
          <a:bodyPr/>
          <a:lstStyle/>
          <a:p>
            <a:endParaRPr lang="zh-CN" altLang="en-US"/>
          </a:p>
        </p:txBody>
      </p:sp>
      <p:sp>
        <p:nvSpPr>
          <p:cNvPr id="481301" name="Line 91"/>
          <p:cNvSpPr>
            <a:spLocks noChangeShapeType="1"/>
          </p:cNvSpPr>
          <p:nvPr/>
        </p:nvSpPr>
        <p:spPr bwMode="auto">
          <a:xfrm>
            <a:off x="1538288" y="3590925"/>
            <a:ext cx="9144000" cy="0"/>
          </a:xfrm>
          <a:prstGeom prst="line">
            <a:avLst/>
          </a:prstGeom>
          <a:noFill/>
          <a:ln w="12700">
            <a:solidFill>
              <a:schemeClr val="tx1"/>
            </a:solidFill>
            <a:miter lim="800000"/>
            <a:headEnd/>
            <a:tailEnd/>
          </a:ln>
        </p:spPr>
        <p:txBody>
          <a:bodyPr/>
          <a:lstStyle/>
          <a:p>
            <a:endParaRPr lang="zh-CN" altLang="en-US"/>
          </a:p>
        </p:txBody>
      </p:sp>
      <p:sp>
        <p:nvSpPr>
          <p:cNvPr id="481302" name="Line 92"/>
          <p:cNvSpPr>
            <a:spLocks noChangeShapeType="1"/>
          </p:cNvSpPr>
          <p:nvPr/>
        </p:nvSpPr>
        <p:spPr bwMode="auto">
          <a:xfrm>
            <a:off x="1538288" y="3009900"/>
            <a:ext cx="9144000" cy="0"/>
          </a:xfrm>
          <a:prstGeom prst="line">
            <a:avLst/>
          </a:prstGeom>
          <a:noFill/>
          <a:ln w="12700">
            <a:solidFill>
              <a:schemeClr val="tx1"/>
            </a:solidFill>
            <a:miter lim="800000"/>
            <a:headEnd/>
            <a:tailEnd/>
          </a:ln>
        </p:spPr>
        <p:txBody>
          <a:bodyPr/>
          <a:lstStyle/>
          <a:p>
            <a:endParaRPr lang="zh-CN" altLang="en-US"/>
          </a:p>
        </p:txBody>
      </p:sp>
      <p:sp>
        <p:nvSpPr>
          <p:cNvPr id="481303" name="Line 93"/>
          <p:cNvSpPr>
            <a:spLocks noChangeShapeType="1"/>
          </p:cNvSpPr>
          <p:nvPr/>
        </p:nvSpPr>
        <p:spPr bwMode="auto">
          <a:xfrm flipV="1">
            <a:off x="1524000" y="4152900"/>
            <a:ext cx="9158288" cy="9525"/>
          </a:xfrm>
          <a:prstGeom prst="line">
            <a:avLst/>
          </a:prstGeom>
          <a:noFill/>
          <a:ln w="12700">
            <a:solidFill>
              <a:schemeClr val="tx1"/>
            </a:solidFill>
            <a:miter lim="800000"/>
            <a:headEnd/>
            <a:tailEnd/>
          </a:ln>
        </p:spPr>
        <p:txBody>
          <a:bodyPr/>
          <a:lstStyle/>
          <a:p>
            <a:endParaRPr lang="zh-CN" altLang="en-US"/>
          </a:p>
        </p:txBody>
      </p:sp>
      <p:sp>
        <p:nvSpPr>
          <p:cNvPr id="481304" name="Line 94"/>
          <p:cNvSpPr>
            <a:spLocks noChangeShapeType="1"/>
          </p:cNvSpPr>
          <p:nvPr/>
        </p:nvSpPr>
        <p:spPr bwMode="auto">
          <a:xfrm>
            <a:off x="1538288" y="4752975"/>
            <a:ext cx="9144000" cy="0"/>
          </a:xfrm>
          <a:prstGeom prst="line">
            <a:avLst/>
          </a:prstGeom>
          <a:noFill/>
          <a:ln w="12700">
            <a:solidFill>
              <a:schemeClr val="tx1"/>
            </a:solidFill>
            <a:miter lim="800000"/>
            <a:headEnd/>
            <a:tailEnd/>
          </a:ln>
        </p:spPr>
        <p:txBody>
          <a:bodyPr/>
          <a:lstStyle/>
          <a:p>
            <a:endParaRPr lang="zh-CN" altLang="en-US"/>
          </a:p>
        </p:txBody>
      </p:sp>
      <p:sp>
        <p:nvSpPr>
          <p:cNvPr id="481305" name="Line 95"/>
          <p:cNvSpPr>
            <a:spLocks noChangeShapeType="1"/>
          </p:cNvSpPr>
          <p:nvPr/>
        </p:nvSpPr>
        <p:spPr bwMode="auto">
          <a:xfrm>
            <a:off x="1538288" y="5372100"/>
            <a:ext cx="9144000" cy="0"/>
          </a:xfrm>
          <a:prstGeom prst="line">
            <a:avLst/>
          </a:prstGeom>
          <a:noFill/>
          <a:ln w="12700">
            <a:solidFill>
              <a:schemeClr val="tx1"/>
            </a:solidFill>
            <a:miter lim="800000"/>
            <a:headEnd/>
            <a:tailEnd/>
          </a:ln>
        </p:spPr>
        <p:txBody>
          <a:bodyPr/>
          <a:lstStyle/>
          <a:p>
            <a:endParaRPr lang="zh-CN" altLang="en-US"/>
          </a:p>
        </p:txBody>
      </p:sp>
      <p:sp>
        <p:nvSpPr>
          <p:cNvPr id="481306" name="Line 96"/>
          <p:cNvSpPr>
            <a:spLocks noChangeShapeType="1"/>
          </p:cNvSpPr>
          <p:nvPr/>
        </p:nvSpPr>
        <p:spPr bwMode="auto">
          <a:xfrm>
            <a:off x="1538288" y="5953125"/>
            <a:ext cx="9144000" cy="0"/>
          </a:xfrm>
          <a:prstGeom prst="line">
            <a:avLst/>
          </a:prstGeom>
          <a:noFill/>
          <a:ln w="12700">
            <a:solidFill>
              <a:schemeClr val="tx1"/>
            </a:solidFill>
            <a:miter lim="800000"/>
            <a:headEnd/>
            <a:tailEnd/>
          </a:ln>
        </p:spPr>
        <p:txBody>
          <a:bodyPr/>
          <a:lstStyle/>
          <a:p>
            <a:endParaRPr lang="zh-CN" altLang="en-US"/>
          </a:p>
        </p:txBody>
      </p:sp>
      <p:sp>
        <p:nvSpPr>
          <p:cNvPr id="481307" name="Line 97"/>
          <p:cNvSpPr>
            <a:spLocks noChangeShapeType="1"/>
          </p:cNvSpPr>
          <p:nvPr/>
        </p:nvSpPr>
        <p:spPr bwMode="auto">
          <a:xfrm>
            <a:off x="6548438" y="981075"/>
            <a:ext cx="0" cy="5534025"/>
          </a:xfrm>
          <a:prstGeom prst="line">
            <a:avLst/>
          </a:prstGeom>
          <a:noFill/>
          <a:ln w="12700">
            <a:solidFill>
              <a:schemeClr val="tx1"/>
            </a:solidFill>
            <a:miter lim="800000"/>
            <a:headEnd/>
            <a:tailEnd/>
          </a:ln>
        </p:spPr>
        <p:txBody>
          <a:bodyPr/>
          <a:lstStyle/>
          <a:p>
            <a:endParaRPr lang="zh-CN" altLang="en-US"/>
          </a:p>
        </p:txBody>
      </p:sp>
      <p:sp>
        <p:nvSpPr>
          <p:cNvPr id="481308" name="Line 98"/>
          <p:cNvSpPr>
            <a:spLocks noChangeShapeType="1"/>
          </p:cNvSpPr>
          <p:nvPr/>
        </p:nvSpPr>
        <p:spPr bwMode="auto">
          <a:xfrm>
            <a:off x="1558925" y="6526213"/>
            <a:ext cx="9144000" cy="0"/>
          </a:xfrm>
          <a:prstGeom prst="line">
            <a:avLst/>
          </a:prstGeom>
          <a:noFill/>
          <a:ln w="12700">
            <a:solidFill>
              <a:schemeClr val="tx1"/>
            </a:solidFill>
            <a:miter lim="800000"/>
            <a:headEnd/>
            <a:tailEn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7861"/>
                                        </p:tgtEl>
                                        <p:attrNameLst>
                                          <p:attrName>style.visibility</p:attrName>
                                        </p:attrNameLst>
                                      </p:cBhvr>
                                      <p:to>
                                        <p:strVal val="visible"/>
                                      </p:to>
                                    </p:set>
                                    <p:animEffect transition="in" filter="wipe(left)">
                                      <p:cBhvr>
                                        <p:cTn id="7" dur="1000"/>
                                        <p:tgtEl>
                                          <p:spTgt spid="37786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77863"/>
                                        </p:tgtEl>
                                        <p:attrNameLst>
                                          <p:attrName>style.visibility</p:attrName>
                                        </p:attrNameLst>
                                      </p:cBhvr>
                                      <p:to>
                                        <p:strVal val="visible"/>
                                      </p:to>
                                    </p:set>
                                    <p:animEffect transition="in" filter="wipe(left)">
                                      <p:cBhvr>
                                        <p:cTn id="10" dur="1000"/>
                                        <p:tgtEl>
                                          <p:spTgt spid="37786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77862"/>
                                        </p:tgtEl>
                                        <p:attrNameLst>
                                          <p:attrName>style.visibility</p:attrName>
                                        </p:attrNameLst>
                                      </p:cBhvr>
                                      <p:to>
                                        <p:strVal val="visible"/>
                                      </p:to>
                                    </p:set>
                                    <p:animEffect transition="in" filter="wipe(left)">
                                      <p:cBhvr>
                                        <p:cTn id="15" dur="1000"/>
                                        <p:tgtEl>
                                          <p:spTgt spid="377862"/>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77860"/>
                                        </p:tgtEl>
                                        <p:attrNameLst>
                                          <p:attrName>style.visibility</p:attrName>
                                        </p:attrNameLst>
                                      </p:cBhvr>
                                      <p:to>
                                        <p:strVal val="visible"/>
                                      </p:to>
                                    </p:set>
                                    <p:animEffect transition="in" filter="wipe(left)">
                                      <p:cBhvr>
                                        <p:cTn id="18" dur="1000"/>
                                        <p:tgtEl>
                                          <p:spTgt spid="37786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1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10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left)">
                                      <p:cBhvr>
                                        <p:cTn id="33" dur="10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left)">
                                      <p:cBhvr>
                                        <p:cTn id="38" dur="10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left)">
                                      <p:cBhvr>
                                        <p:cTn id="43" dur="1000"/>
                                        <p:tgtEl>
                                          <p:spTgt spid="1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wipe(left)">
                                      <p:cBhvr>
                                        <p:cTn id="48" dur="1000"/>
                                        <p:tgtEl>
                                          <p:spTgt spid="1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377880"/>
                                        </p:tgtEl>
                                        <p:attrNameLst>
                                          <p:attrName>style.visibility</p:attrName>
                                        </p:attrNameLst>
                                      </p:cBhvr>
                                      <p:to>
                                        <p:strVal val="visible"/>
                                      </p:to>
                                    </p:set>
                                    <p:animEffect transition="in" filter="wipe(left)">
                                      <p:cBhvr>
                                        <p:cTn id="53" dur="500"/>
                                        <p:tgtEl>
                                          <p:spTgt spid="37788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4"/>
                                        </p:tgtEl>
                                        <p:attrNameLst>
                                          <p:attrName>style.visibility</p:attrName>
                                        </p:attrNameLst>
                                      </p:cBhvr>
                                      <p:to>
                                        <p:strVal val="visible"/>
                                      </p:to>
                                    </p:set>
                                    <p:animEffect transition="in" filter="wipe(left)">
                                      <p:cBhvr>
                                        <p:cTn id="58" dur="2000"/>
                                        <p:tgtEl>
                                          <p:spTgt spid="4"/>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377881"/>
                                        </p:tgtEl>
                                        <p:attrNameLst>
                                          <p:attrName>style.visibility</p:attrName>
                                        </p:attrNameLst>
                                      </p:cBhvr>
                                      <p:to>
                                        <p:strVal val="visible"/>
                                      </p:to>
                                    </p:set>
                                    <p:animEffect transition="in" filter="wipe(left)">
                                      <p:cBhvr>
                                        <p:cTn id="63" dur="500"/>
                                        <p:tgtEl>
                                          <p:spTgt spid="3778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0" grpId="0"/>
      <p:bldP spid="377861" grpId="0"/>
      <p:bldP spid="377862" grpId="0"/>
      <p:bldP spid="377863" grpId="0" animBg="1"/>
      <p:bldP spid="377880" grpId="0"/>
      <p:bldP spid="37788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990" name="图片 169989" descr="1"/>
          <p:cNvPicPr>
            <a:picLocks noChangeAspect="1"/>
          </p:cNvPicPr>
          <p:nvPr/>
        </p:nvPicPr>
        <p:blipFill>
          <a:blip r:embed="rId2"/>
          <a:srcRect l="21204" t="7220" r="32866" b="13422"/>
          <a:stretch>
            <a:fillRect/>
          </a:stretch>
        </p:blipFill>
        <p:spPr bwMode="auto">
          <a:xfrm>
            <a:off x="4046538" y="1270000"/>
            <a:ext cx="4425950" cy="4679950"/>
          </a:xfrm>
          <a:prstGeom prst="rect">
            <a:avLst/>
          </a:prstGeom>
          <a:noFill/>
          <a:ln w="9525">
            <a:solidFill>
              <a:schemeClr val="hlink"/>
            </a:solidFill>
            <a:miter lim="800000"/>
            <a:headEnd/>
            <a:tailEnd/>
          </a:ln>
        </p:spPr>
      </p:pic>
      <p:sp>
        <p:nvSpPr>
          <p:cNvPr id="169991" name="线形标注 2 169990"/>
          <p:cNvSpPr/>
          <p:nvPr/>
        </p:nvSpPr>
        <p:spPr>
          <a:xfrm>
            <a:off x="3503613" y="1628775"/>
            <a:ext cx="1206500" cy="609600"/>
          </a:xfrm>
          <a:prstGeom prst="borderCallout2">
            <a:avLst>
              <a:gd name="adj1" fmla="val 18750"/>
              <a:gd name="adj2" fmla="val 106315"/>
              <a:gd name="adj3" fmla="val 18750"/>
              <a:gd name="adj4" fmla="val 140792"/>
              <a:gd name="adj5" fmla="val 201042"/>
              <a:gd name="adj6" fmla="val 225130"/>
            </a:avLst>
          </a:prstGeom>
          <a:solidFill>
            <a:srgbClr val="FFFF66"/>
          </a:solidFill>
          <a:ln w="9525" cap="flat" cmpd="sng">
            <a:solidFill>
              <a:schemeClr val="tx1"/>
            </a:solidFill>
            <a:prstDash val="solid"/>
            <a:miter/>
            <a:headEnd type="none" w="med" len="med"/>
            <a:tailEnd type="triangle" w="med" len="med"/>
          </a:ln>
        </p:spPr>
        <p:txBody>
          <a:bodyPr/>
          <a:lstStyle/>
          <a:p>
            <a:pPr algn="ctr">
              <a:spcBef>
                <a:spcPts val="0"/>
              </a:spcBef>
              <a:spcAft>
                <a:spcPts val="0"/>
              </a:spcAft>
              <a:defRPr/>
            </a:pPr>
            <a:r>
              <a:rPr lang="zh-CN" altLang="en-US" noProof="1">
                <a:effectLst>
                  <a:outerShdw blurRad="38100" dist="38100" dir="2700000">
                    <a:srgbClr val="FFFFFF"/>
                  </a:outerShdw>
                </a:effectLst>
                <a:latin typeface="Arial" panose="020B0604020202020204" pitchFamily="34" charset="0"/>
                <a:ea typeface="华文中宋" panose="02010600040101010101" pitchFamily="2" charset="-122"/>
              </a:rPr>
              <a:t>在线段处应相交</a:t>
            </a:r>
          </a:p>
        </p:txBody>
      </p:sp>
      <p:sp>
        <p:nvSpPr>
          <p:cNvPr id="169992" name="线形标注 2 169991"/>
          <p:cNvSpPr/>
          <p:nvPr/>
        </p:nvSpPr>
        <p:spPr>
          <a:xfrm>
            <a:off x="2495550" y="3819525"/>
            <a:ext cx="1871663" cy="609600"/>
          </a:xfrm>
          <a:prstGeom prst="borderCallout2">
            <a:avLst>
              <a:gd name="adj1" fmla="val 18750"/>
              <a:gd name="adj2" fmla="val 104069"/>
              <a:gd name="adj3" fmla="val 18750"/>
              <a:gd name="adj4" fmla="val 124769"/>
              <a:gd name="adj5" fmla="val 125000"/>
              <a:gd name="adj6" fmla="val 146227"/>
            </a:avLst>
          </a:prstGeom>
          <a:solidFill>
            <a:srgbClr val="FFFF66"/>
          </a:solidFill>
          <a:ln w="9525" cap="flat" cmpd="sng">
            <a:solidFill>
              <a:schemeClr val="tx2"/>
            </a:solidFill>
            <a:prstDash val="solid"/>
            <a:miter/>
            <a:headEnd type="none" w="med" len="med"/>
            <a:tailEnd type="triangle" w="med" len="med"/>
          </a:ln>
        </p:spPr>
        <p:txBody>
          <a:bodyPr/>
          <a:lstStyle/>
          <a:p>
            <a:pPr algn="ctr">
              <a:spcBef>
                <a:spcPts val="0"/>
              </a:spcBef>
              <a:spcAft>
                <a:spcPts val="0"/>
              </a:spcAft>
              <a:defRPr/>
            </a:pPr>
            <a:r>
              <a:rPr lang="zh-CN" altLang="en-US" noProof="1">
                <a:effectLst>
                  <a:outerShdw blurRad="38100" dist="38100" dir="2700000">
                    <a:srgbClr val="FFFFFF"/>
                  </a:outerShdw>
                </a:effectLst>
                <a:latin typeface="Arial" panose="020B0604020202020204" pitchFamily="34" charset="0"/>
                <a:ea typeface="华文中宋" panose="02010600040101010101" pitchFamily="2" charset="-122"/>
              </a:rPr>
              <a:t>小圆中心线可由细实线代替</a:t>
            </a:r>
          </a:p>
        </p:txBody>
      </p:sp>
      <p:sp>
        <p:nvSpPr>
          <p:cNvPr id="169993" name="线形标注 2 169992"/>
          <p:cNvSpPr/>
          <p:nvPr/>
        </p:nvSpPr>
        <p:spPr>
          <a:xfrm>
            <a:off x="8688388" y="1773238"/>
            <a:ext cx="1363662" cy="609600"/>
          </a:xfrm>
          <a:prstGeom prst="borderCallout2">
            <a:avLst>
              <a:gd name="adj1" fmla="val 18750"/>
              <a:gd name="adj2" fmla="val -5588"/>
              <a:gd name="adj3" fmla="val 18750"/>
              <a:gd name="adj4" fmla="val -38069"/>
              <a:gd name="adj5" fmla="val 184375"/>
              <a:gd name="adj6" fmla="val -71944"/>
            </a:avLst>
          </a:prstGeom>
          <a:solidFill>
            <a:srgbClr val="FFFF66">
              <a:alpha val="70000"/>
            </a:srgbClr>
          </a:solidFill>
          <a:ln w="9525" cap="flat" cmpd="sng">
            <a:solidFill>
              <a:schemeClr val="folHlink"/>
            </a:solidFill>
            <a:prstDash val="solid"/>
            <a:miter/>
            <a:headEnd type="none" w="med" len="med"/>
            <a:tailEnd type="triangle" w="med" len="med"/>
          </a:ln>
        </p:spPr>
        <p:txBody>
          <a:bodyPr/>
          <a:lstStyle/>
          <a:p>
            <a:pPr algn="ctr">
              <a:spcBef>
                <a:spcPts val="0"/>
              </a:spcBef>
              <a:spcAft>
                <a:spcPts val="0"/>
              </a:spcAft>
              <a:defRPr/>
            </a:pPr>
            <a:r>
              <a:rPr lang="zh-CN" altLang="en-US" noProof="1">
                <a:effectLst>
                  <a:outerShdw blurRad="38100" dist="38100" dir="2700000">
                    <a:srgbClr val="FFFFFF"/>
                  </a:outerShdw>
                </a:effectLst>
                <a:latin typeface="Arial" panose="020B0604020202020204" pitchFamily="34" charset="0"/>
                <a:ea typeface="华文中宋" panose="02010600040101010101" pitchFamily="2" charset="-122"/>
              </a:rPr>
              <a:t>点画线末端处应是线段</a:t>
            </a:r>
          </a:p>
        </p:txBody>
      </p:sp>
      <p:sp>
        <p:nvSpPr>
          <p:cNvPr id="169994" name="线形标注 1 169993"/>
          <p:cNvSpPr/>
          <p:nvPr/>
        </p:nvSpPr>
        <p:spPr>
          <a:xfrm>
            <a:off x="8256588" y="4005263"/>
            <a:ext cx="2119312" cy="609600"/>
          </a:xfrm>
          <a:prstGeom prst="borderCallout1">
            <a:avLst>
              <a:gd name="adj1" fmla="val 18750"/>
              <a:gd name="adj2" fmla="val -3597"/>
              <a:gd name="adj3" fmla="val 170315"/>
              <a:gd name="adj4" fmla="val -42398"/>
            </a:avLst>
          </a:prstGeom>
          <a:solidFill>
            <a:srgbClr val="FFFF66"/>
          </a:solidFill>
          <a:ln w="9525" cap="flat" cmpd="sng">
            <a:solidFill>
              <a:schemeClr val="tx2"/>
            </a:solidFill>
            <a:prstDash val="solid"/>
            <a:miter/>
            <a:headEnd type="none" w="med" len="med"/>
            <a:tailEnd type="triangle" w="med" len="med"/>
          </a:ln>
        </p:spPr>
        <p:txBody>
          <a:bodyPr/>
          <a:lstStyle/>
          <a:p>
            <a:pPr algn="ctr">
              <a:spcBef>
                <a:spcPts val="0"/>
              </a:spcBef>
              <a:spcAft>
                <a:spcPts val="0"/>
              </a:spcAft>
              <a:defRPr/>
            </a:pPr>
            <a:r>
              <a:rPr lang="zh-CN" altLang="en-US" noProof="1">
                <a:effectLst>
                  <a:outerShdw blurRad="38100" dist="38100" dir="2700000">
                    <a:srgbClr val="FFFFFF"/>
                  </a:outerShdw>
                </a:effectLst>
                <a:latin typeface="Arial" panose="020B0604020202020204" pitchFamily="34" charset="0"/>
                <a:ea typeface="华文中宋" panose="02010600040101010101" pitchFamily="2" charset="-122"/>
              </a:rPr>
              <a:t>虚线处于粗实线延长线上需留有空隙</a:t>
            </a:r>
          </a:p>
        </p:txBody>
      </p:sp>
      <p:sp>
        <p:nvSpPr>
          <p:cNvPr id="169995" name="线形标注 1 169994"/>
          <p:cNvSpPr/>
          <p:nvPr/>
        </p:nvSpPr>
        <p:spPr>
          <a:xfrm>
            <a:off x="7353300" y="5835650"/>
            <a:ext cx="1363663" cy="403225"/>
          </a:xfrm>
          <a:prstGeom prst="borderCallout1">
            <a:avLst>
              <a:gd name="adj1" fmla="val 28347"/>
              <a:gd name="adj2" fmla="val -5588"/>
              <a:gd name="adj3" fmla="val -187403"/>
              <a:gd name="adj4" fmla="val -76134"/>
            </a:avLst>
          </a:prstGeom>
          <a:solidFill>
            <a:srgbClr val="FFFF66"/>
          </a:solidFill>
          <a:ln w="9525" cap="flat" cmpd="sng">
            <a:solidFill>
              <a:schemeClr val="tx2"/>
            </a:solidFill>
            <a:prstDash val="solid"/>
            <a:miter/>
            <a:headEnd type="none" w="med" len="med"/>
            <a:tailEnd type="triangle" w="med" len="med"/>
          </a:ln>
        </p:spPr>
        <p:txBody>
          <a:bodyPr/>
          <a:lstStyle/>
          <a:p>
            <a:pPr algn="ctr">
              <a:spcBef>
                <a:spcPts val="0"/>
              </a:spcBef>
              <a:spcAft>
                <a:spcPts val="0"/>
              </a:spcAft>
              <a:defRPr/>
            </a:pPr>
            <a:r>
              <a:rPr lang="zh-CN" altLang="en-US" noProof="1">
                <a:effectLst>
                  <a:outerShdw blurRad="38100" dist="38100" dir="2700000">
                    <a:srgbClr val="FFFFFF"/>
                  </a:outerShdw>
                </a:effectLst>
                <a:latin typeface="Arial" panose="020B0604020202020204" pitchFamily="34" charset="0"/>
                <a:ea typeface="华文中宋" panose="02010600040101010101" pitchFamily="2" charset="-122"/>
              </a:rPr>
              <a:t>线段相交</a:t>
            </a:r>
          </a:p>
        </p:txBody>
      </p:sp>
      <p:sp>
        <p:nvSpPr>
          <p:cNvPr id="169996" name="标题 169995"/>
          <p:cNvSpPr>
            <a:spLocks noGrp="1"/>
          </p:cNvSpPr>
          <p:nvPr>
            <p:ph type="title"/>
          </p:nvPr>
        </p:nvSpPr>
        <p:spPr>
          <a:xfrm>
            <a:off x="684213" y="412750"/>
            <a:ext cx="12117387" cy="381000"/>
          </a:xfrm>
        </p:spPr>
        <p:txBody>
          <a:bodyPr lIns="0" tIns="0" rIns="0" bIns="0" rtlCol="0">
            <a:normAutofit fontScale="90000"/>
          </a:bodyPr>
          <a:lstStyle/>
          <a:p>
            <a:pPr>
              <a:spcAft>
                <a:spcPts val="0"/>
              </a:spcAft>
              <a:defRPr/>
            </a:pPr>
            <a:r>
              <a:rPr lang="zh-CN" altLang="en-US" sz="3600" b="1" noProof="1">
                <a:effectLst>
                  <a:outerShdw blurRad="38100" dist="38100" dir="2700000">
                    <a:srgbClr val="000000"/>
                  </a:outerShdw>
                </a:effectLst>
              </a:rPr>
              <a:t>图线</a:t>
            </a:r>
            <a:r>
              <a:rPr lang="zh-CN" altLang="en-US" sz="3600" b="1" noProof="1"/>
              <a:t>（</a:t>
            </a:r>
            <a:r>
              <a:rPr lang="en-US" altLang="zh-CN" sz="3600" b="1" noProof="1"/>
              <a:t>GB/T 7450-1998 </a:t>
            </a:r>
            <a:r>
              <a:rPr lang="zh-CN" altLang="en-US" sz="3600" b="1" noProof="1"/>
              <a:t>和 </a:t>
            </a:r>
            <a:r>
              <a:rPr lang="en-US" altLang="zh-CN" sz="3600" b="1" noProof="1"/>
              <a:t>GB/T 4457.4-2002</a:t>
            </a:r>
            <a:r>
              <a:rPr lang="zh-CN" altLang="en-US" sz="3600" b="1" noProof="1"/>
              <a:t>）</a:t>
            </a:r>
            <a:r>
              <a:rPr lang="zh-CN" altLang="en-US" noProof="1"/>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set>
                                      <p:cBhvr>
                                        <p:cTn id="6" dur="1" fill="hold">
                                          <p:stCondLst>
                                            <p:cond delay="0"/>
                                          </p:stCondLst>
                                        </p:cTn>
                                        <p:tgtEl>
                                          <p:spTgt spid="169990"/>
                                        </p:tgtEl>
                                        <p:attrNameLst>
                                          <p:attrName>style.visibility</p:attrName>
                                        </p:attrNameLst>
                                      </p:cBhvr>
                                      <p:to>
                                        <p:strVal val="visible"/>
                                      </p:to>
                                    </p:set>
                                    <p:animEffect transition="in" filter="wedge">
                                      <p:cBhvr>
                                        <p:cTn id="7" dur="2000"/>
                                        <p:tgtEl>
                                          <p:spTgt spid="169990"/>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169993"/>
                                        </p:tgtEl>
                                        <p:attrNameLst>
                                          <p:attrName>style.visibility</p:attrName>
                                        </p:attrNameLst>
                                      </p:cBhvr>
                                      <p:to>
                                        <p:strVal val="visible"/>
                                      </p:to>
                                    </p:set>
                                    <p:anim calcmode="lin" valueType="num">
                                      <p:cBhvr>
                                        <p:cTn id="12" dur="500" fill="hold"/>
                                        <p:tgtEl>
                                          <p:spTgt spid="169993"/>
                                        </p:tgtEl>
                                        <p:attrNameLst>
                                          <p:attrName>ppt_w</p:attrName>
                                        </p:attrNameLst>
                                      </p:cBhvr>
                                      <p:tavLst>
                                        <p:tav tm="0">
                                          <p:val>
                                            <p:fltVal val="0"/>
                                          </p:val>
                                        </p:tav>
                                        <p:tav tm="100000">
                                          <p:val>
                                            <p:strVal val="#ppt_w"/>
                                          </p:val>
                                        </p:tav>
                                      </p:tavLst>
                                    </p:anim>
                                    <p:anim calcmode="lin" valueType="num">
                                      <p:cBhvr>
                                        <p:cTn id="13" dur="500" fill="hold"/>
                                        <p:tgtEl>
                                          <p:spTgt spid="169993"/>
                                        </p:tgtEl>
                                        <p:attrNameLst>
                                          <p:attrName>ppt_h</p:attrName>
                                        </p:attrNameLst>
                                      </p:cBhvr>
                                      <p:tavLst>
                                        <p:tav tm="0">
                                          <p:val>
                                            <p:fltVal val="0"/>
                                          </p:val>
                                        </p:tav>
                                        <p:tav tm="100000">
                                          <p:val>
                                            <p:strVal val="#ppt_h"/>
                                          </p:val>
                                        </p:tav>
                                      </p:tavLst>
                                    </p:anim>
                                    <p:animEffect transition="in" filter="fade">
                                      <p:cBhvr>
                                        <p:cTn id="14" dur="500"/>
                                        <p:tgtEl>
                                          <p:spTgt spid="169993"/>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69994"/>
                                        </p:tgtEl>
                                        <p:attrNameLst>
                                          <p:attrName>style.visibility</p:attrName>
                                        </p:attrNameLst>
                                      </p:cBhvr>
                                      <p:to>
                                        <p:strVal val="visible"/>
                                      </p:to>
                                    </p:set>
                                    <p:anim calcmode="lin" valueType="num">
                                      <p:cBhvr>
                                        <p:cTn id="19" dur="500" fill="hold"/>
                                        <p:tgtEl>
                                          <p:spTgt spid="169994"/>
                                        </p:tgtEl>
                                        <p:attrNameLst>
                                          <p:attrName>ppt_w</p:attrName>
                                        </p:attrNameLst>
                                      </p:cBhvr>
                                      <p:tavLst>
                                        <p:tav tm="0">
                                          <p:val>
                                            <p:fltVal val="0"/>
                                          </p:val>
                                        </p:tav>
                                        <p:tav tm="100000">
                                          <p:val>
                                            <p:strVal val="#ppt_w"/>
                                          </p:val>
                                        </p:tav>
                                      </p:tavLst>
                                    </p:anim>
                                    <p:anim calcmode="lin" valueType="num">
                                      <p:cBhvr>
                                        <p:cTn id="20" dur="500" fill="hold"/>
                                        <p:tgtEl>
                                          <p:spTgt spid="169994"/>
                                        </p:tgtEl>
                                        <p:attrNameLst>
                                          <p:attrName>ppt_h</p:attrName>
                                        </p:attrNameLst>
                                      </p:cBhvr>
                                      <p:tavLst>
                                        <p:tav tm="0">
                                          <p:val>
                                            <p:fltVal val="0"/>
                                          </p:val>
                                        </p:tav>
                                        <p:tav tm="100000">
                                          <p:val>
                                            <p:strVal val="#ppt_h"/>
                                          </p:val>
                                        </p:tav>
                                      </p:tavLst>
                                    </p:anim>
                                    <p:animEffect transition="in" filter="fade">
                                      <p:cBhvr>
                                        <p:cTn id="21" dur="500"/>
                                        <p:tgtEl>
                                          <p:spTgt spid="169994"/>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69995"/>
                                        </p:tgtEl>
                                        <p:attrNameLst>
                                          <p:attrName>style.visibility</p:attrName>
                                        </p:attrNameLst>
                                      </p:cBhvr>
                                      <p:to>
                                        <p:strVal val="visible"/>
                                      </p:to>
                                    </p:set>
                                    <p:anim calcmode="lin" valueType="num">
                                      <p:cBhvr>
                                        <p:cTn id="26" dur="500" fill="hold"/>
                                        <p:tgtEl>
                                          <p:spTgt spid="169995"/>
                                        </p:tgtEl>
                                        <p:attrNameLst>
                                          <p:attrName>ppt_w</p:attrName>
                                        </p:attrNameLst>
                                      </p:cBhvr>
                                      <p:tavLst>
                                        <p:tav tm="0">
                                          <p:val>
                                            <p:fltVal val="0"/>
                                          </p:val>
                                        </p:tav>
                                        <p:tav tm="100000">
                                          <p:val>
                                            <p:strVal val="#ppt_w"/>
                                          </p:val>
                                        </p:tav>
                                      </p:tavLst>
                                    </p:anim>
                                    <p:anim calcmode="lin" valueType="num">
                                      <p:cBhvr>
                                        <p:cTn id="27" dur="500" fill="hold"/>
                                        <p:tgtEl>
                                          <p:spTgt spid="169995"/>
                                        </p:tgtEl>
                                        <p:attrNameLst>
                                          <p:attrName>ppt_h</p:attrName>
                                        </p:attrNameLst>
                                      </p:cBhvr>
                                      <p:tavLst>
                                        <p:tav tm="0">
                                          <p:val>
                                            <p:fltVal val="0"/>
                                          </p:val>
                                        </p:tav>
                                        <p:tav tm="100000">
                                          <p:val>
                                            <p:strVal val="#ppt_h"/>
                                          </p:val>
                                        </p:tav>
                                      </p:tavLst>
                                    </p:anim>
                                    <p:animEffect transition="in" filter="fade">
                                      <p:cBhvr>
                                        <p:cTn id="28" dur="500"/>
                                        <p:tgtEl>
                                          <p:spTgt spid="169995"/>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169992"/>
                                        </p:tgtEl>
                                        <p:attrNameLst>
                                          <p:attrName>style.visibility</p:attrName>
                                        </p:attrNameLst>
                                      </p:cBhvr>
                                      <p:to>
                                        <p:strVal val="visible"/>
                                      </p:to>
                                    </p:set>
                                    <p:anim calcmode="lin" valueType="num">
                                      <p:cBhvr>
                                        <p:cTn id="33" dur="500" fill="hold"/>
                                        <p:tgtEl>
                                          <p:spTgt spid="169992"/>
                                        </p:tgtEl>
                                        <p:attrNameLst>
                                          <p:attrName>ppt_w</p:attrName>
                                        </p:attrNameLst>
                                      </p:cBhvr>
                                      <p:tavLst>
                                        <p:tav tm="0">
                                          <p:val>
                                            <p:fltVal val="0"/>
                                          </p:val>
                                        </p:tav>
                                        <p:tav tm="100000">
                                          <p:val>
                                            <p:strVal val="#ppt_w"/>
                                          </p:val>
                                        </p:tav>
                                      </p:tavLst>
                                    </p:anim>
                                    <p:anim calcmode="lin" valueType="num">
                                      <p:cBhvr>
                                        <p:cTn id="34" dur="500" fill="hold"/>
                                        <p:tgtEl>
                                          <p:spTgt spid="169992"/>
                                        </p:tgtEl>
                                        <p:attrNameLst>
                                          <p:attrName>ppt_h</p:attrName>
                                        </p:attrNameLst>
                                      </p:cBhvr>
                                      <p:tavLst>
                                        <p:tav tm="0">
                                          <p:val>
                                            <p:fltVal val="0"/>
                                          </p:val>
                                        </p:tav>
                                        <p:tav tm="100000">
                                          <p:val>
                                            <p:strVal val="#ppt_h"/>
                                          </p:val>
                                        </p:tav>
                                      </p:tavLst>
                                    </p:anim>
                                    <p:animEffect transition="in" filter="fade">
                                      <p:cBhvr>
                                        <p:cTn id="35" dur="500"/>
                                        <p:tgtEl>
                                          <p:spTgt spid="169992"/>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169991"/>
                                        </p:tgtEl>
                                        <p:attrNameLst>
                                          <p:attrName>style.visibility</p:attrName>
                                        </p:attrNameLst>
                                      </p:cBhvr>
                                      <p:to>
                                        <p:strVal val="visible"/>
                                      </p:to>
                                    </p:set>
                                    <p:anim calcmode="lin" valueType="num">
                                      <p:cBhvr>
                                        <p:cTn id="40" dur="500" fill="hold"/>
                                        <p:tgtEl>
                                          <p:spTgt spid="169991"/>
                                        </p:tgtEl>
                                        <p:attrNameLst>
                                          <p:attrName>ppt_w</p:attrName>
                                        </p:attrNameLst>
                                      </p:cBhvr>
                                      <p:tavLst>
                                        <p:tav tm="0">
                                          <p:val>
                                            <p:fltVal val="0"/>
                                          </p:val>
                                        </p:tav>
                                        <p:tav tm="100000">
                                          <p:val>
                                            <p:strVal val="#ppt_w"/>
                                          </p:val>
                                        </p:tav>
                                      </p:tavLst>
                                    </p:anim>
                                    <p:anim calcmode="lin" valueType="num">
                                      <p:cBhvr>
                                        <p:cTn id="41" dur="500" fill="hold"/>
                                        <p:tgtEl>
                                          <p:spTgt spid="169991"/>
                                        </p:tgtEl>
                                        <p:attrNameLst>
                                          <p:attrName>ppt_h</p:attrName>
                                        </p:attrNameLst>
                                      </p:cBhvr>
                                      <p:tavLst>
                                        <p:tav tm="0">
                                          <p:val>
                                            <p:fltVal val="0"/>
                                          </p:val>
                                        </p:tav>
                                        <p:tav tm="100000">
                                          <p:val>
                                            <p:strVal val="#ppt_h"/>
                                          </p:val>
                                        </p:tav>
                                      </p:tavLst>
                                    </p:anim>
                                    <p:animEffect transition="in" filter="fade">
                                      <p:cBhvr>
                                        <p:cTn id="42" dur="500"/>
                                        <p:tgtEl>
                                          <p:spTgt spid="1699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91" grpId="0" bldLvl="0" animBg="1"/>
      <p:bldP spid="169992" grpId="0" bldLvl="0" animBg="1"/>
      <p:bldP spid="169993" grpId="0" bldLvl="0" animBg="1"/>
      <p:bldP spid="169994" grpId="0" bldLvl="0" animBg="1"/>
      <p:bldP spid="169995"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29" name="Rectangle 5"/>
          <p:cNvSpPr>
            <a:spLocks noChangeArrowheads="1"/>
          </p:cNvSpPr>
          <p:nvPr/>
        </p:nvSpPr>
        <p:spPr bwMode="auto">
          <a:xfrm>
            <a:off x="3503613" y="681038"/>
            <a:ext cx="4268787" cy="460375"/>
          </a:xfrm>
          <a:prstGeom prst="rect">
            <a:avLst/>
          </a:prstGeom>
          <a:noFill/>
          <a:ln w="9525">
            <a:noFill/>
            <a:miter lim="800000"/>
            <a:headEnd/>
            <a:tailEnd/>
          </a:ln>
        </p:spPr>
        <p:txBody>
          <a:bodyPr>
            <a:spAutoFit/>
          </a:bodyPr>
          <a:lstStyle/>
          <a:p>
            <a:pPr algn="ctr">
              <a:buFont typeface="Arial" charset="0"/>
              <a:buNone/>
            </a:pPr>
            <a:r>
              <a:rPr lang="zh-CN" altLang="en-US" sz="2400" b="1">
                <a:latin typeface="宋体" charset="-122"/>
              </a:rPr>
              <a:t>图线画法应用示例</a:t>
            </a:r>
          </a:p>
        </p:txBody>
      </p:sp>
      <p:pic>
        <p:nvPicPr>
          <p:cNvPr id="483330" name="Picture 6" descr="0106"/>
          <p:cNvPicPr>
            <a:picLocks noChangeAspect="1"/>
          </p:cNvPicPr>
          <p:nvPr/>
        </p:nvPicPr>
        <p:blipFill>
          <a:blip r:embed="rId2"/>
          <a:srcRect/>
          <a:stretch>
            <a:fillRect/>
          </a:stretch>
        </p:blipFill>
        <p:spPr bwMode="auto">
          <a:xfrm>
            <a:off x="1703388" y="1412875"/>
            <a:ext cx="8783637" cy="4278313"/>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p:cNvSpPr>
          <p:nvPr>
            <p:ph type="title" idx="4294967295"/>
          </p:nvPr>
        </p:nvSpPr>
        <p:spPr>
          <a:xfrm>
            <a:off x="319088" y="274638"/>
            <a:ext cx="9144000" cy="812800"/>
          </a:xfrm>
        </p:spPr>
        <p:txBody>
          <a:bodyPr/>
          <a:lstStyle/>
          <a:p>
            <a:r>
              <a:rPr lang="zh-CN" altLang="en-US" sz="3200" b="1">
                <a:solidFill>
                  <a:srgbClr val="FF0000"/>
                </a:solidFill>
                <a:latin typeface="黑体" pitchFamily="49" charset="-122"/>
                <a:ea typeface="黑体" pitchFamily="49" charset="-122"/>
              </a:rPr>
              <a:t>  </a:t>
            </a:r>
            <a:r>
              <a:rPr lang="en-US" altLang="zh-CN" sz="3600" b="1" i="1">
                <a:solidFill>
                  <a:srgbClr val="0066CC"/>
                </a:solidFill>
                <a:latin typeface="Times New Roman" pitchFamily="18" charset="0"/>
                <a:ea typeface="微软雅黑" pitchFamily="34" charset="-122"/>
                <a:cs typeface="Times New Roman" pitchFamily="18" charset="0"/>
              </a:rPr>
              <a:t>2.1.5 尺寸注法</a:t>
            </a:r>
          </a:p>
        </p:txBody>
      </p:sp>
      <p:sp>
        <p:nvSpPr>
          <p:cNvPr id="355331" name="Rectangle 3"/>
          <p:cNvSpPr/>
          <p:nvPr/>
        </p:nvSpPr>
        <p:spPr>
          <a:xfrm>
            <a:off x="1879600" y="1752600"/>
            <a:ext cx="9136063" cy="67627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eaLnBrk="1" hangingPunct="1">
              <a:buClr>
                <a:schemeClr val="bg2"/>
              </a:buClr>
              <a:buSzPct val="75000"/>
              <a:buFont typeface="Wingdings" panose="05000000000000000000" pitchFamily="2" charset="2"/>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(1)</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机件的真实大小应以图样上所注尺寸数值为依据，与图</a:t>
            </a:r>
            <a:endPar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a:p>
            <a:pPr eaLnBrk="1" hangingPunct="1">
              <a:buClr>
                <a:schemeClr val="bg2"/>
              </a:buClr>
              <a:buSzPct val="75000"/>
              <a:buFont typeface="Wingdings" panose="05000000000000000000" pitchFamily="2" charset="2"/>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   </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形的大小及绘图的准确度无关。</a:t>
            </a:r>
          </a:p>
        </p:txBody>
      </p:sp>
      <p:pic>
        <p:nvPicPr>
          <p:cNvPr id="355332" name="Picture 4"/>
          <p:cNvPicPr preferRelativeResize="0">
            <a:picLocks noChangeAspect="1"/>
          </p:cNvPicPr>
          <p:nvPr/>
        </p:nvPicPr>
        <p:blipFill>
          <a:blip r:embed="rId2"/>
          <a:srcRect/>
          <a:stretch>
            <a:fillRect/>
          </a:stretch>
        </p:blipFill>
        <p:spPr bwMode="auto">
          <a:xfrm>
            <a:off x="2138363" y="2943225"/>
            <a:ext cx="4433887" cy="2033588"/>
          </a:xfrm>
          <a:prstGeom prst="rect">
            <a:avLst/>
          </a:prstGeom>
          <a:noFill/>
          <a:ln w="9525">
            <a:noFill/>
            <a:miter lim="800000"/>
            <a:headEnd/>
            <a:tailEnd/>
          </a:ln>
        </p:spPr>
      </p:pic>
      <p:pic>
        <p:nvPicPr>
          <p:cNvPr id="355333" name="Picture 5"/>
          <p:cNvPicPr preferRelativeResize="0">
            <a:picLocks noChangeAspect="1"/>
          </p:cNvPicPr>
          <p:nvPr/>
        </p:nvPicPr>
        <p:blipFill>
          <a:blip r:embed="rId3"/>
          <a:srcRect/>
          <a:stretch>
            <a:fillRect/>
          </a:stretch>
        </p:blipFill>
        <p:spPr bwMode="auto">
          <a:xfrm>
            <a:off x="7315200" y="2679700"/>
            <a:ext cx="2894013" cy="2392363"/>
          </a:xfrm>
          <a:prstGeom prst="rect">
            <a:avLst/>
          </a:prstGeom>
          <a:noFill/>
          <a:ln w="9525">
            <a:noFill/>
            <a:miter lim="800000"/>
            <a:headEnd/>
            <a:tailEnd/>
          </a:ln>
        </p:spPr>
      </p:pic>
      <p:sp>
        <p:nvSpPr>
          <p:cNvPr id="355334" name="Text Box 6"/>
          <p:cNvSpPr txBox="1"/>
          <p:nvPr/>
        </p:nvSpPr>
        <p:spPr>
          <a:xfrm>
            <a:off x="1958975" y="5286375"/>
            <a:ext cx="10137775" cy="830263"/>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0"/>
              </a:spcBef>
              <a:buFont typeface="Arial" panose="020B0604020202020204" pitchFamily="34" charset="0"/>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(2)</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图样中的尺寸，以毫米（</a:t>
            </a: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mm</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）为单位，不需要标注计量</a:t>
            </a:r>
            <a:endPar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a:p>
            <a:pPr marL="0" indent="0" eaLnBrk="1" hangingPunct="1">
              <a:spcBef>
                <a:spcPct val="0"/>
              </a:spcBef>
              <a:buFont typeface="Arial" panose="020B0604020202020204" pitchFamily="34" charset="0"/>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   </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单位的代号或名称，如采用其他单位时，则需注明。</a:t>
            </a:r>
          </a:p>
        </p:txBody>
      </p:sp>
      <p:sp>
        <p:nvSpPr>
          <p:cNvPr id="9" name="Rectangle 2"/>
          <p:cNvSpPr txBox="1">
            <a:spLocks noChangeArrowheads="1"/>
          </p:cNvSpPr>
          <p:nvPr/>
        </p:nvSpPr>
        <p:spPr bwMode="auto">
          <a:xfrm>
            <a:off x="1952625" y="973138"/>
            <a:ext cx="9144000" cy="812800"/>
          </a:xfrm>
          <a:prstGeom prst="rect">
            <a:avLst/>
          </a:prstGeom>
          <a:noFill/>
          <a:ln w="9525">
            <a:noFill/>
            <a:miter lim="800000"/>
          </a:ln>
        </p:spPr>
        <p:txBody>
          <a:bodyPr anchor="ctr"/>
          <a:lstStyle/>
          <a:p>
            <a:pPr fontAlgn="auto">
              <a:spcBef>
                <a:spcPts val="0"/>
              </a:spcBef>
              <a:spcAft>
                <a:spcPts val="0"/>
              </a:spcAft>
              <a:defRPr/>
            </a:pPr>
            <a:r>
              <a:rPr lang="en-US" altLang="zh-CN" sz="2800" kern="0"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mj-cs"/>
              </a:rPr>
              <a:t>1</a:t>
            </a:r>
            <a:r>
              <a:rPr lang="zh-CN" altLang="en-US" sz="2800" kern="0"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mj-cs"/>
              </a:rPr>
              <a:t>、尺寸注法的基本规则</a:t>
            </a:r>
          </a:p>
        </p:txBody>
      </p:sp>
    </p:spTree>
  </p:cSld>
  <p:clrMapOvr>
    <a:masterClrMapping/>
  </p:clrMapOvr>
  <p:transition advTm="60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55330"/>
                                        </p:tgtEl>
                                        <p:attrNameLst>
                                          <p:attrName>style.visibility</p:attrName>
                                        </p:attrNameLst>
                                      </p:cBhvr>
                                      <p:to>
                                        <p:strVal val="visible"/>
                                      </p:to>
                                    </p:set>
                                    <p:animEffect transition="in" filter="wipe(left)">
                                      <p:cBhvr>
                                        <p:cTn id="7" dur="2000"/>
                                        <p:tgtEl>
                                          <p:spTgt spid="3553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2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55331">
                                            <p:txEl>
                                              <p:pRg st="0" end="0"/>
                                            </p:txEl>
                                          </p:spTgt>
                                        </p:tgtEl>
                                        <p:attrNameLst>
                                          <p:attrName>style.visibility</p:attrName>
                                        </p:attrNameLst>
                                      </p:cBhvr>
                                      <p:to>
                                        <p:strVal val="visible"/>
                                      </p:to>
                                    </p:set>
                                    <p:animEffect transition="in" filter="wipe(left)">
                                      <p:cBhvr>
                                        <p:cTn id="17" dur="1000"/>
                                        <p:tgtEl>
                                          <p:spTgt spid="35533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5331">
                                            <p:txEl>
                                              <p:pRg st="1" end="1"/>
                                            </p:txEl>
                                          </p:spTgt>
                                        </p:tgtEl>
                                        <p:attrNameLst>
                                          <p:attrName>style.visibility</p:attrName>
                                        </p:attrNameLst>
                                      </p:cBhvr>
                                      <p:to>
                                        <p:strVal val="visible"/>
                                      </p:to>
                                    </p:set>
                                    <p:animEffect transition="in" filter="wipe(left)">
                                      <p:cBhvr>
                                        <p:cTn id="22" dur="1000"/>
                                        <p:tgtEl>
                                          <p:spTgt spid="35533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355332"/>
                                        </p:tgtEl>
                                        <p:attrNameLst>
                                          <p:attrName>style.visibility</p:attrName>
                                        </p:attrNameLst>
                                      </p:cBhvr>
                                      <p:to>
                                        <p:strVal val="visible"/>
                                      </p:to>
                                    </p:set>
                                    <p:animEffect transition="in" filter="slide(fromBottom)">
                                      <p:cBhvr>
                                        <p:cTn id="27" dur="500"/>
                                        <p:tgtEl>
                                          <p:spTgt spid="35533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55334"/>
                                        </p:tgtEl>
                                        <p:attrNameLst>
                                          <p:attrName>style.visibility</p:attrName>
                                        </p:attrNameLst>
                                      </p:cBhvr>
                                      <p:to>
                                        <p:strVal val="visible"/>
                                      </p:to>
                                    </p:set>
                                    <p:animEffect transition="in" filter="wipe(left)">
                                      <p:cBhvr>
                                        <p:cTn id="32" dur="500"/>
                                        <p:tgtEl>
                                          <p:spTgt spid="355334"/>
                                        </p:tgtEl>
                                      </p:cBhvr>
                                    </p:animEffect>
                                  </p:childTnLst>
                                </p:cTn>
                              </p:par>
                            </p:childTnLst>
                          </p:cTn>
                        </p:par>
                      </p:childTnLst>
                    </p:cTn>
                  </p:par>
                  <p:par>
                    <p:cTn id="33" fill="hold">
                      <p:stCondLst>
                        <p:cond delay="indefinite"/>
                      </p:stCondLst>
                      <p:childTnLst>
                        <p:par>
                          <p:cTn id="34" fill="hold">
                            <p:stCondLst>
                              <p:cond delay="0"/>
                            </p:stCondLst>
                            <p:childTnLst>
                              <p:par>
                                <p:cTn id="35" presetID="47" presetClass="entr" presetSubtype="0" fill="hold" nodeType="clickEffect">
                                  <p:stCondLst>
                                    <p:cond delay="0"/>
                                  </p:stCondLst>
                                  <p:childTnLst>
                                    <p:set>
                                      <p:cBhvr>
                                        <p:cTn id="36" dur="1" fill="hold">
                                          <p:stCondLst>
                                            <p:cond delay="0"/>
                                          </p:stCondLst>
                                        </p:cTn>
                                        <p:tgtEl>
                                          <p:spTgt spid="355333"/>
                                        </p:tgtEl>
                                        <p:attrNameLst>
                                          <p:attrName>style.visibility</p:attrName>
                                        </p:attrNameLst>
                                      </p:cBhvr>
                                      <p:to>
                                        <p:strVal val="visible"/>
                                      </p:to>
                                    </p:set>
                                    <p:animEffect transition="in" filter="fade">
                                      <p:cBhvr>
                                        <p:cTn id="37" dur="1000"/>
                                        <p:tgtEl>
                                          <p:spTgt spid="355333"/>
                                        </p:tgtEl>
                                      </p:cBhvr>
                                    </p:animEffect>
                                    <p:anim calcmode="lin" valueType="num">
                                      <p:cBhvr>
                                        <p:cTn id="38" dur="1000" fill="hold"/>
                                        <p:tgtEl>
                                          <p:spTgt spid="355333"/>
                                        </p:tgtEl>
                                        <p:attrNameLst>
                                          <p:attrName>ppt_x</p:attrName>
                                        </p:attrNameLst>
                                      </p:cBhvr>
                                      <p:tavLst>
                                        <p:tav tm="0">
                                          <p:val>
                                            <p:strVal val="#ppt_x"/>
                                          </p:val>
                                        </p:tav>
                                        <p:tav tm="100000">
                                          <p:val>
                                            <p:strVal val="#ppt_x"/>
                                          </p:val>
                                        </p:tav>
                                      </p:tavLst>
                                    </p:anim>
                                    <p:anim calcmode="lin" valueType="num">
                                      <p:cBhvr>
                                        <p:cTn id="39" dur="1000" fill="hold"/>
                                        <p:tgtEl>
                                          <p:spTgt spid="3553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0" grpId="0"/>
      <p:bldP spid="355331" grpId="0" build="p"/>
      <p:bldP spid="355334"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7"/>
          <p:cNvSpPr txBox="1"/>
          <p:nvPr/>
        </p:nvSpPr>
        <p:spPr>
          <a:xfrm>
            <a:off x="1892300" y="455613"/>
            <a:ext cx="8632825" cy="829945"/>
          </a:xfrm>
          <a:prstGeom prst="rect">
            <a:avLst/>
          </a:prstGeom>
          <a:noFill/>
          <a:ln w="9525">
            <a:noFill/>
          </a:ln>
        </p:spPr>
        <p:txBody>
          <a:bodyPr>
            <a:spAutoFit/>
            <a:scene3d>
              <a:camera prst="orthographicFront"/>
              <a:lightRig rig="threePt" dir="t"/>
            </a:scene3d>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0"/>
              </a:spcBef>
              <a:buFont typeface="Arial" panose="020B0604020202020204" pitchFamily="34" charset="0"/>
              <a:buNone/>
              <a:defRPr/>
            </a:pP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a:t>
            </a: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3</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）机件中的每一尺寸，一般只标注一次，并应标注在反映该</a:t>
            </a:r>
            <a:endPar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a:p>
            <a:pPr marL="0" indent="0" eaLnBrk="1" hangingPunct="1">
              <a:spcBef>
                <a:spcPct val="0"/>
              </a:spcBef>
              <a:buFont typeface="Arial" panose="020B0604020202020204" pitchFamily="34" charset="0"/>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  </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结构最清晰的图形上。</a:t>
            </a:r>
          </a:p>
        </p:txBody>
      </p:sp>
      <p:pic>
        <p:nvPicPr>
          <p:cNvPr id="4" name="Picture 8"/>
          <p:cNvPicPr>
            <a:picLocks noChangeAspect="1"/>
          </p:cNvPicPr>
          <p:nvPr/>
        </p:nvPicPr>
        <p:blipFill>
          <a:blip r:embed="rId2"/>
          <a:srcRect/>
          <a:stretch>
            <a:fillRect/>
          </a:stretch>
        </p:blipFill>
        <p:spPr bwMode="auto">
          <a:xfrm>
            <a:off x="3309938" y="1357313"/>
            <a:ext cx="5942012" cy="2128837"/>
          </a:xfrm>
          <a:prstGeom prst="rect">
            <a:avLst/>
          </a:prstGeom>
          <a:noFill/>
          <a:ln w="9525">
            <a:noFill/>
            <a:miter lim="800000"/>
            <a:headEnd/>
            <a:tailEnd/>
          </a:ln>
        </p:spPr>
      </p:pic>
      <p:pic>
        <p:nvPicPr>
          <p:cNvPr id="24580" name="Picture 3"/>
          <p:cNvPicPr>
            <a:picLocks noChangeAspect="1"/>
          </p:cNvPicPr>
          <p:nvPr/>
        </p:nvPicPr>
        <p:blipFill>
          <a:blip r:embed="rId3"/>
          <a:srcRect/>
          <a:stretch>
            <a:fillRect/>
          </a:stretch>
        </p:blipFill>
        <p:spPr bwMode="auto">
          <a:xfrm>
            <a:off x="4953000" y="3643313"/>
            <a:ext cx="3786188" cy="2797175"/>
          </a:xfrm>
          <a:prstGeom prst="rect">
            <a:avLst/>
          </a:prstGeom>
          <a:noFill/>
          <a:ln w="12700">
            <a:noFill/>
            <a:miter lim="800000"/>
            <a:headEnd/>
            <a:tailEnd/>
          </a:ln>
        </p:spPr>
      </p:pic>
      <p:sp>
        <p:nvSpPr>
          <p:cNvPr id="6" name="Rectangle 4"/>
          <p:cNvSpPr>
            <a:spLocks noChangeArrowheads="1"/>
          </p:cNvSpPr>
          <p:nvPr/>
        </p:nvSpPr>
        <p:spPr bwMode="auto">
          <a:xfrm>
            <a:off x="2024063" y="3500438"/>
            <a:ext cx="3587750" cy="460375"/>
          </a:xfrm>
          <a:prstGeom prst="rect">
            <a:avLst/>
          </a:prstGeom>
          <a:noFill/>
          <a:ln w="9525">
            <a:noFill/>
            <a:miter lim="800000"/>
          </a:ln>
          <a:effectLst/>
        </p:spPr>
        <p:txBody>
          <a:bodyPr>
            <a:spAutoFit/>
          </a:bodyPr>
          <a:lstStyle/>
          <a:p>
            <a:pPr>
              <a:spcBef>
                <a:spcPct val="50000"/>
              </a:spcBef>
              <a:defRPr/>
            </a:pPr>
            <a:r>
              <a:rPr kumimoji="1" lang="zh-CN" altLang="en-US" sz="2400" b="1" dirty="0">
                <a:ln/>
                <a:solidFill>
                  <a:schemeClr val="accent1"/>
                </a:solidFill>
                <a:effectLst>
                  <a:outerShdw blurRad="38100" dist="25400" dir="5400000" algn="ctr" rotWithShape="0">
                    <a:srgbClr val="6E747A">
                      <a:alpha val="43000"/>
                    </a:srgbClr>
                  </a:outerShdw>
                </a:effectLst>
                <a:latin typeface="+mn-ea"/>
                <a:ea typeface="+mn-ea"/>
              </a:rPr>
              <a:t>（</a:t>
            </a:r>
            <a:r>
              <a:rPr kumimoji="1" lang="en-US" altLang="zh-CN" sz="2400" b="1" dirty="0">
                <a:ln/>
                <a:solidFill>
                  <a:schemeClr val="accent1"/>
                </a:solidFill>
                <a:effectLst>
                  <a:outerShdw blurRad="38100" dist="25400" dir="5400000" algn="ctr" rotWithShape="0">
                    <a:srgbClr val="6E747A">
                      <a:alpha val="43000"/>
                    </a:srgbClr>
                  </a:outerShdw>
                </a:effectLst>
                <a:latin typeface="+mn-ea"/>
                <a:ea typeface="+mn-ea"/>
              </a:rPr>
              <a:t>4</a:t>
            </a:r>
            <a:r>
              <a:rPr kumimoji="1" lang="zh-CN" altLang="en-US" sz="2400" b="1" dirty="0">
                <a:ln/>
                <a:solidFill>
                  <a:schemeClr val="accent1"/>
                </a:solidFill>
                <a:effectLst>
                  <a:outerShdw blurRad="38100" dist="25400" dir="5400000" algn="ctr" rotWithShape="0">
                    <a:srgbClr val="6E747A">
                      <a:alpha val="43000"/>
                    </a:srgbClr>
                  </a:outerShdw>
                </a:effectLst>
                <a:latin typeface="+mn-ea"/>
                <a:ea typeface="+mn-ea"/>
              </a:rPr>
              <a:t>）对称图形标注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4580"/>
                                        </p:tgtEl>
                                        <p:attrNameLst>
                                          <p:attrName>style.visibility</p:attrName>
                                        </p:attrNameLst>
                                      </p:cBhvr>
                                      <p:to>
                                        <p:strVal val="visible"/>
                                      </p:to>
                                    </p:set>
                                    <p:animEffect transition="in" filter="wipe(left)">
                                      <p:cBhvr>
                                        <p:cTn id="23" dur="500"/>
                                        <p:tgtEl>
                                          <p:spTgt spid="24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p:cNvSpPr>
            <a:spLocks noGrp="1"/>
          </p:cNvSpPr>
          <p:nvPr>
            <p:ph type="title" idx="4294967295"/>
          </p:nvPr>
        </p:nvSpPr>
        <p:spPr>
          <a:xfrm>
            <a:off x="1524000" y="428625"/>
            <a:ext cx="7072313" cy="571500"/>
          </a:xfrm>
        </p:spPr>
        <p:txBody>
          <a:bodyPr/>
          <a:lstStyle/>
          <a:p>
            <a:pPr fontAlgn="auto">
              <a:spcAft>
                <a:spcPts val="0"/>
              </a:spcAft>
              <a:defRPr/>
            </a:pPr>
            <a:r>
              <a:rPr lang="en-US" altLang="zh-CN"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2</a:t>
            </a: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、尺寸的组成</a:t>
            </a:r>
          </a:p>
        </p:txBody>
      </p:sp>
      <p:sp>
        <p:nvSpPr>
          <p:cNvPr id="356355" name="Rectangle 3"/>
          <p:cNvSpPr/>
          <p:nvPr/>
        </p:nvSpPr>
        <p:spPr>
          <a:xfrm>
            <a:off x="1881188" y="914400"/>
            <a:ext cx="8447087"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0"/>
              </a:spcBef>
              <a:buFont typeface="Arial" panose="020B0604020202020204" pitchFamily="34" charset="0"/>
              <a:buNone/>
              <a:defRPr/>
            </a:pP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一个完整的尺寸应由尺寸界限、尺寸线、箭头及数字所组成。</a:t>
            </a:r>
          </a:p>
        </p:txBody>
      </p:sp>
      <p:sp>
        <p:nvSpPr>
          <p:cNvPr id="356356" name="Rectangle 4"/>
          <p:cNvSpPr/>
          <p:nvPr/>
        </p:nvSpPr>
        <p:spPr>
          <a:xfrm>
            <a:off x="1738313" y="4643438"/>
            <a:ext cx="9577387" cy="193833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0"/>
              </a:spcBef>
              <a:buFont typeface="Arial" panose="020B0604020202020204" pitchFamily="34" charset="0"/>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(1)</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尺寸界限一般用 细实线 绘制，也可以利用轴线、中</a:t>
            </a:r>
            <a:endPar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a:p>
            <a:pPr marL="0" indent="0" eaLnBrk="1" hangingPunct="1">
              <a:spcBef>
                <a:spcPct val="0"/>
              </a:spcBef>
              <a:buFont typeface="Arial" panose="020B0604020202020204" pitchFamily="34" charset="0"/>
              <a:buNone/>
              <a:defRPr/>
            </a:pP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   心线和轮廓线作尺寸界限。     </a:t>
            </a:r>
          </a:p>
          <a:p>
            <a:pPr marL="0" indent="0" eaLnBrk="1" hangingPunct="1">
              <a:spcBef>
                <a:spcPct val="0"/>
              </a:spcBef>
              <a:buFont typeface="Arial" panose="020B0604020202020204" pitchFamily="34" charset="0"/>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(2)</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尺寸线必须用细实线单独绘出，不能用其它的图线代替，</a:t>
            </a:r>
            <a:endPar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a:p>
            <a:pPr marL="0" indent="0" eaLnBrk="1" hangingPunct="1">
              <a:spcBef>
                <a:spcPct val="0"/>
              </a:spcBef>
              <a:buFont typeface="Arial" panose="020B0604020202020204" pitchFamily="34" charset="0"/>
              <a:buNone/>
              <a:defRPr/>
            </a:pP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   标注尺寸时，尺寸线与所注尺寸部位的轮廓平行，且尺</a:t>
            </a:r>
            <a:endPar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a:p>
            <a:pPr marL="0" indent="0" eaLnBrk="1" hangingPunct="1">
              <a:spcBef>
                <a:spcPct val="0"/>
              </a:spcBef>
              <a:buFont typeface="Arial" panose="020B0604020202020204" pitchFamily="34" charset="0"/>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   </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寸线尺寸线之间不应相交。</a:t>
            </a:r>
          </a:p>
        </p:txBody>
      </p:sp>
      <p:pic>
        <p:nvPicPr>
          <p:cNvPr id="24581" name="Picture 5"/>
          <p:cNvPicPr>
            <a:picLocks noChangeAspect="1"/>
          </p:cNvPicPr>
          <p:nvPr/>
        </p:nvPicPr>
        <p:blipFill>
          <a:blip r:embed="rId2"/>
          <a:srcRect/>
          <a:stretch>
            <a:fillRect/>
          </a:stretch>
        </p:blipFill>
        <p:spPr bwMode="auto">
          <a:xfrm>
            <a:off x="3238500" y="1500188"/>
            <a:ext cx="4340225" cy="2971800"/>
          </a:xfrm>
          <a:prstGeom prst="rect">
            <a:avLst/>
          </a:prstGeom>
          <a:noFill/>
          <a:ln w="9525">
            <a:noFill/>
            <a:miter lim="800000"/>
            <a:headEnd/>
            <a:tailEnd/>
          </a:ln>
        </p:spPr>
      </p:pic>
    </p:spTree>
  </p:cSld>
  <p:clrMapOvr>
    <a:masterClrMapping/>
  </p:clrMapOvr>
  <p:transition advTm="60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56354"/>
                                        </p:tgtEl>
                                        <p:attrNameLst>
                                          <p:attrName>style.visibility</p:attrName>
                                        </p:attrNameLst>
                                      </p:cBhvr>
                                      <p:to>
                                        <p:strVal val="visible"/>
                                      </p:to>
                                    </p:set>
                                    <p:animEffect transition="in" filter="wipe(left)">
                                      <p:cBhvr>
                                        <p:cTn id="7" dur="2000"/>
                                        <p:tgtEl>
                                          <p:spTgt spid="3563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6355"/>
                                        </p:tgtEl>
                                        <p:attrNameLst>
                                          <p:attrName>style.visibility</p:attrName>
                                        </p:attrNameLst>
                                      </p:cBhvr>
                                      <p:to>
                                        <p:strVal val="visible"/>
                                      </p:to>
                                    </p:set>
                                    <p:animEffect transition="in" filter="wipe(left)">
                                      <p:cBhvr>
                                        <p:cTn id="12" dur="2000"/>
                                        <p:tgtEl>
                                          <p:spTgt spid="3563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4581"/>
                                        </p:tgtEl>
                                        <p:attrNameLst>
                                          <p:attrName>style.visibility</p:attrName>
                                        </p:attrNameLst>
                                      </p:cBhvr>
                                      <p:to>
                                        <p:strVal val="visible"/>
                                      </p:to>
                                    </p:set>
                                    <p:animEffect transition="in" filter="wipe(down)">
                                      <p:cBhvr>
                                        <p:cTn id="17" dur="500"/>
                                        <p:tgtEl>
                                          <p:spTgt spid="2458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6356"/>
                                        </p:tgtEl>
                                        <p:attrNameLst>
                                          <p:attrName>style.visibility</p:attrName>
                                        </p:attrNameLst>
                                      </p:cBhvr>
                                      <p:to>
                                        <p:strVal val="visible"/>
                                      </p:to>
                                    </p:set>
                                    <p:animEffect transition="in" filter="wipe(left)">
                                      <p:cBhvr>
                                        <p:cTn id="22" dur="1000"/>
                                        <p:tgtEl>
                                          <p:spTgt spid="356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4" grpId="0"/>
      <p:bldP spid="356355" grpId="0"/>
      <p:bldP spid="35635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7425" name="Picture 2" descr="b0104a"/>
          <p:cNvPicPr>
            <a:picLocks noChangeAspect="1"/>
          </p:cNvPicPr>
          <p:nvPr/>
        </p:nvPicPr>
        <p:blipFill>
          <a:blip r:embed="rId2"/>
          <a:srcRect/>
          <a:stretch>
            <a:fillRect/>
          </a:stretch>
        </p:blipFill>
        <p:spPr bwMode="auto">
          <a:xfrm>
            <a:off x="2667000" y="1714500"/>
            <a:ext cx="6818313" cy="3857625"/>
          </a:xfrm>
          <a:prstGeom prst="rect">
            <a:avLst/>
          </a:prstGeom>
          <a:noFill/>
          <a:ln w="9525">
            <a:noFill/>
            <a:miter lim="800000"/>
            <a:headEnd/>
            <a:tailEnd/>
          </a:ln>
        </p:spPr>
      </p:pic>
      <p:sp>
        <p:nvSpPr>
          <p:cNvPr id="3" name="Rectangle 2"/>
          <p:cNvSpPr txBox="1">
            <a:spLocks noChangeArrowheads="1"/>
          </p:cNvSpPr>
          <p:nvPr/>
        </p:nvSpPr>
        <p:spPr bwMode="auto">
          <a:xfrm>
            <a:off x="1524000" y="982663"/>
            <a:ext cx="4127500" cy="731837"/>
          </a:xfrm>
          <a:prstGeom prst="rect">
            <a:avLst/>
          </a:prstGeom>
          <a:noFill/>
          <a:ln w="9525">
            <a:noFill/>
            <a:miter lim="800000"/>
          </a:ln>
        </p:spPr>
        <p:txBody>
          <a:bodyPr anchor="ctr"/>
          <a:lstStyle/>
          <a:p>
            <a:pPr algn="ctr" fontAlgn="auto">
              <a:spcBef>
                <a:spcPts val="0"/>
              </a:spcBef>
              <a:spcAft>
                <a:spcPts val="0"/>
              </a:spcAft>
              <a:defRPr/>
            </a:pPr>
            <a:r>
              <a:rPr lang="zh-CN" altLang="en-US" sz="240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mj-cs"/>
              </a:rPr>
              <a:t>（</a:t>
            </a:r>
            <a:r>
              <a:rPr lang="en-US" altLang="zh-CN" sz="240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mj-cs"/>
              </a:rPr>
              <a:t>1</a:t>
            </a:r>
            <a:r>
              <a:rPr lang="zh-CN" altLang="en-US" sz="240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cs typeface="+mj-cs"/>
              </a:rPr>
              <a:t>）线型尺寸的数字方向</a:t>
            </a:r>
            <a:r>
              <a:rPr lang="zh-CN" altLang="en-US" sz="2400">
                <a:latin typeface="黑体" panose="02010609060101010101" charset="-122"/>
                <a:ea typeface="黑体" panose="02010609060101010101" charset="-122"/>
                <a:cs typeface="+mj-cs"/>
              </a:rPr>
              <a:t>  </a:t>
            </a:r>
            <a:endParaRPr lang="zh-CN" altLang="en-US" sz="2400" dirty="0">
              <a:latin typeface="黑体" panose="02010609060101010101" charset="-122"/>
              <a:ea typeface="黑体" panose="02010609060101010101" charset="-122"/>
              <a:cs typeface="+mj-cs"/>
            </a:endParaRPr>
          </a:p>
        </p:txBody>
      </p:sp>
      <p:sp>
        <p:nvSpPr>
          <p:cNvPr id="43012" name="TextBox 12"/>
          <p:cNvSpPr txBox="1"/>
          <p:nvPr/>
        </p:nvSpPr>
        <p:spPr>
          <a:xfrm>
            <a:off x="1881188" y="547688"/>
            <a:ext cx="4143375" cy="52228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0"/>
              </a:spcBef>
              <a:buFont typeface="Arial" panose="020B0604020202020204" pitchFamily="34" charset="0"/>
              <a:buNone/>
              <a:defRPr/>
            </a:pPr>
            <a:r>
              <a:rPr lang="en-US" altLang="zh-CN"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3</a:t>
            </a: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、常用的尺寸注法</a:t>
            </a:r>
          </a:p>
        </p:txBody>
      </p:sp>
      <p:sp>
        <p:nvSpPr>
          <p:cNvPr id="43013" name="矩形 4"/>
          <p:cNvSpPr/>
          <p:nvPr/>
        </p:nvSpPr>
        <p:spPr>
          <a:xfrm>
            <a:off x="5881688" y="5072063"/>
            <a:ext cx="4572000" cy="1014412"/>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0"/>
              </a:spcBef>
              <a:buFont typeface="Arial" panose="020B0604020202020204" pitchFamily="34" charset="0"/>
              <a:buNone/>
              <a:defRPr/>
            </a:pPr>
            <a:r>
              <a:rPr lang="zh-CN" altLang="en-US" sz="20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尺寸数字应按左图中的方向填写，并尽量避免在</a:t>
            </a:r>
            <a:r>
              <a:rPr lang="en-US" altLang="zh-CN" sz="20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30°</a:t>
            </a:r>
            <a:r>
              <a:rPr lang="zh-CN" altLang="en-US" sz="20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范围内标注尺寸；当无法避免时，可按右图所示的方法标注。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b0104b"/>
          <p:cNvPicPr>
            <a:picLocks noChangeAspect="1"/>
          </p:cNvPicPr>
          <p:nvPr/>
        </p:nvPicPr>
        <p:blipFill>
          <a:blip r:embed="rId2"/>
          <a:srcRect/>
          <a:stretch>
            <a:fillRect/>
          </a:stretch>
        </p:blipFill>
        <p:spPr bwMode="auto">
          <a:xfrm>
            <a:off x="2498725" y="1714500"/>
            <a:ext cx="5311775" cy="2428875"/>
          </a:xfrm>
          <a:prstGeom prst="rect">
            <a:avLst/>
          </a:prstGeom>
          <a:noFill/>
          <a:ln w="9525">
            <a:noFill/>
            <a:miter lim="800000"/>
            <a:headEnd/>
            <a:tailEnd/>
          </a:ln>
        </p:spPr>
      </p:pic>
      <p:sp>
        <p:nvSpPr>
          <p:cNvPr id="44035" name="Text Box 4"/>
          <p:cNvSpPr txBox="1"/>
          <p:nvPr/>
        </p:nvSpPr>
        <p:spPr>
          <a:xfrm>
            <a:off x="1809750" y="895350"/>
            <a:ext cx="4572000" cy="4603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0"/>
              </a:spcBef>
              <a:buFont typeface="Arial" panose="020B0604020202020204" pitchFamily="34" charset="0"/>
              <a:buNone/>
              <a:defRPr/>
            </a:pP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a:t>
            </a: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2</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）角度尺寸的数字方向</a:t>
            </a:r>
          </a:p>
        </p:txBody>
      </p:sp>
      <p:sp>
        <p:nvSpPr>
          <p:cNvPr id="26628" name="矩形 3"/>
          <p:cNvSpPr/>
          <p:nvPr/>
        </p:nvSpPr>
        <p:spPr>
          <a:xfrm>
            <a:off x="2524125" y="4841875"/>
            <a:ext cx="7429500" cy="1014413"/>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0"/>
              </a:spcBef>
              <a:buFont typeface="Arial" panose="020B0604020202020204" pitchFamily="34" charset="0"/>
              <a:buNone/>
              <a:defRPr/>
            </a:pPr>
            <a:r>
              <a:rPr lang="zh-CN" altLang="en-US" sz="20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尺寸界线应沿径向引出，尺寸线应画成圆弧，圆心是角</a:t>
            </a:r>
            <a:endParaRPr lang="en-US" altLang="zh-CN" sz="20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a:p>
            <a:pPr marL="0" indent="0" eaLnBrk="1" hangingPunct="1">
              <a:spcBef>
                <a:spcPct val="0"/>
              </a:spcBef>
              <a:buFont typeface="Arial" panose="020B0604020202020204" pitchFamily="34" charset="0"/>
              <a:buNone/>
              <a:defRPr/>
            </a:pPr>
            <a:r>
              <a:rPr lang="zh-CN" altLang="en-US" sz="20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的顶点，尺寸数字一般应水平写在尺寸线的中断处，必</a:t>
            </a:r>
            <a:endParaRPr lang="en-US" altLang="zh-CN" sz="20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a:p>
            <a:pPr marL="0" indent="0" eaLnBrk="1" hangingPunct="1">
              <a:spcBef>
                <a:spcPct val="0"/>
              </a:spcBef>
              <a:buFont typeface="Arial" panose="020B0604020202020204" pitchFamily="34" charset="0"/>
              <a:buNone/>
              <a:defRPr/>
            </a:pPr>
            <a:r>
              <a:rPr lang="zh-CN" altLang="en-US" sz="20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要时也可写在上方或外面，或引出标注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wipe(left)">
                                      <p:cBhvr>
                                        <p:cTn id="7" dur="2000"/>
                                        <p:tgtEl>
                                          <p:spTgt spid="266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628"/>
                                        </p:tgtEl>
                                        <p:attrNameLst>
                                          <p:attrName>style.visibility</p:attrName>
                                        </p:attrNameLst>
                                      </p:cBhvr>
                                      <p:to>
                                        <p:strVal val="visible"/>
                                      </p:to>
                                    </p:set>
                                    <p:animEffect transition="in" filter="wipe(left)">
                                      <p:cBhvr>
                                        <p:cTn id="12" dur="2000"/>
                                        <p:tgtEl>
                                          <p:spTgt spid="26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5"/>
          <p:cNvSpPr txBox="1"/>
          <p:nvPr/>
        </p:nvSpPr>
        <p:spPr>
          <a:xfrm>
            <a:off x="7051675" y="676275"/>
            <a:ext cx="2901950" cy="4603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0"/>
              </a:spcBef>
              <a:buFont typeface="Arial" panose="020B0604020202020204" pitchFamily="34" charset="0"/>
              <a:buNone/>
              <a:defRPr/>
            </a:pP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a:t>
            </a: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4</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）半径尺寸标注</a:t>
            </a:r>
          </a:p>
        </p:txBody>
      </p:sp>
      <p:sp>
        <p:nvSpPr>
          <p:cNvPr id="45059" name="Text Box 6"/>
          <p:cNvSpPr txBox="1"/>
          <p:nvPr/>
        </p:nvSpPr>
        <p:spPr>
          <a:xfrm>
            <a:off x="1684338" y="642938"/>
            <a:ext cx="3125787" cy="460375"/>
          </a:xfrm>
          <a:prstGeom prst="rect">
            <a:avLst/>
          </a:prstGeom>
          <a:noFill/>
          <a:ln w="9525">
            <a:noFill/>
          </a:ln>
        </p:spPr>
        <p:txBody>
          <a:bodyPr>
            <a:spAutoFit/>
            <a:scene3d>
              <a:camera prst="orthographicFront"/>
              <a:lightRig rig="threePt" dir="t"/>
            </a:scene3d>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0"/>
              </a:spcBef>
              <a:buFont typeface="Arial" panose="020B0604020202020204" pitchFamily="34" charset="0"/>
              <a:buNone/>
              <a:defRPr/>
            </a:pP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a:t>
            </a: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3</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）直径尺寸标注</a:t>
            </a:r>
          </a:p>
        </p:txBody>
      </p:sp>
      <p:sp>
        <p:nvSpPr>
          <p:cNvPr id="4" name="Text Box 7"/>
          <p:cNvSpPr txBox="1"/>
          <p:nvPr/>
        </p:nvSpPr>
        <p:spPr>
          <a:xfrm>
            <a:off x="3413125" y="3429000"/>
            <a:ext cx="3113088" cy="4603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0"/>
              </a:spcBef>
              <a:buFont typeface="Arial" panose="020B0604020202020204" pitchFamily="34" charset="0"/>
              <a:buNone/>
              <a:defRPr/>
            </a:pP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a:t>
            </a: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5</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）球的尺寸标注</a:t>
            </a:r>
          </a:p>
        </p:txBody>
      </p:sp>
      <p:pic>
        <p:nvPicPr>
          <p:cNvPr id="489476" name="Picture 2" descr="b0104c"/>
          <p:cNvPicPr>
            <a:picLocks noChangeAspect="1"/>
          </p:cNvPicPr>
          <p:nvPr/>
        </p:nvPicPr>
        <p:blipFill>
          <a:blip r:embed="rId2"/>
          <a:srcRect/>
          <a:stretch>
            <a:fillRect/>
          </a:stretch>
        </p:blipFill>
        <p:spPr bwMode="auto">
          <a:xfrm>
            <a:off x="1952625" y="1143000"/>
            <a:ext cx="7215188" cy="2257425"/>
          </a:xfrm>
          <a:prstGeom prst="rect">
            <a:avLst/>
          </a:prstGeom>
          <a:noFill/>
          <a:ln w="9525">
            <a:noFill/>
            <a:miter lim="800000"/>
            <a:headEnd/>
            <a:tailEnd/>
          </a:ln>
        </p:spPr>
      </p:pic>
      <p:pic>
        <p:nvPicPr>
          <p:cNvPr id="79875" name="Picture 3" descr="b0104f"/>
          <p:cNvPicPr>
            <a:picLocks noChangeAspect="1"/>
          </p:cNvPicPr>
          <p:nvPr/>
        </p:nvPicPr>
        <p:blipFill>
          <a:blip r:embed="rId3"/>
          <a:srcRect/>
          <a:stretch>
            <a:fillRect/>
          </a:stretch>
        </p:blipFill>
        <p:spPr bwMode="auto">
          <a:xfrm>
            <a:off x="3556000" y="4033838"/>
            <a:ext cx="4111625" cy="227806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9875"/>
                                        </p:tgtEl>
                                        <p:attrNameLst>
                                          <p:attrName>style.visibility</p:attrName>
                                        </p:attrNameLst>
                                      </p:cBhvr>
                                      <p:to>
                                        <p:strVal val="visible"/>
                                      </p:to>
                                    </p:set>
                                    <p:animEffect transition="in" filter="wipe(left)">
                                      <p:cBhvr>
                                        <p:cTn id="12" dur="2000"/>
                                        <p:tgtEl>
                                          <p:spTgt spid="798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p:cNvSpPr>
          <p:nvPr>
            <p:ph type="title" idx="4294967295"/>
          </p:nvPr>
        </p:nvSpPr>
        <p:spPr>
          <a:xfrm>
            <a:off x="1524000" y="457200"/>
            <a:ext cx="9144000" cy="685800"/>
          </a:xfrm>
        </p:spPr>
        <p:txBody>
          <a:bodyPr/>
          <a:lstStyle/>
          <a:p>
            <a:pPr fontAlgn="auto">
              <a:spcAft>
                <a:spcPts val="0"/>
              </a:spcAft>
              <a:defRPr/>
            </a:pP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a:t>
            </a:r>
            <a:r>
              <a:rPr lang="en-US" altLang="zh-CN"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6</a:t>
            </a: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）小尺寸和小圆弧的标注方法</a:t>
            </a:r>
          </a:p>
        </p:txBody>
      </p:sp>
      <p:pic>
        <p:nvPicPr>
          <p:cNvPr id="490498" name="Picture 5" descr="b0104-5"/>
          <p:cNvPicPr>
            <a:picLocks noChangeAspect="1"/>
          </p:cNvPicPr>
          <p:nvPr/>
        </p:nvPicPr>
        <p:blipFill>
          <a:blip r:embed="rId2"/>
          <a:srcRect/>
          <a:stretch>
            <a:fillRect/>
          </a:stretch>
        </p:blipFill>
        <p:spPr bwMode="auto">
          <a:xfrm>
            <a:off x="2238375" y="1493838"/>
            <a:ext cx="6858000" cy="4364037"/>
          </a:xfrm>
          <a:prstGeom prst="rect">
            <a:avLst/>
          </a:prstGeom>
          <a:noFill/>
          <a:ln w="9525">
            <a:noFill/>
            <a:miter lim="800000"/>
            <a:headEnd/>
            <a:tailEnd/>
          </a:ln>
        </p:spPr>
      </p:pic>
    </p:spTree>
  </p:cSld>
  <p:clrMapOvr>
    <a:masterClrMapping/>
  </p:clrMapOvr>
  <p:transition advTm="60000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3" name="Rectangle 5"/>
          <p:cNvSpPr>
            <a:spLocks noChangeArrowheads="1"/>
          </p:cNvSpPr>
          <p:nvPr/>
        </p:nvSpPr>
        <p:spPr bwMode="auto">
          <a:xfrm>
            <a:off x="4278313" y="520700"/>
            <a:ext cx="4068762" cy="649288"/>
          </a:xfrm>
          <a:prstGeom prst="rect">
            <a:avLst/>
          </a:prstGeom>
          <a:noFill/>
          <a:ln w="12700">
            <a:noFill/>
            <a:miter lim="800000"/>
            <a:headEnd/>
            <a:tailEnd/>
          </a:ln>
        </p:spPr>
        <p:txBody>
          <a:bodyPr wrap="none" tIns="76176" bIns="76176" anchor="ctr">
            <a:spAutoFit/>
          </a:bodyPr>
          <a:lstStyle/>
          <a:p>
            <a:pPr indent="-342900">
              <a:lnSpc>
                <a:spcPct val="90000"/>
              </a:lnSpc>
              <a:spcBef>
                <a:spcPct val="20000"/>
              </a:spcBef>
              <a:buFont typeface="Arial" charset="0"/>
              <a:buNone/>
            </a:pPr>
            <a:r>
              <a:rPr lang="en-US" altLang="zh-CN" sz="3600" b="1" i="1">
                <a:solidFill>
                  <a:srgbClr val="0066CC"/>
                </a:solidFill>
                <a:latin typeface="Times New Roman" pitchFamily="18" charset="0"/>
                <a:ea typeface="微软雅黑" pitchFamily="34" charset="-122"/>
                <a:cs typeface="Times New Roman" pitchFamily="18" charset="0"/>
              </a:rPr>
              <a:t>2.2 制图方法与技能</a:t>
            </a:r>
          </a:p>
        </p:txBody>
      </p:sp>
      <p:sp>
        <p:nvSpPr>
          <p:cNvPr id="360454" name="Rectangle 6"/>
          <p:cNvSpPr/>
          <p:nvPr/>
        </p:nvSpPr>
        <p:spPr>
          <a:xfrm>
            <a:off x="2738755" y="2552700"/>
            <a:ext cx="6715125" cy="2740660"/>
          </a:xfrm>
          <a:prstGeom prst="rect">
            <a:avLst/>
          </a:prstGeom>
          <a:noFill/>
          <a:ln w="12700">
            <a:noFill/>
          </a:ln>
        </p:spPr>
        <p:txBody>
          <a:bodyPr anchor="ctr">
            <a:spAutoFit/>
            <a:scene3d>
              <a:camera prst="orthographicFront"/>
              <a:lightRig rig="threePt" dir="t"/>
            </a:scene3d>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lnSpc>
                <a:spcPts val="4000"/>
              </a:lnSpc>
              <a:spcBef>
                <a:spcPct val="5000"/>
              </a:spcBef>
              <a:buFont typeface="Arial" panose="020B0604020202020204" pitchFamily="34" charset="0"/>
              <a:buNone/>
              <a:defRPr/>
            </a:pP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尺规绘图是借助丁字尺、三角板、圆规、</a:t>
            </a:r>
          </a:p>
          <a:p>
            <a:pPr marL="0" indent="0" eaLnBrk="1" hangingPunct="1">
              <a:lnSpc>
                <a:spcPts val="4000"/>
              </a:lnSpc>
              <a:spcBef>
                <a:spcPct val="5000"/>
              </a:spcBef>
              <a:buFont typeface="Arial" panose="020B0604020202020204" pitchFamily="34" charset="0"/>
              <a:buNone/>
              <a:defRPr/>
            </a:pP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分规等绘图工具和仪器进行手工操作的</a:t>
            </a:r>
          </a:p>
          <a:p>
            <a:pPr marL="0" indent="0" eaLnBrk="1" hangingPunct="1">
              <a:lnSpc>
                <a:spcPts val="4000"/>
              </a:lnSpc>
              <a:spcBef>
                <a:spcPct val="5000"/>
              </a:spcBef>
              <a:buFont typeface="Arial" panose="020B0604020202020204" pitchFamily="34" charset="0"/>
              <a:buNone/>
              <a:defRPr/>
            </a:pP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一种绘图方法。正确使用绘图工具和仪</a:t>
            </a:r>
          </a:p>
          <a:p>
            <a:pPr marL="0" indent="0" eaLnBrk="1" hangingPunct="1">
              <a:lnSpc>
                <a:spcPts val="4000"/>
              </a:lnSpc>
              <a:spcBef>
                <a:spcPct val="5000"/>
              </a:spcBef>
              <a:buFont typeface="Arial" panose="020B0604020202020204" pitchFamily="34" charset="0"/>
              <a:buNone/>
              <a:defRPr/>
            </a:pP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器，是保证绘图质量和效率的一个重要</a:t>
            </a:r>
          </a:p>
          <a:p>
            <a:pPr marL="0" indent="0" eaLnBrk="1" hangingPunct="1">
              <a:lnSpc>
                <a:spcPts val="4000"/>
              </a:lnSpc>
              <a:spcBef>
                <a:spcPct val="5000"/>
              </a:spcBef>
              <a:buFont typeface="Arial" panose="020B0604020202020204" pitchFamily="34" charset="0"/>
              <a:buNone/>
              <a:defRPr/>
            </a:pP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方面。 </a:t>
            </a:r>
          </a:p>
        </p:txBody>
      </p:sp>
      <p:sp>
        <p:nvSpPr>
          <p:cNvPr id="491523" name="文本框 2"/>
          <p:cNvSpPr txBox="1">
            <a:spLocks noChangeArrowheads="1"/>
          </p:cNvSpPr>
          <p:nvPr/>
        </p:nvSpPr>
        <p:spPr bwMode="auto">
          <a:xfrm>
            <a:off x="2225675" y="1579563"/>
            <a:ext cx="3041650" cy="644525"/>
          </a:xfrm>
          <a:prstGeom prst="rect">
            <a:avLst/>
          </a:prstGeom>
          <a:noFill/>
          <a:ln w="9525">
            <a:noFill/>
            <a:miter lim="800000"/>
            <a:headEnd/>
            <a:tailEnd/>
          </a:ln>
        </p:spPr>
        <p:txBody>
          <a:bodyPr wrap="none">
            <a:spAutoFit/>
          </a:bodyPr>
          <a:lstStyle/>
          <a:p>
            <a:r>
              <a:rPr lang="en-US" altLang="zh-CN" sz="3600" b="1" i="1">
                <a:solidFill>
                  <a:srgbClr val="0066CC"/>
                </a:solidFill>
                <a:latin typeface="Times New Roman" pitchFamily="18" charset="0"/>
                <a:ea typeface="微软雅黑" pitchFamily="34" charset="-122"/>
                <a:cs typeface="Times New Roman" pitchFamily="18" charset="0"/>
                <a:sym typeface="+mn-ea"/>
              </a:rPr>
              <a:t>2.2.1 尺规绘图</a:t>
            </a:r>
            <a:endParaRPr lang="en-US" altLang="zh-CN" sz="3600" b="1" i="1">
              <a:solidFill>
                <a:srgbClr val="0066CC"/>
              </a:solidFill>
              <a:latin typeface="Times New Roman" pitchFamily="18" charset="0"/>
              <a:ea typeface="微软雅黑" pitchFamily="34" charset="-122"/>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0453"/>
                                        </p:tgtEl>
                                        <p:attrNameLst>
                                          <p:attrName>style.visibility</p:attrName>
                                        </p:attrNameLst>
                                      </p:cBhvr>
                                      <p:to>
                                        <p:strVal val="visible"/>
                                      </p:to>
                                    </p:set>
                                    <p:animEffect transition="in" filter="wipe(left)">
                                      <p:cBhvr>
                                        <p:cTn id="7" dur="1000"/>
                                        <p:tgtEl>
                                          <p:spTgt spid="3604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60454"/>
                                        </p:tgtEl>
                                        <p:attrNameLst>
                                          <p:attrName>style.visibility</p:attrName>
                                        </p:attrNameLst>
                                      </p:cBhvr>
                                      <p:to>
                                        <p:strVal val="visible"/>
                                      </p:to>
                                    </p:set>
                                    <p:animEffect transition="in" filter="wipe(left)">
                                      <p:cBhvr>
                                        <p:cTn id="12" dur="1000"/>
                                        <p:tgtEl>
                                          <p:spTgt spid="3604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5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9426" name="Object 1" descr="image40"/>
          <p:cNvGraphicFramePr>
            <a:graphicFrameLocks/>
          </p:cNvGraphicFramePr>
          <p:nvPr/>
        </p:nvGraphicFramePr>
        <p:xfrm>
          <a:off x="3048000" y="1071563"/>
          <a:ext cx="6172200" cy="5240337"/>
        </p:xfrm>
        <a:graphic>
          <a:graphicData uri="http://schemas.openxmlformats.org/presentationml/2006/ole">
            <mc:AlternateContent xmlns:mc="http://schemas.openxmlformats.org/markup-compatibility/2006">
              <mc:Choice xmlns:v="urn:schemas-microsoft-com:vml" Requires="v">
                <p:oleObj r:id="rId2" imgW="4610744" imgH="3914286" progId="PBrush">
                  <p:embed/>
                </p:oleObj>
              </mc:Choice>
              <mc:Fallback>
                <p:oleObj r:id="rId2" imgW="4610744" imgH="3914286" progId="PBrush">
                  <p:embed/>
                  <p:pic>
                    <p:nvPicPr>
                      <p:cNvPr id="0" name="Picture 1" descr="image4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071563"/>
                        <a:ext cx="6172200" cy="524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9427" name="Text Box 3"/>
          <p:cNvSpPr txBox="1"/>
          <p:nvPr/>
        </p:nvSpPr>
        <p:spPr>
          <a:xfrm>
            <a:off x="1919288" y="533400"/>
            <a:ext cx="3810000" cy="521970"/>
          </a:xfrm>
          <a:prstGeom prst="rect">
            <a:avLst/>
          </a:prstGeom>
          <a:noFill/>
          <a:ln w="9525">
            <a:noFill/>
          </a:ln>
        </p:spPr>
        <p:txBody>
          <a:bodyPr>
            <a:spAutoFit/>
            <a:scene3d>
              <a:camera prst="orthographicFront"/>
              <a:lightRig rig="threePt" dir="t"/>
            </a:scene3d>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0"/>
              </a:spcBef>
              <a:buFont typeface="Arial" panose="020B0604020202020204" pitchFamily="34" charset="0"/>
              <a:buNone/>
              <a:defRPr/>
            </a:pPr>
            <a:r>
              <a:rPr lang="en-US" altLang="zh-CN"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1</a:t>
            </a: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、铅笔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359427"/>
                                        </p:tgtEl>
                                        <p:attrNameLst>
                                          <p:attrName>style.visibility</p:attrName>
                                        </p:attrNameLst>
                                      </p:cBhvr>
                                      <p:to>
                                        <p:strVal val="visible"/>
                                      </p:to>
                                    </p:set>
                                    <p:anim calcmode="lin" valueType="num">
                                      <p:cBhvr additive="base">
                                        <p:cTn id="7" dur="1000" fill="hold"/>
                                        <p:tgtEl>
                                          <p:spTgt spid="359427"/>
                                        </p:tgtEl>
                                        <p:attrNameLst>
                                          <p:attrName>ppt_x</p:attrName>
                                        </p:attrNameLst>
                                      </p:cBhvr>
                                      <p:tavLst>
                                        <p:tav tm="0">
                                          <p:val>
                                            <p:strVal val="0-#ppt_w/2"/>
                                          </p:val>
                                        </p:tav>
                                        <p:tav tm="100000">
                                          <p:val>
                                            <p:strVal val="#ppt_x"/>
                                          </p:val>
                                        </p:tav>
                                      </p:tavLst>
                                    </p:anim>
                                    <p:anim calcmode="lin" valueType="num">
                                      <p:cBhvr additive="base">
                                        <p:cTn id="8" dur="1000" fill="hold"/>
                                        <p:tgtEl>
                                          <p:spTgt spid="35942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42" fill="hold" nodeType="clickEffect">
                                  <p:stCondLst>
                                    <p:cond delay="0"/>
                                  </p:stCondLst>
                                  <p:childTnLst>
                                    <p:set>
                                      <p:cBhvr>
                                        <p:cTn id="12" dur="1" fill="hold">
                                          <p:stCondLst>
                                            <p:cond delay="0"/>
                                          </p:stCondLst>
                                        </p:cTn>
                                        <p:tgtEl>
                                          <p:spTgt spid="359426"/>
                                        </p:tgtEl>
                                        <p:attrNameLst>
                                          <p:attrName>style.visibility</p:attrName>
                                        </p:attrNameLst>
                                      </p:cBhvr>
                                      <p:to>
                                        <p:strVal val="visible"/>
                                      </p:to>
                                    </p:set>
                                    <p:animEffect transition="in" filter="barn(outHorizontal)">
                                      <p:cBhvr>
                                        <p:cTn id="13" dur="500"/>
                                        <p:tgtEl>
                                          <p:spTgt spid="359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9" name="Text Box 3"/>
          <p:cNvSpPr txBox="1"/>
          <p:nvPr/>
        </p:nvSpPr>
        <p:spPr>
          <a:xfrm>
            <a:off x="3505200" y="677863"/>
            <a:ext cx="6858000" cy="52228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50000"/>
              </a:spcBef>
              <a:buFont typeface="Arial" panose="020B0604020202020204" pitchFamily="34" charset="0"/>
              <a:buNone/>
              <a:defRPr/>
            </a:pPr>
            <a:r>
              <a:rPr lang="en-US" altLang="zh-CN"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2</a:t>
            </a: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、图板、丁字尺、三角板</a:t>
            </a:r>
          </a:p>
        </p:txBody>
      </p:sp>
      <p:pic>
        <p:nvPicPr>
          <p:cNvPr id="362500" name="Picture 4" descr="t2"/>
          <p:cNvPicPr>
            <a:picLocks noChangeAspect="1"/>
          </p:cNvPicPr>
          <p:nvPr/>
        </p:nvPicPr>
        <p:blipFill>
          <a:blip r:embed="rId2"/>
          <a:srcRect t="8888" b="12593"/>
          <a:stretch>
            <a:fillRect/>
          </a:stretch>
        </p:blipFill>
        <p:spPr bwMode="auto">
          <a:xfrm>
            <a:off x="134938" y="1555750"/>
            <a:ext cx="5919787" cy="4648200"/>
          </a:xfrm>
          <a:prstGeom prst="rect">
            <a:avLst/>
          </a:prstGeom>
          <a:noFill/>
          <a:ln w="9525">
            <a:noFill/>
            <a:miter lim="800000"/>
            <a:headEnd/>
            <a:tailEnd/>
          </a:ln>
        </p:spPr>
      </p:pic>
      <p:pic>
        <p:nvPicPr>
          <p:cNvPr id="363522" name="Picture 2" descr="9845-8"/>
          <p:cNvPicPr>
            <a:picLocks noChangeAspect="1"/>
          </p:cNvPicPr>
          <p:nvPr/>
        </p:nvPicPr>
        <p:blipFill>
          <a:blip r:embed="rId3"/>
          <a:srcRect l="4074" t="12962" r="1111" b="11482"/>
          <a:stretch>
            <a:fillRect/>
          </a:stretch>
        </p:blipFill>
        <p:spPr bwMode="auto">
          <a:xfrm>
            <a:off x="6308725" y="1555750"/>
            <a:ext cx="5449888" cy="4343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2499"/>
                                        </p:tgtEl>
                                        <p:attrNameLst>
                                          <p:attrName>style.visibility</p:attrName>
                                        </p:attrNameLst>
                                      </p:cBhvr>
                                      <p:to>
                                        <p:strVal val="visible"/>
                                      </p:to>
                                    </p:set>
                                    <p:animEffect transition="in" filter="blinds(horizontal)">
                                      <p:cBhvr>
                                        <p:cTn id="7" dur="500"/>
                                        <p:tgtEl>
                                          <p:spTgt spid="36249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62500"/>
                                        </p:tgtEl>
                                        <p:attrNameLst>
                                          <p:attrName>style.visibility</p:attrName>
                                        </p:attrNameLst>
                                      </p:cBhvr>
                                      <p:to>
                                        <p:strVal val="visible"/>
                                      </p:to>
                                    </p:set>
                                    <p:animEffect transition="in" filter="blinds(horizontal)">
                                      <p:cBhvr>
                                        <p:cTn id="12" dur="500"/>
                                        <p:tgtEl>
                                          <p:spTgt spid="362500"/>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63522"/>
                                        </p:tgtEl>
                                        <p:attrNameLst>
                                          <p:attrName>style.visibility</p:attrName>
                                        </p:attrNameLst>
                                      </p:cBhvr>
                                      <p:to>
                                        <p:strVal val="visible"/>
                                      </p:to>
                                    </p:set>
                                    <p:animEffect transition="in" filter="randombar(horizontal)">
                                      <p:cBhvr>
                                        <p:cTn id="17" dur="500"/>
                                        <p:tgtEl>
                                          <p:spTgt spid="3635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3"/>
          <p:cNvSpPr txBox="1"/>
          <p:nvPr/>
        </p:nvSpPr>
        <p:spPr>
          <a:xfrm>
            <a:off x="2927350" y="836613"/>
            <a:ext cx="4159250" cy="521970"/>
          </a:xfrm>
          <a:prstGeom prst="rect">
            <a:avLst/>
          </a:prstGeom>
          <a:noFill/>
          <a:ln w="9525">
            <a:noFill/>
          </a:ln>
        </p:spPr>
        <p:txBody>
          <a:bodyPr>
            <a:spAutoFit/>
            <a:scene3d>
              <a:camera prst="orthographicFront"/>
              <a:lightRig rig="threePt" dir="t"/>
            </a:scene3d>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50000"/>
              </a:spcBef>
              <a:buFont typeface="Arial" panose="020B0604020202020204" pitchFamily="34" charset="0"/>
              <a:buNone/>
              <a:defRPr/>
            </a:pPr>
            <a:r>
              <a:rPr lang="zh-CN" altLang="en-US" sz="2800" b="1" dirty="0">
                <a:ln/>
                <a:solidFill>
                  <a:schemeClr val="accent1"/>
                </a:solidFill>
                <a:effectLst>
                  <a:outerShdw blurRad="38100" dist="25400" dir="5400000" algn="ctr" rotWithShape="0">
                    <a:srgbClr val="6E747A">
                      <a:alpha val="43000"/>
                    </a:srgbClr>
                  </a:outerShdw>
                </a:effectLst>
                <a:latin typeface="Tahoma" panose="020B0604030504040204" pitchFamily="34" charset="0"/>
                <a:ea typeface="黑体" panose="02010609060101010101" charset="-122"/>
              </a:rPr>
              <a:t>画水平线、垂直线</a:t>
            </a:r>
          </a:p>
        </p:txBody>
      </p:sp>
      <p:pic>
        <p:nvPicPr>
          <p:cNvPr id="495618" name="Picture 4" descr="0112"/>
          <p:cNvPicPr>
            <a:picLocks noChangeAspect="1"/>
          </p:cNvPicPr>
          <p:nvPr/>
        </p:nvPicPr>
        <p:blipFill>
          <a:blip r:embed="rId2"/>
          <a:srcRect/>
          <a:stretch>
            <a:fillRect/>
          </a:stretch>
        </p:blipFill>
        <p:spPr bwMode="auto">
          <a:xfrm>
            <a:off x="2100263" y="2055813"/>
            <a:ext cx="8243887" cy="3894137"/>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p:cNvSpPr/>
          <p:nvPr/>
        </p:nvSpPr>
        <p:spPr>
          <a:xfrm>
            <a:off x="2135188" y="549275"/>
            <a:ext cx="3657600" cy="457200"/>
          </a:xfrm>
          <a:prstGeom prst="rect">
            <a:avLst/>
          </a:prstGeom>
          <a:noFill/>
          <a:ln w="9525">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0"/>
              </a:spcBef>
              <a:buFont typeface="Arial" panose="020B0604020202020204" pitchFamily="34" charset="0"/>
              <a:buNone/>
              <a:defRPr/>
            </a:pPr>
            <a:r>
              <a:rPr lang="en-US" altLang="zh-CN"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3</a:t>
            </a: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、圆规和分规</a:t>
            </a:r>
          </a:p>
        </p:txBody>
      </p:sp>
      <p:pic>
        <p:nvPicPr>
          <p:cNvPr id="366595" name="Picture 3" descr="4003"/>
          <p:cNvPicPr>
            <a:picLocks noChangeAspect="1"/>
          </p:cNvPicPr>
          <p:nvPr/>
        </p:nvPicPr>
        <p:blipFill>
          <a:blip r:embed="rId2"/>
          <a:srcRect l="4445" t="32593" r="3703" b="39259"/>
          <a:stretch>
            <a:fillRect/>
          </a:stretch>
        </p:blipFill>
        <p:spPr bwMode="auto">
          <a:xfrm>
            <a:off x="4872038" y="1341438"/>
            <a:ext cx="5410200" cy="1657350"/>
          </a:xfrm>
          <a:prstGeom prst="rect">
            <a:avLst/>
          </a:prstGeom>
          <a:noFill/>
          <a:ln w="9525">
            <a:noFill/>
            <a:miter lim="800000"/>
            <a:headEnd/>
            <a:tailEnd/>
          </a:ln>
        </p:spPr>
      </p:pic>
      <p:pic>
        <p:nvPicPr>
          <p:cNvPr id="366596" name="Picture 4" descr="55483-OAww"/>
          <p:cNvPicPr>
            <a:picLocks noChangeAspect="1"/>
          </p:cNvPicPr>
          <p:nvPr/>
        </p:nvPicPr>
        <p:blipFill>
          <a:blip r:embed="rId3"/>
          <a:srcRect/>
          <a:stretch>
            <a:fillRect/>
          </a:stretch>
        </p:blipFill>
        <p:spPr bwMode="auto">
          <a:xfrm>
            <a:off x="1847850" y="2286000"/>
            <a:ext cx="2667000" cy="3810000"/>
          </a:xfrm>
          <a:prstGeom prst="rect">
            <a:avLst/>
          </a:prstGeom>
          <a:noFill/>
          <a:ln w="9525">
            <a:noFill/>
            <a:miter lim="800000"/>
            <a:headEnd/>
            <a:tailEnd/>
          </a:ln>
        </p:spPr>
      </p:pic>
      <p:pic>
        <p:nvPicPr>
          <p:cNvPr id="366597" name="Picture 5" descr="DI-20"/>
          <p:cNvPicPr>
            <a:picLocks noChangeAspect="1"/>
          </p:cNvPicPr>
          <p:nvPr/>
        </p:nvPicPr>
        <p:blipFill>
          <a:blip r:embed="rId4"/>
          <a:srcRect/>
          <a:stretch>
            <a:fillRect/>
          </a:stretch>
        </p:blipFill>
        <p:spPr bwMode="auto">
          <a:xfrm>
            <a:off x="5715000" y="3276600"/>
            <a:ext cx="4038600" cy="23272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366594"/>
                                        </p:tgtEl>
                                        <p:attrNameLst>
                                          <p:attrName>style.visibility</p:attrName>
                                        </p:attrNameLst>
                                      </p:cBhvr>
                                      <p:to>
                                        <p:strVal val="visible"/>
                                      </p:to>
                                    </p:set>
                                    <p:animEffect transition="in" filter="barn(outHorizontal)">
                                      <p:cBhvr>
                                        <p:cTn id="7" dur="500"/>
                                        <p:tgtEl>
                                          <p:spTgt spid="36659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366595"/>
                                        </p:tgtEl>
                                        <p:attrNameLst>
                                          <p:attrName>style.visibility</p:attrName>
                                        </p:attrNameLst>
                                      </p:cBhvr>
                                      <p:to>
                                        <p:strVal val="visible"/>
                                      </p:to>
                                    </p:set>
                                    <p:animEffect transition="in" filter="barn(inHorizontal)">
                                      <p:cBhvr>
                                        <p:cTn id="12" dur="500"/>
                                        <p:tgtEl>
                                          <p:spTgt spid="36659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366596"/>
                                        </p:tgtEl>
                                        <p:attrNameLst>
                                          <p:attrName>style.visibility</p:attrName>
                                        </p:attrNameLst>
                                      </p:cBhvr>
                                      <p:to>
                                        <p:strVal val="visible"/>
                                      </p:to>
                                    </p:set>
                                    <p:animEffect transition="in" filter="barn(outHorizontal)">
                                      <p:cBhvr>
                                        <p:cTn id="17" dur="500"/>
                                        <p:tgtEl>
                                          <p:spTgt spid="36659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66597"/>
                                        </p:tgtEl>
                                        <p:attrNameLst>
                                          <p:attrName>style.visibility</p:attrName>
                                        </p:attrNameLst>
                                      </p:cBhvr>
                                      <p:to>
                                        <p:strVal val="visible"/>
                                      </p:to>
                                    </p:set>
                                    <p:animEffect transition="in" filter="wipe(up)">
                                      <p:cBhvr>
                                        <p:cTn id="22" dur="500"/>
                                        <p:tgtEl>
                                          <p:spTgt spid="3665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0691" name="Object 2" descr="image47"/>
          <p:cNvGraphicFramePr>
            <a:graphicFrameLocks/>
          </p:cNvGraphicFramePr>
          <p:nvPr/>
        </p:nvGraphicFramePr>
        <p:xfrm>
          <a:off x="2782888" y="3357563"/>
          <a:ext cx="2481262" cy="2971800"/>
        </p:xfrm>
        <a:graphic>
          <a:graphicData uri="http://schemas.openxmlformats.org/presentationml/2006/ole">
            <mc:AlternateContent xmlns:mc="http://schemas.openxmlformats.org/markup-compatibility/2006">
              <mc:Choice xmlns:v="urn:schemas-microsoft-com:vml" Requires="v">
                <p:oleObj r:id="rId2" imgW="9525" imgH="9525" progId="">
                  <p:embed/>
                </p:oleObj>
              </mc:Choice>
              <mc:Fallback>
                <p:oleObj r:id="rId2" imgW="9525" imgH="9525" progId="">
                  <p:embed/>
                  <p:pic>
                    <p:nvPicPr>
                      <p:cNvPr id="0" name="Picture 2" descr="image4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2888" y="3357563"/>
                        <a:ext cx="2481262"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70692" name="Object 1" descr="image48"/>
          <p:cNvGraphicFramePr>
            <a:graphicFrameLocks/>
          </p:cNvGraphicFramePr>
          <p:nvPr/>
        </p:nvGraphicFramePr>
        <p:xfrm>
          <a:off x="6672263" y="3429000"/>
          <a:ext cx="2243137" cy="2819400"/>
        </p:xfrm>
        <a:graphic>
          <a:graphicData uri="http://schemas.openxmlformats.org/presentationml/2006/ole">
            <mc:AlternateContent xmlns:mc="http://schemas.openxmlformats.org/markup-compatibility/2006">
              <mc:Choice xmlns:v="urn:schemas-microsoft-com:vml" Requires="v">
                <p:oleObj r:id="rId4" imgW="9525" imgH="9525" progId="">
                  <p:embed/>
                </p:oleObj>
              </mc:Choice>
              <mc:Fallback>
                <p:oleObj r:id="rId4" imgW="9525" imgH="9525" progId="">
                  <p:embed/>
                  <p:pic>
                    <p:nvPicPr>
                      <p:cNvPr id="0" name="Picture 1" descr="image4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72263" y="3429000"/>
                        <a:ext cx="2243137"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370694" name="Picture 6"/>
          <p:cNvPicPr>
            <a:picLocks noChangeAspect="1"/>
          </p:cNvPicPr>
          <p:nvPr/>
        </p:nvPicPr>
        <p:blipFill>
          <a:blip r:embed="rId6"/>
          <a:srcRect/>
          <a:stretch>
            <a:fillRect/>
          </a:stretch>
        </p:blipFill>
        <p:spPr bwMode="auto">
          <a:xfrm>
            <a:off x="3679825" y="642938"/>
            <a:ext cx="3352800" cy="25146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70694"/>
                                        </p:tgtEl>
                                        <p:attrNameLst>
                                          <p:attrName>style.visibility</p:attrName>
                                        </p:attrNameLst>
                                      </p:cBhvr>
                                      <p:to>
                                        <p:strVal val="visible"/>
                                      </p:to>
                                    </p:set>
                                    <p:anim calcmode="lin" valueType="num">
                                      <p:cBhvr additive="base">
                                        <p:cTn id="7" dur="500" fill="hold"/>
                                        <p:tgtEl>
                                          <p:spTgt spid="370694"/>
                                        </p:tgtEl>
                                        <p:attrNameLst>
                                          <p:attrName>ppt_x</p:attrName>
                                        </p:attrNameLst>
                                      </p:cBhvr>
                                      <p:tavLst>
                                        <p:tav tm="0">
                                          <p:val>
                                            <p:strVal val="0-#ppt_w/2"/>
                                          </p:val>
                                        </p:tav>
                                        <p:tav tm="100000">
                                          <p:val>
                                            <p:strVal val="#ppt_x"/>
                                          </p:val>
                                        </p:tav>
                                      </p:tavLst>
                                    </p:anim>
                                    <p:anim calcmode="lin" valueType="num">
                                      <p:cBhvr additive="base">
                                        <p:cTn id="8" dur="500" fill="hold"/>
                                        <p:tgtEl>
                                          <p:spTgt spid="37069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70691"/>
                                        </p:tgtEl>
                                        <p:attrNameLst>
                                          <p:attrName>style.visibility</p:attrName>
                                        </p:attrNameLst>
                                      </p:cBhvr>
                                      <p:to>
                                        <p:strVal val="visible"/>
                                      </p:to>
                                    </p:set>
                                    <p:anim calcmode="lin" valueType="num">
                                      <p:cBhvr additive="base">
                                        <p:cTn id="13" dur="500" fill="hold"/>
                                        <p:tgtEl>
                                          <p:spTgt spid="370691"/>
                                        </p:tgtEl>
                                        <p:attrNameLst>
                                          <p:attrName>ppt_x</p:attrName>
                                        </p:attrNameLst>
                                      </p:cBhvr>
                                      <p:tavLst>
                                        <p:tav tm="0">
                                          <p:val>
                                            <p:strVal val="0-#ppt_w/2"/>
                                          </p:val>
                                        </p:tav>
                                        <p:tav tm="100000">
                                          <p:val>
                                            <p:strVal val="#ppt_x"/>
                                          </p:val>
                                        </p:tav>
                                      </p:tavLst>
                                    </p:anim>
                                    <p:anim calcmode="lin" valueType="num">
                                      <p:cBhvr additive="base">
                                        <p:cTn id="14" dur="500" fill="hold"/>
                                        <p:tgtEl>
                                          <p:spTgt spid="37069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70692"/>
                                        </p:tgtEl>
                                        <p:attrNameLst>
                                          <p:attrName>style.visibility</p:attrName>
                                        </p:attrNameLst>
                                      </p:cBhvr>
                                      <p:to>
                                        <p:strVal val="visible"/>
                                      </p:to>
                                    </p:set>
                                    <p:anim calcmode="lin" valueType="num">
                                      <p:cBhvr additive="base">
                                        <p:cTn id="19" dur="500" fill="hold"/>
                                        <p:tgtEl>
                                          <p:spTgt spid="370692"/>
                                        </p:tgtEl>
                                        <p:attrNameLst>
                                          <p:attrName>ppt_x</p:attrName>
                                        </p:attrNameLst>
                                      </p:cBhvr>
                                      <p:tavLst>
                                        <p:tav tm="0">
                                          <p:val>
                                            <p:strVal val="#ppt_x"/>
                                          </p:val>
                                        </p:tav>
                                        <p:tav tm="100000">
                                          <p:val>
                                            <p:strVal val="#ppt_x"/>
                                          </p:val>
                                        </p:tav>
                                      </p:tavLst>
                                    </p:anim>
                                    <p:anim calcmode="lin" valueType="num">
                                      <p:cBhvr additive="base">
                                        <p:cTn id="20" dur="500" fill="hold"/>
                                        <p:tgtEl>
                                          <p:spTgt spid="3706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9713" name="Picture 5" descr="01-12"/>
          <p:cNvPicPr>
            <a:picLocks noChangeAspect="1"/>
          </p:cNvPicPr>
          <p:nvPr/>
        </p:nvPicPr>
        <p:blipFill>
          <a:blip r:embed="rId2"/>
          <a:srcRect/>
          <a:stretch>
            <a:fillRect/>
          </a:stretch>
        </p:blipFill>
        <p:spPr bwMode="auto">
          <a:xfrm>
            <a:off x="2870200" y="1500188"/>
            <a:ext cx="5583238" cy="342900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9666" name="Object 1" descr="image51"/>
          <p:cNvGraphicFramePr>
            <a:graphicFrameLocks/>
          </p:cNvGraphicFramePr>
          <p:nvPr/>
        </p:nvGraphicFramePr>
        <p:xfrm>
          <a:off x="1905000" y="673100"/>
          <a:ext cx="8458200" cy="5216525"/>
        </p:xfrm>
        <a:graphic>
          <a:graphicData uri="http://schemas.openxmlformats.org/presentationml/2006/ole">
            <mc:AlternateContent xmlns:mc="http://schemas.openxmlformats.org/markup-compatibility/2006">
              <mc:Choice xmlns:v="urn:schemas-microsoft-com:vml" Requires="v">
                <p:oleObj r:id="rId2" imgW="4896533" imgH="3019048" progId="PBrush">
                  <p:embed/>
                </p:oleObj>
              </mc:Choice>
              <mc:Fallback>
                <p:oleObj r:id="rId2" imgW="4896533" imgH="3019048" progId="PBrush">
                  <p:embed/>
                  <p:pic>
                    <p:nvPicPr>
                      <p:cNvPr id="0" name="Picture 1" descr="image5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673100"/>
                        <a:ext cx="845820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69667" name="Text Box 3"/>
          <p:cNvSpPr txBox="1">
            <a:spLocks noChangeArrowheads="1"/>
          </p:cNvSpPr>
          <p:nvPr/>
        </p:nvSpPr>
        <p:spPr bwMode="auto">
          <a:xfrm>
            <a:off x="5181600" y="5943600"/>
            <a:ext cx="2895600" cy="460375"/>
          </a:xfrm>
          <a:prstGeom prst="rect">
            <a:avLst/>
          </a:prstGeom>
          <a:noFill/>
          <a:ln w="9525">
            <a:noFill/>
            <a:miter lim="800000"/>
            <a:headEnd/>
            <a:tailEnd/>
          </a:ln>
        </p:spPr>
        <p:txBody>
          <a:bodyPr>
            <a:spAutoFit/>
          </a:bodyPr>
          <a:lstStyle/>
          <a:p>
            <a:pPr>
              <a:spcBef>
                <a:spcPct val="50000"/>
              </a:spcBef>
              <a:buFont typeface="Arial" charset="0"/>
              <a:buNone/>
            </a:pPr>
            <a:r>
              <a:rPr lang="zh-CN" altLang="en-US" sz="2400" b="1">
                <a:latin typeface="宋体" charset="-122"/>
              </a:rPr>
              <a:t>分规的使用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369666"/>
                                        </p:tgtEl>
                                        <p:attrNameLst>
                                          <p:attrName>style.visibility</p:attrName>
                                        </p:attrNameLst>
                                      </p:cBhvr>
                                      <p:to>
                                        <p:strVal val="visible"/>
                                      </p:to>
                                    </p:set>
                                    <p:animEffect transition="in" filter="barn(inHorizontal)">
                                      <p:cBhvr>
                                        <p:cTn id="7" dur="500"/>
                                        <p:tgtEl>
                                          <p:spTgt spid="36966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69667"/>
                                        </p:tgtEl>
                                        <p:attrNameLst>
                                          <p:attrName>style.visibility</p:attrName>
                                        </p:attrNameLst>
                                      </p:cBhvr>
                                      <p:to>
                                        <p:strVal val="visible"/>
                                      </p:to>
                                    </p:set>
                                    <p:animEffect transition="in" filter="dissolve">
                                      <p:cBhvr>
                                        <p:cTn id="11" dur="500"/>
                                        <p:tgtEl>
                                          <p:spTgt spid="369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1" name="Picture 3" descr="b0105d"/>
          <p:cNvPicPr>
            <a:picLocks noChangeAspect="1"/>
          </p:cNvPicPr>
          <p:nvPr/>
        </p:nvPicPr>
        <p:blipFill>
          <a:blip r:embed="rId2"/>
          <a:srcRect/>
          <a:stretch>
            <a:fillRect/>
          </a:stretch>
        </p:blipFill>
        <p:spPr bwMode="auto">
          <a:xfrm>
            <a:off x="1123950" y="3627438"/>
            <a:ext cx="3243263" cy="2495550"/>
          </a:xfrm>
          <a:prstGeom prst="rect">
            <a:avLst/>
          </a:prstGeom>
          <a:noFill/>
          <a:ln w="9525">
            <a:noFill/>
            <a:miter lim="800000"/>
            <a:headEnd/>
            <a:tailEnd/>
          </a:ln>
        </p:spPr>
      </p:pic>
      <p:pic>
        <p:nvPicPr>
          <p:cNvPr id="78850" name="Picture 2" descr="b0105e"/>
          <p:cNvPicPr>
            <a:picLocks noChangeAspect="1"/>
          </p:cNvPicPr>
          <p:nvPr/>
        </p:nvPicPr>
        <p:blipFill>
          <a:blip r:embed="rId3"/>
          <a:srcRect/>
          <a:stretch>
            <a:fillRect/>
          </a:stretch>
        </p:blipFill>
        <p:spPr bwMode="auto">
          <a:xfrm>
            <a:off x="4789488" y="3605213"/>
            <a:ext cx="2925762" cy="2540000"/>
          </a:xfrm>
          <a:prstGeom prst="rect">
            <a:avLst/>
          </a:prstGeom>
          <a:noFill/>
          <a:ln w="9525">
            <a:noFill/>
            <a:miter lim="800000"/>
            <a:headEnd/>
            <a:tailEnd/>
          </a:ln>
        </p:spPr>
      </p:pic>
      <p:pic>
        <p:nvPicPr>
          <p:cNvPr id="78849" name="Picture 1" descr="b0105f"/>
          <p:cNvPicPr>
            <a:picLocks noChangeAspect="1"/>
          </p:cNvPicPr>
          <p:nvPr/>
        </p:nvPicPr>
        <p:blipFill>
          <a:blip r:embed="rId4"/>
          <a:srcRect/>
          <a:stretch>
            <a:fillRect/>
          </a:stretch>
        </p:blipFill>
        <p:spPr bwMode="auto">
          <a:xfrm>
            <a:off x="8467725" y="3559175"/>
            <a:ext cx="2314575" cy="2586038"/>
          </a:xfrm>
          <a:prstGeom prst="rect">
            <a:avLst/>
          </a:prstGeom>
          <a:noFill/>
          <a:ln w="9525">
            <a:noFill/>
            <a:miter lim="800000"/>
            <a:headEnd/>
            <a:tailEnd/>
          </a:ln>
        </p:spPr>
      </p:pic>
      <p:sp>
        <p:nvSpPr>
          <p:cNvPr id="7" name="Rectangle 239"/>
          <p:cNvSpPr/>
          <p:nvPr/>
        </p:nvSpPr>
        <p:spPr>
          <a:xfrm>
            <a:off x="2090738" y="1174750"/>
            <a:ext cx="7893050" cy="8921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0"/>
              </a:spcBef>
              <a:buFont typeface="Arial" panose="020B0604020202020204" pitchFamily="34" charset="0"/>
              <a:buNone/>
              <a:defRPr/>
            </a:pPr>
            <a:r>
              <a:rPr lang="en-US" altLang="zh-CN" sz="2600" b="1" dirty="0">
                <a:latin typeface="黑体" panose="02010609060101010101" charset="-122"/>
                <a:ea typeface="黑体" panose="02010609060101010101" charset="-122"/>
              </a:rPr>
              <a:t>    </a:t>
            </a:r>
            <a:r>
              <a:rPr lang="zh-CN" altLang="en-US" sz="26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圆弧与直线、圆弧与圆弧之间的相切作图，要求连接光滑，其关键是准确求出圆心和切点。</a:t>
            </a:r>
          </a:p>
        </p:txBody>
      </p:sp>
      <p:sp>
        <p:nvSpPr>
          <p:cNvPr id="65542" name="Rectangle 240"/>
          <p:cNvSpPr>
            <a:spLocks noGrp="1"/>
          </p:cNvSpPr>
          <p:nvPr>
            <p:ph type="title"/>
          </p:nvPr>
        </p:nvSpPr>
        <p:spPr>
          <a:xfrm>
            <a:off x="442913" y="387985"/>
            <a:ext cx="3609975" cy="668338"/>
          </a:xfrm>
        </p:spPr>
        <p:txBody>
          <a:bodyPr rtlCol="0">
            <a:normAutofit/>
            <a:scene3d>
              <a:camera prst="orthographicFront"/>
              <a:lightRig rig="threePt" dir="t"/>
            </a:scene3d>
          </a:bodyPr>
          <a:lstStyle/>
          <a:p>
            <a:pPr fontAlgn="auto">
              <a:spcAft>
                <a:spcPts val="0"/>
              </a:spcAft>
              <a:defRPr/>
            </a:pPr>
            <a:r>
              <a:rPr lang="en-US" altLang="zh-CN"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2 </a:t>
            </a: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圆弧连接</a:t>
            </a:r>
          </a:p>
        </p:txBody>
      </p:sp>
      <p:sp>
        <p:nvSpPr>
          <p:cNvPr id="2" name="文本框 1"/>
          <p:cNvSpPr txBox="1"/>
          <p:nvPr/>
        </p:nvSpPr>
        <p:spPr>
          <a:xfrm>
            <a:off x="4248150" y="2574925"/>
            <a:ext cx="3579813" cy="522288"/>
          </a:xfrm>
          <a:prstGeom prst="rect">
            <a:avLst/>
          </a:prstGeom>
          <a:noFill/>
        </p:spPr>
        <p:txBody>
          <a:bodyPr wrap="none">
            <a:spAutoFit/>
          </a:bodyPr>
          <a:lstStyle/>
          <a:p>
            <a:pPr fontAlgn="auto">
              <a:spcBef>
                <a:spcPts val="0"/>
              </a:spcBef>
              <a:spcAft>
                <a:spcPts val="0"/>
              </a:spcAft>
              <a:defRPr/>
            </a:pPr>
            <a:r>
              <a:rPr lang="zh-CN" altLang="en-US" sz="2800" b="1" dirty="0">
                <a:solidFill>
                  <a:srgbClr val="FF0000"/>
                </a:solidFill>
                <a:latin typeface="黑体" panose="02010609060101010101" charset="-122"/>
                <a:ea typeface="黑体" panose="02010609060101010101" charset="-122"/>
                <a:cs typeface="+mj-cs"/>
                <a:sym typeface="+mn-ea"/>
              </a:rPr>
              <a:t>（</a:t>
            </a:r>
            <a:r>
              <a:rPr lang="en-US" altLang="zh-CN" sz="2800" b="1" dirty="0">
                <a:solidFill>
                  <a:srgbClr val="FF0000"/>
                </a:solidFill>
                <a:latin typeface="黑体" panose="02010609060101010101" charset="-122"/>
                <a:ea typeface="黑体" panose="02010609060101010101" charset="-122"/>
                <a:cs typeface="+mj-cs"/>
                <a:sym typeface="+mn-ea"/>
              </a:rPr>
              <a:t>1</a:t>
            </a:r>
            <a:r>
              <a:rPr lang="zh-CN" altLang="en-US" sz="2800" b="1" dirty="0">
                <a:solidFill>
                  <a:srgbClr val="FF0000"/>
                </a:solidFill>
                <a:latin typeface="黑体" panose="02010609060101010101" charset="-122"/>
                <a:ea typeface="黑体" panose="02010609060101010101" charset="-122"/>
                <a:cs typeface="+mj-cs"/>
                <a:sym typeface="+mn-ea"/>
              </a:rPr>
              <a:t>）圆弧连接两直线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8851"/>
                                        </p:tgtEl>
                                        <p:attrNameLst>
                                          <p:attrName>style.visibility</p:attrName>
                                        </p:attrNameLst>
                                      </p:cBhvr>
                                      <p:to>
                                        <p:strVal val="visible"/>
                                      </p:to>
                                    </p:set>
                                    <p:animEffect transition="in" filter="wipe(left)">
                                      <p:cBhvr>
                                        <p:cTn id="12" dur="1000"/>
                                        <p:tgtEl>
                                          <p:spTgt spid="788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8850"/>
                                        </p:tgtEl>
                                        <p:attrNameLst>
                                          <p:attrName>style.visibility</p:attrName>
                                        </p:attrNameLst>
                                      </p:cBhvr>
                                      <p:to>
                                        <p:strVal val="visible"/>
                                      </p:to>
                                    </p:set>
                                    <p:animEffect transition="in" filter="wipe(left)">
                                      <p:cBhvr>
                                        <p:cTn id="17" dur="1000"/>
                                        <p:tgtEl>
                                          <p:spTgt spid="7885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8849"/>
                                        </p:tgtEl>
                                        <p:attrNameLst>
                                          <p:attrName>style.visibility</p:attrName>
                                        </p:attrNameLst>
                                      </p:cBhvr>
                                      <p:to>
                                        <p:strVal val="visible"/>
                                      </p:to>
                                    </p:set>
                                    <p:animEffect transition="in" filter="wipe(left)">
                                      <p:cBhvr>
                                        <p:cTn id="22" dur="500"/>
                                        <p:tgtEl>
                                          <p:spTgt spid="788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419475" y="971550"/>
            <a:ext cx="5351463" cy="522288"/>
          </a:xfrm>
          <a:prstGeom prst="rect">
            <a:avLst/>
          </a:prstGeom>
          <a:noFill/>
        </p:spPr>
        <p:txBody>
          <a:bodyPr>
            <a:spAutoFit/>
          </a:bodyPr>
          <a:lstStyle/>
          <a:p>
            <a:pPr fontAlgn="auto">
              <a:spcBef>
                <a:spcPts val="0"/>
              </a:spcBef>
              <a:spcAft>
                <a:spcPts val="0"/>
              </a:spcAft>
              <a:defRPr/>
            </a:pPr>
            <a:r>
              <a:rPr lang="zh-CN" altLang="en-US" sz="2800" b="1">
                <a:ln/>
                <a:solidFill>
                  <a:schemeClr val="accent1"/>
                </a:solidFill>
                <a:effectLst>
                  <a:outerShdw blurRad="38100" dist="25400" dir="5400000" algn="ctr" rotWithShape="0">
                    <a:srgbClr val="6E747A">
                      <a:alpha val="43000"/>
                    </a:srgbClr>
                  </a:outerShdw>
                </a:effectLst>
                <a:latin typeface="+mn-lt"/>
                <a:ea typeface="+mn-ea"/>
              </a:rPr>
              <a:t>(2)用圆弧连接一直线和一圆弧</a:t>
            </a:r>
          </a:p>
        </p:txBody>
      </p:sp>
      <p:pic>
        <p:nvPicPr>
          <p:cNvPr id="502786" name="图片 5"/>
          <p:cNvPicPr>
            <a:picLocks noChangeAspect="1"/>
          </p:cNvPicPr>
          <p:nvPr/>
        </p:nvPicPr>
        <p:blipFill>
          <a:blip r:embed="rId2"/>
          <a:srcRect/>
          <a:stretch>
            <a:fillRect/>
          </a:stretch>
        </p:blipFill>
        <p:spPr bwMode="auto">
          <a:xfrm>
            <a:off x="914400" y="1801813"/>
            <a:ext cx="10799763" cy="3900487"/>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descr="b0105j"/>
          <p:cNvPicPr>
            <a:picLocks noChangeAspect="1"/>
          </p:cNvPicPr>
          <p:nvPr/>
        </p:nvPicPr>
        <p:blipFill>
          <a:blip r:embed="rId2"/>
          <a:srcRect/>
          <a:stretch>
            <a:fillRect/>
          </a:stretch>
        </p:blipFill>
        <p:spPr bwMode="auto">
          <a:xfrm>
            <a:off x="320675" y="2236788"/>
            <a:ext cx="3330575" cy="2811462"/>
          </a:xfrm>
          <a:prstGeom prst="rect">
            <a:avLst/>
          </a:prstGeom>
          <a:noFill/>
          <a:ln w="9525">
            <a:noFill/>
            <a:miter lim="800000"/>
            <a:headEnd/>
            <a:tailEnd/>
          </a:ln>
        </p:spPr>
      </p:pic>
      <p:pic>
        <p:nvPicPr>
          <p:cNvPr id="93188" name="Picture 4" descr="b0105k"/>
          <p:cNvPicPr>
            <a:picLocks noChangeAspect="1"/>
          </p:cNvPicPr>
          <p:nvPr/>
        </p:nvPicPr>
        <p:blipFill>
          <a:blip r:embed="rId3"/>
          <a:srcRect/>
          <a:stretch>
            <a:fillRect/>
          </a:stretch>
        </p:blipFill>
        <p:spPr bwMode="auto">
          <a:xfrm>
            <a:off x="4759325" y="2306638"/>
            <a:ext cx="3067050" cy="2671762"/>
          </a:xfrm>
          <a:prstGeom prst="rect">
            <a:avLst/>
          </a:prstGeom>
          <a:noFill/>
          <a:ln w="9525">
            <a:noFill/>
            <a:miter lim="800000"/>
            <a:headEnd/>
            <a:tailEnd/>
          </a:ln>
        </p:spPr>
      </p:pic>
      <p:pic>
        <p:nvPicPr>
          <p:cNvPr id="93187" name="Picture 3" descr="b0105l"/>
          <p:cNvPicPr>
            <a:picLocks noChangeAspect="1"/>
          </p:cNvPicPr>
          <p:nvPr/>
        </p:nvPicPr>
        <p:blipFill>
          <a:blip r:embed="rId4"/>
          <a:srcRect/>
          <a:stretch>
            <a:fillRect/>
          </a:stretch>
        </p:blipFill>
        <p:spPr bwMode="auto">
          <a:xfrm>
            <a:off x="8901113" y="2306638"/>
            <a:ext cx="2857500" cy="2601912"/>
          </a:xfrm>
          <a:prstGeom prst="rect">
            <a:avLst/>
          </a:prstGeom>
          <a:noFill/>
          <a:ln w="9525">
            <a:noFill/>
            <a:miter lim="800000"/>
            <a:headEnd/>
            <a:tailEnd/>
          </a:ln>
        </p:spPr>
      </p:pic>
      <p:sp>
        <p:nvSpPr>
          <p:cNvPr id="66565" name="TextBox 6"/>
          <p:cNvSpPr txBox="1"/>
          <p:nvPr/>
        </p:nvSpPr>
        <p:spPr>
          <a:xfrm>
            <a:off x="3003550" y="819150"/>
            <a:ext cx="6184900" cy="583565"/>
          </a:xfrm>
          <a:prstGeom prst="rect">
            <a:avLst/>
          </a:prstGeom>
          <a:noFill/>
          <a:ln w="9525">
            <a:noFill/>
          </a:ln>
        </p:spPr>
        <p:txBody>
          <a:bodyPr>
            <a:spAutoFit/>
            <a:scene3d>
              <a:camera prst="orthographicFront"/>
              <a:lightRig rig="threePt" dir="t"/>
            </a:scene3d>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0"/>
              </a:spcBef>
              <a:buFont typeface="Arial" panose="020B0604020202020204" pitchFamily="34" charset="0"/>
              <a:buNone/>
              <a:defRPr/>
            </a:pPr>
            <a:r>
              <a:rPr lang="zh-CN" altLang="en-US"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(3)用圆弧外切连接两个已知圆弧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3186"/>
                                        </p:tgtEl>
                                        <p:attrNameLst>
                                          <p:attrName>style.visibility</p:attrName>
                                        </p:attrNameLst>
                                      </p:cBhvr>
                                      <p:to>
                                        <p:strVal val="visible"/>
                                      </p:to>
                                    </p:set>
                                    <p:animEffect transition="in" filter="wipe(left)">
                                      <p:cBhvr>
                                        <p:cTn id="7" dur="500"/>
                                        <p:tgtEl>
                                          <p:spTgt spid="931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3188"/>
                                        </p:tgtEl>
                                        <p:attrNameLst>
                                          <p:attrName>style.visibility</p:attrName>
                                        </p:attrNameLst>
                                      </p:cBhvr>
                                      <p:to>
                                        <p:strVal val="visible"/>
                                      </p:to>
                                    </p:set>
                                    <p:animEffect transition="in" filter="wipe(left)">
                                      <p:cBhvr>
                                        <p:cTn id="12" dur="500"/>
                                        <p:tgtEl>
                                          <p:spTgt spid="9318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3187"/>
                                        </p:tgtEl>
                                        <p:attrNameLst>
                                          <p:attrName>style.visibility</p:attrName>
                                        </p:attrNameLst>
                                      </p:cBhvr>
                                      <p:to>
                                        <p:strVal val="visible"/>
                                      </p:to>
                                    </p:set>
                                    <p:animEffect transition="in" filter="wipe(left)">
                                      <p:cBhvr>
                                        <p:cTn id="17" dur="500"/>
                                        <p:tgtEl>
                                          <p:spTgt spid="93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1" name="Picture 3" descr="b0105m"/>
          <p:cNvPicPr>
            <a:picLocks noChangeAspect="1"/>
          </p:cNvPicPr>
          <p:nvPr/>
        </p:nvPicPr>
        <p:blipFill>
          <a:blip r:embed="rId2"/>
          <a:srcRect/>
          <a:stretch>
            <a:fillRect/>
          </a:stretch>
        </p:blipFill>
        <p:spPr bwMode="auto">
          <a:xfrm>
            <a:off x="498475" y="2570163"/>
            <a:ext cx="3240088" cy="2362200"/>
          </a:xfrm>
          <a:prstGeom prst="rect">
            <a:avLst/>
          </a:prstGeom>
          <a:noFill/>
          <a:ln w="9525">
            <a:noFill/>
            <a:miter lim="800000"/>
            <a:headEnd/>
            <a:tailEnd/>
          </a:ln>
        </p:spPr>
      </p:pic>
      <p:pic>
        <p:nvPicPr>
          <p:cNvPr id="94210" name="Picture 2" descr="b0105n"/>
          <p:cNvPicPr>
            <a:picLocks noChangeAspect="1"/>
          </p:cNvPicPr>
          <p:nvPr/>
        </p:nvPicPr>
        <p:blipFill>
          <a:blip r:embed="rId3"/>
          <a:srcRect/>
          <a:stretch>
            <a:fillRect/>
          </a:stretch>
        </p:blipFill>
        <p:spPr bwMode="auto">
          <a:xfrm>
            <a:off x="4368800" y="2395538"/>
            <a:ext cx="3240088" cy="2711450"/>
          </a:xfrm>
          <a:prstGeom prst="rect">
            <a:avLst/>
          </a:prstGeom>
          <a:noFill/>
          <a:ln w="9525">
            <a:noFill/>
            <a:miter lim="800000"/>
            <a:headEnd/>
            <a:tailEnd/>
          </a:ln>
        </p:spPr>
      </p:pic>
      <p:pic>
        <p:nvPicPr>
          <p:cNvPr id="94209" name="Picture 1" descr="b0105o"/>
          <p:cNvPicPr>
            <a:picLocks noChangeAspect="1"/>
          </p:cNvPicPr>
          <p:nvPr/>
        </p:nvPicPr>
        <p:blipFill>
          <a:blip r:embed="rId4"/>
          <a:srcRect/>
          <a:stretch>
            <a:fillRect/>
          </a:stretch>
        </p:blipFill>
        <p:spPr bwMode="auto">
          <a:xfrm>
            <a:off x="8351838" y="2484438"/>
            <a:ext cx="3240087" cy="2720975"/>
          </a:xfrm>
          <a:prstGeom prst="rect">
            <a:avLst/>
          </a:prstGeom>
          <a:noFill/>
          <a:ln w="9525">
            <a:noFill/>
            <a:miter lim="800000"/>
            <a:headEnd/>
            <a:tailEnd/>
          </a:ln>
        </p:spPr>
      </p:pic>
      <p:sp>
        <p:nvSpPr>
          <p:cNvPr id="67589" name="TextBox 6"/>
          <p:cNvSpPr txBox="1"/>
          <p:nvPr/>
        </p:nvSpPr>
        <p:spPr>
          <a:xfrm>
            <a:off x="2897188" y="984250"/>
            <a:ext cx="6738937" cy="58420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0"/>
              </a:spcBef>
              <a:buFont typeface="Arial" panose="020B0604020202020204" pitchFamily="34" charset="0"/>
              <a:buNone/>
              <a:defRPr/>
            </a:pPr>
            <a:r>
              <a:rPr lang="zh-CN" altLang="en-US"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(4)用圆弧内切连接两个已知圆弧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4211"/>
                                        </p:tgtEl>
                                        <p:attrNameLst>
                                          <p:attrName>style.visibility</p:attrName>
                                        </p:attrNameLst>
                                      </p:cBhvr>
                                      <p:to>
                                        <p:strVal val="visible"/>
                                      </p:to>
                                    </p:set>
                                    <p:animEffect transition="in" filter="wipe(left)">
                                      <p:cBhvr>
                                        <p:cTn id="7" dur="2000"/>
                                        <p:tgtEl>
                                          <p:spTgt spid="942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4210"/>
                                        </p:tgtEl>
                                        <p:attrNameLst>
                                          <p:attrName>style.visibility</p:attrName>
                                        </p:attrNameLst>
                                      </p:cBhvr>
                                      <p:to>
                                        <p:strVal val="visible"/>
                                      </p:to>
                                    </p:set>
                                    <p:animEffect transition="in" filter="wipe(left)">
                                      <p:cBhvr>
                                        <p:cTn id="12" dur="2000"/>
                                        <p:tgtEl>
                                          <p:spTgt spid="942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4209"/>
                                        </p:tgtEl>
                                        <p:attrNameLst>
                                          <p:attrName>style.visibility</p:attrName>
                                        </p:attrNameLst>
                                      </p:cBhvr>
                                      <p:to>
                                        <p:strVal val="visible"/>
                                      </p:to>
                                    </p:set>
                                    <p:animEffect transition="in" filter="wipe(left)">
                                      <p:cBhvr>
                                        <p:cTn id="17" dur="2000"/>
                                        <p:tgtEl>
                                          <p:spTgt spid="94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7" name="Text Box 2"/>
          <p:cNvSpPr txBox="1">
            <a:spLocks noChangeArrowheads="1"/>
          </p:cNvSpPr>
          <p:nvPr/>
        </p:nvSpPr>
        <p:spPr bwMode="auto">
          <a:xfrm>
            <a:off x="2057400" y="3505200"/>
            <a:ext cx="2057400" cy="460375"/>
          </a:xfrm>
          <a:prstGeom prst="rect">
            <a:avLst/>
          </a:prstGeom>
          <a:noFill/>
          <a:ln w="9525">
            <a:noFill/>
            <a:miter lim="800000"/>
            <a:headEnd/>
            <a:tailEnd/>
          </a:ln>
        </p:spPr>
        <p:txBody>
          <a:bodyPr>
            <a:spAutoFit/>
          </a:bodyPr>
          <a:lstStyle/>
          <a:p>
            <a:pPr>
              <a:spcBef>
                <a:spcPct val="50000"/>
              </a:spcBef>
              <a:buFont typeface="Arial" charset="0"/>
              <a:buNone/>
            </a:pPr>
            <a:endParaRPr lang="zh-CN" altLang="zh-CN" sz="2400" b="1">
              <a:latin typeface="Times New Roman" pitchFamily="18" charset="0"/>
            </a:endParaRPr>
          </a:p>
        </p:txBody>
      </p:sp>
      <p:sp>
        <p:nvSpPr>
          <p:cNvPr id="56323" name="Text Box 4"/>
          <p:cNvSpPr txBox="1"/>
          <p:nvPr/>
        </p:nvSpPr>
        <p:spPr>
          <a:xfrm>
            <a:off x="1600200" y="3240088"/>
            <a:ext cx="5867400" cy="52228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50000"/>
              </a:spcBef>
              <a:buFont typeface="Arial" panose="020B0604020202020204" pitchFamily="34" charset="0"/>
              <a:buNone/>
              <a:defRPr/>
            </a:pPr>
            <a:r>
              <a:rPr lang="zh-CN" altLang="en-US" sz="2800" b="1" dirty="0">
                <a:ln/>
                <a:solidFill>
                  <a:schemeClr val="accent1"/>
                </a:solidFill>
                <a:effectLst>
                  <a:outerShdw blurRad="38100" dist="25400" dir="5400000" algn="ctr" rotWithShape="0">
                    <a:srgbClr val="6E747A">
                      <a:alpha val="43000"/>
                    </a:srgbClr>
                  </a:outerShdw>
                </a:effectLst>
                <a:latin typeface="Times New Roman" panose="02020603050405020304" pitchFamily="18" charset="0"/>
              </a:rPr>
              <a:t>徒手目测绘制的草图称为草图。</a:t>
            </a:r>
          </a:p>
        </p:txBody>
      </p:sp>
      <p:sp>
        <p:nvSpPr>
          <p:cNvPr id="56324" name="Text Box 6"/>
          <p:cNvSpPr txBox="1"/>
          <p:nvPr/>
        </p:nvSpPr>
        <p:spPr>
          <a:xfrm>
            <a:off x="1600200" y="1519238"/>
            <a:ext cx="8991600" cy="138430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50000"/>
              </a:spcBef>
              <a:buFont typeface="Arial" panose="020B0604020202020204" pitchFamily="34" charset="0"/>
              <a:buNone/>
              <a:defRPr/>
            </a:pPr>
            <a:r>
              <a:rPr lang="en-US" altLang="zh-CN" sz="2800" b="1" dirty="0">
                <a:latin typeface="黑体" panose="02010609060101010101" charset="-122"/>
                <a:ea typeface="黑体" panose="02010609060101010101" charset="-122"/>
              </a:rPr>
              <a:t>    </a:t>
            </a: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在设计、现场测绘时，都要徒手绘制草图，所以徒手绘制草图是一项基本技能，应能做到：图线分明、字体工整、比例匀称、图面整洁。</a:t>
            </a:r>
          </a:p>
        </p:txBody>
      </p:sp>
      <p:sp>
        <p:nvSpPr>
          <p:cNvPr id="56325" name="Text Box 7"/>
          <p:cNvSpPr txBox="1"/>
          <p:nvPr/>
        </p:nvSpPr>
        <p:spPr>
          <a:xfrm>
            <a:off x="1752600" y="3874135"/>
            <a:ext cx="7924800" cy="521970"/>
          </a:xfrm>
          <a:prstGeom prst="rect">
            <a:avLst/>
          </a:prstGeom>
          <a:noFill/>
          <a:ln w="9525">
            <a:noFill/>
          </a:ln>
        </p:spPr>
        <p:txBody>
          <a:bodyPr>
            <a:spAutoFit/>
            <a:scene3d>
              <a:camera prst="orthographicFront"/>
              <a:lightRig rig="threePt" dir="t"/>
            </a:scene3d>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50000"/>
              </a:spcBef>
              <a:buFont typeface="Arial" panose="020B0604020202020204" pitchFamily="34" charset="0"/>
              <a:buNone/>
              <a:defRPr/>
            </a:pP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绘制草图一般用</a:t>
            </a:r>
            <a:r>
              <a:rPr lang="en-US" altLang="zh-CN"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HB</a:t>
            </a: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铅笔，铅芯削成圆锥形。</a:t>
            </a:r>
          </a:p>
        </p:txBody>
      </p:sp>
      <p:sp>
        <p:nvSpPr>
          <p:cNvPr id="56326" name="Text Box 9"/>
          <p:cNvSpPr txBox="1"/>
          <p:nvPr/>
        </p:nvSpPr>
        <p:spPr>
          <a:xfrm>
            <a:off x="1752600" y="5248910"/>
            <a:ext cx="6781800" cy="521970"/>
          </a:xfrm>
          <a:prstGeom prst="rect">
            <a:avLst/>
          </a:prstGeom>
          <a:noFill/>
          <a:ln w="9525">
            <a:noFill/>
          </a:ln>
        </p:spPr>
        <p:txBody>
          <a:bodyPr>
            <a:spAutoFit/>
            <a:scene3d>
              <a:camera prst="orthographicFront"/>
              <a:lightRig rig="threePt" dir="t"/>
            </a:scene3d>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50000"/>
              </a:spcBef>
              <a:buFont typeface="Arial" panose="020B0604020202020204" pitchFamily="34" charset="0"/>
              <a:buNone/>
              <a:defRPr/>
            </a:pP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画直线时，执笔要稳，眼睛要注意终点。</a:t>
            </a:r>
          </a:p>
        </p:txBody>
      </p:sp>
      <p:sp>
        <p:nvSpPr>
          <p:cNvPr id="56327" name="Text Box 10"/>
          <p:cNvSpPr txBox="1"/>
          <p:nvPr/>
        </p:nvSpPr>
        <p:spPr>
          <a:xfrm>
            <a:off x="1752600" y="5928360"/>
            <a:ext cx="8520113" cy="521970"/>
          </a:xfrm>
          <a:prstGeom prst="rect">
            <a:avLst/>
          </a:prstGeom>
          <a:noFill/>
          <a:ln w="9525">
            <a:noFill/>
          </a:ln>
        </p:spPr>
        <p:txBody>
          <a:bodyPr>
            <a:spAutoFit/>
            <a:scene3d>
              <a:camera prst="orthographicFront"/>
              <a:lightRig rig="threePt" dir="t"/>
            </a:scene3d>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50000"/>
              </a:spcBef>
              <a:buFont typeface="Arial" panose="020B0604020202020204" pitchFamily="34" charset="0"/>
              <a:buNone/>
              <a:defRPr/>
            </a:pP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画较短线时，只运动手腕；画长线时，运动手臂。</a:t>
            </a:r>
          </a:p>
        </p:txBody>
      </p:sp>
      <p:sp>
        <p:nvSpPr>
          <p:cNvPr id="56328" name="Text Box 12"/>
          <p:cNvSpPr txBox="1"/>
          <p:nvPr/>
        </p:nvSpPr>
        <p:spPr>
          <a:xfrm>
            <a:off x="2063750" y="4508500"/>
            <a:ext cx="2074863" cy="584200"/>
          </a:xfrm>
          <a:prstGeom prst="rect">
            <a:avLst/>
          </a:prstGeom>
          <a:noFill/>
          <a:ln w="12700">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0"/>
              </a:spcBef>
              <a:buFont typeface="Arial" panose="020B0604020202020204" pitchFamily="34" charset="0"/>
              <a:buNone/>
              <a:defRPr/>
            </a:pPr>
            <a:r>
              <a:rPr lang="en-US" altLang="zh-CN"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1</a:t>
            </a:r>
            <a:r>
              <a:rPr lang="zh-CN" altLang="en-US"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、画直线</a:t>
            </a:r>
          </a:p>
        </p:txBody>
      </p:sp>
      <p:sp>
        <p:nvSpPr>
          <p:cNvPr id="505864" name="文本框 1"/>
          <p:cNvSpPr txBox="1">
            <a:spLocks noChangeArrowheads="1"/>
          </p:cNvSpPr>
          <p:nvPr/>
        </p:nvSpPr>
        <p:spPr bwMode="auto">
          <a:xfrm>
            <a:off x="4533900" y="346498"/>
            <a:ext cx="3322637" cy="768350"/>
          </a:xfrm>
          <a:prstGeom prst="rect">
            <a:avLst/>
          </a:prstGeom>
          <a:noFill/>
          <a:ln w="9525">
            <a:noFill/>
            <a:miter lim="800000"/>
            <a:headEnd/>
            <a:tailEnd/>
          </a:ln>
        </p:spPr>
        <p:txBody>
          <a:bodyPr wrap="none">
            <a:spAutoFit/>
          </a:bodyPr>
          <a:lstStyle/>
          <a:p>
            <a:r>
              <a:rPr lang="en-US" altLang="zh-CN" sz="3600" b="1" i="1" dirty="0">
                <a:solidFill>
                  <a:srgbClr val="0066CC"/>
                </a:solidFill>
                <a:latin typeface="Times New Roman" pitchFamily="18" charset="0"/>
                <a:ea typeface="微软雅黑" pitchFamily="34" charset="-122"/>
                <a:cs typeface="Times New Roman" pitchFamily="18" charset="0"/>
                <a:sym typeface="+mn-ea"/>
              </a:rPr>
              <a:t>2.2.2 </a:t>
            </a:r>
            <a:r>
              <a:rPr lang="en-US" altLang="zh-CN" sz="3600" b="1" i="1" dirty="0" err="1">
                <a:solidFill>
                  <a:srgbClr val="0066CC"/>
                </a:solidFill>
                <a:latin typeface="Times New Roman" pitchFamily="18" charset="0"/>
                <a:ea typeface="微软雅黑" pitchFamily="34" charset="-122"/>
                <a:cs typeface="Times New Roman" pitchFamily="18" charset="0"/>
                <a:sym typeface="+mn-ea"/>
              </a:rPr>
              <a:t>徒手绘图</a:t>
            </a:r>
            <a:r>
              <a:rPr lang="zh-CN" altLang="en-US" sz="4400" b="1" dirty="0">
                <a:solidFill>
                  <a:srgbClr val="FF0000"/>
                </a:solidFill>
                <a:latin typeface="黑体" pitchFamily="49" charset="-122"/>
                <a:sym typeface="+mn-ea"/>
              </a:rPr>
              <a:t> </a:t>
            </a:r>
            <a:endParaRPr lang="zh-CN" altLang="en-US" sz="4400" b="1" dirty="0">
              <a:solidFill>
                <a:srgbClr val="FF0000"/>
              </a:solidFill>
              <a:latin typeface="黑体" pitchFamily="49"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1" name="Text Box 2"/>
          <p:cNvSpPr txBox="1">
            <a:spLocks noChangeArrowheads="1"/>
          </p:cNvSpPr>
          <p:nvPr/>
        </p:nvSpPr>
        <p:spPr bwMode="auto">
          <a:xfrm>
            <a:off x="7310438" y="3000375"/>
            <a:ext cx="2225675" cy="911225"/>
          </a:xfrm>
          <a:prstGeom prst="rect">
            <a:avLst/>
          </a:prstGeom>
          <a:noFill/>
          <a:ln w="9525">
            <a:noFill/>
            <a:miter lim="800000"/>
            <a:headEnd/>
            <a:tailEnd/>
          </a:ln>
        </p:spPr>
        <p:txBody>
          <a:bodyPr/>
          <a:lstStyle/>
          <a:p>
            <a:pPr algn="just" eaLnBrk="0" hangingPunct="0">
              <a:buFont typeface="Arial" charset="0"/>
              <a:buNone/>
            </a:pPr>
            <a:r>
              <a:rPr lang="zh-CN" altLang="en-US" sz="2400" b="1">
                <a:latin typeface="Times New Roman" pitchFamily="18" charset="0"/>
                <a:ea typeface="黑体" pitchFamily="49" charset="-122"/>
              </a:rPr>
              <a:t>画斜线时，</a:t>
            </a:r>
          </a:p>
          <a:p>
            <a:pPr algn="just" eaLnBrk="0" hangingPunct="0">
              <a:buFont typeface="Arial" charset="0"/>
              <a:buNone/>
            </a:pPr>
            <a:r>
              <a:rPr lang="zh-CN" altLang="en-US" sz="2400" b="1">
                <a:latin typeface="Times New Roman" pitchFamily="18" charset="0"/>
                <a:ea typeface="黑体" pitchFamily="49" charset="-122"/>
              </a:rPr>
              <a:t>可转动图纸</a:t>
            </a:r>
          </a:p>
        </p:txBody>
      </p:sp>
      <p:sp>
        <p:nvSpPr>
          <p:cNvPr id="506882" name="Text Box 3"/>
          <p:cNvSpPr txBox="1">
            <a:spLocks noChangeArrowheads="1"/>
          </p:cNvSpPr>
          <p:nvPr/>
        </p:nvSpPr>
        <p:spPr bwMode="auto">
          <a:xfrm>
            <a:off x="2209800" y="3017838"/>
            <a:ext cx="2376488" cy="911225"/>
          </a:xfrm>
          <a:prstGeom prst="rect">
            <a:avLst/>
          </a:prstGeom>
          <a:noFill/>
          <a:ln w="9525">
            <a:noFill/>
            <a:miter lim="800000"/>
            <a:headEnd/>
            <a:tailEnd/>
          </a:ln>
        </p:spPr>
        <p:txBody>
          <a:bodyPr/>
          <a:lstStyle/>
          <a:p>
            <a:pPr algn="just" eaLnBrk="0" hangingPunct="0">
              <a:buFont typeface="Arial" charset="0"/>
              <a:buNone/>
            </a:pPr>
            <a:r>
              <a:rPr lang="zh-CN" altLang="en-US" sz="2400" b="1">
                <a:solidFill>
                  <a:srgbClr val="000000"/>
                </a:solidFill>
                <a:latin typeface="Times New Roman" pitchFamily="18" charset="0"/>
                <a:ea typeface="黑体" pitchFamily="49" charset="-122"/>
              </a:rPr>
              <a:t>画水平线时，</a:t>
            </a:r>
          </a:p>
          <a:p>
            <a:pPr algn="just" eaLnBrk="0" hangingPunct="0">
              <a:buFont typeface="Arial" charset="0"/>
              <a:buNone/>
            </a:pPr>
            <a:r>
              <a:rPr lang="zh-CN" altLang="en-US" sz="2400" b="1">
                <a:solidFill>
                  <a:srgbClr val="000000"/>
                </a:solidFill>
                <a:latin typeface="Times New Roman" pitchFamily="18" charset="0"/>
                <a:ea typeface="黑体" pitchFamily="49" charset="-122"/>
              </a:rPr>
              <a:t>从左向右画</a:t>
            </a:r>
          </a:p>
        </p:txBody>
      </p:sp>
      <p:sp>
        <p:nvSpPr>
          <p:cNvPr id="506883" name="Text Box 4"/>
          <p:cNvSpPr txBox="1">
            <a:spLocks noChangeArrowheads="1"/>
          </p:cNvSpPr>
          <p:nvPr/>
        </p:nvSpPr>
        <p:spPr bwMode="auto">
          <a:xfrm>
            <a:off x="4800600" y="3017838"/>
            <a:ext cx="2438400" cy="911225"/>
          </a:xfrm>
          <a:prstGeom prst="rect">
            <a:avLst/>
          </a:prstGeom>
          <a:noFill/>
          <a:ln w="9525">
            <a:noFill/>
            <a:miter lim="800000"/>
            <a:headEnd/>
            <a:tailEnd/>
          </a:ln>
        </p:spPr>
        <p:txBody>
          <a:bodyPr/>
          <a:lstStyle/>
          <a:p>
            <a:pPr algn="just" eaLnBrk="0" hangingPunct="0">
              <a:buFont typeface="Arial" charset="0"/>
              <a:buNone/>
            </a:pPr>
            <a:r>
              <a:rPr lang="zh-CN" altLang="en-US" sz="2400" b="1">
                <a:latin typeface="Times New Roman" pitchFamily="18" charset="0"/>
                <a:ea typeface="黑体" pitchFamily="49" charset="-122"/>
              </a:rPr>
              <a:t>画垂直线时，</a:t>
            </a:r>
          </a:p>
          <a:p>
            <a:pPr algn="just" eaLnBrk="0" hangingPunct="0">
              <a:buFont typeface="Arial" charset="0"/>
              <a:buNone/>
            </a:pPr>
            <a:r>
              <a:rPr lang="zh-CN" altLang="en-US" sz="2400" b="1">
                <a:latin typeface="Times New Roman" pitchFamily="18" charset="0"/>
                <a:ea typeface="黑体" pitchFamily="49" charset="-122"/>
              </a:rPr>
              <a:t>自上而下画</a:t>
            </a:r>
          </a:p>
        </p:txBody>
      </p:sp>
      <p:pic>
        <p:nvPicPr>
          <p:cNvPr id="34822" name="Picture 6"/>
          <p:cNvPicPr>
            <a:picLocks noChangeAspect="1"/>
          </p:cNvPicPr>
          <p:nvPr/>
        </p:nvPicPr>
        <p:blipFill>
          <a:blip r:embed="rId2">
            <a:clrChange>
              <a:clrFrom>
                <a:srgbClr val="FEFEFE"/>
              </a:clrFrom>
              <a:clrTo>
                <a:srgbClr val="FEFEFE">
                  <a:alpha val="0"/>
                </a:srgbClr>
              </a:clrTo>
            </a:clrChange>
          </a:blip>
          <a:srcRect l="4556" t="20432" r="6581" b="4097"/>
          <a:stretch>
            <a:fillRect/>
          </a:stretch>
        </p:blipFill>
        <p:spPr bwMode="auto">
          <a:xfrm>
            <a:off x="2782888" y="3983038"/>
            <a:ext cx="6400800" cy="2017712"/>
          </a:xfrm>
          <a:prstGeom prst="rect">
            <a:avLst/>
          </a:prstGeom>
          <a:noFill/>
          <a:ln w="9525">
            <a:noFill/>
            <a:miter lim="800000"/>
            <a:headEnd/>
            <a:tailEnd/>
          </a:ln>
        </p:spPr>
      </p:pic>
      <p:sp>
        <p:nvSpPr>
          <p:cNvPr id="34823" name="Text Box 7"/>
          <p:cNvSpPr txBox="1">
            <a:spLocks noChangeArrowheads="1"/>
          </p:cNvSpPr>
          <p:nvPr/>
        </p:nvSpPr>
        <p:spPr bwMode="auto">
          <a:xfrm>
            <a:off x="2782888" y="6092825"/>
            <a:ext cx="6630987" cy="615950"/>
          </a:xfrm>
          <a:prstGeom prst="rect">
            <a:avLst/>
          </a:prstGeom>
          <a:noFill/>
          <a:ln w="9525">
            <a:noFill/>
            <a:miter lim="800000"/>
            <a:headEnd/>
            <a:tailEnd/>
          </a:ln>
        </p:spPr>
        <p:txBody>
          <a:bodyPr/>
          <a:lstStyle/>
          <a:p>
            <a:pPr algn="just" eaLnBrk="0" hangingPunct="0">
              <a:buFont typeface="Arial" charset="0"/>
              <a:buNone/>
            </a:pPr>
            <a:r>
              <a:rPr lang="zh-CN" altLang="en-US" sz="2400" b="1">
                <a:solidFill>
                  <a:srgbClr val="000000"/>
                </a:solidFill>
                <a:latin typeface="黑体" pitchFamily="49" charset="-122"/>
                <a:ea typeface="黑体" pitchFamily="49" charset="-122"/>
              </a:rPr>
              <a:t>徒手画</a:t>
            </a:r>
            <a:r>
              <a:rPr lang="en-US" altLang="zh-CN" sz="2400" b="1">
                <a:solidFill>
                  <a:srgbClr val="000000"/>
                </a:solidFill>
                <a:latin typeface="黑体" pitchFamily="49" charset="-122"/>
                <a:ea typeface="黑体" pitchFamily="49" charset="-122"/>
              </a:rPr>
              <a:t>30°</a:t>
            </a:r>
            <a:r>
              <a:rPr lang="zh-CN" altLang="en-US" sz="2400" b="1">
                <a:solidFill>
                  <a:srgbClr val="000000"/>
                </a:solidFill>
                <a:latin typeface="黑体" pitchFamily="49" charset="-122"/>
                <a:ea typeface="黑体" pitchFamily="49" charset="-122"/>
              </a:rPr>
              <a:t>、</a:t>
            </a:r>
            <a:r>
              <a:rPr lang="en-US" altLang="zh-CN" sz="2400" b="1">
                <a:solidFill>
                  <a:srgbClr val="000000"/>
                </a:solidFill>
                <a:latin typeface="黑体" pitchFamily="49" charset="-122"/>
                <a:ea typeface="黑体" pitchFamily="49" charset="-122"/>
              </a:rPr>
              <a:t>45°</a:t>
            </a:r>
            <a:r>
              <a:rPr lang="zh-CN" altLang="en-US" sz="2400" b="1">
                <a:solidFill>
                  <a:srgbClr val="000000"/>
                </a:solidFill>
                <a:latin typeface="黑体" pitchFamily="49" charset="-122"/>
                <a:ea typeface="黑体" pitchFamily="49" charset="-122"/>
              </a:rPr>
              <a:t>、</a:t>
            </a:r>
            <a:r>
              <a:rPr lang="en-US" altLang="zh-CN" sz="2400" b="1">
                <a:solidFill>
                  <a:srgbClr val="000000"/>
                </a:solidFill>
                <a:latin typeface="黑体" pitchFamily="49" charset="-122"/>
                <a:ea typeface="黑体" pitchFamily="49" charset="-122"/>
              </a:rPr>
              <a:t>60°</a:t>
            </a:r>
            <a:r>
              <a:rPr lang="zh-CN" altLang="en-US" sz="2400" b="1">
                <a:solidFill>
                  <a:srgbClr val="000000"/>
                </a:solidFill>
                <a:latin typeface="黑体" pitchFamily="49" charset="-122"/>
                <a:ea typeface="黑体" pitchFamily="49" charset="-122"/>
              </a:rPr>
              <a:t>斜线的方法</a:t>
            </a:r>
          </a:p>
          <a:p>
            <a:pPr algn="just" eaLnBrk="0" hangingPunct="0">
              <a:buFont typeface="Arial" charset="0"/>
              <a:buNone/>
            </a:pPr>
            <a:endParaRPr lang="en-US" altLang="zh-CN" sz="2400" b="1">
              <a:solidFill>
                <a:srgbClr val="000000"/>
              </a:solidFill>
              <a:latin typeface="黑体" pitchFamily="49" charset="-122"/>
              <a:ea typeface="黑体" pitchFamily="49" charset="-122"/>
            </a:endParaRPr>
          </a:p>
        </p:txBody>
      </p:sp>
      <p:pic>
        <p:nvPicPr>
          <p:cNvPr id="34824" name="Picture 8" descr="0115"/>
          <p:cNvPicPr>
            <a:picLocks noChangeAspect="1"/>
          </p:cNvPicPr>
          <p:nvPr/>
        </p:nvPicPr>
        <p:blipFill>
          <a:blip r:embed="rId3"/>
          <a:srcRect/>
          <a:stretch>
            <a:fillRect/>
          </a:stretch>
        </p:blipFill>
        <p:spPr bwMode="auto">
          <a:xfrm>
            <a:off x="2451100" y="785813"/>
            <a:ext cx="6716713" cy="18573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4824"/>
                                        </p:tgtEl>
                                        <p:attrNameLst>
                                          <p:attrName>style.visibility</p:attrName>
                                        </p:attrNameLst>
                                      </p:cBhvr>
                                      <p:to>
                                        <p:strVal val="visible"/>
                                      </p:to>
                                    </p:set>
                                    <p:animEffect transition="in" filter="wipe(left)">
                                      <p:cBhvr>
                                        <p:cTn id="7" dur="2000"/>
                                        <p:tgtEl>
                                          <p:spTgt spid="348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23"/>
                                        </p:tgtEl>
                                        <p:attrNameLst>
                                          <p:attrName>style.visibility</p:attrName>
                                        </p:attrNameLst>
                                      </p:cBhvr>
                                      <p:to>
                                        <p:strVal val="visible"/>
                                      </p:to>
                                    </p:set>
                                    <p:animEffect transition="in" filter="wipe(left)">
                                      <p:cBhvr>
                                        <p:cTn id="12" dur="500"/>
                                        <p:tgtEl>
                                          <p:spTgt spid="348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4822"/>
                                        </p:tgtEl>
                                        <p:attrNameLst>
                                          <p:attrName>style.visibility</p:attrName>
                                        </p:attrNameLst>
                                      </p:cBhvr>
                                      <p:to>
                                        <p:strVal val="visible"/>
                                      </p:to>
                                    </p:set>
                                    <p:animEffect transition="in" filter="wipe(left)">
                                      <p:cBhvr>
                                        <p:cTn id="17" dur="2000"/>
                                        <p:tgtEl>
                                          <p:spTgt spid="348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5" name="Text Box 2"/>
          <p:cNvSpPr txBox="1">
            <a:spLocks noChangeArrowheads="1"/>
          </p:cNvSpPr>
          <p:nvPr/>
        </p:nvSpPr>
        <p:spPr bwMode="auto">
          <a:xfrm>
            <a:off x="2619375" y="4452938"/>
            <a:ext cx="2971800" cy="487362"/>
          </a:xfrm>
          <a:prstGeom prst="rect">
            <a:avLst/>
          </a:prstGeom>
          <a:noFill/>
          <a:ln w="9525">
            <a:noFill/>
            <a:miter lim="800000"/>
            <a:headEnd/>
            <a:tailEnd/>
          </a:ln>
        </p:spPr>
        <p:txBody>
          <a:bodyPr/>
          <a:lstStyle/>
          <a:p>
            <a:pPr algn="just" eaLnBrk="0" hangingPunct="0">
              <a:buFont typeface="Arial" charset="0"/>
              <a:buNone/>
            </a:pPr>
            <a:r>
              <a:rPr lang="zh-CN" altLang="en-US" sz="2400">
                <a:solidFill>
                  <a:srgbClr val="000000"/>
                </a:solidFill>
                <a:latin typeface="黑体" pitchFamily="49" charset="-122"/>
                <a:ea typeface="黑体" pitchFamily="49" charset="-122"/>
              </a:rPr>
              <a:t>（</a:t>
            </a:r>
            <a:r>
              <a:rPr lang="en-US" altLang="zh-CN" sz="2400" i="1">
                <a:solidFill>
                  <a:srgbClr val="000000"/>
                </a:solidFill>
                <a:latin typeface="Times New Roman" pitchFamily="18" charset="0"/>
                <a:cs typeface="Times New Roman" pitchFamily="18" charset="0"/>
              </a:rPr>
              <a:t>a</a:t>
            </a:r>
            <a:r>
              <a:rPr lang="zh-CN" altLang="en-US" sz="2400">
                <a:solidFill>
                  <a:srgbClr val="000000"/>
                </a:solidFill>
                <a:latin typeface="黑体" pitchFamily="49" charset="-122"/>
                <a:ea typeface="黑体" pitchFamily="49" charset="-122"/>
              </a:rPr>
              <a:t>）小圆画法  </a:t>
            </a:r>
          </a:p>
        </p:txBody>
      </p:sp>
      <p:sp>
        <p:nvSpPr>
          <p:cNvPr id="507906" name="Text Box 3"/>
          <p:cNvSpPr txBox="1">
            <a:spLocks noChangeArrowheads="1"/>
          </p:cNvSpPr>
          <p:nvPr/>
        </p:nvSpPr>
        <p:spPr bwMode="auto">
          <a:xfrm>
            <a:off x="6869113" y="4525963"/>
            <a:ext cx="2971800" cy="487362"/>
          </a:xfrm>
          <a:prstGeom prst="rect">
            <a:avLst/>
          </a:prstGeom>
          <a:noFill/>
          <a:ln w="9525">
            <a:noFill/>
            <a:miter lim="800000"/>
            <a:headEnd/>
            <a:tailEnd/>
          </a:ln>
        </p:spPr>
        <p:txBody>
          <a:bodyPr/>
          <a:lstStyle/>
          <a:p>
            <a:pPr algn="just" eaLnBrk="0" hangingPunct="0">
              <a:buFont typeface="Arial" charset="0"/>
              <a:buNone/>
            </a:pPr>
            <a:r>
              <a:rPr lang="zh-CN" altLang="en-US" sz="2400">
                <a:solidFill>
                  <a:srgbClr val="000000"/>
                </a:solidFill>
                <a:latin typeface="Times New Roman" pitchFamily="18" charset="0"/>
              </a:rPr>
              <a:t>（</a:t>
            </a:r>
            <a:r>
              <a:rPr lang="en-US" altLang="zh-CN" sz="2400" i="1">
                <a:solidFill>
                  <a:srgbClr val="000000"/>
                </a:solidFill>
                <a:latin typeface="Times New Roman" pitchFamily="18" charset="0"/>
              </a:rPr>
              <a:t>b</a:t>
            </a:r>
            <a:r>
              <a:rPr lang="zh-CN" altLang="en-US" sz="2400">
                <a:solidFill>
                  <a:srgbClr val="000000"/>
                </a:solidFill>
                <a:latin typeface="Times New Roman" pitchFamily="18" charset="0"/>
              </a:rPr>
              <a:t>）</a:t>
            </a:r>
            <a:r>
              <a:rPr lang="zh-CN" altLang="en-US" sz="2400">
                <a:solidFill>
                  <a:srgbClr val="000000"/>
                </a:solidFill>
                <a:latin typeface="Times New Roman" pitchFamily="18" charset="0"/>
                <a:ea typeface="黑体" pitchFamily="49" charset="-122"/>
              </a:rPr>
              <a:t>大圆画法</a:t>
            </a:r>
          </a:p>
        </p:txBody>
      </p:sp>
      <p:sp>
        <p:nvSpPr>
          <p:cNvPr id="58372" name="Text Box 4" descr="80%"/>
          <p:cNvSpPr txBox="1"/>
          <p:nvPr/>
        </p:nvSpPr>
        <p:spPr>
          <a:xfrm>
            <a:off x="1774825" y="700088"/>
            <a:ext cx="2362200" cy="52228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50000"/>
              </a:spcBef>
              <a:buFont typeface="Arial" panose="020B0604020202020204" pitchFamily="34" charset="0"/>
              <a:buNone/>
              <a:defRPr/>
            </a:pPr>
            <a:r>
              <a:rPr lang="en-US" altLang="zh-CN"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2</a:t>
            </a: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、画圆</a:t>
            </a:r>
          </a:p>
        </p:txBody>
      </p:sp>
      <p:sp>
        <p:nvSpPr>
          <p:cNvPr id="58373" name="Text Box 5"/>
          <p:cNvSpPr txBox="1"/>
          <p:nvPr/>
        </p:nvSpPr>
        <p:spPr>
          <a:xfrm>
            <a:off x="1801813" y="1557338"/>
            <a:ext cx="8686800" cy="52228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50000"/>
              </a:spcBef>
              <a:buFont typeface="Arial" panose="020B0604020202020204" pitchFamily="34" charset="0"/>
              <a:buNone/>
              <a:defRPr/>
            </a:pPr>
            <a:r>
              <a:rPr lang="zh-CN" altLang="en-US" sz="2800" b="1" dirty="0">
                <a:ln/>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黑体" panose="02010609060101010101" charset="-122"/>
              </a:rPr>
              <a:t>画圆时，应先定出圆心的位置，过圆心定出中心线。</a:t>
            </a:r>
          </a:p>
        </p:txBody>
      </p:sp>
      <p:pic>
        <p:nvPicPr>
          <p:cNvPr id="507909" name="Picture 6"/>
          <p:cNvPicPr>
            <a:picLocks noChangeAspect="1"/>
          </p:cNvPicPr>
          <p:nvPr/>
        </p:nvPicPr>
        <p:blipFill>
          <a:blip r:embed="rId2">
            <a:clrChange>
              <a:clrFrom>
                <a:srgbClr val="6DAEE0"/>
              </a:clrFrom>
              <a:clrTo>
                <a:srgbClr val="6DAEE0">
                  <a:alpha val="0"/>
                </a:srgbClr>
              </a:clrTo>
            </a:clrChange>
            <a:lum bright="-100000" contrast="48000"/>
          </a:blip>
          <a:srcRect/>
          <a:stretch>
            <a:fillRect/>
          </a:stretch>
        </p:blipFill>
        <p:spPr bwMode="auto">
          <a:xfrm>
            <a:off x="2424113" y="2276475"/>
            <a:ext cx="7467600" cy="2124075"/>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8929" name="Picture 4" descr="0117"/>
          <p:cNvPicPr>
            <a:picLocks noChangeAspect="1"/>
          </p:cNvPicPr>
          <p:nvPr/>
        </p:nvPicPr>
        <p:blipFill>
          <a:blip r:embed="rId2"/>
          <a:srcRect/>
          <a:stretch>
            <a:fillRect/>
          </a:stretch>
        </p:blipFill>
        <p:spPr bwMode="auto">
          <a:xfrm>
            <a:off x="1774825" y="3536950"/>
            <a:ext cx="8281988" cy="1331913"/>
          </a:xfrm>
          <a:prstGeom prst="rect">
            <a:avLst/>
          </a:prstGeom>
          <a:noFill/>
          <a:ln w="9525">
            <a:noFill/>
            <a:miter lim="800000"/>
            <a:headEnd/>
            <a:tailEnd/>
          </a:ln>
        </p:spPr>
      </p:pic>
      <p:sp>
        <p:nvSpPr>
          <p:cNvPr id="59395" name="Text Box 5" descr="80%"/>
          <p:cNvSpPr txBox="1"/>
          <p:nvPr/>
        </p:nvSpPr>
        <p:spPr>
          <a:xfrm>
            <a:off x="1774825" y="700088"/>
            <a:ext cx="2362200" cy="522287"/>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50000"/>
              </a:spcBef>
              <a:buFont typeface="Arial" panose="020B0604020202020204" pitchFamily="34" charset="0"/>
              <a:buNone/>
              <a:defRPr/>
            </a:pP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３、椭圆</a:t>
            </a:r>
          </a:p>
        </p:txBody>
      </p:sp>
      <p:sp>
        <p:nvSpPr>
          <p:cNvPr id="59396" name="Text Box 6"/>
          <p:cNvSpPr txBox="1"/>
          <p:nvPr/>
        </p:nvSpPr>
        <p:spPr>
          <a:xfrm>
            <a:off x="2043113" y="1365250"/>
            <a:ext cx="7834312" cy="136525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lnSpc>
                <a:spcPct val="115000"/>
              </a:lnSpc>
              <a:spcBef>
                <a:spcPct val="0"/>
              </a:spcBef>
              <a:buFont typeface="Arial" panose="020B0604020202020204" pitchFamily="34" charset="0"/>
              <a:buNone/>
              <a:defRPr/>
            </a:pP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根据椭圆的长短轴，目测定出其端点位置，过</a:t>
            </a: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4</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个端点画</a:t>
            </a:r>
          </a:p>
          <a:p>
            <a:pPr marL="0" indent="0" eaLnBrk="1" hangingPunct="1">
              <a:lnSpc>
                <a:spcPct val="115000"/>
              </a:lnSpc>
              <a:spcBef>
                <a:spcPct val="0"/>
              </a:spcBef>
              <a:buFont typeface="Arial" panose="020B0604020202020204" pitchFamily="34" charset="0"/>
              <a:buNone/>
              <a:defRPr/>
            </a:pP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一矩形，徒手作椭圆与此矩形相切，也可利用外接菱形画</a:t>
            </a:r>
          </a:p>
          <a:p>
            <a:pPr marL="0" indent="0" eaLnBrk="1" hangingPunct="1">
              <a:lnSpc>
                <a:spcPct val="115000"/>
              </a:lnSpc>
              <a:spcBef>
                <a:spcPct val="0"/>
              </a:spcBef>
              <a:buFont typeface="Arial" panose="020B0604020202020204" pitchFamily="34" charset="0"/>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4</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段圆弧构成椭圆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3" name="Text Box 40"/>
          <p:cNvSpPr txBox="1">
            <a:spLocks noChangeArrowheads="1"/>
          </p:cNvSpPr>
          <p:nvPr/>
        </p:nvSpPr>
        <p:spPr bwMode="auto">
          <a:xfrm>
            <a:off x="438150" y="919163"/>
            <a:ext cx="6102350" cy="646112"/>
          </a:xfrm>
          <a:prstGeom prst="rect">
            <a:avLst/>
          </a:prstGeom>
          <a:noFill/>
          <a:ln w="28575">
            <a:noFill/>
            <a:miter lim="800000"/>
            <a:headEnd/>
            <a:tailEnd/>
          </a:ln>
        </p:spPr>
        <p:txBody>
          <a:bodyPr>
            <a:spAutoFit/>
          </a:bodyPr>
          <a:lstStyle/>
          <a:p>
            <a:pPr>
              <a:spcBef>
                <a:spcPct val="50000"/>
              </a:spcBef>
              <a:buFont typeface="Arial" charset="0"/>
              <a:buNone/>
            </a:pPr>
            <a:r>
              <a:rPr lang="en-US" altLang="zh-CN" sz="3600" b="1" i="1">
                <a:solidFill>
                  <a:srgbClr val="0066CC"/>
                </a:solidFill>
                <a:latin typeface="Times New Roman" pitchFamily="18" charset="0"/>
                <a:ea typeface="微软雅黑" pitchFamily="34" charset="-122"/>
                <a:cs typeface="Times New Roman" pitchFamily="18" charset="0"/>
              </a:rPr>
              <a:t>2.3.1 平面图形的尺寸分析</a:t>
            </a:r>
          </a:p>
        </p:txBody>
      </p:sp>
      <p:sp>
        <p:nvSpPr>
          <p:cNvPr id="49155" name="Text Box 41"/>
          <p:cNvSpPr txBox="1"/>
          <p:nvPr/>
        </p:nvSpPr>
        <p:spPr>
          <a:xfrm>
            <a:off x="1874838" y="5572125"/>
            <a:ext cx="8507412" cy="1014413"/>
          </a:xfrm>
          <a:prstGeom prst="rect">
            <a:avLst/>
          </a:prstGeom>
          <a:noFill/>
          <a:ln w="28575" cap="flat" cmpd="sng">
            <a:solidFill>
              <a:schemeClr val="bg1"/>
            </a:solidFill>
            <a:prstDash val="solid"/>
            <a:miter/>
            <a:headEnd type="none" w="sm" len="lg"/>
            <a:tailEnd type="none" w="sm" len="lg"/>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50000"/>
              </a:spcBef>
              <a:buFont typeface="Arial" panose="020B0604020202020204" pitchFamily="34" charset="0"/>
              <a:buNone/>
              <a:defRPr/>
            </a:pPr>
            <a:r>
              <a:rPr lang="zh-CN" altLang="en-US" sz="2400" b="1" dirty="0">
                <a:ln/>
                <a:solidFill>
                  <a:schemeClr val="accent1"/>
                </a:solidFill>
                <a:effectLst>
                  <a:outerShdw blurRad="38100" dist="25400" dir="5400000" algn="ctr" rotWithShape="0">
                    <a:srgbClr val="6E747A">
                      <a:alpha val="43000"/>
                    </a:srgbClr>
                  </a:outerShdw>
                </a:effectLst>
                <a:latin typeface="Arial" panose="020B0604020202020204" pitchFamily="34" charset="0"/>
                <a:ea typeface="黑体" panose="02010609060101010101" charset="-122"/>
              </a:rPr>
              <a:t>定形尺寸：是确定平面图形中几何要素的形状和大小的尺寸。</a:t>
            </a:r>
          </a:p>
          <a:p>
            <a:pPr marL="0" indent="0" eaLnBrk="1" hangingPunct="1">
              <a:spcBef>
                <a:spcPct val="50000"/>
              </a:spcBef>
              <a:buFont typeface="Arial" panose="020B0604020202020204" pitchFamily="34" charset="0"/>
              <a:buNone/>
              <a:defRPr/>
            </a:pPr>
            <a:r>
              <a:rPr lang="zh-CN" altLang="en-US" sz="2400" b="1" dirty="0">
                <a:ln/>
                <a:solidFill>
                  <a:schemeClr val="accent1"/>
                </a:solidFill>
                <a:effectLst>
                  <a:outerShdw blurRad="38100" dist="25400" dir="5400000" algn="ctr" rotWithShape="0">
                    <a:srgbClr val="6E747A">
                      <a:alpha val="43000"/>
                    </a:srgbClr>
                  </a:outerShdw>
                </a:effectLst>
                <a:latin typeface="Arial" panose="020B0604020202020204" pitchFamily="34" charset="0"/>
                <a:ea typeface="黑体" panose="02010609060101010101" charset="-122"/>
              </a:rPr>
              <a:t>定位尺寸：是确定平面图形中几何要素的位置的尺寸。</a:t>
            </a:r>
          </a:p>
        </p:txBody>
      </p:sp>
      <p:sp>
        <p:nvSpPr>
          <p:cNvPr id="509955" name="Text Box 44"/>
          <p:cNvSpPr>
            <a:spLocks noGrp="1"/>
          </p:cNvSpPr>
          <p:nvPr>
            <p:ph type="title"/>
          </p:nvPr>
        </p:nvSpPr>
        <p:spPr>
          <a:xfrm>
            <a:off x="438150" y="207963"/>
            <a:ext cx="6591300" cy="712787"/>
          </a:xfrm>
        </p:spPr>
        <p:txBody>
          <a:bodyPr/>
          <a:lstStyle/>
          <a:p>
            <a:r>
              <a:rPr lang="en-US" altLang="zh-CN" sz="3600" b="1" i="1">
                <a:solidFill>
                  <a:srgbClr val="0066CC"/>
                </a:solidFill>
                <a:latin typeface="Times New Roman" pitchFamily="18" charset="0"/>
                <a:ea typeface="微软雅黑" pitchFamily="34" charset="-122"/>
                <a:cs typeface="Times New Roman" pitchFamily="18" charset="0"/>
              </a:rPr>
              <a:t>2.3 平面图形分析及尺寸标注</a:t>
            </a:r>
          </a:p>
        </p:txBody>
      </p:sp>
      <p:pic>
        <p:nvPicPr>
          <p:cNvPr id="509956" name="Picture 11"/>
          <p:cNvPicPr>
            <a:picLocks noChangeAspect="1"/>
          </p:cNvPicPr>
          <p:nvPr/>
        </p:nvPicPr>
        <p:blipFill>
          <a:blip r:embed="rId3"/>
          <a:srcRect/>
          <a:stretch>
            <a:fillRect/>
          </a:stretch>
        </p:blipFill>
        <p:spPr bwMode="auto">
          <a:xfrm>
            <a:off x="4381500" y="2652713"/>
            <a:ext cx="2647950" cy="2463800"/>
          </a:xfrm>
          <a:prstGeom prst="rect">
            <a:avLst/>
          </a:prstGeom>
          <a:noFill/>
          <a:ln w="9525">
            <a:noFill/>
            <a:miter lim="800000"/>
            <a:headEnd/>
            <a:tailEnd/>
          </a:ln>
        </p:spPr>
      </p:pic>
      <p:pic>
        <p:nvPicPr>
          <p:cNvPr id="49164" name="Picture 12"/>
          <p:cNvPicPr>
            <a:picLocks noChangeAspect="1"/>
          </p:cNvPicPr>
          <p:nvPr/>
        </p:nvPicPr>
        <p:blipFill>
          <a:blip r:embed="rId4"/>
          <a:srcRect/>
          <a:stretch>
            <a:fillRect/>
          </a:stretch>
        </p:blipFill>
        <p:spPr bwMode="auto">
          <a:xfrm>
            <a:off x="4046538" y="3214688"/>
            <a:ext cx="2335212" cy="1508125"/>
          </a:xfrm>
          <a:prstGeom prst="rect">
            <a:avLst/>
          </a:prstGeom>
          <a:noFill/>
          <a:ln w="9525">
            <a:noFill/>
            <a:miter lim="800000"/>
            <a:headEnd/>
            <a:tailEnd/>
          </a:ln>
        </p:spPr>
      </p:pic>
      <p:pic>
        <p:nvPicPr>
          <p:cNvPr id="49165" name="Picture 13"/>
          <p:cNvPicPr>
            <a:picLocks noChangeAspect="1"/>
          </p:cNvPicPr>
          <p:nvPr/>
        </p:nvPicPr>
        <p:blipFill>
          <a:blip r:embed="rId5"/>
          <a:srcRect/>
          <a:stretch>
            <a:fillRect/>
          </a:stretch>
        </p:blipFill>
        <p:spPr bwMode="auto">
          <a:xfrm>
            <a:off x="3816350" y="2598738"/>
            <a:ext cx="1708150" cy="1258887"/>
          </a:xfrm>
          <a:prstGeom prst="rect">
            <a:avLst/>
          </a:prstGeom>
          <a:noFill/>
          <a:ln w="9525">
            <a:noFill/>
            <a:miter lim="800000"/>
            <a:headEnd/>
            <a:tailEnd/>
          </a:ln>
        </p:spPr>
      </p:pic>
      <p:pic>
        <p:nvPicPr>
          <p:cNvPr id="49166" name="Picture 14"/>
          <p:cNvPicPr>
            <a:picLocks noChangeAspect="1"/>
          </p:cNvPicPr>
          <p:nvPr/>
        </p:nvPicPr>
        <p:blipFill>
          <a:blip r:embed="rId6"/>
          <a:srcRect/>
          <a:stretch>
            <a:fillRect/>
          </a:stretch>
        </p:blipFill>
        <p:spPr bwMode="auto">
          <a:xfrm>
            <a:off x="6991350" y="3254375"/>
            <a:ext cx="533400" cy="1289050"/>
          </a:xfrm>
          <a:prstGeom prst="rect">
            <a:avLst/>
          </a:prstGeom>
          <a:noFill/>
          <a:ln w="9525">
            <a:noFill/>
            <a:miter lim="800000"/>
            <a:headEnd/>
            <a:tailEnd/>
          </a:ln>
        </p:spPr>
      </p:pic>
      <p:pic>
        <p:nvPicPr>
          <p:cNvPr id="49168" name="Picture 16"/>
          <p:cNvPicPr>
            <a:picLocks noChangeAspect="1"/>
          </p:cNvPicPr>
          <p:nvPr/>
        </p:nvPicPr>
        <p:blipFill>
          <a:blip r:embed="rId7"/>
          <a:srcRect/>
          <a:stretch>
            <a:fillRect/>
          </a:stretch>
        </p:blipFill>
        <p:spPr bwMode="auto">
          <a:xfrm>
            <a:off x="6229350" y="2184400"/>
            <a:ext cx="1152525" cy="1066800"/>
          </a:xfrm>
          <a:prstGeom prst="rect">
            <a:avLst/>
          </a:prstGeom>
          <a:noFill/>
          <a:ln w="9525">
            <a:noFill/>
            <a:miter lim="800000"/>
            <a:headEnd/>
            <a:tailEnd/>
          </a:ln>
        </p:spPr>
      </p:pic>
      <p:pic>
        <p:nvPicPr>
          <p:cNvPr id="49169" name="Picture 17"/>
          <p:cNvPicPr>
            <a:picLocks noChangeAspect="1"/>
          </p:cNvPicPr>
          <p:nvPr/>
        </p:nvPicPr>
        <p:blipFill>
          <a:blip r:embed="rId8"/>
          <a:srcRect/>
          <a:stretch>
            <a:fillRect/>
          </a:stretch>
        </p:blipFill>
        <p:spPr bwMode="auto">
          <a:xfrm>
            <a:off x="5524500" y="1714500"/>
            <a:ext cx="1477963" cy="1179513"/>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Effect transition="in" filter="wipe(left)">
                                      <p:cBhvr>
                                        <p:cTn id="7" dur="2000"/>
                                        <p:tgtEl>
                                          <p:spTgt spid="491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9164"/>
                                        </p:tgtEl>
                                        <p:attrNameLst>
                                          <p:attrName>style.visibility</p:attrName>
                                        </p:attrNameLst>
                                      </p:cBhvr>
                                      <p:to>
                                        <p:strVal val="visible"/>
                                      </p:to>
                                    </p:set>
                                    <p:animEffect transition="in" filter="wipe(left)">
                                      <p:cBhvr>
                                        <p:cTn id="12" dur="2000"/>
                                        <p:tgtEl>
                                          <p:spTgt spid="4916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9165"/>
                                        </p:tgtEl>
                                        <p:attrNameLst>
                                          <p:attrName>style.visibility</p:attrName>
                                        </p:attrNameLst>
                                      </p:cBhvr>
                                      <p:to>
                                        <p:strVal val="visible"/>
                                      </p:to>
                                    </p:set>
                                    <p:animEffect transition="in" filter="wipe(left)">
                                      <p:cBhvr>
                                        <p:cTn id="17" dur="2000"/>
                                        <p:tgtEl>
                                          <p:spTgt spid="4916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9166"/>
                                        </p:tgtEl>
                                        <p:attrNameLst>
                                          <p:attrName>style.visibility</p:attrName>
                                        </p:attrNameLst>
                                      </p:cBhvr>
                                      <p:to>
                                        <p:strVal val="visible"/>
                                      </p:to>
                                    </p:set>
                                    <p:animEffect transition="in" filter="wipe(left)">
                                      <p:cBhvr>
                                        <p:cTn id="22" dur="2000"/>
                                        <p:tgtEl>
                                          <p:spTgt spid="4916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9168"/>
                                        </p:tgtEl>
                                        <p:attrNameLst>
                                          <p:attrName>style.visibility</p:attrName>
                                        </p:attrNameLst>
                                      </p:cBhvr>
                                      <p:to>
                                        <p:strVal val="visible"/>
                                      </p:to>
                                    </p:set>
                                    <p:animEffect transition="in" filter="wipe(left)">
                                      <p:cBhvr>
                                        <p:cTn id="27" dur="2000"/>
                                        <p:tgtEl>
                                          <p:spTgt spid="4916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9155">
                                            <p:txEl>
                                              <p:pRg st="1" end="1"/>
                                            </p:txEl>
                                          </p:spTgt>
                                        </p:tgtEl>
                                        <p:attrNameLst>
                                          <p:attrName>style.visibility</p:attrName>
                                        </p:attrNameLst>
                                      </p:cBhvr>
                                      <p:to>
                                        <p:strVal val="visible"/>
                                      </p:to>
                                    </p:set>
                                    <p:animEffect transition="in" filter="wipe(left)">
                                      <p:cBhvr>
                                        <p:cTn id="32" dur="2000"/>
                                        <p:tgtEl>
                                          <p:spTgt spid="49155">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9169"/>
                                        </p:tgtEl>
                                        <p:attrNameLst>
                                          <p:attrName>style.visibility</p:attrName>
                                        </p:attrNameLst>
                                      </p:cBhvr>
                                      <p:to>
                                        <p:strVal val="visible"/>
                                      </p:to>
                                    </p:set>
                                    <p:animEffect transition="in" filter="wipe(left)">
                                      <p:cBhvr>
                                        <p:cTn id="37" dur="2000"/>
                                        <p:tgtEl>
                                          <p:spTgt spid="49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p:cNvSpPr>
          <p:nvPr>
            <p:ph type="title"/>
          </p:nvPr>
        </p:nvSpPr>
        <p:spPr>
          <a:xfrm>
            <a:off x="3897313" y="819150"/>
            <a:ext cx="5210175" cy="769938"/>
          </a:xfrm>
        </p:spPr>
        <p:txBody>
          <a:bodyPr rtlCol="0">
            <a:normAutofit fontScale="90000"/>
          </a:bodyPr>
          <a:lstStyle/>
          <a:p>
            <a:pPr fontAlgn="auto">
              <a:spcAft>
                <a:spcPts val="0"/>
              </a:spcAft>
              <a:defRPr/>
            </a:pPr>
            <a:r>
              <a:rPr lang="en-US" altLang="zh-CN" sz="3600" b="1" i="1" dirty="0">
                <a:solidFill>
                  <a:srgbClr val="0066CC"/>
                </a:solidFill>
                <a:latin typeface="Times New Roman" panose="02020603050405020304" pitchFamily="18" charset="0"/>
                <a:ea typeface="微软雅黑" panose="020B0503020204020204" pitchFamily="34" charset="-122"/>
                <a:cs typeface="Times New Roman" panose="02020603050405020304" pitchFamily="18" charset="0"/>
              </a:rPr>
              <a:t>2.3.2 平面图形的线段分析</a:t>
            </a:r>
          </a:p>
        </p:txBody>
      </p:sp>
      <p:sp>
        <p:nvSpPr>
          <p:cNvPr id="357379" name="Text Box 3"/>
          <p:cNvSpPr txBox="1"/>
          <p:nvPr/>
        </p:nvSpPr>
        <p:spPr>
          <a:xfrm>
            <a:off x="2559368" y="2165033"/>
            <a:ext cx="7885112" cy="3107690"/>
          </a:xfrm>
          <a:prstGeom prst="rect">
            <a:avLst/>
          </a:prstGeom>
          <a:noFill/>
          <a:ln w="28575">
            <a:noFill/>
          </a:ln>
        </p:spPr>
        <p:txBody>
          <a:bodyPr>
            <a:spAutoFit/>
            <a:scene3d>
              <a:camera prst="orthographicFront"/>
              <a:lightRig rig="threePt" dir="t"/>
            </a:scene3d>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0"/>
              </a:spcBef>
              <a:buFont typeface="Arial" panose="020B0604020202020204" pitchFamily="34" charset="0"/>
              <a:buNone/>
              <a:defRPr/>
            </a:pP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已知线段：根据图形中所标注的尺寸可以直接画</a:t>
            </a:r>
            <a:endParaRPr lang="en-US" altLang="zh-CN"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a:p>
            <a:pPr marL="0" indent="0" eaLnBrk="1" hangingPunct="1">
              <a:spcBef>
                <a:spcPct val="0"/>
              </a:spcBef>
              <a:buFont typeface="Arial" panose="020B0604020202020204" pitchFamily="34" charset="0"/>
              <a:buNone/>
              <a:defRPr/>
            </a:pPr>
            <a:r>
              <a:rPr lang="en-US" altLang="zh-CN"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       </a:t>
            </a: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   出的直线或曲线。</a:t>
            </a:r>
            <a:endParaRPr lang="en-US" altLang="zh-CN"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a:p>
            <a:pPr marL="0" indent="0" eaLnBrk="1" hangingPunct="1">
              <a:spcBef>
                <a:spcPct val="0"/>
              </a:spcBef>
              <a:buFont typeface="Arial" panose="020B0604020202020204" pitchFamily="34" charset="0"/>
              <a:buNone/>
              <a:defRPr/>
            </a:pPr>
            <a:endPar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a:p>
            <a:pPr marL="0" indent="0" eaLnBrk="1" hangingPunct="1">
              <a:spcBef>
                <a:spcPct val="0"/>
              </a:spcBef>
              <a:buFont typeface="Arial" panose="020B0604020202020204" pitchFamily="34" charset="0"/>
              <a:buNone/>
              <a:defRPr/>
            </a:pP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中间线段：除图形所标注尺寸外还需要一个连接</a:t>
            </a:r>
            <a:endParaRPr lang="en-US" altLang="zh-CN"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a:p>
            <a:pPr marL="0" indent="0" eaLnBrk="1" hangingPunct="1">
              <a:spcBef>
                <a:spcPct val="0"/>
              </a:spcBef>
              <a:buFont typeface="Arial" panose="020B0604020202020204" pitchFamily="34" charset="0"/>
              <a:buNone/>
              <a:defRPr/>
            </a:pPr>
            <a:r>
              <a:rPr lang="en-US" altLang="zh-CN"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          </a:t>
            </a: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关系才能画出的线段。</a:t>
            </a:r>
            <a:endParaRPr lang="en-US" altLang="zh-CN"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a:p>
            <a:pPr marL="0" indent="0" eaLnBrk="1" hangingPunct="1">
              <a:spcBef>
                <a:spcPct val="0"/>
              </a:spcBef>
              <a:buFont typeface="Arial" panose="020B0604020202020204" pitchFamily="34" charset="0"/>
              <a:buNone/>
              <a:defRPr/>
            </a:pPr>
            <a:endPar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a:p>
            <a:pPr marL="0" indent="0" eaLnBrk="1" hangingPunct="1">
              <a:spcBef>
                <a:spcPct val="0"/>
              </a:spcBef>
              <a:buFont typeface="Arial" panose="020B0604020202020204" pitchFamily="34" charset="0"/>
              <a:buNone/>
              <a:defRPr/>
            </a:pP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连接线段：根据两个连接关系才能画出的线段。</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57379">
                                            <p:txEl>
                                              <p:pRg st="0" end="0"/>
                                            </p:txEl>
                                          </p:spTgt>
                                        </p:tgtEl>
                                        <p:attrNameLst>
                                          <p:attrName>style.visibility</p:attrName>
                                        </p:attrNameLst>
                                      </p:cBhvr>
                                      <p:to>
                                        <p:strVal val="visible"/>
                                      </p:to>
                                    </p:set>
                                    <p:animEffect transition="in" filter="wipe(up)">
                                      <p:cBhvr>
                                        <p:cTn id="7" dur="2000"/>
                                        <p:tgtEl>
                                          <p:spTgt spid="3573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57379">
                                            <p:txEl>
                                              <p:pRg st="1" end="1"/>
                                            </p:txEl>
                                          </p:spTgt>
                                        </p:tgtEl>
                                        <p:attrNameLst>
                                          <p:attrName>style.visibility</p:attrName>
                                        </p:attrNameLst>
                                      </p:cBhvr>
                                      <p:to>
                                        <p:strVal val="visible"/>
                                      </p:to>
                                    </p:set>
                                    <p:animEffect transition="in" filter="wipe(up)">
                                      <p:cBhvr>
                                        <p:cTn id="12" dur="2000"/>
                                        <p:tgtEl>
                                          <p:spTgt spid="3573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57379">
                                            <p:txEl>
                                              <p:pRg st="3" end="3"/>
                                            </p:txEl>
                                          </p:spTgt>
                                        </p:tgtEl>
                                        <p:attrNameLst>
                                          <p:attrName>style.visibility</p:attrName>
                                        </p:attrNameLst>
                                      </p:cBhvr>
                                      <p:to>
                                        <p:strVal val="visible"/>
                                      </p:to>
                                    </p:set>
                                    <p:animEffect transition="in" filter="wipe(up)">
                                      <p:cBhvr>
                                        <p:cTn id="17" dur="2000"/>
                                        <p:tgtEl>
                                          <p:spTgt spid="35737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57379">
                                            <p:txEl>
                                              <p:pRg st="4" end="4"/>
                                            </p:txEl>
                                          </p:spTgt>
                                        </p:tgtEl>
                                        <p:attrNameLst>
                                          <p:attrName>style.visibility</p:attrName>
                                        </p:attrNameLst>
                                      </p:cBhvr>
                                      <p:to>
                                        <p:strVal val="visible"/>
                                      </p:to>
                                    </p:set>
                                    <p:animEffect transition="in" filter="wipe(up)">
                                      <p:cBhvr>
                                        <p:cTn id="22" dur="2000"/>
                                        <p:tgtEl>
                                          <p:spTgt spid="35737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57379">
                                            <p:txEl>
                                              <p:pRg st="6" end="6"/>
                                            </p:txEl>
                                          </p:spTgt>
                                        </p:tgtEl>
                                        <p:attrNameLst>
                                          <p:attrName>style.visibility</p:attrName>
                                        </p:attrNameLst>
                                      </p:cBhvr>
                                      <p:to>
                                        <p:strVal val="visible"/>
                                      </p:to>
                                    </p:set>
                                    <p:animEffect transition="in" filter="wipe(up)">
                                      <p:cBhvr>
                                        <p:cTn id="27" dur="2000"/>
                                        <p:tgtEl>
                                          <p:spTgt spid="35737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p:nvPr/>
        </p:nvSpPr>
        <p:spPr>
          <a:xfrm>
            <a:off x="2227263" y="992188"/>
            <a:ext cx="8369300" cy="18954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lnSpc>
                <a:spcPts val="2400"/>
              </a:lnSpc>
              <a:spcBef>
                <a:spcPct val="50000"/>
              </a:spcBef>
              <a:buFont typeface="Arial" panose="020B0604020202020204" pitchFamily="34" charset="0"/>
              <a:buNone/>
              <a:defRPr/>
            </a:pPr>
            <a:r>
              <a:rPr lang="en-US" altLang="zh-CN" sz="2400" b="1" dirty="0">
                <a:ln/>
                <a:solidFill>
                  <a:schemeClr val="accent1"/>
                </a:solidFill>
                <a:effectLst>
                  <a:outerShdw blurRad="38100" dist="25400" dir="5400000" algn="ctr" rotWithShape="0">
                    <a:srgbClr val="6E747A">
                      <a:alpha val="43000"/>
                    </a:srgbClr>
                  </a:outerShdw>
                </a:effectLst>
                <a:latin typeface="宋体" panose="02010600030101010101" pitchFamily="2" charset="-122"/>
              </a:rPr>
              <a:t>1</a:t>
            </a:r>
            <a:r>
              <a:rPr lang="zh-CN" altLang="en-US" sz="2400" b="1" dirty="0">
                <a:ln/>
                <a:solidFill>
                  <a:schemeClr val="accent1"/>
                </a:solidFill>
                <a:effectLst>
                  <a:outerShdw blurRad="38100" dist="25400" dir="5400000" algn="ctr" rotWithShape="0">
                    <a:srgbClr val="6E747A">
                      <a:alpha val="43000"/>
                    </a:srgbClr>
                  </a:outerShdw>
                </a:effectLst>
                <a:latin typeface="宋体" panose="02010600030101010101" pitchFamily="2" charset="-122"/>
              </a:rPr>
              <a:t>、平面图形的尺寸与线段分析</a:t>
            </a:r>
            <a:endParaRPr lang="en-US" altLang="zh-CN" sz="2400" b="1" dirty="0">
              <a:ln/>
              <a:solidFill>
                <a:schemeClr val="accent1"/>
              </a:solidFill>
              <a:effectLst>
                <a:outerShdw blurRad="38100" dist="25400" dir="5400000" algn="ctr" rotWithShape="0">
                  <a:srgbClr val="6E747A">
                    <a:alpha val="43000"/>
                  </a:srgbClr>
                </a:outerShdw>
              </a:effectLst>
              <a:latin typeface="宋体" panose="02010600030101010101" pitchFamily="2" charset="-122"/>
            </a:endParaRPr>
          </a:p>
          <a:p>
            <a:pPr marL="0" indent="0" eaLnBrk="1" hangingPunct="1">
              <a:lnSpc>
                <a:spcPts val="2400"/>
              </a:lnSpc>
              <a:spcBef>
                <a:spcPct val="50000"/>
              </a:spcBef>
              <a:buNone/>
              <a:defRPr/>
            </a:pPr>
            <a:r>
              <a:rPr lang="zh-CN" altLang="en-US" sz="2400" b="1" dirty="0">
                <a:ln/>
                <a:solidFill>
                  <a:schemeClr val="accent1"/>
                </a:solidFill>
                <a:effectLst>
                  <a:outerShdw blurRad="38100" dist="25400" dir="5400000" algn="ctr" rotWithShape="0">
                    <a:srgbClr val="6E747A">
                      <a:alpha val="43000"/>
                    </a:srgbClr>
                  </a:outerShdw>
                </a:effectLst>
                <a:latin typeface="宋体" panose="02010600030101010101" pitchFamily="2" charset="-122"/>
              </a:rPr>
              <a:t>已知线段</a:t>
            </a:r>
            <a:r>
              <a:rPr lang="en-US" altLang="zh-CN" sz="2400" b="1" dirty="0">
                <a:ln/>
                <a:solidFill>
                  <a:schemeClr val="accent1"/>
                </a:solidFill>
                <a:effectLst>
                  <a:outerShdw blurRad="38100" dist="25400" dir="5400000" algn="ctr" rotWithShape="0">
                    <a:srgbClr val="6E747A">
                      <a:alpha val="43000"/>
                    </a:srgbClr>
                  </a:outerShdw>
                </a:effectLst>
                <a:latin typeface="宋体" panose="02010600030101010101" pitchFamily="2" charset="-122"/>
              </a:rPr>
              <a:t>—— </a:t>
            </a:r>
            <a:r>
              <a:rPr lang="el-GR" altLang="zh-CN" sz="2400" b="1" i="1" dirty="0">
                <a:ln/>
                <a:solidFill>
                  <a:schemeClr val="accent1"/>
                </a:solidFill>
                <a:effectLst>
                  <a:outerShdw blurRad="38100" dist="25400" dir="5400000" algn="ctr" rotWithShape="0">
                    <a:srgbClr val="6E747A">
                      <a:alpha val="43000"/>
                    </a:srgbClr>
                  </a:outerShdw>
                </a:effectLst>
                <a:latin typeface="宋体" panose="02010600030101010101" pitchFamily="2" charset="-122"/>
              </a:rPr>
              <a:t>φ</a:t>
            </a:r>
            <a:r>
              <a:rPr lang="en-US" altLang="zh-CN" sz="2400" b="1" dirty="0">
                <a:ln/>
                <a:solidFill>
                  <a:schemeClr val="accent1"/>
                </a:solidFill>
                <a:effectLst>
                  <a:outerShdw blurRad="38100" dist="25400" dir="5400000" algn="ctr" rotWithShape="0">
                    <a:srgbClr val="6E747A">
                      <a:alpha val="43000"/>
                    </a:srgbClr>
                  </a:outerShdw>
                </a:effectLst>
                <a:latin typeface="Times New Roman" panose="02020603050405020304" pitchFamily="18" charset="0"/>
              </a:rPr>
              <a:t>19 </a:t>
            </a:r>
            <a:r>
              <a:rPr lang="en-US" altLang="zh-CN"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 </a:t>
            </a:r>
            <a:r>
              <a:rPr lang="el-GR" altLang="zh-CN" sz="2400" b="1" i="1" dirty="0">
                <a:ln/>
                <a:solidFill>
                  <a:schemeClr val="accent1"/>
                </a:solidFill>
                <a:effectLst>
                  <a:outerShdw blurRad="38100" dist="25400" dir="5400000" algn="ctr" rotWithShape="0">
                    <a:srgbClr val="6E747A">
                      <a:alpha val="43000"/>
                    </a:srgbClr>
                  </a:outerShdw>
                </a:effectLst>
                <a:latin typeface="宋体" panose="02010600030101010101" pitchFamily="2" charset="-122"/>
              </a:rPr>
              <a:t>φ</a:t>
            </a:r>
            <a:r>
              <a:rPr lang="en-US" altLang="zh-CN" sz="2400" b="1" dirty="0">
                <a:ln/>
                <a:solidFill>
                  <a:schemeClr val="accent1"/>
                </a:solidFill>
                <a:effectLst>
                  <a:outerShdw blurRad="38100" dist="25400" dir="5400000" algn="ctr" rotWithShape="0">
                    <a:srgbClr val="6E747A">
                      <a:alpha val="43000"/>
                    </a:srgbClr>
                  </a:outerShdw>
                </a:effectLst>
                <a:latin typeface="Arial" panose="020B0604020202020204" pitchFamily="34" charset="0"/>
              </a:rPr>
              <a:t>11</a:t>
            </a:r>
            <a:r>
              <a:rPr lang="en-US" altLang="zh-CN"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 </a:t>
            </a:r>
            <a:r>
              <a:rPr lang="en-US" altLang="zh-CN" sz="2400" b="1" dirty="0">
                <a:ln/>
                <a:solidFill>
                  <a:schemeClr val="accent1"/>
                </a:solidFill>
                <a:effectLst>
                  <a:outerShdw blurRad="38100" dist="25400" dir="5400000" algn="ctr" rotWithShape="0">
                    <a:srgbClr val="6E747A">
                      <a:alpha val="43000"/>
                    </a:srgbClr>
                  </a:outerShdw>
                </a:effectLst>
                <a:latin typeface="Times New Roman" panose="02020603050405020304" pitchFamily="18" charset="0"/>
              </a:rPr>
              <a:t>14    6    </a:t>
            </a:r>
            <a:r>
              <a:rPr lang="en-US" altLang="zh-CN" sz="2400" b="1" i="1" dirty="0">
                <a:ln/>
                <a:solidFill>
                  <a:schemeClr val="accent1"/>
                </a:solidFill>
                <a:effectLst>
                  <a:outerShdw blurRad="38100" dist="25400" dir="5400000" algn="ctr" rotWithShape="0">
                    <a:srgbClr val="6E747A">
                      <a:alpha val="43000"/>
                    </a:srgbClr>
                  </a:outerShdw>
                </a:effectLst>
                <a:latin typeface="Times New Roman" panose="02020603050405020304" pitchFamily="18" charset="0"/>
              </a:rPr>
              <a:t>R</a:t>
            </a:r>
            <a:r>
              <a:rPr lang="en-US" altLang="zh-CN" sz="2400" b="1" dirty="0">
                <a:ln/>
                <a:solidFill>
                  <a:schemeClr val="accent1"/>
                </a:solidFill>
                <a:effectLst>
                  <a:outerShdw blurRad="38100" dist="25400" dir="5400000" algn="ctr" rotWithShape="0">
                    <a:srgbClr val="6E747A">
                      <a:alpha val="43000"/>
                    </a:srgbClr>
                  </a:outerShdw>
                </a:effectLst>
                <a:latin typeface="宋体" panose="02010600030101010101" pitchFamily="2" charset="-122"/>
              </a:rPr>
              <a:t>5.5</a:t>
            </a:r>
          </a:p>
          <a:p>
            <a:pPr marL="0" indent="0" eaLnBrk="1" hangingPunct="1">
              <a:lnSpc>
                <a:spcPts val="3100"/>
              </a:lnSpc>
              <a:buFont typeface="Arial" panose="020B0604020202020204" pitchFamily="34" charset="0"/>
              <a:buNone/>
              <a:defRPr/>
            </a:pPr>
            <a:r>
              <a:rPr lang="zh-CN" altLang="en-US" sz="2400" b="1" dirty="0">
                <a:ln/>
                <a:solidFill>
                  <a:schemeClr val="accent1"/>
                </a:solidFill>
                <a:effectLst>
                  <a:outerShdw blurRad="38100" dist="25400" dir="5400000" algn="ctr" rotWithShape="0">
                    <a:srgbClr val="6E747A">
                      <a:alpha val="43000"/>
                    </a:srgbClr>
                  </a:outerShdw>
                </a:effectLst>
                <a:latin typeface="宋体" panose="02010600030101010101" pitchFamily="2" charset="-122"/>
              </a:rPr>
              <a:t>中间线段</a:t>
            </a:r>
            <a:r>
              <a:rPr lang="en-US" altLang="zh-CN" sz="2400" b="1" dirty="0">
                <a:ln/>
                <a:solidFill>
                  <a:schemeClr val="accent1"/>
                </a:solidFill>
                <a:effectLst>
                  <a:outerShdw blurRad="38100" dist="25400" dir="5400000" algn="ctr" rotWithShape="0">
                    <a:srgbClr val="6E747A">
                      <a:alpha val="43000"/>
                    </a:srgbClr>
                  </a:outerShdw>
                </a:effectLst>
                <a:latin typeface="宋体" panose="02010600030101010101" pitchFamily="2" charset="-122"/>
              </a:rPr>
              <a:t>——</a:t>
            </a:r>
            <a:r>
              <a:rPr lang="zh-CN" altLang="en-US" sz="2400" b="1" dirty="0">
                <a:ln/>
                <a:solidFill>
                  <a:schemeClr val="accent1"/>
                </a:solidFill>
                <a:effectLst>
                  <a:outerShdw blurRad="38100" dist="25400" dir="5400000" algn="ctr" rotWithShape="0">
                    <a:srgbClr val="6E747A">
                      <a:alpha val="43000"/>
                    </a:srgbClr>
                  </a:outerShdw>
                </a:effectLst>
                <a:latin typeface="宋体" panose="02010600030101010101" pitchFamily="2" charset="-122"/>
              </a:rPr>
              <a:t>圆弧 </a:t>
            </a:r>
            <a:r>
              <a:rPr lang="en-US" altLang="zh-CN" sz="2400" b="1" i="1" dirty="0">
                <a:ln/>
                <a:solidFill>
                  <a:schemeClr val="accent1"/>
                </a:solidFill>
                <a:effectLst>
                  <a:outerShdw blurRad="38100" dist="25400" dir="5400000" algn="ctr" rotWithShape="0">
                    <a:srgbClr val="6E747A">
                      <a:alpha val="43000"/>
                    </a:srgbClr>
                  </a:outerShdw>
                </a:effectLst>
                <a:latin typeface="Times New Roman" panose="02020603050405020304" pitchFamily="18" charset="0"/>
              </a:rPr>
              <a:t>R</a:t>
            </a:r>
            <a:r>
              <a:rPr lang="en-US" altLang="zh-CN" sz="2400" b="1" dirty="0">
                <a:ln/>
                <a:solidFill>
                  <a:schemeClr val="accent1"/>
                </a:solidFill>
                <a:effectLst>
                  <a:outerShdw blurRad="38100" dist="25400" dir="5400000" algn="ctr" rotWithShape="0">
                    <a:srgbClr val="6E747A">
                      <a:alpha val="43000"/>
                    </a:srgbClr>
                  </a:outerShdw>
                </a:effectLst>
                <a:latin typeface="宋体" panose="02010600030101010101" pitchFamily="2" charset="-122"/>
              </a:rPr>
              <a:t>52</a:t>
            </a:r>
          </a:p>
          <a:p>
            <a:pPr marL="0" indent="0" eaLnBrk="1" hangingPunct="1">
              <a:lnSpc>
                <a:spcPts val="3100"/>
              </a:lnSpc>
              <a:buFont typeface="Arial" panose="020B0604020202020204" pitchFamily="34" charset="0"/>
              <a:buNone/>
              <a:defRPr/>
            </a:pPr>
            <a:r>
              <a:rPr lang="zh-CN" altLang="en-US" sz="2400" b="1" dirty="0">
                <a:ln/>
                <a:solidFill>
                  <a:schemeClr val="accent1"/>
                </a:solidFill>
                <a:effectLst>
                  <a:outerShdw blurRad="38100" dist="25400" dir="5400000" algn="ctr" rotWithShape="0">
                    <a:srgbClr val="6E747A">
                      <a:alpha val="43000"/>
                    </a:srgbClr>
                  </a:outerShdw>
                </a:effectLst>
                <a:latin typeface="宋体" panose="02010600030101010101" pitchFamily="2" charset="-122"/>
              </a:rPr>
              <a:t>连接线段</a:t>
            </a:r>
            <a:r>
              <a:rPr lang="en-US" altLang="zh-CN" sz="2400" b="1" dirty="0">
                <a:ln/>
                <a:solidFill>
                  <a:schemeClr val="accent1"/>
                </a:solidFill>
                <a:effectLst>
                  <a:outerShdw blurRad="38100" dist="25400" dir="5400000" algn="ctr" rotWithShape="0">
                    <a:srgbClr val="6E747A">
                      <a:alpha val="43000"/>
                    </a:srgbClr>
                  </a:outerShdw>
                </a:effectLst>
                <a:latin typeface="宋体" panose="02010600030101010101" pitchFamily="2" charset="-122"/>
              </a:rPr>
              <a:t>——</a:t>
            </a:r>
            <a:r>
              <a:rPr lang="zh-CN" altLang="en-US" sz="2400" b="1" dirty="0">
                <a:ln/>
                <a:solidFill>
                  <a:schemeClr val="accent1"/>
                </a:solidFill>
                <a:effectLst>
                  <a:outerShdw blurRad="38100" dist="25400" dir="5400000" algn="ctr" rotWithShape="0">
                    <a:srgbClr val="6E747A">
                      <a:alpha val="43000"/>
                    </a:srgbClr>
                  </a:outerShdw>
                </a:effectLst>
                <a:latin typeface="宋体" panose="02010600030101010101" pitchFamily="2" charset="-122"/>
              </a:rPr>
              <a:t>圆弧 </a:t>
            </a:r>
            <a:r>
              <a:rPr lang="en-US" altLang="zh-CN" sz="2400" b="1" i="1" dirty="0">
                <a:ln/>
                <a:solidFill>
                  <a:schemeClr val="accent1"/>
                </a:solidFill>
                <a:effectLst>
                  <a:outerShdw blurRad="38100" dist="25400" dir="5400000" algn="ctr" rotWithShape="0">
                    <a:srgbClr val="6E747A">
                      <a:alpha val="43000"/>
                    </a:srgbClr>
                  </a:outerShdw>
                </a:effectLst>
                <a:latin typeface="Times New Roman" panose="02020603050405020304" pitchFamily="18" charset="0"/>
              </a:rPr>
              <a:t>R</a:t>
            </a:r>
            <a:r>
              <a:rPr lang="en-US" altLang="zh-CN" sz="2400" b="1" dirty="0">
                <a:ln/>
                <a:solidFill>
                  <a:schemeClr val="accent1"/>
                </a:solidFill>
                <a:effectLst>
                  <a:outerShdw blurRad="38100" dist="25400" dir="5400000" algn="ctr" rotWithShape="0">
                    <a:srgbClr val="6E747A">
                      <a:alpha val="43000"/>
                    </a:srgbClr>
                  </a:outerShdw>
                </a:effectLst>
                <a:latin typeface="宋体" panose="02010600030101010101" pitchFamily="2" charset="-122"/>
              </a:rPr>
              <a:t>30</a:t>
            </a:r>
          </a:p>
        </p:txBody>
      </p:sp>
      <p:pic>
        <p:nvPicPr>
          <p:cNvPr id="514050" name="Picture 5" descr="01-23"/>
          <p:cNvPicPr>
            <a:picLocks noChangeAspect="1"/>
          </p:cNvPicPr>
          <p:nvPr/>
        </p:nvPicPr>
        <p:blipFill>
          <a:blip r:embed="rId3"/>
          <a:srcRect/>
          <a:stretch>
            <a:fillRect/>
          </a:stretch>
        </p:blipFill>
        <p:spPr bwMode="auto">
          <a:xfrm>
            <a:off x="3792538" y="2978150"/>
            <a:ext cx="4716462" cy="3403600"/>
          </a:xfrm>
          <a:prstGeom prst="rect">
            <a:avLst/>
          </a:prstGeom>
          <a:noFill/>
          <a:ln w="9525">
            <a:noFill/>
            <a:miter lim="800000"/>
            <a:headEnd/>
            <a:tailEnd/>
          </a:ln>
        </p:spPr>
      </p:pic>
      <p:sp>
        <p:nvSpPr>
          <p:cNvPr id="73732" name="Text Box 7"/>
          <p:cNvSpPr txBox="1"/>
          <p:nvPr/>
        </p:nvSpPr>
        <p:spPr>
          <a:xfrm>
            <a:off x="380683" y="201930"/>
            <a:ext cx="6140450" cy="521970"/>
          </a:xfrm>
          <a:prstGeom prst="rect">
            <a:avLst/>
          </a:prstGeom>
          <a:noFill/>
          <a:ln w="12700">
            <a:noFill/>
          </a:ln>
        </p:spPr>
        <p:txBody>
          <a:bodyPr>
            <a:spAutoFit/>
            <a:scene3d>
              <a:camera prst="orthographicFront"/>
              <a:lightRig rig="threePt" dir="t"/>
            </a:scene3d>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0"/>
              </a:spcBef>
              <a:buFont typeface="Arial" panose="020B0604020202020204" pitchFamily="34" charset="0"/>
              <a:buNone/>
              <a:defRPr/>
            </a:pPr>
            <a:r>
              <a:rPr lang="en-US" altLang="zh-CN"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a:t>
            </a: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例</a:t>
            </a:r>
            <a:r>
              <a:rPr lang="en-US" altLang="zh-CN"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 </a:t>
            </a:r>
            <a:r>
              <a:rPr lang="zh-CN" altLang="en-US" sz="28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抄画手柄图形。</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3"/>
          <p:cNvSpPr txBox="1"/>
          <p:nvPr/>
        </p:nvSpPr>
        <p:spPr>
          <a:xfrm>
            <a:off x="1809750" y="612775"/>
            <a:ext cx="4724400" cy="385763"/>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lnSpc>
                <a:spcPct val="80000"/>
              </a:lnSpc>
              <a:spcBef>
                <a:spcPct val="50000"/>
              </a:spcBef>
              <a:buFont typeface="Arial" panose="020B0604020202020204" pitchFamily="34" charset="0"/>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2</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、画中心线及已知线段 </a:t>
            </a:r>
          </a:p>
        </p:txBody>
      </p:sp>
      <p:sp>
        <p:nvSpPr>
          <p:cNvPr id="384004" name="Line 4"/>
          <p:cNvSpPr>
            <a:spLocks noChangeShapeType="1"/>
          </p:cNvSpPr>
          <p:nvPr/>
        </p:nvSpPr>
        <p:spPr bwMode="auto">
          <a:xfrm>
            <a:off x="4791075" y="4946650"/>
            <a:ext cx="4876800" cy="0"/>
          </a:xfrm>
          <a:prstGeom prst="line">
            <a:avLst/>
          </a:prstGeom>
          <a:noFill/>
          <a:ln w="9525">
            <a:solidFill>
              <a:srgbClr val="FF0000"/>
            </a:solidFill>
            <a:prstDash val="lgDashDot"/>
            <a:round/>
            <a:headEnd/>
            <a:tailEnd/>
          </a:ln>
        </p:spPr>
        <p:txBody>
          <a:bodyPr/>
          <a:lstStyle/>
          <a:p>
            <a:endParaRPr lang="zh-CN" altLang="en-US"/>
          </a:p>
        </p:txBody>
      </p:sp>
      <p:sp>
        <p:nvSpPr>
          <p:cNvPr id="384005" name="Rectangle 5"/>
          <p:cNvSpPr>
            <a:spLocks noChangeArrowheads="1"/>
          </p:cNvSpPr>
          <p:nvPr/>
        </p:nvSpPr>
        <p:spPr bwMode="auto">
          <a:xfrm>
            <a:off x="4981575" y="4667250"/>
            <a:ext cx="685800" cy="533400"/>
          </a:xfrm>
          <a:prstGeom prst="rect">
            <a:avLst/>
          </a:prstGeom>
          <a:noFill/>
          <a:ln w="12700">
            <a:solidFill>
              <a:schemeClr val="tx1"/>
            </a:solidFill>
            <a:miter lim="800000"/>
            <a:headEnd/>
            <a:tailEnd/>
          </a:ln>
        </p:spPr>
        <p:txBody>
          <a:bodyPr wrap="none" anchor="ctr"/>
          <a:lstStyle/>
          <a:p>
            <a:pPr>
              <a:buFont typeface="Arial" charset="0"/>
              <a:buNone/>
            </a:pPr>
            <a:endParaRPr lang="zh-CN" altLang="en-US" sz="3200" b="1">
              <a:latin typeface="黑体" pitchFamily="49" charset="-122"/>
              <a:ea typeface="黑体" pitchFamily="49" charset="-122"/>
            </a:endParaRPr>
          </a:p>
        </p:txBody>
      </p:sp>
      <p:sp>
        <p:nvSpPr>
          <p:cNvPr id="384006" name="Rectangle 6"/>
          <p:cNvSpPr>
            <a:spLocks noChangeArrowheads="1"/>
          </p:cNvSpPr>
          <p:nvPr/>
        </p:nvSpPr>
        <p:spPr bwMode="auto">
          <a:xfrm>
            <a:off x="5667375" y="4438650"/>
            <a:ext cx="304800" cy="990600"/>
          </a:xfrm>
          <a:prstGeom prst="rect">
            <a:avLst/>
          </a:prstGeom>
          <a:noFill/>
          <a:ln w="12700">
            <a:solidFill>
              <a:schemeClr val="tx1"/>
            </a:solidFill>
            <a:miter lim="800000"/>
            <a:headEnd/>
            <a:tailEnd/>
          </a:ln>
        </p:spPr>
        <p:txBody>
          <a:bodyPr wrap="none" anchor="ctr"/>
          <a:lstStyle/>
          <a:p>
            <a:pPr>
              <a:buFont typeface="Arial" charset="0"/>
              <a:buNone/>
            </a:pPr>
            <a:endParaRPr lang="zh-CN" altLang="en-US" sz="3200" b="1">
              <a:latin typeface="黑体" pitchFamily="49" charset="-122"/>
              <a:ea typeface="黑体" pitchFamily="49" charset="-122"/>
            </a:endParaRPr>
          </a:p>
        </p:txBody>
      </p:sp>
      <p:sp>
        <p:nvSpPr>
          <p:cNvPr id="384007" name="Line 7"/>
          <p:cNvSpPr>
            <a:spLocks noChangeShapeType="1"/>
          </p:cNvSpPr>
          <p:nvPr/>
        </p:nvSpPr>
        <p:spPr bwMode="auto">
          <a:xfrm>
            <a:off x="4981575" y="4667250"/>
            <a:ext cx="0" cy="533400"/>
          </a:xfrm>
          <a:prstGeom prst="line">
            <a:avLst/>
          </a:prstGeom>
          <a:noFill/>
          <a:ln w="12700">
            <a:solidFill>
              <a:schemeClr val="tx1"/>
            </a:solidFill>
            <a:round/>
            <a:headEnd/>
            <a:tailEnd/>
          </a:ln>
        </p:spPr>
        <p:txBody>
          <a:bodyPr/>
          <a:lstStyle/>
          <a:p>
            <a:endParaRPr lang="zh-CN" altLang="en-US"/>
          </a:p>
        </p:txBody>
      </p:sp>
      <p:sp>
        <p:nvSpPr>
          <p:cNvPr id="384008" name="Line 8"/>
          <p:cNvSpPr>
            <a:spLocks noChangeShapeType="1"/>
          </p:cNvSpPr>
          <p:nvPr/>
        </p:nvSpPr>
        <p:spPr bwMode="auto">
          <a:xfrm>
            <a:off x="5667375" y="4438650"/>
            <a:ext cx="0" cy="990600"/>
          </a:xfrm>
          <a:prstGeom prst="line">
            <a:avLst/>
          </a:prstGeom>
          <a:noFill/>
          <a:ln w="12700">
            <a:solidFill>
              <a:schemeClr val="tx1"/>
            </a:solidFill>
            <a:round/>
            <a:headEnd/>
            <a:tailEnd/>
          </a:ln>
        </p:spPr>
        <p:txBody>
          <a:bodyPr/>
          <a:lstStyle/>
          <a:p>
            <a:endParaRPr lang="zh-CN" altLang="en-US"/>
          </a:p>
        </p:txBody>
      </p:sp>
      <p:sp>
        <p:nvSpPr>
          <p:cNvPr id="384009" name="Line 9"/>
          <p:cNvSpPr>
            <a:spLocks noChangeShapeType="1"/>
          </p:cNvSpPr>
          <p:nvPr/>
        </p:nvSpPr>
        <p:spPr bwMode="auto">
          <a:xfrm>
            <a:off x="5972175" y="4438650"/>
            <a:ext cx="0" cy="990600"/>
          </a:xfrm>
          <a:prstGeom prst="line">
            <a:avLst/>
          </a:prstGeom>
          <a:noFill/>
          <a:ln w="12700">
            <a:solidFill>
              <a:schemeClr val="tx1"/>
            </a:solidFill>
            <a:round/>
            <a:headEnd/>
            <a:tailEnd/>
          </a:ln>
        </p:spPr>
        <p:txBody>
          <a:bodyPr/>
          <a:lstStyle/>
          <a:p>
            <a:endParaRPr lang="zh-CN" altLang="en-US"/>
          </a:p>
        </p:txBody>
      </p:sp>
      <p:sp>
        <p:nvSpPr>
          <p:cNvPr id="384010" name="Line 10"/>
          <p:cNvSpPr>
            <a:spLocks noChangeShapeType="1"/>
          </p:cNvSpPr>
          <p:nvPr/>
        </p:nvSpPr>
        <p:spPr bwMode="auto">
          <a:xfrm flipH="1" flipV="1">
            <a:off x="9172575" y="4591050"/>
            <a:ext cx="0" cy="685800"/>
          </a:xfrm>
          <a:prstGeom prst="line">
            <a:avLst/>
          </a:prstGeom>
          <a:noFill/>
          <a:ln w="9525">
            <a:solidFill>
              <a:srgbClr val="FF0000"/>
            </a:solidFill>
            <a:prstDash val="lgDashDot"/>
            <a:round/>
            <a:headEnd/>
            <a:tailEnd/>
          </a:ln>
        </p:spPr>
        <p:txBody>
          <a:bodyPr/>
          <a:lstStyle/>
          <a:p>
            <a:endParaRPr lang="zh-CN" altLang="en-US"/>
          </a:p>
        </p:txBody>
      </p:sp>
      <p:sp>
        <p:nvSpPr>
          <p:cNvPr id="384011" name="Oval 11"/>
          <p:cNvSpPr>
            <a:spLocks noChangeArrowheads="1"/>
          </p:cNvSpPr>
          <p:nvPr/>
        </p:nvSpPr>
        <p:spPr bwMode="auto">
          <a:xfrm>
            <a:off x="8905875" y="4667250"/>
            <a:ext cx="533400" cy="533400"/>
          </a:xfrm>
          <a:prstGeom prst="ellipse">
            <a:avLst/>
          </a:prstGeom>
          <a:noFill/>
          <a:ln w="12700">
            <a:solidFill>
              <a:schemeClr val="tx1"/>
            </a:solidFill>
            <a:round/>
            <a:headEnd/>
            <a:tailEnd/>
          </a:ln>
        </p:spPr>
        <p:txBody>
          <a:bodyPr wrap="none" anchor="ctr"/>
          <a:lstStyle/>
          <a:p>
            <a:pPr>
              <a:buFont typeface="Arial" charset="0"/>
              <a:buNone/>
            </a:pPr>
            <a:endParaRPr lang="zh-CN" altLang="en-US" sz="3200" b="1">
              <a:latin typeface="黑体" pitchFamily="49" charset="-122"/>
              <a:ea typeface="黑体" pitchFamily="49" charset="-122"/>
            </a:endParaRPr>
          </a:p>
        </p:txBody>
      </p:sp>
      <p:pic>
        <p:nvPicPr>
          <p:cNvPr id="516106" name="Picture 13" descr="01-23"/>
          <p:cNvPicPr>
            <a:picLocks noChangeAspect="1"/>
          </p:cNvPicPr>
          <p:nvPr/>
        </p:nvPicPr>
        <p:blipFill>
          <a:blip r:embed="rId3"/>
          <a:srcRect/>
          <a:stretch>
            <a:fillRect/>
          </a:stretch>
        </p:blipFill>
        <p:spPr bwMode="auto">
          <a:xfrm>
            <a:off x="1776413" y="1000125"/>
            <a:ext cx="4391025" cy="31686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4004"/>
                                        </p:tgtEl>
                                        <p:attrNameLst>
                                          <p:attrName>style.visibility</p:attrName>
                                        </p:attrNameLst>
                                      </p:cBhvr>
                                      <p:to>
                                        <p:strVal val="visible"/>
                                      </p:to>
                                    </p:set>
                                    <p:animEffect transition="in" filter="blinds(horizontal)">
                                      <p:cBhvr>
                                        <p:cTn id="7" dur="500"/>
                                        <p:tgtEl>
                                          <p:spTgt spid="38400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84010"/>
                                        </p:tgtEl>
                                        <p:attrNameLst>
                                          <p:attrName>style.visibility</p:attrName>
                                        </p:attrNameLst>
                                      </p:cBhvr>
                                      <p:to>
                                        <p:strVal val="visible"/>
                                      </p:to>
                                    </p:set>
                                    <p:animEffect transition="in" filter="blinds(horizontal)">
                                      <p:cBhvr>
                                        <p:cTn id="12" dur="500"/>
                                        <p:tgtEl>
                                          <p:spTgt spid="3840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84011"/>
                                        </p:tgtEl>
                                        <p:attrNameLst>
                                          <p:attrName>style.visibility</p:attrName>
                                        </p:attrNameLst>
                                      </p:cBhvr>
                                      <p:to>
                                        <p:strVal val="visible"/>
                                      </p:to>
                                    </p:set>
                                    <p:animEffect transition="in" filter="blinds(horizontal)">
                                      <p:cBhvr>
                                        <p:cTn id="17" dur="500"/>
                                        <p:tgtEl>
                                          <p:spTgt spid="3840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84007"/>
                                        </p:tgtEl>
                                        <p:attrNameLst>
                                          <p:attrName>style.visibility</p:attrName>
                                        </p:attrNameLst>
                                      </p:cBhvr>
                                      <p:to>
                                        <p:strVal val="visible"/>
                                      </p:to>
                                    </p:set>
                                    <p:animEffect transition="in" filter="blinds(horizontal)">
                                      <p:cBhvr>
                                        <p:cTn id="22" dur="500"/>
                                        <p:tgtEl>
                                          <p:spTgt spid="38400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84005"/>
                                        </p:tgtEl>
                                        <p:attrNameLst>
                                          <p:attrName>style.visibility</p:attrName>
                                        </p:attrNameLst>
                                      </p:cBhvr>
                                      <p:to>
                                        <p:strVal val="visible"/>
                                      </p:to>
                                    </p:set>
                                    <p:animEffect transition="in" filter="blinds(horizontal)">
                                      <p:cBhvr>
                                        <p:cTn id="27" dur="500"/>
                                        <p:tgtEl>
                                          <p:spTgt spid="38400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84008"/>
                                        </p:tgtEl>
                                        <p:attrNameLst>
                                          <p:attrName>style.visibility</p:attrName>
                                        </p:attrNameLst>
                                      </p:cBhvr>
                                      <p:to>
                                        <p:strVal val="visible"/>
                                      </p:to>
                                    </p:set>
                                    <p:animEffect transition="in" filter="blinds(horizontal)">
                                      <p:cBhvr>
                                        <p:cTn id="32" dur="500"/>
                                        <p:tgtEl>
                                          <p:spTgt spid="38400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84009"/>
                                        </p:tgtEl>
                                        <p:attrNameLst>
                                          <p:attrName>style.visibility</p:attrName>
                                        </p:attrNameLst>
                                      </p:cBhvr>
                                      <p:to>
                                        <p:strVal val="visible"/>
                                      </p:to>
                                    </p:set>
                                    <p:animEffect transition="in" filter="blinds(horizontal)">
                                      <p:cBhvr>
                                        <p:cTn id="37" dur="500"/>
                                        <p:tgtEl>
                                          <p:spTgt spid="38400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84006"/>
                                        </p:tgtEl>
                                        <p:attrNameLst>
                                          <p:attrName>style.visibility</p:attrName>
                                        </p:attrNameLst>
                                      </p:cBhvr>
                                      <p:to>
                                        <p:strVal val="visible"/>
                                      </p:to>
                                    </p:set>
                                    <p:animEffect transition="in" filter="blinds(horizontal)">
                                      <p:cBhvr>
                                        <p:cTn id="42" dur="500"/>
                                        <p:tgtEl>
                                          <p:spTgt spid="384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4" grpId="0" animBg="1"/>
      <p:bldP spid="384005" grpId="0" bldLvl="0" animBg="1"/>
      <p:bldP spid="384006" grpId="0" bldLvl="0" animBg="1"/>
      <p:bldP spid="384007" grpId="0" animBg="1"/>
      <p:bldP spid="384008" grpId="0" animBg="1"/>
      <p:bldP spid="384009" grpId="0" animBg="1"/>
      <p:bldP spid="384010" grpId="0" animBg="1"/>
      <p:bldP spid="384011"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3"/>
          <p:cNvSpPr txBox="1"/>
          <p:nvPr/>
        </p:nvSpPr>
        <p:spPr>
          <a:xfrm>
            <a:off x="1905000" y="476250"/>
            <a:ext cx="5414963" cy="460375"/>
          </a:xfrm>
          <a:prstGeom prst="rect">
            <a:avLst/>
          </a:prstGeom>
          <a:noFill/>
          <a:ln w="9525">
            <a:noFill/>
          </a:ln>
        </p:spPr>
        <p:txBody>
          <a:bodyPr>
            <a:spAutoFit/>
            <a:scene3d>
              <a:camera prst="orthographicFront"/>
              <a:lightRig rig="threePt" dir="t"/>
            </a:scene3d>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50000"/>
              </a:spcBef>
              <a:buFont typeface="Arial" panose="020B0604020202020204" pitchFamily="34" charset="0"/>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3</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、由已知线段画出中间线段 </a:t>
            </a:r>
          </a:p>
        </p:txBody>
      </p:sp>
      <p:grpSp>
        <p:nvGrpSpPr>
          <p:cNvPr id="2" name="Group 4"/>
          <p:cNvGrpSpPr>
            <a:grpSpLocks/>
          </p:cNvGrpSpPr>
          <p:nvPr/>
        </p:nvGrpSpPr>
        <p:grpSpPr bwMode="auto">
          <a:xfrm>
            <a:off x="4379913" y="3429000"/>
            <a:ext cx="5029200" cy="2743200"/>
            <a:chOff x="1680" y="2352"/>
            <a:chExt cx="3168" cy="1728"/>
          </a:xfrm>
        </p:grpSpPr>
        <p:grpSp>
          <p:nvGrpSpPr>
            <p:cNvPr id="518148" name="Group 5"/>
            <p:cNvGrpSpPr>
              <a:grpSpLocks/>
            </p:cNvGrpSpPr>
            <p:nvPr/>
          </p:nvGrpSpPr>
          <p:grpSpPr bwMode="auto">
            <a:xfrm>
              <a:off x="1680" y="2448"/>
              <a:ext cx="3072" cy="624"/>
              <a:chOff x="1536" y="2736"/>
              <a:chExt cx="3072" cy="624"/>
            </a:xfrm>
          </p:grpSpPr>
          <p:sp>
            <p:nvSpPr>
              <p:cNvPr id="518158" name="Line 6"/>
              <p:cNvSpPr>
                <a:spLocks noChangeShapeType="1"/>
              </p:cNvSpPr>
              <p:nvPr/>
            </p:nvSpPr>
            <p:spPr bwMode="auto">
              <a:xfrm>
                <a:off x="1536" y="3056"/>
                <a:ext cx="3072" cy="0"/>
              </a:xfrm>
              <a:prstGeom prst="line">
                <a:avLst/>
              </a:prstGeom>
              <a:noFill/>
              <a:ln w="9525">
                <a:solidFill>
                  <a:srgbClr val="FF0000"/>
                </a:solidFill>
                <a:prstDash val="lgDashDot"/>
                <a:round/>
                <a:headEnd/>
                <a:tailEnd/>
              </a:ln>
            </p:spPr>
            <p:txBody>
              <a:bodyPr/>
              <a:lstStyle/>
              <a:p>
                <a:endParaRPr lang="zh-CN" altLang="en-US"/>
              </a:p>
            </p:txBody>
          </p:sp>
          <p:sp>
            <p:nvSpPr>
              <p:cNvPr id="518159" name="Rectangle 7"/>
              <p:cNvSpPr>
                <a:spLocks noChangeArrowheads="1"/>
              </p:cNvSpPr>
              <p:nvPr/>
            </p:nvSpPr>
            <p:spPr bwMode="auto">
              <a:xfrm>
                <a:off x="1656" y="2880"/>
                <a:ext cx="432" cy="336"/>
              </a:xfrm>
              <a:prstGeom prst="rect">
                <a:avLst/>
              </a:prstGeom>
              <a:noFill/>
              <a:ln w="12700">
                <a:solidFill>
                  <a:schemeClr val="tx1"/>
                </a:solidFill>
                <a:miter lim="800000"/>
                <a:headEnd/>
                <a:tailEnd/>
              </a:ln>
            </p:spPr>
            <p:txBody>
              <a:bodyPr wrap="none" anchor="ctr"/>
              <a:lstStyle/>
              <a:p>
                <a:pPr>
                  <a:buFont typeface="Arial" charset="0"/>
                  <a:buNone/>
                </a:pPr>
                <a:endParaRPr lang="zh-CN" altLang="en-US" sz="3200" b="1">
                  <a:latin typeface="黑体" pitchFamily="49" charset="-122"/>
                  <a:ea typeface="黑体" pitchFamily="49" charset="-122"/>
                </a:endParaRPr>
              </a:p>
            </p:txBody>
          </p:sp>
          <p:sp>
            <p:nvSpPr>
              <p:cNvPr id="518160" name="Rectangle 8"/>
              <p:cNvSpPr>
                <a:spLocks noChangeArrowheads="1"/>
              </p:cNvSpPr>
              <p:nvPr/>
            </p:nvSpPr>
            <p:spPr bwMode="auto">
              <a:xfrm>
                <a:off x="2088" y="2736"/>
                <a:ext cx="192" cy="624"/>
              </a:xfrm>
              <a:prstGeom prst="rect">
                <a:avLst/>
              </a:prstGeom>
              <a:noFill/>
              <a:ln w="12700">
                <a:solidFill>
                  <a:schemeClr val="tx1"/>
                </a:solidFill>
                <a:miter lim="800000"/>
                <a:headEnd/>
                <a:tailEnd/>
              </a:ln>
            </p:spPr>
            <p:txBody>
              <a:bodyPr wrap="none" anchor="ctr"/>
              <a:lstStyle/>
              <a:p>
                <a:pPr>
                  <a:buFont typeface="Arial" charset="0"/>
                  <a:buNone/>
                </a:pPr>
                <a:endParaRPr lang="zh-CN" altLang="en-US" sz="3200" b="1">
                  <a:latin typeface="黑体" pitchFamily="49" charset="-122"/>
                  <a:ea typeface="黑体" pitchFamily="49" charset="-122"/>
                </a:endParaRPr>
              </a:p>
            </p:txBody>
          </p:sp>
          <p:sp>
            <p:nvSpPr>
              <p:cNvPr id="518161" name="Line 9"/>
              <p:cNvSpPr>
                <a:spLocks noChangeShapeType="1"/>
              </p:cNvSpPr>
              <p:nvPr/>
            </p:nvSpPr>
            <p:spPr bwMode="auto">
              <a:xfrm>
                <a:off x="1656" y="2880"/>
                <a:ext cx="0" cy="336"/>
              </a:xfrm>
              <a:prstGeom prst="line">
                <a:avLst/>
              </a:prstGeom>
              <a:noFill/>
              <a:ln w="12700">
                <a:solidFill>
                  <a:schemeClr val="tx1"/>
                </a:solidFill>
                <a:round/>
                <a:headEnd/>
                <a:tailEnd/>
              </a:ln>
            </p:spPr>
            <p:txBody>
              <a:bodyPr/>
              <a:lstStyle/>
              <a:p>
                <a:endParaRPr lang="zh-CN" altLang="en-US"/>
              </a:p>
            </p:txBody>
          </p:sp>
          <p:sp>
            <p:nvSpPr>
              <p:cNvPr id="518162" name="Line 10"/>
              <p:cNvSpPr>
                <a:spLocks noChangeShapeType="1"/>
              </p:cNvSpPr>
              <p:nvPr/>
            </p:nvSpPr>
            <p:spPr bwMode="auto">
              <a:xfrm>
                <a:off x="2088" y="2736"/>
                <a:ext cx="0" cy="624"/>
              </a:xfrm>
              <a:prstGeom prst="line">
                <a:avLst/>
              </a:prstGeom>
              <a:noFill/>
              <a:ln w="12700">
                <a:solidFill>
                  <a:schemeClr val="tx1"/>
                </a:solidFill>
                <a:round/>
                <a:headEnd/>
                <a:tailEnd/>
              </a:ln>
            </p:spPr>
            <p:txBody>
              <a:bodyPr/>
              <a:lstStyle/>
              <a:p>
                <a:endParaRPr lang="zh-CN" altLang="en-US"/>
              </a:p>
            </p:txBody>
          </p:sp>
          <p:sp>
            <p:nvSpPr>
              <p:cNvPr id="518163" name="Line 11"/>
              <p:cNvSpPr>
                <a:spLocks noChangeShapeType="1"/>
              </p:cNvSpPr>
              <p:nvPr/>
            </p:nvSpPr>
            <p:spPr bwMode="auto">
              <a:xfrm>
                <a:off x="2280" y="2736"/>
                <a:ext cx="0" cy="624"/>
              </a:xfrm>
              <a:prstGeom prst="line">
                <a:avLst/>
              </a:prstGeom>
              <a:noFill/>
              <a:ln w="12700">
                <a:solidFill>
                  <a:schemeClr val="tx1"/>
                </a:solidFill>
                <a:round/>
                <a:headEnd/>
                <a:tailEnd/>
              </a:ln>
            </p:spPr>
            <p:txBody>
              <a:bodyPr/>
              <a:lstStyle/>
              <a:p>
                <a:endParaRPr lang="zh-CN" altLang="en-US"/>
              </a:p>
            </p:txBody>
          </p:sp>
          <p:sp>
            <p:nvSpPr>
              <p:cNvPr id="518164" name="Line 12"/>
              <p:cNvSpPr>
                <a:spLocks noChangeShapeType="1"/>
              </p:cNvSpPr>
              <p:nvPr/>
            </p:nvSpPr>
            <p:spPr bwMode="auto">
              <a:xfrm flipH="1" flipV="1">
                <a:off x="4296" y="2832"/>
                <a:ext cx="0" cy="432"/>
              </a:xfrm>
              <a:prstGeom prst="line">
                <a:avLst/>
              </a:prstGeom>
              <a:noFill/>
              <a:ln w="9525">
                <a:solidFill>
                  <a:srgbClr val="FF0000"/>
                </a:solidFill>
                <a:prstDash val="lgDashDot"/>
                <a:round/>
                <a:headEnd/>
                <a:tailEnd/>
              </a:ln>
            </p:spPr>
            <p:txBody>
              <a:bodyPr/>
              <a:lstStyle/>
              <a:p>
                <a:endParaRPr lang="zh-CN" altLang="en-US"/>
              </a:p>
            </p:txBody>
          </p:sp>
          <p:sp>
            <p:nvSpPr>
              <p:cNvPr id="518165" name="Oval 13"/>
              <p:cNvSpPr>
                <a:spLocks noChangeArrowheads="1"/>
              </p:cNvSpPr>
              <p:nvPr/>
            </p:nvSpPr>
            <p:spPr bwMode="auto">
              <a:xfrm>
                <a:off x="4128" y="2880"/>
                <a:ext cx="336" cy="336"/>
              </a:xfrm>
              <a:prstGeom prst="ellipse">
                <a:avLst/>
              </a:prstGeom>
              <a:noFill/>
              <a:ln w="12700">
                <a:solidFill>
                  <a:schemeClr val="tx1"/>
                </a:solidFill>
                <a:round/>
                <a:headEnd/>
                <a:tailEnd/>
              </a:ln>
            </p:spPr>
            <p:txBody>
              <a:bodyPr wrap="none" anchor="ctr"/>
              <a:lstStyle/>
              <a:p>
                <a:pPr>
                  <a:buFont typeface="Arial" charset="0"/>
                  <a:buNone/>
                </a:pPr>
                <a:endParaRPr lang="zh-CN" altLang="en-US" sz="3200" b="1">
                  <a:latin typeface="黑体" pitchFamily="49" charset="-122"/>
                  <a:ea typeface="黑体" pitchFamily="49" charset="-122"/>
                </a:endParaRPr>
              </a:p>
            </p:txBody>
          </p:sp>
        </p:grpSp>
        <p:sp>
          <p:nvSpPr>
            <p:cNvPr id="518149" name="Line 14"/>
            <p:cNvSpPr>
              <a:spLocks noChangeShapeType="1"/>
            </p:cNvSpPr>
            <p:nvPr/>
          </p:nvSpPr>
          <p:spPr bwMode="auto">
            <a:xfrm>
              <a:off x="2840" y="2352"/>
              <a:ext cx="1872" cy="0"/>
            </a:xfrm>
            <a:prstGeom prst="line">
              <a:avLst/>
            </a:prstGeom>
            <a:noFill/>
            <a:ln w="12700">
              <a:solidFill>
                <a:schemeClr val="tx1"/>
              </a:solidFill>
              <a:round/>
              <a:headEnd/>
              <a:tailEnd/>
            </a:ln>
          </p:spPr>
          <p:txBody>
            <a:bodyPr/>
            <a:lstStyle/>
            <a:p>
              <a:endParaRPr lang="zh-CN" altLang="en-US"/>
            </a:p>
          </p:txBody>
        </p:sp>
        <p:sp>
          <p:nvSpPr>
            <p:cNvPr id="518150" name="Line 15"/>
            <p:cNvSpPr>
              <a:spLocks noChangeShapeType="1"/>
            </p:cNvSpPr>
            <p:nvPr/>
          </p:nvSpPr>
          <p:spPr bwMode="auto">
            <a:xfrm flipV="1">
              <a:off x="2832" y="3160"/>
              <a:ext cx="1920" cy="0"/>
            </a:xfrm>
            <a:prstGeom prst="line">
              <a:avLst/>
            </a:prstGeom>
            <a:noFill/>
            <a:ln w="12700">
              <a:solidFill>
                <a:schemeClr val="tx1"/>
              </a:solidFill>
              <a:round/>
              <a:headEnd/>
              <a:tailEnd/>
            </a:ln>
          </p:spPr>
          <p:txBody>
            <a:bodyPr/>
            <a:lstStyle/>
            <a:p>
              <a:endParaRPr lang="zh-CN" altLang="en-US"/>
            </a:p>
          </p:txBody>
        </p:sp>
        <p:sp>
          <p:nvSpPr>
            <p:cNvPr id="518151" name="Line 16"/>
            <p:cNvSpPr>
              <a:spLocks noChangeShapeType="1"/>
            </p:cNvSpPr>
            <p:nvPr/>
          </p:nvSpPr>
          <p:spPr bwMode="auto">
            <a:xfrm>
              <a:off x="3264" y="3936"/>
              <a:ext cx="1584" cy="0"/>
            </a:xfrm>
            <a:prstGeom prst="line">
              <a:avLst/>
            </a:prstGeom>
            <a:noFill/>
            <a:ln w="12700">
              <a:solidFill>
                <a:schemeClr val="tx1"/>
              </a:solidFill>
              <a:round/>
              <a:headEnd/>
              <a:tailEnd/>
            </a:ln>
          </p:spPr>
          <p:txBody>
            <a:bodyPr/>
            <a:lstStyle/>
            <a:p>
              <a:endParaRPr lang="zh-CN" altLang="en-US"/>
            </a:p>
          </p:txBody>
        </p:sp>
        <p:sp>
          <p:nvSpPr>
            <p:cNvPr id="518152" name="Line 17"/>
            <p:cNvSpPr>
              <a:spLocks noChangeShapeType="1"/>
            </p:cNvSpPr>
            <p:nvPr/>
          </p:nvSpPr>
          <p:spPr bwMode="auto">
            <a:xfrm flipH="1">
              <a:off x="4056" y="2758"/>
              <a:ext cx="384" cy="1322"/>
            </a:xfrm>
            <a:prstGeom prst="line">
              <a:avLst/>
            </a:prstGeom>
            <a:noFill/>
            <a:ln w="12700">
              <a:solidFill>
                <a:schemeClr val="tx1"/>
              </a:solidFill>
              <a:round/>
              <a:headEnd/>
              <a:tailEnd type="triangle" w="med" len="lg"/>
            </a:ln>
          </p:spPr>
          <p:txBody>
            <a:bodyPr/>
            <a:lstStyle/>
            <a:p>
              <a:endParaRPr lang="zh-CN" altLang="en-US"/>
            </a:p>
          </p:txBody>
        </p:sp>
        <p:sp>
          <p:nvSpPr>
            <p:cNvPr id="518153" name="Arc 18"/>
            <p:cNvSpPr>
              <a:spLocks/>
            </p:cNvSpPr>
            <p:nvPr/>
          </p:nvSpPr>
          <p:spPr bwMode="auto">
            <a:xfrm flipH="1" flipV="1">
              <a:off x="3566" y="3552"/>
              <a:ext cx="521" cy="528"/>
            </a:xfrm>
            <a:custGeom>
              <a:avLst/>
              <a:gdLst>
                <a:gd name="T0" fmla="*/ 0 w 18469"/>
                <a:gd name="T1" fmla="*/ 0 h 21591"/>
                <a:gd name="T2" fmla="*/ 0 w 18469"/>
                <a:gd name="T3" fmla="*/ 0 h 21591"/>
                <a:gd name="T4" fmla="*/ 0 w 18469"/>
                <a:gd name="T5" fmla="*/ 0 h 21591"/>
                <a:gd name="T6" fmla="*/ 0 60000 65536"/>
                <a:gd name="T7" fmla="*/ 0 60000 65536"/>
                <a:gd name="T8" fmla="*/ 0 60000 65536"/>
                <a:gd name="T9" fmla="*/ 0 w 18469"/>
                <a:gd name="T10" fmla="*/ 0 h 21591"/>
                <a:gd name="T11" fmla="*/ 18469 w 18469"/>
                <a:gd name="T12" fmla="*/ 21591 h 21591"/>
              </a:gdLst>
              <a:ahLst/>
              <a:cxnLst>
                <a:cxn ang="T6">
                  <a:pos x="T0" y="T1"/>
                </a:cxn>
                <a:cxn ang="T7">
                  <a:pos x="T2" y="T3"/>
                </a:cxn>
                <a:cxn ang="T8">
                  <a:pos x="T4" y="T5"/>
                </a:cxn>
              </a:cxnLst>
              <a:rect l="T9" t="T10" r="T11" b="T12"/>
              <a:pathLst>
                <a:path w="18469" h="21591" fill="none">
                  <a:moveTo>
                    <a:pt x="629" y="0"/>
                  </a:moveTo>
                  <a:cubicBezTo>
                    <a:pt x="7953" y="213"/>
                    <a:pt x="14669" y="4125"/>
                    <a:pt x="18468" y="10390"/>
                  </a:cubicBezTo>
                </a:path>
                <a:path w="18469" h="21591" stroke="0">
                  <a:moveTo>
                    <a:pt x="629" y="0"/>
                  </a:moveTo>
                  <a:cubicBezTo>
                    <a:pt x="7953" y="213"/>
                    <a:pt x="14669" y="4125"/>
                    <a:pt x="18468" y="10390"/>
                  </a:cubicBezTo>
                  <a:lnTo>
                    <a:pt x="0" y="21591"/>
                  </a:lnTo>
                  <a:lnTo>
                    <a:pt x="629" y="0"/>
                  </a:lnTo>
                  <a:close/>
                </a:path>
              </a:pathLst>
            </a:custGeom>
            <a:noFill/>
            <a:ln w="12700" cap="flat" cmpd="sng">
              <a:solidFill>
                <a:schemeClr val="tx1"/>
              </a:solidFill>
              <a:prstDash val="solid"/>
              <a:round/>
              <a:headEnd type="none" w="med" len="med"/>
              <a:tailEnd type="none" w="med" len="med"/>
            </a:ln>
          </p:spPr>
          <p:txBody>
            <a:bodyPr/>
            <a:lstStyle/>
            <a:p>
              <a:endParaRPr lang="zh-CN" altLang="en-US"/>
            </a:p>
          </p:txBody>
        </p:sp>
        <p:sp>
          <p:nvSpPr>
            <p:cNvPr id="518154" name="Line 19"/>
            <p:cNvSpPr>
              <a:spLocks noChangeShapeType="1"/>
            </p:cNvSpPr>
            <p:nvPr/>
          </p:nvSpPr>
          <p:spPr bwMode="auto">
            <a:xfrm flipV="1">
              <a:off x="3696" y="2400"/>
              <a:ext cx="432" cy="1536"/>
            </a:xfrm>
            <a:prstGeom prst="line">
              <a:avLst/>
            </a:prstGeom>
            <a:noFill/>
            <a:ln w="12700">
              <a:solidFill>
                <a:schemeClr val="tx1"/>
              </a:solidFill>
              <a:round/>
              <a:headEnd/>
              <a:tailEnd type="triangle" w="med" len="lg"/>
            </a:ln>
          </p:spPr>
          <p:txBody>
            <a:bodyPr/>
            <a:lstStyle/>
            <a:p>
              <a:endParaRPr lang="zh-CN" altLang="en-US"/>
            </a:p>
          </p:txBody>
        </p:sp>
        <p:sp>
          <p:nvSpPr>
            <p:cNvPr id="518155" name="Line 20"/>
            <p:cNvSpPr>
              <a:spLocks noChangeShapeType="1"/>
            </p:cNvSpPr>
            <p:nvPr/>
          </p:nvSpPr>
          <p:spPr bwMode="auto">
            <a:xfrm flipH="1">
              <a:off x="3688" y="2752"/>
              <a:ext cx="764" cy="1179"/>
            </a:xfrm>
            <a:prstGeom prst="line">
              <a:avLst/>
            </a:prstGeom>
            <a:noFill/>
            <a:ln w="12700">
              <a:solidFill>
                <a:schemeClr val="tx1"/>
              </a:solidFill>
              <a:round/>
              <a:headEnd/>
              <a:tailEnd/>
            </a:ln>
          </p:spPr>
          <p:txBody>
            <a:bodyPr/>
            <a:lstStyle/>
            <a:p>
              <a:endParaRPr lang="zh-CN" altLang="en-US"/>
            </a:p>
          </p:txBody>
        </p:sp>
        <p:sp>
          <p:nvSpPr>
            <p:cNvPr id="518156" name="Arc 21"/>
            <p:cNvSpPr>
              <a:spLocks/>
            </p:cNvSpPr>
            <p:nvPr/>
          </p:nvSpPr>
          <p:spPr bwMode="auto">
            <a:xfrm>
              <a:off x="3123" y="2352"/>
              <a:ext cx="1389" cy="724"/>
            </a:xfrm>
            <a:custGeom>
              <a:avLst/>
              <a:gdLst>
                <a:gd name="T0" fmla="*/ 0 w 28607"/>
                <a:gd name="T1" fmla="*/ 0 h 21600"/>
                <a:gd name="T2" fmla="*/ 0 w 28607"/>
                <a:gd name="T3" fmla="*/ 0 h 21600"/>
                <a:gd name="T4" fmla="*/ 0 w 28607"/>
                <a:gd name="T5" fmla="*/ 0 h 21600"/>
                <a:gd name="T6" fmla="*/ 0 60000 65536"/>
                <a:gd name="T7" fmla="*/ 0 60000 65536"/>
                <a:gd name="T8" fmla="*/ 0 60000 65536"/>
                <a:gd name="T9" fmla="*/ 0 w 28607"/>
                <a:gd name="T10" fmla="*/ 0 h 21600"/>
                <a:gd name="T11" fmla="*/ 28607 w 28607"/>
                <a:gd name="T12" fmla="*/ 21600 h 21600"/>
              </a:gdLst>
              <a:ahLst/>
              <a:cxnLst>
                <a:cxn ang="T6">
                  <a:pos x="T0" y="T1"/>
                </a:cxn>
                <a:cxn ang="T7">
                  <a:pos x="T2" y="T3"/>
                </a:cxn>
                <a:cxn ang="T8">
                  <a:pos x="T4" y="T5"/>
                </a:cxn>
              </a:cxnLst>
              <a:rect l="T9" t="T10" r="T11" b="T12"/>
              <a:pathLst>
                <a:path w="28607" h="21600" fill="none">
                  <a:moveTo>
                    <a:pt x="0" y="3630"/>
                  </a:moveTo>
                  <a:cubicBezTo>
                    <a:pt x="3548" y="1263"/>
                    <a:pt x="7719" y="-1"/>
                    <a:pt x="11985" y="0"/>
                  </a:cubicBezTo>
                  <a:cubicBezTo>
                    <a:pt x="18410" y="0"/>
                    <a:pt x="24503" y="2861"/>
                    <a:pt x="28606" y="7806"/>
                  </a:cubicBezTo>
                </a:path>
                <a:path w="28607" h="21600" stroke="0">
                  <a:moveTo>
                    <a:pt x="0" y="3630"/>
                  </a:moveTo>
                  <a:cubicBezTo>
                    <a:pt x="3548" y="1263"/>
                    <a:pt x="7719" y="-1"/>
                    <a:pt x="11985" y="0"/>
                  </a:cubicBezTo>
                  <a:cubicBezTo>
                    <a:pt x="18410" y="0"/>
                    <a:pt x="24503" y="2861"/>
                    <a:pt x="28606" y="7806"/>
                  </a:cubicBezTo>
                  <a:lnTo>
                    <a:pt x="11985" y="21600"/>
                  </a:lnTo>
                  <a:lnTo>
                    <a:pt x="0" y="3630"/>
                  </a:lnTo>
                  <a:close/>
                </a:path>
              </a:pathLst>
            </a:custGeom>
            <a:noFill/>
            <a:ln w="12700" cap="flat" cmpd="sng">
              <a:solidFill>
                <a:schemeClr val="tx1"/>
              </a:solidFill>
              <a:prstDash val="solid"/>
              <a:round/>
              <a:headEnd type="none" w="med" len="med"/>
              <a:tailEnd type="none" w="med" len="med"/>
            </a:ln>
          </p:spPr>
          <p:txBody>
            <a:bodyPr/>
            <a:lstStyle/>
            <a:p>
              <a:endParaRPr lang="zh-CN" altLang="en-US"/>
            </a:p>
          </p:txBody>
        </p:sp>
        <p:sp>
          <p:nvSpPr>
            <p:cNvPr id="518157" name="Arc 22"/>
            <p:cNvSpPr>
              <a:spLocks/>
            </p:cNvSpPr>
            <p:nvPr/>
          </p:nvSpPr>
          <p:spPr bwMode="auto">
            <a:xfrm rot="10800000">
              <a:off x="3071" y="2415"/>
              <a:ext cx="1493" cy="752"/>
            </a:xfrm>
            <a:custGeom>
              <a:avLst/>
              <a:gdLst>
                <a:gd name="T0" fmla="*/ 0 w 29336"/>
                <a:gd name="T1" fmla="*/ 0 h 21600"/>
                <a:gd name="T2" fmla="*/ 0 w 29336"/>
                <a:gd name="T3" fmla="*/ 0 h 21600"/>
                <a:gd name="T4" fmla="*/ 0 w 29336"/>
                <a:gd name="T5" fmla="*/ 0 h 21600"/>
                <a:gd name="T6" fmla="*/ 0 60000 65536"/>
                <a:gd name="T7" fmla="*/ 0 60000 65536"/>
                <a:gd name="T8" fmla="*/ 0 60000 65536"/>
                <a:gd name="T9" fmla="*/ 0 w 29336"/>
                <a:gd name="T10" fmla="*/ 0 h 21600"/>
                <a:gd name="T11" fmla="*/ 29336 w 29336"/>
                <a:gd name="T12" fmla="*/ 21600 h 21600"/>
              </a:gdLst>
              <a:ahLst/>
              <a:cxnLst>
                <a:cxn ang="T6">
                  <a:pos x="T0" y="T1"/>
                </a:cxn>
                <a:cxn ang="T7">
                  <a:pos x="T2" y="T3"/>
                </a:cxn>
                <a:cxn ang="T8">
                  <a:pos x="T4" y="T5"/>
                </a:cxn>
              </a:cxnLst>
              <a:rect l="T9" t="T10" r="T11" b="T12"/>
              <a:pathLst>
                <a:path w="29336" h="21600" fill="none">
                  <a:moveTo>
                    <a:pt x="0" y="8168"/>
                  </a:moveTo>
                  <a:cubicBezTo>
                    <a:pt x="4097" y="3007"/>
                    <a:pt x="10326" y="-1"/>
                    <a:pt x="16916" y="0"/>
                  </a:cubicBezTo>
                  <a:cubicBezTo>
                    <a:pt x="21361" y="0"/>
                    <a:pt x="25698" y="1371"/>
                    <a:pt x="29336" y="3927"/>
                  </a:cubicBezTo>
                </a:path>
                <a:path w="29336" h="21600" stroke="0">
                  <a:moveTo>
                    <a:pt x="0" y="8168"/>
                  </a:moveTo>
                  <a:cubicBezTo>
                    <a:pt x="4097" y="3007"/>
                    <a:pt x="10326" y="-1"/>
                    <a:pt x="16916" y="0"/>
                  </a:cubicBezTo>
                  <a:cubicBezTo>
                    <a:pt x="21361" y="0"/>
                    <a:pt x="25698" y="1371"/>
                    <a:pt x="29336" y="3927"/>
                  </a:cubicBezTo>
                  <a:lnTo>
                    <a:pt x="16916" y="21600"/>
                  </a:lnTo>
                  <a:lnTo>
                    <a:pt x="0" y="8168"/>
                  </a:lnTo>
                  <a:close/>
                </a:path>
              </a:pathLst>
            </a:custGeom>
            <a:noFill/>
            <a:ln w="12700" cap="flat" cmpd="sng">
              <a:solidFill>
                <a:schemeClr val="tx1"/>
              </a:solidFill>
              <a:prstDash val="solid"/>
              <a:round/>
              <a:headEnd type="none" w="med" len="med"/>
              <a:tailEnd type="none" w="med" len="med"/>
            </a:ln>
          </p:spPr>
          <p:txBody>
            <a:bodyPr/>
            <a:lstStyle/>
            <a:p>
              <a:endParaRPr lang="zh-CN" altLang="en-US"/>
            </a:p>
          </p:txBody>
        </p:sp>
      </p:grpSp>
      <p:pic>
        <p:nvPicPr>
          <p:cNvPr id="518147" name="Picture 24" descr="01-23"/>
          <p:cNvPicPr>
            <a:picLocks noChangeAspect="1"/>
          </p:cNvPicPr>
          <p:nvPr/>
        </p:nvPicPr>
        <p:blipFill>
          <a:blip r:embed="rId3"/>
          <a:srcRect/>
          <a:stretch>
            <a:fillRect/>
          </a:stretch>
        </p:blipFill>
        <p:spPr bwMode="auto">
          <a:xfrm>
            <a:off x="1776413" y="1052513"/>
            <a:ext cx="3095625" cy="223361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3"/>
          <p:cNvSpPr txBox="1"/>
          <p:nvPr/>
        </p:nvSpPr>
        <p:spPr>
          <a:xfrm>
            <a:off x="3056255" y="680085"/>
            <a:ext cx="6486525" cy="460375"/>
          </a:xfrm>
          <a:prstGeom prst="rect">
            <a:avLst/>
          </a:prstGeom>
          <a:noFill/>
          <a:ln w="9525">
            <a:noFill/>
          </a:ln>
        </p:spPr>
        <p:txBody>
          <a:bodyPr>
            <a:spAutoFit/>
            <a:scene3d>
              <a:camera prst="orthographicFront"/>
              <a:lightRig rig="threePt" dir="t"/>
            </a:scene3d>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50000"/>
              </a:spcBef>
              <a:buFont typeface="Arial" panose="020B0604020202020204" pitchFamily="34" charset="0"/>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4</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、根据已画出的线段再画出连接线段 </a:t>
            </a:r>
          </a:p>
        </p:txBody>
      </p:sp>
      <p:grpSp>
        <p:nvGrpSpPr>
          <p:cNvPr id="520194" name="组合 2"/>
          <p:cNvGrpSpPr>
            <a:grpSpLocks/>
          </p:cNvGrpSpPr>
          <p:nvPr/>
        </p:nvGrpSpPr>
        <p:grpSpPr bwMode="auto">
          <a:xfrm>
            <a:off x="4076700" y="1997075"/>
            <a:ext cx="4038600" cy="3289300"/>
            <a:chOff x="9340" y="2760"/>
            <a:chExt cx="6360" cy="5180"/>
          </a:xfrm>
        </p:grpSpPr>
        <p:grpSp>
          <p:nvGrpSpPr>
            <p:cNvPr id="520195" name="Group 4"/>
            <p:cNvGrpSpPr>
              <a:grpSpLocks/>
            </p:cNvGrpSpPr>
            <p:nvPr/>
          </p:nvGrpSpPr>
          <p:grpSpPr bwMode="auto">
            <a:xfrm>
              <a:off x="9340" y="4460"/>
              <a:ext cx="6360" cy="3480"/>
              <a:chOff x="2784" y="96"/>
              <a:chExt cx="2544" cy="1392"/>
            </a:xfrm>
          </p:grpSpPr>
          <p:grpSp>
            <p:nvGrpSpPr>
              <p:cNvPr id="520207" name="Group 5"/>
              <p:cNvGrpSpPr>
                <a:grpSpLocks/>
              </p:cNvGrpSpPr>
              <p:nvPr/>
            </p:nvGrpSpPr>
            <p:grpSpPr bwMode="auto">
              <a:xfrm>
                <a:off x="2784" y="173"/>
                <a:ext cx="2467" cy="503"/>
                <a:chOff x="1536" y="2736"/>
                <a:chExt cx="3072" cy="624"/>
              </a:xfrm>
            </p:grpSpPr>
            <p:sp>
              <p:nvSpPr>
                <p:cNvPr id="520214" name="Line 6"/>
                <p:cNvSpPr>
                  <a:spLocks noChangeShapeType="1"/>
                </p:cNvSpPr>
                <p:nvPr/>
              </p:nvSpPr>
              <p:spPr bwMode="auto">
                <a:xfrm>
                  <a:off x="1536" y="3056"/>
                  <a:ext cx="3072" cy="0"/>
                </a:xfrm>
                <a:prstGeom prst="line">
                  <a:avLst/>
                </a:prstGeom>
                <a:noFill/>
                <a:ln w="9525">
                  <a:solidFill>
                    <a:srgbClr val="FF0000"/>
                  </a:solidFill>
                  <a:prstDash val="lgDashDot"/>
                  <a:round/>
                  <a:headEnd/>
                  <a:tailEnd/>
                </a:ln>
              </p:spPr>
              <p:txBody>
                <a:bodyPr/>
                <a:lstStyle/>
                <a:p>
                  <a:endParaRPr lang="zh-CN" altLang="en-US"/>
                </a:p>
              </p:txBody>
            </p:sp>
            <p:sp>
              <p:nvSpPr>
                <p:cNvPr id="520215" name="Rectangle 7"/>
                <p:cNvSpPr>
                  <a:spLocks noChangeArrowheads="1"/>
                </p:cNvSpPr>
                <p:nvPr/>
              </p:nvSpPr>
              <p:spPr bwMode="auto">
                <a:xfrm>
                  <a:off x="1656" y="2880"/>
                  <a:ext cx="432" cy="336"/>
                </a:xfrm>
                <a:prstGeom prst="rect">
                  <a:avLst/>
                </a:prstGeom>
                <a:noFill/>
                <a:ln w="12700">
                  <a:solidFill>
                    <a:schemeClr val="tx1"/>
                  </a:solidFill>
                  <a:miter lim="800000"/>
                  <a:headEnd/>
                  <a:tailEnd/>
                </a:ln>
              </p:spPr>
              <p:txBody>
                <a:bodyPr wrap="none" anchor="ctr"/>
                <a:lstStyle/>
                <a:p>
                  <a:pPr>
                    <a:buFont typeface="Arial" charset="0"/>
                    <a:buNone/>
                  </a:pPr>
                  <a:endParaRPr lang="zh-CN" altLang="en-US" sz="3200" b="1">
                    <a:latin typeface="黑体" pitchFamily="49" charset="-122"/>
                    <a:ea typeface="黑体" pitchFamily="49" charset="-122"/>
                  </a:endParaRPr>
                </a:p>
              </p:txBody>
            </p:sp>
            <p:sp>
              <p:nvSpPr>
                <p:cNvPr id="520216" name="Rectangle 8"/>
                <p:cNvSpPr>
                  <a:spLocks noChangeArrowheads="1"/>
                </p:cNvSpPr>
                <p:nvPr/>
              </p:nvSpPr>
              <p:spPr bwMode="auto">
                <a:xfrm>
                  <a:off x="2088" y="2736"/>
                  <a:ext cx="192" cy="624"/>
                </a:xfrm>
                <a:prstGeom prst="rect">
                  <a:avLst/>
                </a:prstGeom>
                <a:noFill/>
                <a:ln w="12700">
                  <a:solidFill>
                    <a:schemeClr val="tx1"/>
                  </a:solidFill>
                  <a:miter lim="800000"/>
                  <a:headEnd/>
                  <a:tailEnd/>
                </a:ln>
              </p:spPr>
              <p:txBody>
                <a:bodyPr wrap="none" anchor="ctr"/>
                <a:lstStyle/>
                <a:p>
                  <a:pPr>
                    <a:buFont typeface="Arial" charset="0"/>
                    <a:buNone/>
                  </a:pPr>
                  <a:endParaRPr lang="zh-CN" altLang="en-US" sz="3200" b="1">
                    <a:latin typeface="黑体" pitchFamily="49" charset="-122"/>
                    <a:ea typeface="黑体" pitchFamily="49" charset="-122"/>
                  </a:endParaRPr>
                </a:p>
              </p:txBody>
            </p:sp>
            <p:sp>
              <p:nvSpPr>
                <p:cNvPr id="520217" name="Line 9"/>
                <p:cNvSpPr>
                  <a:spLocks noChangeShapeType="1"/>
                </p:cNvSpPr>
                <p:nvPr/>
              </p:nvSpPr>
              <p:spPr bwMode="auto">
                <a:xfrm>
                  <a:off x="1656" y="2880"/>
                  <a:ext cx="0" cy="336"/>
                </a:xfrm>
                <a:prstGeom prst="line">
                  <a:avLst/>
                </a:prstGeom>
                <a:noFill/>
                <a:ln w="12700">
                  <a:solidFill>
                    <a:schemeClr val="tx1"/>
                  </a:solidFill>
                  <a:round/>
                  <a:headEnd/>
                  <a:tailEnd/>
                </a:ln>
              </p:spPr>
              <p:txBody>
                <a:bodyPr/>
                <a:lstStyle/>
                <a:p>
                  <a:endParaRPr lang="zh-CN" altLang="en-US"/>
                </a:p>
              </p:txBody>
            </p:sp>
            <p:sp>
              <p:nvSpPr>
                <p:cNvPr id="520218" name="Line 10"/>
                <p:cNvSpPr>
                  <a:spLocks noChangeShapeType="1"/>
                </p:cNvSpPr>
                <p:nvPr/>
              </p:nvSpPr>
              <p:spPr bwMode="auto">
                <a:xfrm>
                  <a:off x="2088" y="2736"/>
                  <a:ext cx="0" cy="624"/>
                </a:xfrm>
                <a:prstGeom prst="line">
                  <a:avLst/>
                </a:prstGeom>
                <a:noFill/>
                <a:ln w="12700">
                  <a:solidFill>
                    <a:schemeClr val="tx1"/>
                  </a:solidFill>
                  <a:round/>
                  <a:headEnd/>
                  <a:tailEnd/>
                </a:ln>
              </p:spPr>
              <p:txBody>
                <a:bodyPr/>
                <a:lstStyle/>
                <a:p>
                  <a:endParaRPr lang="zh-CN" altLang="en-US"/>
                </a:p>
              </p:txBody>
            </p:sp>
            <p:sp>
              <p:nvSpPr>
                <p:cNvPr id="520219" name="Line 11"/>
                <p:cNvSpPr>
                  <a:spLocks noChangeShapeType="1"/>
                </p:cNvSpPr>
                <p:nvPr/>
              </p:nvSpPr>
              <p:spPr bwMode="auto">
                <a:xfrm>
                  <a:off x="2280" y="2736"/>
                  <a:ext cx="0" cy="624"/>
                </a:xfrm>
                <a:prstGeom prst="line">
                  <a:avLst/>
                </a:prstGeom>
                <a:noFill/>
                <a:ln w="12700">
                  <a:solidFill>
                    <a:schemeClr val="tx1"/>
                  </a:solidFill>
                  <a:round/>
                  <a:headEnd/>
                  <a:tailEnd/>
                </a:ln>
              </p:spPr>
              <p:txBody>
                <a:bodyPr/>
                <a:lstStyle/>
                <a:p>
                  <a:endParaRPr lang="zh-CN" altLang="en-US"/>
                </a:p>
              </p:txBody>
            </p:sp>
            <p:sp>
              <p:nvSpPr>
                <p:cNvPr id="520220" name="Line 12"/>
                <p:cNvSpPr>
                  <a:spLocks noChangeShapeType="1"/>
                </p:cNvSpPr>
                <p:nvPr/>
              </p:nvSpPr>
              <p:spPr bwMode="auto">
                <a:xfrm flipH="1" flipV="1">
                  <a:off x="4296" y="2832"/>
                  <a:ext cx="0" cy="432"/>
                </a:xfrm>
                <a:prstGeom prst="line">
                  <a:avLst/>
                </a:prstGeom>
                <a:noFill/>
                <a:ln w="9525">
                  <a:solidFill>
                    <a:srgbClr val="FF0000"/>
                  </a:solidFill>
                  <a:prstDash val="lgDashDot"/>
                  <a:round/>
                  <a:headEnd/>
                  <a:tailEnd/>
                </a:ln>
              </p:spPr>
              <p:txBody>
                <a:bodyPr/>
                <a:lstStyle/>
                <a:p>
                  <a:endParaRPr lang="zh-CN" altLang="en-US"/>
                </a:p>
              </p:txBody>
            </p:sp>
            <p:sp>
              <p:nvSpPr>
                <p:cNvPr id="520221" name="Oval 13"/>
                <p:cNvSpPr>
                  <a:spLocks noChangeArrowheads="1"/>
                </p:cNvSpPr>
                <p:nvPr/>
              </p:nvSpPr>
              <p:spPr bwMode="auto">
                <a:xfrm>
                  <a:off x="4128" y="2880"/>
                  <a:ext cx="336" cy="336"/>
                </a:xfrm>
                <a:prstGeom prst="ellipse">
                  <a:avLst/>
                </a:prstGeom>
                <a:noFill/>
                <a:ln w="12700">
                  <a:solidFill>
                    <a:schemeClr val="tx1"/>
                  </a:solidFill>
                  <a:round/>
                  <a:headEnd/>
                  <a:tailEnd/>
                </a:ln>
              </p:spPr>
              <p:txBody>
                <a:bodyPr wrap="none" anchor="ctr"/>
                <a:lstStyle/>
                <a:p>
                  <a:pPr>
                    <a:buFont typeface="Arial" charset="0"/>
                    <a:buNone/>
                  </a:pPr>
                  <a:endParaRPr lang="zh-CN" altLang="en-US" sz="3200" b="1">
                    <a:latin typeface="黑体" pitchFamily="49" charset="-122"/>
                    <a:ea typeface="黑体" pitchFamily="49" charset="-122"/>
                  </a:endParaRPr>
                </a:p>
              </p:txBody>
            </p:sp>
          </p:grpSp>
          <p:sp>
            <p:nvSpPr>
              <p:cNvPr id="520208" name="Line 14"/>
              <p:cNvSpPr>
                <a:spLocks noChangeShapeType="1"/>
              </p:cNvSpPr>
              <p:nvPr/>
            </p:nvSpPr>
            <p:spPr bwMode="auto">
              <a:xfrm>
                <a:off x="3716" y="96"/>
                <a:ext cx="1503" cy="0"/>
              </a:xfrm>
              <a:prstGeom prst="line">
                <a:avLst/>
              </a:prstGeom>
              <a:noFill/>
              <a:ln w="12700">
                <a:solidFill>
                  <a:schemeClr val="tx1"/>
                </a:solidFill>
                <a:round/>
                <a:headEnd/>
                <a:tailEnd/>
              </a:ln>
            </p:spPr>
            <p:txBody>
              <a:bodyPr/>
              <a:lstStyle/>
              <a:p>
                <a:endParaRPr lang="zh-CN" altLang="en-US"/>
              </a:p>
            </p:txBody>
          </p:sp>
          <p:sp>
            <p:nvSpPr>
              <p:cNvPr id="520209" name="Line 15"/>
              <p:cNvSpPr>
                <a:spLocks noChangeShapeType="1"/>
              </p:cNvSpPr>
              <p:nvPr/>
            </p:nvSpPr>
            <p:spPr bwMode="auto">
              <a:xfrm flipV="1">
                <a:off x="3709" y="747"/>
                <a:ext cx="1542" cy="0"/>
              </a:xfrm>
              <a:prstGeom prst="line">
                <a:avLst/>
              </a:prstGeom>
              <a:noFill/>
              <a:ln w="12700">
                <a:solidFill>
                  <a:schemeClr val="tx1"/>
                </a:solidFill>
                <a:round/>
                <a:headEnd/>
                <a:tailEnd/>
              </a:ln>
            </p:spPr>
            <p:txBody>
              <a:bodyPr/>
              <a:lstStyle/>
              <a:p>
                <a:endParaRPr lang="zh-CN" altLang="en-US"/>
              </a:p>
            </p:txBody>
          </p:sp>
          <p:sp>
            <p:nvSpPr>
              <p:cNvPr id="520210" name="Line 16"/>
              <p:cNvSpPr>
                <a:spLocks noChangeShapeType="1"/>
              </p:cNvSpPr>
              <p:nvPr/>
            </p:nvSpPr>
            <p:spPr bwMode="auto">
              <a:xfrm>
                <a:off x="4056" y="1372"/>
                <a:ext cx="1272" cy="0"/>
              </a:xfrm>
              <a:prstGeom prst="line">
                <a:avLst/>
              </a:prstGeom>
              <a:noFill/>
              <a:ln w="12700">
                <a:solidFill>
                  <a:schemeClr val="tx1"/>
                </a:solidFill>
                <a:round/>
                <a:headEnd/>
                <a:tailEnd/>
              </a:ln>
            </p:spPr>
            <p:txBody>
              <a:bodyPr/>
              <a:lstStyle/>
              <a:p>
                <a:endParaRPr lang="zh-CN" altLang="en-US"/>
              </a:p>
            </p:txBody>
          </p:sp>
          <p:sp>
            <p:nvSpPr>
              <p:cNvPr id="520211" name="Arc 17"/>
              <p:cNvSpPr>
                <a:spLocks/>
              </p:cNvSpPr>
              <p:nvPr/>
            </p:nvSpPr>
            <p:spPr bwMode="auto">
              <a:xfrm flipH="1" flipV="1">
                <a:off x="4334" y="1063"/>
                <a:ext cx="418" cy="425"/>
              </a:xfrm>
              <a:custGeom>
                <a:avLst/>
                <a:gdLst>
                  <a:gd name="T0" fmla="*/ 0 w 18469"/>
                  <a:gd name="T1" fmla="*/ 0 h 21591"/>
                  <a:gd name="T2" fmla="*/ 0 w 18469"/>
                  <a:gd name="T3" fmla="*/ 0 h 21591"/>
                  <a:gd name="T4" fmla="*/ 0 w 18469"/>
                  <a:gd name="T5" fmla="*/ 0 h 21591"/>
                  <a:gd name="T6" fmla="*/ 0 60000 65536"/>
                  <a:gd name="T7" fmla="*/ 0 60000 65536"/>
                  <a:gd name="T8" fmla="*/ 0 60000 65536"/>
                  <a:gd name="T9" fmla="*/ 0 w 18469"/>
                  <a:gd name="T10" fmla="*/ 0 h 21591"/>
                  <a:gd name="T11" fmla="*/ 18469 w 18469"/>
                  <a:gd name="T12" fmla="*/ 21591 h 21591"/>
                </a:gdLst>
                <a:ahLst/>
                <a:cxnLst>
                  <a:cxn ang="T6">
                    <a:pos x="T0" y="T1"/>
                  </a:cxn>
                  <a:cxn ang="T7">
                    <a:pos x="T2" y="T3"/>
                  </a:cxn>
                  <a:cxn ang="T8">
                    <a:pos x="T4" y="T5"/>
                  </a:cxn>
                </a:cxnLst>
                <a:rect l="T9" t="T10" r="T11" b="T12"/>
                <a:pathLst>
                  <a:path w="18469" h="21591" fill="none">
                    <a:moveTo>
                      <a:pt x="629" y="0"/>
                    </a:moveTo>
                    <a:cubicBezTo>
                      <a:pt x="7953" y="213"/>
                      <a:pt x="14669" y="4125"/>
                      <a:pt x="18468" y="10390"/>
                    </a:cubicBezTo>
                  </a:path>
                  <a:path w="18469" h="21591" stroke="0">
                    <a:moveTo>
                      <a:pt x="629" y="0"/>
                    </a:moveTo>
                    <a:cubicBezTo>
                      <a:pt x="7953" y="213"/>
                      <a:pt x="14669" y="4125"/>
                      <a:pt x="18468" y="10390"/>
                    </a:cubicBezTo>
                    <a:lnTo>
                      <a:pt x="0" y="21591"/>
                    </a:lnTo>
                    <a:lnTo>
                      <a:pt x="629" y="0"/>
                    </a:lnTo>
                    <a:close/>
                  </a:path>
                </a:pathLst>
              </a:custGeom>
              <a:noFill/>
              <a:ln w="12700" cap="flat" cmpd="sng">
                <a:solidFill>
                  <a:schemeClr val="tx1"/>
                </a:solidFill>
                <a:prstDash val="solid"/>
                <a:round/>
                <a:headEnd type="none" w="med" len="med"/>
                <a:tailEnd type="none" w="med" len="med"/>
              </a:ln>
            </p:spPr>
            <p:txBody>
              <a:bodyPr/>
              <a:lstStyle/>
              <a:p>
                <a:endParaRPr lang="zh-CN" altLang="en-US"/>
              </a:p>
            </p:txBody>
          </p:sp>
          <p:sp>
            <p:nvSpPr>
              <p:cNvPr id="520212" name="Arc 18"/>
              <p:cNvSpPr>
                <a:spLocks/>
              </p:cNvSpPr>
              <p:nvPr/>
            </p:nvSpPr>
            <p:spPr bwMode="auto">
              <a:xfrm>
                <a:off x="3943" y="96"/>
                <a:ext cx="1115" cy="583"/>
              </a:xfrm>
              <a:custGeom>
                <a:avLst/>
                <a:gdLst>
                  <a:gd name="T0" fmla="*/ 0 w 28607"/>
                  <a:gd name="T1" fmla="*/ 0 h 21600"/>
                  <a:gd name="T2" fmla="*/ 0 w 28607"/>
                  <a:gd name="T3" fmla="*/ 0 h 21600"/>
                  <a:gd name="T4" fmla="*/ 0 w 28607"/>
                  <a:gd name="T5" fmla="*/ 0 h 21600"/>
                  <a:gd name="T6" fmla="*/ 0 60000 65536"/>
                  <a:gd name="T7" fmla="*/ 0 60000 65536"/>
                  <a:gd name="T8" fmla="*/ 0 60000 65536"/>
                  <a:gd name="T9" fmla="*/ 0 w 28607"/>
                  <a:gd name="T10" fmla="*/ 0 h 21600"/>
                  <a:gd name="T11" fmla="*/ 28607 w 28607"/>
                  <a:gd name="T12" fmla="*/ 21600 h 21600"/>
                </a:gdLst>
                <a:ahLst/>
                <a:cxnLst>
                  <a:cxn ang="T6">
                    <a:pos x="T0" y="T1"/>
                  </a:cxn>
                  <a:cxn ang="T7">
                    <a:pos x="T2" y="T3"/>
                  </a:cxn>
                  <a:cxn ang="T8">
                    <a:pos x="T4" y="T5"/>
                  </a:cxn>
                </a:cxnLst>
                <a:rect l="T9" t="T10" r="T11" b="T12"/>
                <a:pathLst>
                  <a:path w="28607" h="21600" fill="none">
                    <a:moveTo>
                      <a:pt x="0" y="3630"/>
                    </a:moveTo>
                    <a:cubicBezTo>
                      <a:pt x="3548" y="1263"/>
                      <a:pt x="7719" y="-1"/>
                      <a:pt x="11985" y="0"/>
                    </a:cubicBezTo>
                    <a:cubicBezTo>
                      <a:pt x="18410" y="0"/>
                      <a:pt x="24503" y="2861"/>
                      <a:pt x="28606" y="7806"/>
                    </a:cubicBezTo>
                  </a:path>
                  <a:path w="28607" h="21600" stroke="0">
                    <a:moveTo>
                      <a:pt x="0" y="3630"/>
                    </a:moveTo>
                    <a:cubicBezTo>
                      <a:pt x="3548" y="1263"/>
                      <a:pt x="7719" y="-1"/>
                      <a:pt x="11985" y="0"/>
                    </a:cubicBezTo>
                    <a:cubicBezTo>
                      <a:pt x="18410" y="0"/>
                      <a:pt x="24503" y="2861"/>
                      <a:pt x="28606" y="7806"/>
                    </a:cubicBezTo>
                    <a:lnTo>
                      <a:pt x="11985" y="21600"/>
                    </a:lnTo>
                    <a:lnTo>
                      <a:pt x="0" y="3630"/>
                    </a:lnTo>
                    <a:close/>
                  </a:path>
                </a:pathLst>
              </a:custGeom>
              <a:noFill/>
              <a:ln w="12700" cap="flat" cmpd="sng">
                <a:solidFill>
                  <a:schemeClr val="tx1"/>
                </a:solidFill>
                <a:prstDash val="solid"/>
                <a:round/>
                <a:headEnd type="none" w="med" len="med"/>
                <a:tailEnd type="none" w="med" len="med"/>
              </a:ln>
            </p:spPr>
            <p:txBody>
              <a:bodyPr/>
              <a:lstStyle/>
              <a:p>
                <a:endParaRPr lang="zh-CN" altLang="en-US"/>
              </a:p>
            </p:txBody>
          </p:sp>
          <p:sp>
            <p:nvSpPr>
              <p:cNvPr id="520213" name="Arc 19"/>
              <p:cNvSpPr>
                <a:spLocks/>
              </p:cNvSpPr>
              <p:nvPr/>
            </p:nvSpPr>
            <p:spPr bwMode="auto">
              <a:xfrm rot="10800000">
                <a:off x="3901" y="147"/>
                <a:ext cx="1199" cy="606"/>
              </a:xfrm>
              <a:custGeom>
                <a:avLst/>
                <a:gdLst>
                  <a:gd name="T0" fmla="*/ 0 w 29336"/>
                  <a:gd name="T1" fmla="*/ 0 h 21600"/>
                  <a:gd name="T2" fmla="*/ 0 w 29336"/>
                  <a:gd name="T3" fmla="*/ 0 h 21600"/>
                  <a:gd name="T4" fmla="*/ 0 w 29336"/>
                  <a:gd name="T5" fmla="*/ 0 h 21600"/>
                  <a:gd name="T6" fmla="*/ 0 60000 65536"/>
                  <a:gd name="T7" fmla="*/ 0 60000 65536"/>
                  <a:gd name="T8" fmla="*/ 0 60000 65536"/>
                  <a:gd name="T9" fmla="*/ 0 w 29336"/>
                  <a:gd name="T10" fmla="*/ 0 h 21600"/>
                  <a:gd name="T11" fmla="*/ 29336 w 29336"/>
                  <a:gd name="T12" fmla="*/ 21600 h 21600"/>
                </a:gdLst>
                <a:ahLst/>
                <a:cxnLst>
                  <a:cxn ang="T6">
                    <a:pos x="T0" y="T1"/>
                  </a:cxn>
                  <a:cxn ang="T7">
                    <a:pos x="T2" y="T3"/>
                  </a:cxn>
                  <a:cxn ang="T8">
                    <a:pos x="T4" y="T5"/>
                  </a:cxn>
                </a:cxnLst>
                <a:rect l="T9" t="T10" r="T11" b="T12"/>
                <a:pathLst>
                  <a:path w="29336" h="21600" fill="none">
                    <a:moveTo>
                      <a:pt x="0" y="8168"/>
                    </a:moveTo>
                    <a:cubicBezTo>
                      <a:pt x="4097" y="3007"/>
                      <a:pt x="10326" y="-1"/>
                      <a:pt x="16916" y="0"/>
                    </a:cubicBezTo>
                    <a:cubicBezTo>
                      <a:pt x="21361" y="0"/>
                      <a:pt x="25698" y="1371"/>
                      <a:pt x="29336" y="3927"/>
                    </a:cubicBezTo>
                  </a:path>
                  <a:path w="29336" h="21600" stroke="0">
                    <a:moveTo>
                      <a:pt x="0" y="8168"/>
                    </a:moveTo>
                    <a:cubicBezTo>
                      <a:pt x="4097" y="3007"/>
                      <a:pt x="10326" y="-1"/>
                      <a:pt x="16916" y="0"/>
                    </a:cubicBezTo>
                    <a:cubicBezTo>
                      <a:pt x="21361" y="0"/>
                      <a:pt x="25698" y="1371"/>
                      <a:pt x="29336" y="3927"/>
                    </a:cubicBezTo>
                    <a:lnTo>
                      <a:pt x="16916" y="21600"/>
                    </a:lnTo>
                    <a:lnTo>
                      <a:pt x="0" y="8168"/>
                    </a:lnTo>
                    <a:close/>
                  </a:path>
                </a:pathLst>
              </a:custGeom>
              <a:noFill/>
              <a:ln w="12700" cap="flat" cmpd="sng">
                <a:solidFill>
                  <a:schemeClr val="tx1"/>
                </a:solidFill>
                <a:prstDash val="solid"/>
                <a:round/>
                <a:headEnd type="none" w="med" len="med"/>
                <a:tailEnd type="none" w="med" len="med"/>
              </a:ln>
            </p:spPr>
            <p:txBody>
              <a:bodyPr/>
              <a:lstStyle/>
              <a:p>
                <a:endParaRPr lang="zh-CN" altLang="en-US"/>
              </a:p>
            </p:txBody>
          </p:sp>
        </p:grpSp>
        <p:grpSp>
          <p:nvGrpSpPr>
            <p:cNvPr id="520196" name="Group 20"/>
            <p:cNvGrpSpPr>
              <a:grpSpLocks/>
            </p:cNvGrpSpPr>
            <p:nvPr/>
          </p:nvGrpSpPr>
          <p:grpSpPr bwMode="auto">
            <a:xfrm>
              <a:off x="9998" y="2760"/>
              <a:ext cx="3482" cy="4920"/>
              <a:chOff x="3039" y="1104"/>
              <a:chExt cx="1393" cy="1968"/>
            </a:xfrm>
          </p:grpSpPr>
          <p:sp>
            <p:nvSpPr>
              <p:cNvPr id="520197" name="Line 21"/>
              <p:cNvSpPr>
                <a:spLocks noChangeShapeType="1"/>
              </p:cNvSpPr>
              <p:nvPr/>
            </p:nvSpPr>
            <p:spPr bwMode="auto">
              <a:xfrm flipH="1" flipV="1">
                <a:off x="4240" y="1104"/>
                <a:ext cx="192" cy="1968"/>
              </a:xfrm>
              <a:prstGeom prst="line">
                <a:avLst/>
              </a:prstGeom>
              <a:noFill/>
              <a:ln w="12700">
                <a:solidFill>
                  <a:schemeClr val="tx1"/>
                </a:solidFill>
                <a:round/>
                <a:headEnd/>
                <a:tailEnd type="triangle" w="med" len="lg"/>
              </a:ln>
            </p:spPr>
            <p:txBody>
              <a:bodyPr/>
              <a:lstStyle/>
              <a:p>
                <a:endParaRPr lang="zh-CN" altLang="en-US"/>
              </a:p>
            </p:txBody>
          </p:sp>
          <p:sp>
            <p:nvSpPr>
              <p:cNvPr id="520198" name="Line 22"/>
              <p:cNvSpPr>
                <a:spLocks noChangeShapeType="1"/>
              </p:cNvSpPr>
              <p:nvPr/>
            </p:nvSpPr>
            <p:spPr bwMode="auto">
              <a:xfrm flipH="1" flipV="1">
                <a:off x="3240" y="1200"/>
                <a:ext cx="128" cy="680"/>
              </a:xfrm>
              <a:prstGeom prst="line">
                <a:avLst/>
              </a:prstGeom>
              <a:noFill/>
              <a:ln w="12700">
                <a:solidFill>
                  <a:schemeClr val="tx1"/>
                </a:solidFill>
                <a:round/>
                <a:headEnd/>
                <a:tailEnd type="triangle" w="med" len="lg"/>
              </a:ln>
            </p:spPr>
            <p:txBody>
              <a:bodyPr/>
              <a:lstStyle/>
              <a:p>
                <a:endParaRPr lang="zh-CN" altLang="en-US"/>
              </a:p>
            </p:txBody>
          </p:sp>
          <p:sp>
            <p:nvSpPr>
              <p:cNvPr id="520199" name="Arc 23"/>
              <p:cNvSpPr>
                <a:spLocks/>
              </p:cNvSpPr>
              <p:nvPr/>
            </p:nvSpPr>
            <p:spPr bwMode="auto">
              <a:xfrm flipH="1">
                <a:off x="3444" y="1104"/>
                <a:ext cx="988" cy="716"/>
              </a:xfrm>
              <a:custGeom>
                <a:avLst/>
                <a:gdLst>
                  <a:gd name="T0" fmla="*/ 0 w 16526"/>
                  <a:gd name="T1" fmla="*/ 0 h 21527"/>
                  <a:gd name="T2" fmla="*/ 0 w 16526"/>
                  <a:gd name="T3" fmla="*/ 0 h 21527"/>
                  <a:gd name="T4" fmla="*/ 0 w 16526"/>
                  <a:gd name="T5" fmla="*/ 0 h 21527"/>
                  <a:gd name="T6" fmla="*/ 0 60000 65536"/>
                  <a:gd name="T7" fmla="*/ 0 60000 65536"/>
                  <a:gd name="T8" fmla="*/ 0 60000 65536"/>
                  <a:gd name="T9" fmla="*/ 0 w 16526"/>
                  <a:gd name="T10" fmla="*/ 0 h 21527"/>
                  <a:gd name="T11" fmla="*/ 16526 w 16526"/>
                  <a:gd name="T12" fmla="*/ 21527 h 21527"/>
                </a:gdLst>
                <a:ahLst/>
                <a:cxnLst>
                  <a:cxn ang="T6">
                    <a:pos x="T0" y="T1"/>
                  </a:cxn>
                  <a:cxn ang="T7">
                    <a:pos x="T2" y="T3"/>
                  </a:cxn>
                  <a:cxn ang="T8">
                    <a:pos x="T4" y="T5"/>
                  </a:cxn>
                </a:cxnLst>
                <a:rect l="T9" t="T10" r="T11" b="T12"/>
                <a:pathLst>
                  <a:path w="16526" h="21527" fill="none">
                    <a:moveTo>
                      <a:pt x="1774" y="0"/>
                    </a:moveTo>
                    <a:cubicBezTo>
                      <a:pt x="7510" y="472"/>
                      <a:pt x="12820" y="3215"/>
                      <a:pt x="16526" y="7618"/>
                    </a:cubicBezTo>
                  </a:path>
                  <a:path w="16526" h="21527" stroke="0">
                    <a:moveTo>
                      <a:pt x="1774" y="0"/>
                    </a:moveTo>
                    <a:cubicBezTo>
                      <a:pt x="7510" y="472"/>
                      <a:pt x="12820" y="3215"/>
                      <a:pt x="16526" y="7618"/>
                    </a:cubicBezTo>
                    <a:lnTo>
                      <a:pt x="0" y="21527"/>
                    </a:lnTo>
                    <a:lnTo>
                      <a:pt x="1774" y="0"/>
                    </a:lnTo>
                    <a:close/>
                  </a:path>
                </a:pathLst>
              </a:custGeom>
              <a:noFill/>
              <a:ln w="12700" cap="flat" cmpd="sng">
                <a:solidFill>
                  <a:schemeClr val="tx1"/>
                </a:solidFill>
                <a:prstDash val="solid"/>
                <a:round/>
                <a:headEnd type="none" w="med" len="med"/>
                <a:tailEnd type="none" w="med" len="med"/>
              </a:ln>
            </p:spPr>
            <p:txBody>
              <a:bodyPr/>
              <a:lstStyle/>
              <a:p>
                <a:endParaRPr lang="zh-CN" altLang="en-US"/>
              </a:p>
            </p:txBody>
          </p:sp>
          <p:sp>
            <p:nvSpPr>
              <p:cNvPr id="520200" name="Arc 24"/>
              <p:cNvSpPr>
                <a:spLocks/>
              </p:cNvSpPr>
              <p:nvPr/>
            </p:nvSpPr>
            <p:spPr bwMode="auto">
              <a:xfrm flipH="1">
                <a:off x="3039" y="1176"/>
                <a:ext cx="867" cy="480"/>
              </a:xfrm>
              <a:custGeom>
                <a:avLst/>
                <a:gdLst>
                  <a:gd name="T0" fmla="*/ 0 w 30603"/>
                  <a:gd name="T1" fmla="*/ 0 h 21600"/>
                  <a:gd name="T2" fmla="*/ 0 w 30603"/>
                  <a:gd name="T3" fmla="*/ 0 h 21600"/>
                  <a:gd name="T4" fmla="*/ 0 w 30603"/>
                  <a:gd name="T5" fmla="*/ 0 h 21600"/>
                  <a:gd name="T6" fmla="*/ 0 60000 65536"/>
                  <a:gd name="T7" fmla="*/ 0 60000 65536"/>
                  <a:gd name="T8" fmla="*/ 0 60000 65536"/>
                  <a:gd name="T9" fmla="*/ 0 w 30603"/>
                  <a:gd name="T10" fmla="*/ 0 h 21600"/>
                  <a:gd name="T11" fmla="*/ 30603 w 30603"/>
                  <a:gd name="T12" fmla="*/ 21600 h 21600"/>
                </a:gdLst>
                <a:ahLst/>
                <a:cxnLst>
                  <a:cxn ang="T6">
                    <a:pos x="T0" y="T1"/>
                  </a:cxn>
                  <a:cxn ang="T7">
                    <a:pos x="T2" y="T3"/>
                  </a:cxn>
                  <a:cxn ang="T8">
                    <a:pos x="T4" y="T5"/>
                  </a:cxn>
                </a:cxnLst>
                <a:rect l="T9" t="T10" r="T11" b="T12"/>
                <a:pathLst>
                  <a:path w="30603" h="21600" fill="none">
                    <a:moveTo>
                      <a:pt x="0" y="10619"/>
                    </a:moveTo>
                    <a:cubicBezTo>
                      <a:pt x="3885" y="4038"/>
                      <a:pt x="10958" y="-1"/>
                      <a:pt x="18601" y="0"/>
                    </a:cubicBezTo>
                    <a:cubicBezTo>
                      <a:pt x="22873" y="0"/>
                      <a:pt x="27050" y="1267"/>
                      <a:pt x="30603" y="3641"/>
                    </a:cubicBezTo>
                  </a:path>
                  <a:path w="30603" h="21600" stroke="0">
                    <a:moveTo>
                      <a:pt x="0" y="10619"/>
                    </a:moveTo>
                    <a:cubicBezTo>
                      <a:pt x="3885" y="4038"/>
                      <a:pt x="10958" y="-1"/>
                      <a:pt x="18601" y="0"/>
                    </a:cubicBezTo>
                    <a:cubicBezTo>
                      <a:pt x="22873" y="0"/>
                      <a:pt x="27050" y="1267"/>
                      <a:pt x="30603" y="3641"/>
                    </a:cubicBezTo>
                    <a:lnTo>
                      <a:pt x="18601" y="21600"/>
                    </a:lnTo>
                    <a:lnTo>
                      <a:pt x="0" y="10619"/>
                    </a:lnTo>
                    <a:close/>
                  </a:path>
                </a:pathLst>
              </a:custGeom>
              <a:noFill/>
              <a:ln w="12700" cap="flat" cmpd="sng">
                <a:solidFill>
                  <a:schemeClr val="tx1"/>
                </a:solidFill>
                <a:prstDash val="solid"/>
                <a:round/>
                <a:headEnd type="none" w="med" len="med"/>
                <a:tailEnd type="none" w="med" len="med"/>
              </a:ln>
            </p:spPr>
            <p:txBody>
              <a:bodyPr/>
              <a:lstStyle/>
              <a:p>
                <a:endParaRPr lang="zh-CN" altLang="en-US"/>
              </a:p>
            </p:txBody>
          </p:sp>
          <p:sp>
            <p:nvSpPr>
              <p:cNvPr id="520201" name="Line 25"/>
              <p:cNvSpPr>
                <a:spLocks noChangeShapeType="1"/>
              </p:cNvSpPr>
              <p:nvPr/>
            </p:nvSpPr>
            <p:spPr bwMode="auto">
              <a:xfrm flipH="1">
                <a:off x="3568" y="1248"/>
                <a:ext cx="96" cy="720"/>
              </a:xfrm>
              <a:prstGeom prst="line">
                <a:avLst/>
              </a:prstGeom>
              <a:noFill/>
              <a:ln w="12700">
                <a:solidFill>
                  <a:schemeClr val="tx1"/>
                </a:solidFill>
                <a:round/>
                <a:headEnd/>
                <a:tailEnd type="triangle" w="med" len="lg"/>
              </a:ln>
            </p:spPr>
            <p:txBody>
              <a:bodyPr/>
              <a:lstStyle/>
              <a:p>
                <a:endParaRPr lang="zh-CN" altLang="en-US"/>
              </a:p>
            </p:txBody>
          </p:sp>
          <p:sp>
            <p:nvSpPr>
              <p:cNvPr id="520202" name="Arc 26"/>
              <p:cNvSpPr>
                <a:spLocks/>
              </p:cNvSpPr>
              <p:nvPr/>
            </p:nvSpPr>
            <p:spPr bwMode="auto">
              <a:xfrm flipV="1">
                <a:off x="3372" y="1437"/>
                <a:ext cx="579" cy="531"/>
              </a:xfrm>
              <a:custGeom>
                <a:avLst/>
                <a:gdLst>
                  <a:gd name="T0" fmla="*/ 0 w 23629"/>
                  <a:gd name="T1" fmla="*/ 0 h 21600"/>
                  <a:gd name="T2" fmla="*/ 0 w 23629"/>
                  <a:gd name="T3" fmla="*/ 0 h 21600"/>
                  <a:gd name="T4" fmla="*/ 0 w 23629"/>
                  <a:gd name="T5" fmla="*/ 0 h 21600"/>
                  <a:gd name="T6" fmla="*/ 0 60000 65536"/>
                  <a:gd name="T7" fmla="*/ 0 60000 65536"/>
                  <a:gd name="T8" fmla="*/ 0 60000 65536"/>
                  <a:gd name="T9" fmla="*/ 0 w 23629"/>
                  <a:gd name="T10" fmla="*/ 0 h 21600"/>
                  <a:gd name="T11" fmla="*/ 23629 w 23629"/>
                  <a:gd name="T12" fmla="*/ 21600 h 21600"/>
                </a:gdLst>
                <a:ahLst/>
                <a:cxnLst>
                  <a:cxn ang="T6">
                    <a:pos x="T0" y="T1"/>
                  </a:cxn>
                  <a:cxn ang="T7">
                    <a:pos x="T2" y="T3"/>
                  </a:cxn>
                  <a:cxn ang="T8">
                    <a:pos x="T4" y="T5"/>
                  </a:cxn>
                </a:cxnLst>
                <a:rect l="T9" t="T10" r="T11" b="T12"/>
                <a:pathLst>
                  <a:path w="23629" h="21600" fill="none">
                    <a:moveTo>
                      <a:pt x="-1" y="4417"/>
                    </a:moveTo>
                    <a:cubicBezTo>
                      <a:pt x="3761" y="1551"/>
                      <a:pt x="8359" y="-1"/>
                      <a:pt x="13089" y="0"/>
                    </a:cubicBezTo>
                    <a:cubicBezTo>
                      <a:pt x="16779" y="0"/>
                      <a:pt x="20407" y="945"/>
                      <a:pt x="23628" y="2746"/>
                    </a:cubicBezTo>
                  </a:path>
                  <a:path w="23629" h="21600" stroke="0">
                    <a:moveTo>
                      <a:pt x="-1" y="4417"/>
                    </a:moveTo>
                    <a:cubicBezTo>
                      <a:pt x="3761" y="1551"/>
                      <a:pt x="8359" y="-1"/>
                      <a:pt x="13089" y="0"/>
                    </a:cubicBezTo>
                    <a:cubicBezTo>
                      <a:pt x="16779" y="0"/>
                      <a:pt x="20407" y="945"/>
                      <a:pt x="23628" y="2746"/>
                    </a:cubicBezTo>
                    <a:lnTo>
                      <a:pt x="13089" y="21600"/>
                    </a:lnTo>
                    <a:lnTo>
                      <a:pt x="-1" y="4417"/>
                    </a:lnTo>
                    <a:close/>
                  </a:path>
                </a:pathLst>
              </a:custGeom>
              <a:noFill/>
              <a:ln w="12700" cap="flat" cmpd="sng">
                <a:solidFill>
                  <a:schemeClr val="tx1"/>
                </a:solidFill>
                <a:prstDash val="solid"/>
                <a:round/>
                <a:headEnd type="none" w="med" len="med"/>
                <a:tailEnd type="none" w="med" len="med"/>
              </a:ln>
            </p:spPr>
            <p:txBody>
              <a:bodyPr/>
              <a:lstStyle/>
              <a:p>
                <a:endParaRPr lang="zh-CN" altLang="en-US"/>
              </a:p>
            </p:txBody>
          </p:sp>
          <p:sp>
            <p:nvSpPr>
              <p:cNvPr id="520203" name="Line 27"/>
              <p:cNvSpPr>
                <a:spLocks noChangeShapeType="1"/>
              </p:cNvSpPr>
              <p:nvPr/>
            </p:nvSpPr>
            <p:spPr bwMode="auto">
              <a:xfrm flipH="1" flipV="1">
                <a:off x="3664" y="1248"/>
                <a:ext cx="768" cy="1824"/>
              </a:xfrm>
              <a:prstGeom prst="line">
                <a:avLst/>
              </a:prstGeom>
              <a:noFill/>
              <a:ln w="9525">
                <a:solidFill>
                  <a:schemeClr val="tx1"/>
                </a:solidFill>
                <a:round/>
                <a:headEnd/>
                <a:tailEnd/>
              </a:ln>
            </p:spPr>
            <p:txBody>
              <a:bodyPr/>
              <a:lstStyle/>
              <a:p>
                <a:endParaRPr lang="zh-CN" altLang="en-US"/>
              </a:p>
            </p:txBody>
          </p:sp>
          <p:sp>
            <p:nvSpPr>
              <p:cNvPr id="520204" name="Arc 28"/>
              <p:cNvSpPr>
                <a:spLocks/>
              </p:cNvSpPr>
              <p:nvPr/>
            </p:nvSpPr>
            <p:spPr bwMode="auto">
              <a:xfrm rot="10800000" flipV="1">
                <a:off x="3376" y="2304"/>
                <a:ext cx="576" cy="480"/>
              </a:xfrm>
              <a:custGeom>
                <a:avLst/>
                <a:gdLst>
                  <a:gd name="T0" fmla="*/ 0 w 20276"/>
                  <a:gd name="T1" fmla="*/ 0 h 21600"/>
                  <a:gd name="T2" fmla="*/ 0 w 20276"/>
                  <a:gd name="T3" fmla="*/ 0 h 21600"/>
                  <a:gd name="T4" fmla="*/ 0 w 20276"/>
                  <a:gd name="T5" fmla="*/ 0 h 21600"/>
                  <a:gd name="T6" fmla="*/ 0 60000 65536"/>
                  <a:gd name="T7" fmla="*/ 0 60000 65536"/>
                  <a:gd name="T8" fmla="*/ 0 60000 65536"/>
                  <a:gd name="T9" fmla="*/ 0 w 20276"/>
                  <a:gd name="T10" fmla="*/ 0 h 21600"/>
                  <a:gd name="T11" fmla="*/ 20276 w 20276"/>
                  <a:gd name="T12" fmla="*/ 21600 h 21600"/>
                </a:gdLst>
                <a:ahLst/>
                <a:cxnLst>
                  <a:cxn ang="T6">
                    <a:pos x="T0" y="T1"/>
                  </a:cxn>
                  <a:cxn ang="T7">
                    <a:pos x="T2" y="T3"/>
                  </a:cxn>
                  <a:cxn ang="T8">
                    <a:pos x="T4" y="T5"/>
                  </a:cxn>
                </a:cxnLst>
                <a:rect l="T9" t="T10" r="T11" b="T12"/>
                <a:pathLst>
                  <a:path w="20276" h="21600" fill="none">
                    <a:moveTo>
                      <a:pt x="-1" y="2520"/>
                    </a:moveTo>
                    <a:cubicBezTo>
                      <a:pt x="3118" y="865"/>
                      <a:pt x="6595" y="-1"/>
                      <a:pt x="10126" y="0"/>
                    </a:cubicBezTo>
                    <a:cubicBezTo>
                      <a:pt x="13665" y="0"/>
                      <a:pt x="17151" y="869"/>
                      <a:pt x="20275" y="2533"/>
                    </a:cubicBezTo>
                  </a:path>
                  <a:path w="20276" h="21600" stroke="0">
                    <a:moveTo>
                      <a:pt x="-1" y="2520"/>
                    </a:moveTo>
                    <a:cubicBezTo>
                      <a:pt x="3118" y="865"/>
                      <a:pt x="6595" y="-1"/>
                      <a:pt x="10126" y="0"/>
                    </a:cubicBezTo>
                    <a:cubicBezTo>
                      <a:pt x="13665" y="0"/>
                      <a:pt x="17151" y="869"/>
                      <a:pt x="20275" y="2533"/>
                    </a:cubicBezTo>
                    <a:lnTo>
                      <a:pt x="10126" y="21600"/>
                    </a:lnTo>
                    <a:lnTo>
                      <a:pt x="-1" y="2520"/>
                    </a:lnTo>
                    <a:close/>
                  </a:path>
                </a:pathLst>
              </a:custGeom>
              <a:noFill/>
              <a:ln w="12700" cap="flat" cmpd="sng">
                <a:solidFill>
                  <a:schemeClr val="tx1"/>
                </a:solidFill>
                <a:prstDash val="solid"/>
                <a:round/>
                <a:headEnd type="none" w="med" len="med"/>
                <a:tailEnd type="none" w="med" len="med"/>
              </a:ln>
            </p:spPr>
            <p:txBody>
              <a:bodyPr/>
              <a:lstStyle/>
              <a:p>
                <a:endParaRPr lang="zh-CN" altLang="en-US"/>
              </a:p>
            </p:txBody>
          </p:sp>
          <p:sp>
            <p:nvSpPr>
              <p:cNvPr id="520205" name="Oval 29"/>
              <p:cNvSpPr>
                <a:spLocks noChangeArrowheads="1"/>
              </p:cNvSpPr>
              <p:nvPr/>
            </p:nvSpPr>
            <p:spPr bwMode="auto">
              <a:xfrm>
                <a:off x="3912" y="1880"/>
                <a:ext cx="48" cy="48"/>
              </a:xfrm>
              <a:prstGeom prst="ellipse">
                <a:avLst/>
              </a:prstGeom>
              <a:solidFill>
                <a:schemeClr val="accent1"/>
              </a:solidFill>
              <a:ln w="9525">
                <a:solidFill>
                  <a:schemeClr val="tx1"/>
                </a:solidFill>
                <a:round/>
                <a:headEnd/>
                <a:tailEnd/>
              </a:ln>
            </p:spPr>
            <p:txBody>
              <a:bodyPr wrap="none" anchor="ctr"/>
              <a:lstStyle/>
              <a:p>
                <a:pPr>
                  <a:buFont typeface="Arial" charset="0"/>
                  <a:buNone/>
                </a:pPr>
                <a:endParaRPr lang="zh-CN" altLang="en-US" sz="3200" b="1">
                  <a:latin typeface="黑体" pitchFamily="49" charset="-122"/>
                  <a:ea typeface="黑体" pitchFamily="49" charset="-122"/>
                </a:endParaRPr>
              </a:p>
            </p:txBody>
          </p:sp>
          <p:sp>
            <p:nvSpPr>
              <p:cNvPr id="520206" name="Oval 30"/>
              <p:cNvSpPr>
                <a:spLocks noChangeArrowheads="1"/>
              </p:cNvSpPr>
              <p:nvPr/>
            </p:nvSpPr>
            <p:spPr bwMode="auto">
              <a:xfrm>
                <a:off x="3912" y="2320"/>
                <a:ext cx="48" cy="48"/>
              </a:xfrm>
              <a:prstGeom prst="ellipse">
                <a:avLst/>
              </a:prstGeom>
              <a:solidFill>
                <a:schemeClr val="accent1"/>
              </a:solidFill>
              <a:ln w="9525">
                <a:solidFill>
                  <a:schemeClr val="tx1"/>
                </a:solidFill>
                <a:round/>
                <a:headEnd/>
                <a:tailEnd/>
              </a:ln>
            </p:spPr>
            <p:txBody>
              <a:bodyPr wrap="none" anchor="ctr"/>
              <a:lstStyle/>
              <a:p>
                <a:pPr>
                  <a:buFont typeface="Arial" charset="0"/>
                  <a:buNone/>
                </a:pPr>
                <a:endParaRPr lang="zh-CN" altLang="en-US" sz="3200" b="1">
                  <a:latin typeface="黑体" pitchFamily="49" charset="-122"/>
                  <a:ea typeface="黑体" pitchFamily="49" charset="-122"/>
                </a:endParaRPr>
              </a:p>
            </p:txBody>
          </p:sp>
        </p:gr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p:nvPr/>
        </p:nvSpPr>
        <p:spPr>
          <a:xfrm>
            <a:off x="1882775" y="609600"/>
            <a:ext cx="2801938" cy="4603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spcBef>
                <a:spcPct val="50000"/>
              </a:spcBef>
              <a:buFont typeface="Arial" panose="020B0604020202020204" pitchFamily="34" charset="0"/>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5</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、检查加深</a:t>
            </a:r>
            <a:r>
              <a:rPr lang="zh-CN" altLang="en-US" sz="2400" dirty="0">
                <a:solidFill>
                  <a:srgbClr val="990033"/>
                </a:solidFill>
                <a:latin typeface="黑体" panose="02010609060101010101" charset="-122"/>
                <a:ea typeface="黑体" panose="02010609060101010101" charset="-122"/>
              </a:rPr>
              <a:t> </a:t>
            </a:r>
          </a:p>
        </p:txBody>
      </p:sp>
      <p:pic>
        <p:nvPicPr>
          <p:cNvPr id="390147" name="Picture 3" descr="p23"/>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5548313" y="4806950"/>
            <a:ext cx="4191000" cy="1122363"/>
          </a:xfrm>
          <a:prstGeom prst="rect">
            <a:avLst/>
          </a:prstGeom>
          <a:noFill/>
          <a:ln w="9525">
            <a:noFill/>
            <a:miter lim="800000"/>
            <a:headEnd/>
            <a:tailEnd/>
          </a:ln>
        </p:spPr>
      </p:pic>
      <p:pic>
        <p:nvPicPr>
          <p:cNvPr id="522243" name="Picture 22" descr="01-23"/>
          <p:cNvPicPr>
            <a:picLocks noChangeAspect="1"/>
          </p:cNvPicPr>
          <p:nvPr/>
        </p:nvPicPr>
        <p:blipFill>
          <a:blip r:embed="rId4"/>
          <a:srcRect/>
          <a:stretch>
            <a:fillRect/>
          </a:stretch>
        </p:blipFill>
        <p:spPr bwMode="auto">
          <a:xfrm>
            <a:off x="1776413" y="1409700"/>
            <a:ext cx="4391025" cy="31686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0147"/>
                                        </p:tgtEl>
                                        <p:attrNameLst>
                                          <p:attrName>style.visibility</p:attrName>
                                        </p:attrNameLst>
                                      </p:cBhvr>
                                      <p:to>
                                        <p:strVal val="visible"/>
                                      </p:to>
                                    </p:set>
                                    <p:animEffect transition="in" filter="blinds(horizontal)">
                                      <p:cBhvr>
                                        <p:cTn id="7" dur="500"/>
                                        <p:tgtEl>
                                          <p:spTgt spid="390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p:nvPr/>
        </p:nvSpPr>
        <p:spPr>
          <a:xfrm>
            <a:off x="2495550" y="1528763"/>
            <a:ext cx="8172450" cy="5221287"/>
          </a:xfrm>
          <a:prstGeom prst="rect">
            <a:avLst/>
          </a:prstGeom>
          <a:noFill/>
          <a:ln w="9525">
            <a:noFill/>
          </a:ln>
        </p:spPr>
        <p:txBody>
          <a:bodyPr anchor="ctr">
            <a:spAutoFit/>
          </a:bodyPr>
          <a:lstStyle>
            <a:lvl1pPr marL="342900" indent="-342900" algn="l" rtl="0" eaLnBrk="0" fontAlgn="base" hangingPunct="0">
              <a:spcBef>
                <a:spcPct val="20000"/>
              </a:spcBef>
              <a:spcAft>
                <a:spcPct val="0"/>
              </a:spcAft>
              <a:buFont typeface="Arial" panose="020B0604020202020204" pitchFamily="34" charset="0"/>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eaLnBrk="1" hangingPunct="1">
              <a:lnSpc>
                <a:spcPts val="4000"/>
              </a:lnSpc>
              <a:spcBef>
                <a:spcPct val="0"/>
              </a:spcBef>
              <a:buFont typeface="Arial" panose="020B0604020202020204" pitchFamily="34" charset="0"/>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1</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、通过本章的学习，应掌握国家标准</a:t>
            </a: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技术制图</a:t>
            </a: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a:t>
            </a:r>
          </a:p>
          <a:p>
            <a:pPr marL="0" indent="0" eaLnBrk="1" hangingPunct="1">
              <a:lnSpc>
                <a:spcPts val="4000"/>
              </a:lnSpc>
              <a:spcBef>
                <a:spcPct val="0"/>
              </a:spcBef>
              <a:buFont typeface="Arial" panose="020B0604020202020204" pitchFamily="34" charset="0"/>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   </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和</a:t>
            </a: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机械制图</a:t>
            </a: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中关于图幅、图框格式、常用比</a:t>
            </a:r>
            <a:endPar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a:p>
            <a:pPr marL="0" indent="0" eaLnBrk="1" hangingPunct="1">
              <a:lnSpc>
                <a:spcPts val="4000"/>
              </a:lnSpc>
              <a:spcBef>
                <a:spcPct val="0"/>
              </a:spcBef>
              <a:buFont typeface="Arial" panose="020B0604020202020204" pitchFamily="34" charset="0"/>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   </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例、字体、</a:t>
            </a:r>
            <a:r>
              <a:rPr lang="zh-CN" altLang="en-US" sz="2400" b="1" dirty="0">
                <a:ln/>
                <a:solidFill>
                  <a:srgbClr val="FF0000"/>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线型、尺寸标注</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等基本规定。</a:t>
            </a:r>
          </a:p>
          <a:p>
            <a:pPr marL="0" indent="0" eaLnBrk="1" hangingPunct="1">
              <a:lnSpc>
                <a:spcPts val="4000"/>
              </a:lnSpc>
              <a:spcBef>
                <a:spcPct val="0"/>
              </a:spcBef>
              <a:buFont typeface="Arial" panose="020B0604020202020204" pitchFamily="34" charset="0"/>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2</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、能正确使用绘图工具画一些常见的基本图形。</a:t>
            </a:r>
            <a:endPar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a:p>
            <a:pPr marL="0" indent="0" eaLnBrk="1" hangingPunct="1">
              <a:lnSpc>
                <a:spcPts val="4000"/>
              </a:lnSpc>
              <a:spcBef>
                <a:spcPct val="0"/>
              </a:spcBef>
              <a:buFont typeface="Arial" panose="020B0604020202020204" pitchFamily="34" charset="0"/>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3</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、了解徒手图的概念和基本的作图方法。</a:t>
            </a:r>
          </a:p>
          <a:p>
            <a:pPr marL="0" indent="0" eaLnBrk="1" hangingPunct="1">
              <a:lnSpc>
                <a:spcPts val="4000"/>
              </a:lnSpc>
              <a:spcBef>
                <a:spcPct val="0"/>
              </a:spcBef>
              <a:buFont typeface="Arial" panose="020B0604020202020204" pitchFamily="34" charset="0"/>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4</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、能正确地对平面图形进行尺寸和线段分析，</a:t>
            </a:r>
            <a:r>
              <a:rPr lang="zh-CN" altLang="en-US" sz="2400" b="1" dirty="0">
                <a:ln/>
                <a:solidFill>
                  <a:srgbClr val="FF0000"/>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掌握</a:t>
            </a:r>
            <a:endParaRPr lang="en-US" altLang="zh-CN" sz="2400" b="1" dirty="0">
              <a:ln/>
              <a:solidFill>
                <a:srgbClr val="FF0000"/>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a:p>
            <a:pPr marL="0" indent="0" eaLnBrk="1" hangingPunct="1">
              <a:lnSpc>
                <a:spcPts val="4000"/>
              </a:lnSpc>
              <a:spcBef>
                <a:spcPct val="0"/>
              </a:spcBef>
              <a:buFont typeface="Arial" panose="020B0604020202020204" pitchFamily="34" charset="0"/>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   </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圆弧连接的概念和作图原理，能准确地求出切点</a:t>
            </a:r>
            <a:endPar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a:p>
            <a:pPr marL="0" indent="0" eaLnBrk="1" hangingPunct="1">
              <a:lnSpc>
                <a:spcPts val="4000"/>
              </a:lnSpc>
              <a:spcBef>
                <a:spcPct val="0"/>
              </a:spcBef>
              <a:buFont typeface="Arial" panose="020B0604020202020204" pitchFamily="34" charset="0"/>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   </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及圆心，按照已知线段、中间线段、连接线段的</a:t>
            </a:r>
            <a:endPar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endParaRPr>
          </a:p>
          <a:p>
            <a:pPr marL="0" indent="0" eaLnBrk="1" hangingPunct="1">
              <a:lnSpc>
                <a:spcPts val="4000"/>
              </a:lnSpc>
              <a:spcBef>
                <a:spcPct val="0"/>
              </a:spcBef>
              <a:buFont typeface="Arial" panose="020B0604020202020204" pitchFamily="34" charset="0"/>
              <a:buNone/>
              <a:defRPr/>
            </a:pPr>
            <a:r>
              <a:rPr lang="en-US" altLang="zh-CN"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   </a:t>
            </a:r>
            <a:r>
              <a:rPr lang="zh-CN" altLang="en-US" sz="2400" b="1" dirty="0">
                <a:ln/>
                <a:solidFill>
                  <a:schemeClr val="accent1"/>
                </a:solidFill>
                <a:effectLst>
                  <a:outerShdw blurRad="38100" dist="25400" dir="5400000" algn="ctr" rotWithShape="0">
                    <a:srgbClr val="6E747A">
                      <a:alpha val="43000"/>
                    </a:srgbClr>
                  </a:outerShdw>
                </a:effectLst>
                <a:latin typeface="黑体" panose="02010609060101010101" charset="-122"/>
                <a:ea typeface="黑体" panose="02010609060101010101" charset="-122"/>
              </a:rPr>
              <a:t>顺序绘制平面图形。</a:t>
            </a:r>
          </a:p>
          <a:p>
            <a:pPr marL="0" indent="0" eaLnBrk="1" hangingPunct="1">
              <a:lnSpc>
                <a:spcPts val="4000"/>
              </a:lnSpc>
              <a:spcBef>
                <a:spcPct val="0"/>
              </a:spcBef>
              <a:buFont typeface="Arial" panose="020B0604020202020204" pitchFamily="34" charset="0"/>
              <a:buNone/>
              <a:defRPr/>
            </a:pPr>
            <a:r>
              <a:rPr lang="zh-CN" altLang="en-US" sz="2400" b="1" dirty="0">
                <a:latin typeface="黑体" panose="02010609060101010101" charset="-122"/>
                <a:ea typeface="黑体" panose="02010609060101010101" charset="-122"/>
              </a:rPr>
              <a:t>    </a:t>
            </a:r>
          </a:p>
        </p:txBody>
      </p:sp>
      <p:sp>
        <p:nvSpPr>
          <p:cNvPr id="524290" name="TextBox 3"/>
          <p:cNvSpPr txBox="1">
            <a:spLocks noChangeArrowheads="1"/>
          </p:cNvSpPr>
          <p:nvPr/>
        </p:nvSpPr>
        <p:spPr bwMode="auto">
          <a:xfrm>
            <a:off x="4595813" y="773113"/>
            <a:ext cx="2571750" cy="644525"/>
          </a:xfrm>
          <a:prstGeom prst="rect">
            <a:avLst/>
          </a:prstGeom>
          <a:noFill/>
          <a:ln w="9525">
            <a:noFill/>
            <a:miter lim="800000"/>
            <a:headEnd/>
            <a:tailEnd/>
          </a:ln>
        </p:spPr>
        <p:txBody>
          <a:bodyPr>
            <a:spAutoFit/>
          </a:bodyPr>
          <a:lstStyle/>
          <a:p>
            <a:pPr>
              <a:buFont typeface="Arial" charset="0"/>
              <a:buNone/>
            </a:pPr>
            <a:r>
              <a:rPr lang="zh-CN" altLang="en-US" sz="3600" b="1" i="1">
                <a:solidFill>
                  <a:srgbClr val="0066CC"/>
                </a:solidFill>
                <a:latin typeface="Times New Roman" pitchFamily="18" charset="0"/>
                <a:ea typeface="微软雅黑" pitchFamily="34" charset="-122"/>
                <a:cs typeface="Times New Roman" pitchFamily="18" charset="0"/>
              </a:rPr>
              <a:t>本</a:t>
            </a:r>
            <a:r>
              <a:rPr lang="en-US" altLang="zh-CN" sz="3600" b="1" i="1">
                <a:solidFill>
                  <a:srgbClr val="0066CC"/>
                </a:solidFill>
                <a:latin typeface="Times New Roman" pitchFamily="18" charset="0"/>
                <a:ea typeface="微软雅黑" pitchFamily="34" charset="-122"/>
                <a:cs typeface="Times New Roman" pitchFamily="18" charset="0"/>
              </a:rPr>
              <a:t>章小结</a:t>
            </a:r>
            <a:endParaRPr lang="en-US" altLang="zh-CN" sz="3600" b="1" i="1">
              <a:solidFill>
                <a:srgbClr val="0066CC"/>
              </a:solidFill>
              <a:latin typeface="Times New Roman" pitchFamily="18" charset="0"/>
              <a:ea typeface="微软雅黑" pitchFamily="34" charset="-122"/>
              <a:cs typeface="Times New Roman"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6322">
                                            <p:txEl>
                                              <p:pRg st="0" end="0"/>
                                            </p:txEl>
                                          </p:spTgt>
                                        </p:tgtEl>
                                        <p:attrNameLst>
                                          <p:attrName>style.visibility</p:attrName>
                                        </p:attrNameLst>
                                      </p:cBhvr>
                                      <p:to>
                                        <p:strVal val="visible"/>
                                      </p:to>
                                    </p:set>
                                    <p:animEffect transition="in" filter="wipe(left)">
                                      <p:cBhvr>
                                        <p:cTn id="7" dur="2000"/>
                                        <p:tgtEl>
                                          <p:spTgt spid="563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6322">
                                            <p:txEl>
                                              <p:pRg st="1" end="1"/>
                                            </p:txEl>
                                          </p:spTgt>
                                        </p:tgtEl>
                                        <p:attrNameLst>
                                          <p:attrName>style.visibility</p:attrName>
                                        </p:attrNameLst>
                                      </p:cBhvr>
                                      <p:to>
                                        <p:strVal val="visible"/>
                                      </p:to>
                                    </p:set>
                                    <p:animEffect transition="in" filter="wipe(left)">
                                      <p:cBhvr>
                                        <p:cTn id="12" dur="2000"/>
                                        <p:tgtEl>
                                          <p:spTgt spid="5632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6322">
                                            <p:txEl>
                                              <p:pRg st="2" end="2"/>
                                            </p:txEl>
                                          </p:spTgt>
                                        </p:tgtEl>
                                        <p:attrNameLst>
                                          <p:attrName>style.visibility</p:attrName>
                                        </p:attrNameLst>
                                      </p:cBhvr>
                                      <p:to>
                                        <p:strVal val="visible"/>
                                      </p:to>
                                    </p:set>
                                    <p:animEffect transition="in" filter="wipe(left)">
                                      <p:cBhvr>
                                        <p:cTn id="17" dur="2000"/>
                                        <p:tgtEl>
                                          <p:spTgt spid="5632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6322">
                                            <p:txEl>
                                              <p:pRg st="3" end="3"/>
                                            </p:txEl>
                                          </p:spTgt>
                                        </p:tgtEl>
                                        <p:attrNameLst>
                                          <p:attrName>style.visibility</p:attrName>
                                        </p:attrNameLst>
                                      </p:cBhvr>
                                      <p:to>
                                        <p:strVal val="visible"/>
                                      </p:to>
                                    </p:set>
                                    <p:animEffect transition="in" filter="wipe(left)">
                                      <p:cBhvr>
                                        <p:cTn id="22" dur="2000"/>
                                        <p:tgtEl>
                                          <p:spTgt spid="5632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6322">
                                            <p:txEl>
                                              <p:pRg st="4" end="4"/>
                                            </p:txEl>
                                          </p:spTgt>
                                        </p:tgtEl>
                                        <p:attrNameLst>
                                          <p:attrName>style.visibility</p:attrName>
                                        </p:attrNameLst>
                                      </p:cBhvr>
                                      <p:to>
                                        <p:strVal val="visible"/>
                                      </p:to>
                                    </p:set>
                                    <p:animEffect transition="in" filter="wipe(left)">
                                      <p:cBhvr>
                                        <p:cTn id="27" dur="2000"/>
                                        <p:tgtEl>
                                          <p:spTgt spid="5632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6322">
                                            <p:txEl>
                                              <p:pRg st="5" end="5"/>
                                            </p:txEl>
                                          </p:spTgt>
                                        </p:tgtEl>
                                        <p:attrNameLst>
                                          <p:attrName>style.visibility</p:attrName>
                                        </p:attrNameLst>
                                      </p:cBhvr>
                                      <p:to>
                                        <p:strVal val="visible"/>
                                      </p:to>
                                    </p:set>
                                    <p:animEffect transition="in" filter="wipe(left)">
                                      <p:cBhvr>
                                        <p:cTn id="32" dur="2000"/>
                                        <p:tgtEl>
                                          <p:spTgt spid="5632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6322">
                                            <p:txEl>
                                              <p:pRg st="6" end="6"/>
                                            </p:txEl>
                                          </p:spTgt>
                                        </p:tgtEl>
                                        <p:attrNameLst>
                                          <p:attrName>style.visibility</p:attrName>
                                        </p:attrNameLst>
                                      </p:cBhvr>
                                      <p:to>
                                        <p:strVal val="visible"/>
                                      </p:to>
                                    </p:set>
                                    <p:animEffect transition="in" filter="wipe(left)">
                                      <p:cBhvr>
                                        <p:cTn id="37" dur="2000"/>
                                        <p:tgtEl>
                                          <p:spTgt spid="5632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6322">
                                            <p:txEl>
                                              <p:pRg st="7" end="7"/>
                                            </p:txEl>
                                          </p:spTgt>
                                        </p:tgtEl>
                                        <p:attrNameLst>
                                          <p:attrName>style.visibility</p:attrName>
                                        </p:attrNameLst>
                                      </p:cBhvr>
                                      <p:to>
                                        <p:strVal val="visible"/>
                                      </p:to>
                                    </p:set>
                                    <p:animEffect transition="in" filter="wipe(left)">
                                      <p:cBhvr>
                                        <p:cTn id="42" dur="2000"/>
                                        <p:tgtEl>
                                          <p:spTgt spid="5632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6322">
                                            <p:txEl>
                                              <p:pRg st="8" end="8"/>
                                            </p:txEl>
                                          </p:spTgt>
                                        </p:tgtEl>
                                        <p:attrNameLst>
                                          <p:attrName>style.visibility</p:attrName>
                                        </p:attrNameLst>
                                      </p:cBhvr>
                                      <p:to>
                                        <p:strVal val="visible"/>
                                      </p:to>
                                    </p:set>
                                    <p:animEffect transition="in" filter="wipe(left)">
                                      <p:cBhvr>
                                        <p:cTn id="47" dur="2000"/>
                                        <p:tgtEl>
                                          <p:spTgt spid="5632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6322">
                                            <p:txEl>
                                              <p:pRg st="9" end="9"/>
                                            </p:txEl>
                                          </p:spTgt>
                                        </p:tgtEl>
                                        <p:attrNameLst>
                                          <p:attrName>style.visibility</p:attrName>
                                        </p:attrNameLst>
                                      </p:cBhvr>
                                      <p:to>
                                        <p:strVal val="visible"/>
                                      </p:to>
                                    </p:set>
                                    <p:animEffect transition="in" filter="wipe(left)">
                                      <p:cBhvr>
                                        <p:cTn id="52" dur="2000"/>
                                        <p:tgtEl>
                                          <p:spTgt spid="5632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微软雅黑">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2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3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4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6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7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8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9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20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1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2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4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5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26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28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29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30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31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32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42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43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44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46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47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48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49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50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51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52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53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1686</Words>
  <Application>Microsoft Office PowerPoint</Application>
  <PresentationFormat>宽屏</PresentationFormat>
  <Paragraphs>215</Paragraphs>
  <Slides>48</Slides>
  <Notes>8</Notes>
  <HiddenSlides>0</HiddenSlides>
  <MMClips>0</MMClips>
  <ScaleCrop>false</ScaleCrop>
  <HeadingPairs>
    <vt:vector size="8" baseType="variant">
      <vt:variant>
        <vt:lpstr>已用的字体</vt:lpstr>
      </vt:variant>
      <vt:variant>
        <vt:i4>12</vt:i4>
      </vt:variant>
      <vt:variant>
        <vt:lpstr>主题</vt:lpstr>
      </vt:variant>
      <vt:variant>
        <vt:i4>41</vt:i4>
      </vt:variant>
      <vt:variant>
        <vt:lpstr>嵌入 OLE 服务器</vt:lpstr>
      </vt:variant>
      <vt:variant>
        <vt:i4>0</vt:i4>
      </vt:variant>
      <vt:variant>
        <vt:lpstr>幻灯片标题</vt:lpstr>
      </vt:variant>
      <vt:variant>
        <vt:i4>48</vt:i4>
      </vt:variant>
    </vt:vector>
  </HeadingPairs>
  <TitlesOfParts>
    <vt:vector size="101" baseType="lpstr">
      <vt:lpstr>Arial</vt:lpstr>
      <vt:lpstr>Times New Roman</vt:lpstr>
      <vt:lpstr>Wingdings</vt:lpstr>
      <vt:lpstr>仿宋_GB2312</vt:lpstr>
      <vt:lpstr>黑体</vt:lpstr>
      <vt:lpstr>华文细黑</vt:lpstr>
      <vt:lpstr>Monotype Corsiva</vt:lpstr>
      <vt:lpstr>Calibri Light</vt:lpstr>
      <vt:lpstr>Calibri</vt:lpstr>
      <vt:lpstr>宋体</vt:lpstr>
      <vt:lpstr>Tahoma</vt:lpstr>
      <vt:lpstr>ISOCP</vt:lpstr>
      <vt:lpstr>微软雅黑</vt:lpstr>
      <vt:lpstr>1_空白设计模板</vt:lpstr>
      <vt:lpstr>2_空白设计模板</vt:lpstr>
      <vt:lpstr>3_空白设计模板</vt:lpstr>
      <vt:lpstr>4_空白设计模板</vt:lpstr>
      <vt:lpstr>5_空白设计模板</vt:lpstr>
      <vt:lpstr>6_空白设计模板</vt:lpstr>
      <vt:lpstr>7_空白设计模板</vt:lpstr>
      <vt:lpstr>8_空白设计模板</vt:lpstr>
      <vt:lpstr>9_空白设计模板</vt:lpstr>
      <vt:lpstr>10_空白设计模板</vt:lpstr>
      <vt:lpstr>11_空白设计模板</vt:lpstr>
      <vt:lpstr>12_空白设计模板</vt:lpstr>
      <vt:lpstr>13_空白设计模板</vt:lpstr>
      <vt:lpstr>14_空白设计模板</vt:lpstr>
      <vt:lpstr>16_空白设计模板</vt:lpstr>
      <vt:lpstr>17_空白设计模板</vt:lpstr>
      <vt:lpstr>18_空白设计模板</vt:lpstr>
      <vt:lpstr>19_空白设计模板</vt:lpstr>
      <vt:lpstr>20_空白设计模板</vt:lpstr>
      <vt:lpstr>21_空白设计模板</vt:lpstr>
      <vt:lpstr>22_空白设计模板</vt:lpstr>
      <vt:lpstr>24_空白设计模板</vt:lpstr>
      <vt:lpstr>25_空白设计模板</vt:lpstr>
      <vt:lpstr>26_空白设计模板</vt:lpstr>
      <vt:lpstr>28_空白设计模板</vt:lpstr>
      <vt:lpstr>29_空白设计模板</vt:lpstr>
      <vt:lpstr>30_空白设计模板</vt:lpstr>
      <vt:lpstr>31_空白设计模板</vt:lpstr>
      <vt:lpstr>32_空白设计模板</vt:lpstr>
      <vt:lpstr>42_空白设计模板</vt:lpstr>
      <vt:lpstr>43_空白设计模板</vt:lpstr>
      <vt:lpstr>44_空白设计模板</vt:lpstr>
      <vt:lpstr>46_空白设计模板</vt:lpstr>
      <vt:lpstr>47_空白设计模板</vt:lpstr>
      <vt:lpstr>48_空白设计模板</vt:lpstr>
      <vt:lpstr>49_空白设计模板</vt:lpstr>
      <vt:lpstr>50_空白设计模板</vt:lpstr>
      <vt:lpstr>51_空白设计模板</vt:lpstr>
      <vt:lpstr>52_空白设计模板</vt:lpstr>
      <vt:lpstr>53_空白设计模板</vt:lpstr>
      <vt:lpstr>PowerPoint 演示文稿</vt:lpstr>
      <vt:lpstr>PowerPoint 演示文稿</vt:lpstr>
      <vt:lpstr>PowerPoint 演示文稿</vt:lpstr>
      <vt:lpstr>PowerPoint 演示文稿</vt:lpstr>
      <vt:lpstr>PowerPoint 演示文稿</vt:lpstr>
      <vt:lpstr>PowerPoint 演示文稿</vt:lpstr>
      <vt:lpstr>2、图框格式</vt:lpstr>
      <vt:lpstr>同一产品的图样只能采用同一格式的图框格式。</vt:lpstr>
      <vt:lpstr>3、标题栏</vt:lpstr>
      <vt:lpstr>2.1.2 比例（GB/T14690-1993）</vt:lpstr>
      <vt:lpstr>PowerPoint 演示文稿</vt:lpstr>
      <vt:lpstr>2.1.3 字体（GB/T14690-2000)</vt:lpstr>
      <vt:lpstr>2、字母及数字</vt:lpstr>
      <vt:lpstr>PowerPoint 演示文稿</vt:lpstr>
      <vt:lpstr>2.1.4 图线 (GB/T4457.4-2002)</vt:lpstr>
      <vt:lpstr>图线（GB/T 7450-1998 和 GB/T 4457.4-2002） </vt:lpstr>
      <vt:lpstr>PowerPoint 演示文稿</vt:lpstr>
      <vt:lpstr>  2.1.5 尺寸注法</vt:lpstr>
      <vt:lpstr>PowerPoint 演示文稿</vt:lpstr>
      <vt:lpstr>2、尺寸的组成</vt:lpstr>
      <vt:lpstr>PowerPoint 演示文稿</vt:lpstr>
      <vt:lpstr>PowerPoint 演示文稿</vt:lpstr>
      <vt:lpstr>PowerPoint 演示文稿</vt:lpstr>
      <vt:lpstr>（6）小尺寸和小圆弧的标注方法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 圆弧连接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2.3 平面图形分析及尺寸标注</vt:lpstr>
      <vt:lpstr>2.3.2 平面图形的线段分析</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Wenjie Yu</cp:lastModifiedBy>
  <cp:revision>163</cp:revision>
  <dcterms:created xsi:type="dcterms:W3CDTF">2015-10-29T03:31:00Z</dcterms:created>
  <dcterms:modified xsi:type="dcterms:W3CDTF">2022-02-27T10:48:50Z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