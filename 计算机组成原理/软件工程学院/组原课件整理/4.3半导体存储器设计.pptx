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heme/theme3.xml" ContentType="application/vnd.openxmlformats-officedocument.theme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22"/>
  </p:notesMasterIdLst>
  <p:sldIdLst>
    <p:sldId id="6005" r:id="rId3"/>
    <p:sldId id="298" r:id="rId4"/>
    <p:sldId id="266" r:id="rId5"/>
    <p:sldId id="280" r:id="rId6"/>
    <p:sldId id="281" r:id="rId7"/>
    <p:sldId id="279" r:id="rId8"/>
    <p:sldId id="267" r:id="rId9"/>
    <p:sldId id="268" r:id="rId10"/>
    <p:sldId id="269" r:id="rId11"/>
    <p:sldId id="270" r:id="rId12"/>
    <p:sldId id="271" r:id="rId13"/>
    <p:sldId id="290" r:id="rId14"/>
    <p:sldId id="6006" r:id="rId15"/>
    <p:sldId id="293" r:id="rId16"/>
    <p:sldId id="294" r:id="rId17"/>
    <p:sldId id="295" r:id="rId18"/>
    <p:sldId id="6007" r:id="rId19"/>
    <p:sldId id="296" r:id="rId20"/>
    <p:sldId id="297" r:id="rId21"/>
  </p:sldIdLst>
  <p:sldSz cx="9144000" cy="6858000" type="screen4x3"/>
  <p:notesSz cx="6858000" cy="9144000"/>
  <p:custDataLst>
    <p:tags r:id="rId23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5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/>
    <p:restoredTop sz="94581"/>
  </p:normalViewPr>
  <p:slideViewPr>
    <p:cSldViewPr showGuides="1">
      <p:cViewPr varScale="1">
        <p:scale>
          <a:sx n="73" d="100"/>
          <a:sy n="73" d="100"/>
        </p:scale>
        <p:origin x="1196" y="36"/>
      </p:cViewPr>
      <p:guideLst>
        <p:guide orient="horz" pos="2160"/>
        <p:guide pos="285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gs" Target="tags/tag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652" name="Rectangle 4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2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第二级</a:t>
            </a:r>
          </a:p>
          <a:p>
            <a:pPr marL="914400" marR="0" lvl="2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第三级</a:t>
            </a:r>
          </a:p>
          <a:p>
            <a:pPr marL="1371600" marR="0" lvl="3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第四级</a:t>
            </a:r>
          </a:p>
          <a:p>
            <a:pPr marL="1828800" marR="0" lvl="4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第五级</a:t>
            </a:r>
          </a:p>
        </p:txBody>
      </p:sp>
      <p:sp>
        <p:nvSpPr>
          <p:cNvPr id="102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 algn="r" eaLnBrk="1" hangingPunct="1"/>
            <a:fld id="{9A0DB2DC-4C9A-4742-B13C-FB6460FD3503}" type="slidenum">
              <a:rPr lang="en-US" altLang="zh-CN" sz="1200" dirty="0"/>
              <a:t>‹#›</a:t>
            </a:fld>
            <a:endParaRPr lang="en-US" altLang="zh-CN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5" Type="http://schemas.openxmlformats.org/officeDocument/2006/relationships/image" Target="../media/image1.png"/><Relationship Id="rId4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4" Type="http://schemas.openxmlformats.org/officeDocument/2006/relationships/image" Target="../media/image2.png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12.xml"/><Relationship Id="rId7" Type="http://schemas.openxmlformats.org/officeDocument/2006/relationships/image" Target="../media/image3.png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14.xml"/><Relationship Id="rId4" Type="http://schemas.openxmlformats.org/officeDocument/2006/relationships/tags" Target="../tags/tag13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4" Type="http://schemas.openxmlformats.org/officeDocument/2006/relationships/image" Target="../media/image2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4" Type="http://schemas.openxmlformats.org/officeDocument/2006/relationships/image" Target="../media/image2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4" Type="http://schemas.openxmlformats.org/officeDocument/2006/relationships/image" Target="../media/image2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4" Type="http://schemas.openxmlformats.org/officeDocument/2006/relationships/image" Target="../media/image2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4" Type="http://schemas.openxmlformats.org/officeDocument/2006/relationships/image" Target="../media/image2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" Type="http://schemas.openxmlformats.org/officeDocument/2006/relationships/tags" Target="../tags/tag27.xml"/><Relationship Id="rId5" Type="http://schemas.openxmlformats.org/officeDocument/2006/relationships/image" Target="../media/image1.png"/><Relationship Id="rId4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32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6" Type="http://schemas.openxmlformats.org/officeDocument/2006/relationships/tags" Target="../tags/tag35.xml"/><Relationship Id="rId5" Type="http://schemas.openxmlformats.org/officeDocument/2006/relationships/tags" Target="../tags/tag34.xml"/><Relationship Id="rId4" Type="http://schemas.openxmlformats.org/officeDocument/2006/relationships/tags" Target="../tags/tag33.xml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tags" Target="../tags/tag43.xml"/><Relationship Id="rId3" Type="http://schemas.openxmlformats.org/officeDocument/2006/relationships/tags" Target="../tags/tag38.xml"/><Relationship Id="rId7" Type="http://schemas.openxmlformats.org/officeDocument/2006/relationships/tags" Target="../tags/tag42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10" Type="http://schemas.openxmlformats.org/officeDocument/2006/relationships/image" Target="../media/image2.png"/><Relationship Id="rId4" Type="http://schemas.openxmlformats.org/officeDocument/2006/relationships/tags" Target="../tags/tag39.xml"/><Relationship Id="rId9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8" Type="http://schemas.openxmlformats.org/officeDocument/2006/relationships/tags" Target="../tags/tag51.xml"/><Relationship Id="rId3" Type="http://schemas.openxmlformats.org/officeDocument/2006/relationships/tags" Target="../tags/tag46.xml"/><Relationship Id="rId7" Type="http://schemas.openxmlformats.org/officeDocument/2006/relationships/tags" Target="../tags/tag50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tags" Target="../tags/tag49.xml"/><Relationship Id="rId11" Type="http://schemas.openxmlformats.org/officeDocument/2006/relationships/image" Target="../media/image2.png"/><Relationship Id="rId5" Type="http://schemas.openxmlformats.org/officeDocument/2006/relationships/tags" Target="../tags/tag48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47.xml"/><Relationship Id="rId9" Type="http://schemas.openxmlformats.org/officeDocument/2006/relationships/tags" Target="../tags/tag52.xml"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tags" Target="../tags/tag60.xml"/><Relationship Id="rId3" Type="http://schemas.openxmlformats.org/officeDocument/2006/relationships/tags" Target="../tags/tag55.xml"/><Relationship Id="rId7" Type="http://schemas.openxmlformats.org/officeDocument/2006/relationships/tags" Target="../tags/tag59.xml"/><Relationship Id="rId2" Type="http://schemas.openxmlformats.org/officeDocument/2006/relationships/tags" Target="../tags/tag54.xml"/><Relationship Id="rId1" Type="http://schemas.openxmlformats.org/officeDocument/2006/relationships/tags" Target="../tags/tag53.xml"/><Relationship Id="rId6" Type="http://schemas.openxmlformats.org/officeDocument/2006/relationships/tags" Target="../tags/tag58.xml"/><Relationship Id="rId11" Type="http://schemas.openxmlformats.org/officeDocument/2006/relationships/image" Target="../media/image2.png"/><Relationship Id="rId5" Type="http://schemas.openxmlformats.org/officeDocument/2006/relationships/tags" Target="../tags/tag57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56.xml"/><Relationship Id="rId9" Type="http://schemas.openxmlformats.org/officeDocument/2006/relationships/tags" Target="../tags/tag61.xml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tags" Target="../tags/tag69.xml"/><Relationship Id="rId3" Type="http://schemas.openxmlformats.org/officeDocument/2006/relationships/tags" Target="../tags/tag64.xml"/><Relationship Id="rId7" Type="http://schemas.openxmlformats.org/officeDocument/2006/relationships/tags" Target="../tags/tag68.xml"/><Relationship Id="rId2" Type="http://schemas.openxmlformats.org/officeDocument/2006/relationships/tags" Target="../tags/tag63.xml"/><Relationship Id="rId1" Type="http://schemas.openxmlformats.org/officeDocument/2006/relationships/tags" Target="../tags/tag62.xml"/><Relationship Id="rId6" Type="http://schemas.openxmlformats.org/officeDocument/2006/relationships/tags" Target="../tags/tag67.xml"/><Relationship Id="rId11" Type="http://schemas.openxmlformats.org/officeDocument/2006/relationships/image" Target="../media/image2.png"/><Relationship Id="rId5" Type="http://schemas.openxmlformats.org/officeDocument/2006/relationships/tags" Target="../tags/tag66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65.xml"/><Relationship Id="rId9" Type="http://schemas.openxmlformats.org/officeDocument/2006/relationships/tags" Target="../tags/tag70.xml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tags" Target="../tags/tag78.xml"/><Relationship Id="rId13" Type="http://schemas.openxmlformats.org/officeDocument/2006/relationships/image" Target="../media/image2.png"/><Relationship Id="rId3" Type="http://schemas.openxmlformats.org/officeDocument/2006/relationships/tags" Target="../tags/tag73.xml"/><Relationship Id="rId7" Type="http://schemas.openxmlformats.org/officeDocument/2006/relationships/tags" Target="../tags/tag77.xml"/><Relationship Id="rId12" Type="http://schemas.openxmlformats.org/officeDocument/2006/relationships/slideMaster" Target="../slideMasters/slideMaster2.xml"/><Relationship Id="rId2" Type="http://schemas.openxmlformats.org/officeDocument/2006/relationships/tags" Target="../tags/tag72.xml"/><Relationship Id="rId1" Type="http://schemas.openxmlformats.org/officeDocument/2006/relationships/tags" Target="../tags/tag71.xml"/><Relationship Id="rId6" Type="http://schemas.openxmlformats.org/officeDocument/2006/relationships/tags" Target="../tags/tag76.xml"/><Relationship Id="rId11" Type="http://schemas.openxmlformats.org/officeDocument/2006/relationships/tags" Target="../tags/tag81.xml"/><Relationship Id="rId5" Type="http://schemas.openxmlformats.org/officeDocument/2006/relationships/tags" Target="../tags/tag75.xml"/><Relationship Id="rId10" Type="http://schemas.openxmlformats.org/officeDocument/2006/relationships/tags" Target="../tags/tag80.xml"/><Relationship Id="rId4" Type="http://schemas.openxmlformats.org/officeDocument/2006/relationships/tags" Target="../tags/tag74.xml"/><Relationship Id="rId9" Type="http://schemas.openxmlformats.org/officeDocument/2006/relationships/tags" Target="../tags/tag79.xml"/></Relationships>
</file>

<file path=ppt/slideLayouts/_rels/slideLayout29.xml.rels><?xml version="1.0" encoding="UTF-8" standalone="yes"?>
<Relationships xmlns="http://schemas.openxmlformats.org/package/2006/relationships"><Relationship Id="rId8" Type="http://schemas.openxmlformats.org/officeDocument/2006/relationships/tags" Target="../tags/tag89.xml"/><Relationship Id="rId3" Type="http://schemas.openxmlformats.org/officeDocument/2006/relationships/tags" Target="../tags/tag84.xml"/><Relationship Id="rId7" Type="http://schemas.openxmlformats.org/officeDocument/2006/relationships/tags" Target="../tags/tag88.xml"/><Relationship Id="rId2" Type="http://schemas.openxmlformats.org/officeDocument/2006/relationships/tags" Target="../tags/tag83.xml"/><Relationship Id="rId1" Type="http://schemas.openxmlformats.org/officeDocument/2006/relationships/tags" Target="../tags/tag82.xml"/><Relationship Id="rId6" Type="http://schemas.openxmlformats.org/officeDocument/2006/relationships/tags" Target="../tags/tag87.xml"/><Relationship Id="rId5" Type="http://schemas.openxmlformats.org/officeDocument/2006/relationships/tags" Target="../tags/tag86.xml"/><Relationship Id="rId10" Type="http://schemas.openxmlformats.org/officeDocument/2006/relationships/image" Target="../media/image2.png"/><Relationship Id="rId4" Type="http://schemas.openxmlformats.org/officeDocument/2006/relationships/tags" Target="../tags/tag85.xml"/><Relationship Id="rId9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kumimoji="1"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kumimoji="1"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  <a:t>‹#›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kumimoji="1"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kumimoji="1"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  <a:t>‹#›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kumimoji="1"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kumimoji="1"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  <a:t>‹#›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kumimoji="1"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kumimoji="1"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  <a:t>‹#›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kumimoji="1"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kumimoji="1"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  <a:t>‹#›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kumimoji="1"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kumimoji="1"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  <a:t>‹#›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kumimoji="1"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kumimoji="1"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  <a:t>‹#›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kumimoji="1"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kumimoji="1"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  <a:t>‹#›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kumimoji="1"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kumimoji="1"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  <a:t>‹#›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kumimoji="1"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kumimoji="1"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  <a:t>‹#›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kumimoji="1"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kumimoji="1"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  <a:t>‹#›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2"/>
            <a:ext cx="9144000" cy="6856796"/>
          </a:xfrm>
          <a:prstGeom prst="rect">
            <a:avLst/>
          </a:prstGeom>
        </p:spPr>
      </p:pic>
      <p:sp>
        <p:nvSpPr>
          <p:cNvPr id="16" name="日期占位符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2024/5/18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2" name="副标题 2"/>
          <p:cNvSpPr>
            <a:spLocks noGrp="1"/>
          </p:cNvSpPr>
          <p:nvPr>
            <p:ph type="subTitle" idx="3" hasCustomPrompt="1"/>
            <p:custDataLst>
              <p:tags r:id="rId2"/>
            </p:custDataLst>
          </p:nvPr>
        </p:nvSpPr>
        <p:spPr>
          <a:xfrm>
            <a:off x="601290" y="3280637"/>
            <a:ext cx="3589744" cy="1291843"/>
          </a:xfrm>
        </p:spPr>
        <p:txBody>
          <a:bodyPr vert="horz" wrap="square" lIns="0" tIns="0" rIns="0" bIns="0" rtlCol="0" anchor="t">
            <a:normAutofit/>
          </a:bodyPr>
          <a:lstStyle>
            <a:lvl1pPr marL="0" marR="0" lvl="0" indent="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350" b="0" i="0" u="none" strike="noStrike" kern="1200" cap="none" spc="15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defRPr>
            </a:lvl1pPr>
            <a:lvl2pPr marL="342900" indent="0" algn="ctr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None/>
              <a:tabLst>
                <a:tab pos="1207294" algn="l"/>
              </a:tabLst>
              <a:defRPr sz="1500" u="none" strike="noStrike" kern="1200" cap="none" spc="113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2pPr>
            <a:lvl3pPr marL="685800" indent="0" algn="ctr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None/>
              <a:defRPr sz="1350" u="none" strike="noStrike" kern="1200" cap="none" spc="113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3pPr>
            <a:lvl4pPr marL="1028700" indent="0" algn="ctr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None/>
              <a:defRPr sz="1200" u="none" strike="noStrike" kern="1200" cap="none" spc="113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4pPr>
            <a:lvl5pPr marL="1371600" indent="0" algn="ctr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None/>
              <a:defRPr sz="1200" u="none" strike="noStrike" kern="1200" cap="none" spc="113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>
                <a:sym typeface="+mn-ea"/>
              </a:rPr>
              <a:t>单击此处编辑副标题</a:t>
            </a:r>
          </a:p>
        </p:txBody>
      </p:sp>
      <p:sp>
        <p:nvSpPr>
          <p:cNvPr id="3" name="标题 4"/>
          <p:cNvSpPr>
            <a:spLocks noGrp="1"/>
          </p:cNvSpPr>
          <p:nvPr>
            <p:ph type="ctrTitle" idx="2" hasCustomPrompt="1"/>
            <p:custDataLst>
              <p:tags r:id="rId3"/>
            </p:custDataLst>
          </p:nvPr>
        </p:nvSpPr>
        <p:spPr>
          <a:xfrm>
            <a:off x="571504" y="2285526"/>
            <a:ext cx="3619529" cy="833120"/>
          </a:xfrm>
        </p:spPr>
        <p:txBody>
          <a:bodyPr vert="horz" wrap="square" lIns="0" tIns="0" rIns="0" bIns="0" rtlCol="0" anchor="b" anchorCtr="0">
            <a:normAutofit/>
          </a:bodyPr>
          <a:lstStyle>
            <a:lvl1pPr marL="0" marR="0" lvl="0" algn="l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kumimoji="0" lang="zh-CN" altLang="en-US" sz="3675" b="1" i="0" u="none" strike="noStrike" kern="1200" cap="none" spc="45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编辑标题</a:t>
            </a:r>
          </a:p>
        </p:txBody>
      </p:sp>
    </p:spTree>
    <p:extLst>
      <p:ext uri="{BB962C8B-B14F-4D97-AF65-F5344CB8AC3E}">
        <p14:creationId xmlns:p14="http://schemas.microsoft.com/office/powerpoint/2010/main" val="41228259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72009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-5379"/>
            <a:ext cx="540068" cy="7200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2412" y="443234"/>
            <a:ext cx="8139178" cy="441964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algn="l" defTabSz="6858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2412" y="952509"/>
            <a:ext cx="8139178" cy="5388907"/>
          </a:xfrm>
        </p:spPr>
        <p:txBody>
          <a:bodyPr vert="horz" lIns="90170" tIns="46990" rIns="90170" bIns="46990" rtlCol="0">
            <a:normAutofit/>
          </a:bodyPr>
          <a:lstStyle>
            <a:lvl1pPr marL="171450" marR="0" lvl="0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13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514350" marR="0" lvl="1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tabLst>
                <a:tab pos="1207294" algn="l"/>
              </a:tabLst>
              <a:defRPr kumimoji="0" lang="zh-CN" altLang="en-US" sz="1200" b="0" i="0" u="none" strike="noStrike" kern="1200" cap="none" spc="113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857250" marR="0" lvl="2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13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200150" marR="0" lvl="3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13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1543050" marR="0" lvl="4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13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2024/5/18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38627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7"/>
          <a:srcRect/>
          <a:stretch>
            <a:fillRect/>
          </a:stretch>
        </p:blipFill>
        <p:spPr>
          <a:xfrm>
            <a:off x="161365" y="1811319"/>
            <a:ext cx="1650602" cy="323535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6137910"/>
            <a:ext cx="540068" cy="72009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720090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2024/5/18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标题 1"/>
          <p:cNvSpPr>
            <a:spLocks noGrp="1"/>
          </p:cNvSpPr>
          <p:nvPr>
            <p:ph type="ctrTitle" idx="2" hasCustomPrompt="1"/>
            <p:custDataLst>
              <p:tags r:id="rId4"/>
            </p:custDataLst>
          </p:nvPr>
        </p:nvSpPr>
        <p:spPr>
          <a:xfrm>
            <a:off x="3619529" y="3808212"/>
            <a:ext cx="5143500" cy="543560"/>
          </a:xfrm>
        </p:spPr>
        <p:txBody>
          <a:bodyPr vert="horz" wrap="square" lIns="0" tIns="0" rIns="0" bIns="0" rtlCol="0" anchor="b" anchorCtr="0">
            <a:normAutofit/>
          </a:bodyPr>
          <a:lstStyle>
            <a:lvl1pPr marL="0" marR="0" lvl="0" indent="0" algn="l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2063" b="1" i="0" u="none" strike="noStrike" kern="1200" cap="none" spc="225" normalizeH="0" baseline="0" noProof="0">
                <a:ln>
                  <a:noFill/>
                </a:ln>
                <a:solidFill>
                  <a:schemeClr val="dk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</a:defRPr>
            </a:lvl1pPr>
          </a:lstStyle>
          <a:p>
            <a:pPr lvl="0"/>
            <a:r>
              <a:rPr>
                <a:sym typeface="+mn-ea"/>
              </a:rPr>
              <a:t>编辑标题</a:t>
            </a:r>
          </a:p>
        </p:txBody>
      </p:sp>
      <p:sp>
        <p:nvSpPr>
          <p:cNvPr id="9" name="副标题 2"/>
          <p:cNvSpPr>
            <a:spLocks noGrp="1"/>
          </p:cNvSpPr>
          <p:nvPr>
            <p:ph type="subTitle" idx="3" hasCustomPrompt="1"/>
            <p:custDataLst>
              <p:tags r:id="rId5"/>
            </p:custDataLst>
          </p:nvPr>
        </p:nvSpPr>
        <p:spPr>
          <a:xfrm>
            <a:off x="3619529" y="4461627"/>
            <a:ext cx="5143500" cy="1318880"/>
          </a:xfrm>
        </p:spPr>
        <p:txBody>
          <a:bodyPr vert="horz" wrap="square" lIns="0" tIns="0" rIns="0" bIns="0" rtlCol="0">
            <a:normAutofit/>
          </a:bodyPr>
          <a:lstStyle>
            <a:lvl1pPr marL="0" marR="0" lvl="0" indent="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200" b="0" i="0" u="none" strike="noStrike" kern="1200" cap="none" spc="150" normalizeH="0" baseline="0" noProof="1">
                <a:ln>
                  <a:noFill/>
                </a:ln>
                <a:solidFill>
                  <a:schemeClr val="dk1">
                    <a:lumMod val="65000"/>
                    <a:lumOff val="3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342900" indent="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None/>
              <a:tabLst>
                <a:tab pos="1207294" algn="l"/>
              </a:tabLst>
              <a:defRPr sz="1500" u="none" strike="noStrike" kern="1200" cap="none" spc="113" normalizeH="0" baseline="0">
                <a:solidFill>
                  <a:schemeClr val="tx1">
                    <a:tint val="7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  <a:cs typeface="+mn-cs"/>
              </a:defRPr>
            </a:lvl2pPr>
            <a:lvl3pPr marL="685800" indent="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None/>
              <a:defRPr sz="1350" u="none" strike="noStrike" kern="1200" cap="none" spc="113" normalizeH="0" baseline="0">
                <a:solidFill>
                  <a:schemeClr val="tx1">
                    <a:tint val="7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  <a:cs typeface="+mn-cs"/>
              </a:defRPr>
            </a:lvl3pPr>
            <a:lvl4pPr marL="1028700" indent="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None/>
              <a:defRPr sz="1200" u="none" strike="noStrike" kern="1200" cap="none" spc="113" normalizeH="0" baseline="0">
                <a:solidFill>
                  <a:schemeClr val="tx1">
                    <a:tint val="7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  <a:cs typeface="+mn-cs"/>
              </a:defRPr>
            </a:lvl4pPr>
            <a:lvl5pPr marL="1371600" indent="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None/>
              <a:defRPr sz="1200" u="none" strike="noStrike" kern="1200" cap="none" spc="113" normalizeH="0" baseline="0">
                <a:solidFill>
                  <a:schemeClr val="tx1">
                    <a:tint val="7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  <a:cs typeface="+mn-cs"/>
              </a:defRPr>
            </a:lvl5pPr>
            <a:lvl6pPr marL="17145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>
                <a:sym typeface="+mn-ea"/>
              </a:rPr>
              <a:t>单击此处编辑副标题</a:t>
            </a:r>
          </a:p>
        </p:txBody>
      </p:sp>
    </p:spTree>
    <p:extLst>
      <p:ext uri="{BB962C8B-B14F-4D97-AF65-F5344CB8AC3E}">
        <p14:creationId xmlns:p14="http://schemas.microsoft.com/office/powerpoint/2010/main" val="19667202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72009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-5379"/>
            <a:ext cx="540068" cy="7200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2412" y="443234"/>
            <a:ext cx="8139178" cy="441964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lvl="0" algn="l" defTabSz="6858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02447" y="952509"/>
            <a:ext cx="3962432" cy="5388907"/>
          </a:xfrm>
        </p:spPr>
        <p:txBody>
          <a:bodyPr vert="horz" lIns="90170" tIns="46990" rIns="90170" bIns="46990" rtlCol="0">
            <a:normAutofit/>
          </a:bodyPr>
          <a:lstStyle>
            <a:lvl1pPr marL="171450" marR="0" lvl="0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13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514350" marR="0" lvl="1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tabLst>
                <a:tab pos="1207294" algn="l"/>
              </a:tabLst>
              <a:defRPr kumimoji="0" lang="zh-CN" altLang="en-US" sz="1200" b="0" i="0" u="none" strike="noStrike" kern="1200" cap="none" spc="113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857250" marR="0" lvl="2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13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200150" marR="0" lvl="3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13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1543050" marR="0" lvl="4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13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  <a:p>
            <a:pPr lvl="1"/>
            <a:r>
              <a:rPr>
                <a:sym typeface="+mn-ea"/>
              </a:rPr>
              <a:t>第二级</a:t>
            </a:r>
          </a:p>
          <a:p>
            <a:pPr lvl="2"/>
            <a:r>
              <a:rPr>
                <a:sym typeface="+mn-ea"/>
              </a:rPr>
              <a:t>第三级</a:t>
            </a:r>
          </a:p>
          <a:p>
            <a:pPr lvl="3"/>
            <a:r>
              <a:rPr>
                <a:sym typeface="+mn-ea"/>
              </a:rPr>
              <a:t>第四级</a:t>
            </a:r>
          </a:p>
          <a:p>
            <a:pPr lvl="4"/>
            <a:r>
              <a:rPr>
                <a:sym typeface="+mn-ea"/>
              </a:rP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79158" y="952509"/>
            <a:ext cx="3962432" cy="5388907"/>
          </a:xfrm>
        </p:spPr>
        <p:txBody>
          <a:bodyPr lIns="90170" tIns="46990" rIns="90170" bIns="46990">
            <a:normAutofit/>
          </a:bodyPr>
          <a:lstStyle>
            <a:lvl1pPr eaLnBrk="1" fontAlgn="auto" latinLnBrk="0" hangingPunct="1">
              <a:defRPr sz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eaLnBrk="1" fontAlgn="auto" latinLnBrk="0" hangingPunct="1">
              <a:defRPr sz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defRPr sz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sz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sz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2024/5/18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43304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72009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-5379"/>
            <a:ext cx="540068" cy="7200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2412" y="443234"/>
            <a:ext cx="8139178" cy="441964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lvl="0" algn="l" defTabSz="6858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502447" y="952509"/>
            <a:ext cx="3962432" cy="381003"/>
          </a:xfrm>
        </p:spPr>
        <p:txBody>
          <a:bodyPr lIns="90170" tIns="46990" rIns="90170" bIns="46990" anchor="ctr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1500" b="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02444" y="1406525"/>
            <a:ext cx="3962400" cy="4934752"/>
          </a:xfrm>
        </p:spPr>
        <p:txBody>
          <a:bodyPr vert="horz" lIns="90170" tIns="46990" rIns="90170" bIns="46990" rtlCol="0">
            <a:normAutofit/>
          </a:bodyPr>
          <a:lstStyle>
            <a:lvl1pPr marL="171450" marR="0" lvl="0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13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514350" marR="0" lvl="1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tabLst>
                <a:tab pos="1207294" algn="l"/>
              </a:tabLst>
              <a:defRPr kumimoji="0" lang="zh-CN" altLang="en-US" sz="1200" b="0" i="0" u="none" strike="noStrike" kern="1200" cap="none" spc="113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857250" marR="0" lvl="2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13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200150" marR="0" lvl="3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13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1543050" marR="0" lvl="4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13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4676812" y="952509"/>
            <a:ext cx="3962432" cy="381003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15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76812" y="1406525"/>
            <a:ext cx="3962432" cy="4934752"/>
          </a:xfrm>
        </p:spPr>
        <p:txBody>
          <a:bodyPr vert="horz" lIns="90170" tIns="46990" rIns="90170" bIns="46990" rtlCol="0">
            <a:normAutofit/>
          </a:bodyPr>
          <a:lstStyle>
            <a:lvl1pPr marL="171450" marR="0" lvl="0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13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514350" marR="0" lvl="1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tabLst>
                <a:tab pos="1207294" algn="l"/>
              </a:tabLst>
              <a:defRPr kumimoji="0" lang="zh-CN" altLang="en-US" sz="1200" b="0" i="0" u="none" strike="noStrike" kern="1200" cap="none" spc="113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857250" marR="0" lvl="2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13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200150" marR="0" lvl="3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13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1543050" marR="0" lvl="4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13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2024/5/18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60813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59203" y="1234440"/>
            <a:ext cx="2239230" cy="438912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7200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lIns="90170" tIns="46990" rIns="90170" bIns="46990" rtlCol="0" anchor="ctr" anchorCtr="0">
            <a:noAutofit/>
          </a:bodyPr>
          <a:lstStyle>
            <a:lvl1pPr marL="0" marR="0" lvl="0" algn="l" defTabSz="6858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2024/5/18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81053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2024/5/18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931298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72009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-5379"/>
            <a:ext cx="540068" cy="7200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2448" y="443234"/>
            <a:ext cx="8139178" cy="441964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lvl="0" algn="l" defTabSz="6858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02447" y="952509"/>
            <a:ext cx="3962432" cy="5388907"/>
          </a:xfrm>
        </p:spPr>
        <p:txBody>
          <a:bodyPr vert="horz" lIns="90170" tIns="46990" rIns="90170" bIns="46990" rtlCol="0">
            <a:normAutofit/>
          </a:bodyPr>
          <a:lstStyle>
            <a:lvl1pPr marL="0" marR="0" lvl="0" indent="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None/>
              <a:defRPr kumimoji="0" lang="zh-CN" altLang="en-US" sz="1200" b="0" i="0" u="none" strike="noStrike" kern="1200" cap="none" spc="113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514350" marR="0" lvl="1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tabLst>
                <a:tab pos="1207294" algn="l"/>
              </a:tabLst>
              <a:defRPr kumimoji="0" lang="zh-CN" altLang="en-US" sz="1200" b="0" i="0" u="none" strike="noStrike" kern="1200" cap="none" spc="113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857250" marR="0" lvl="2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13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200150" marR="0" lvl="3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13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543050" marR="0" lvl="4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13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679194" y="952509"/>
            <a:ext cx="3962432" cy="5388907"/>
          </a:xfrm>
        </p:spPr>
        <p:txBody>
          <a:bodyPr vert="horz" lIns="90170" tIns="46990" rIns="90170" bIns="46990" rtlCol="0">
            <a:normAutofit/>
          </a:bodyPr>
          <a:lstStyle>
            <a:lvl1pPr marL="171450" marR="0" lvl="0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13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9EFD9D74-47D9-4702-A33C-335B63B48DBF}" type="datetimeFigureOut">
              <a:rPr lang="zh-CN" altLang="en-US" smtClean="0"/>
              <a:t>2024/5/18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44653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72009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-5379"/>
            <a:ext cx="540068" cy="720090"/>
          </a:xfrm>
          <a:prstGeom prst="rect">
            <a:avLst/>
          </a:prstGeom>
        </p:spPr>
      </p:pic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928351" y="952509"/>
            <a:ext cx="713238" cy="5388907"/>
          </a:xfrm>
        </p:spPr>
        <p:txBody>
          <a:bodyPr vert="eaVert" lIns="90170" tIns="46990" rIns="90170" bIns="46990" rtlCol="0" anchor="ctr" anchorCtr="0">
            <a:noAutofit/>
          </a:bodyPr>
          <a:lstStyle>
            <a:lvl1pPr marL="0" marR="0" lvl="0" algn="l" defTabSz="6858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1800" b="1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02444" y="952501"/>
            <a:ext cx="7371076" cy="5388907"/>
          </a:xfrm>
        </p:spPr>
        <p:txBody>
          <a:bodyPr vert="eaVert"/>
          <a:lstStyle>
            <a:lvl1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2024/5/18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504432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72009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-5379"/>
            <a:ext cx="540068" cy="72009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2024/5/18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502448" y="952509"/>
            <a:ext cx="8139178" cy="5388907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79578514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2"/>
            <a:ext cx="9144000" cy="6856796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2024/5/18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571504" y="3436286"/>
            <a:ext cx="3619529" cy="1326554"/>
          </a:xfrm>
        </p:spPr>
        <p:txBody>
          <a:bodyPr vert="horz" wrap="square" lIns="0" tIns="0" rIns="0" bIns="0" rtlCol="0" anchor="t">
            <a:normAutofit/>
          </a:bodyPr>
          <a:lstStyle>
            <a:lvl1pPr marL="0" marR="0" lvl="0" indent="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500" b="0" i="0" u="none" strike="noStrike" kern="1200" cap="none" spc="15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defRPr>
            </a:lvl1pPr>
            <a:lvl2pPr marL="342900" indent="0" algn="ctr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None/>
              <a:tabLst>
                <a:tab pos="1207294" algn="l"/>
              </a:tabLst>
              <a:defRPr sz="1500" u="none" strike="noStrike" kern="1200" cap="none" spc="113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2pPr>
            <a:lvl3pPr marL="685800" indent="0" algn="ctr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None/>
              <a:defRPr sz="1350" u="none" strike="noStrike" kern="1200" cap="none" spc="113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3pPr>
            <a:lvl4pPr marL="1028700" indent="0" algn="ctr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None/>
              <a:defRPr sz="1200" u="none" strike="noStrike" kern="1200" cap="none" spc="113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4pPr>
            <a:lvl5pPr marL="1371600" indent="0" algn="ctr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750"/>
              </a:spcAft>
              <a:buFont typeface="Arial" panose="020B0604020202020204" pitchFamily="34" charset="0"/>
              <a:buNone/>
              <a:defRPr sz="1200" u="none" strike="noStrike" kern="1200" cap="none" spc="113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>
                <a:sym typeface="+mn-ea"/>
              </a:rPr>
              <a:t>单击此处编辑副标题</a:t>
            </a:r>
          </a:p>
        </p:txBody>
      </p:sp>
      <p:sp>
        <p:nvSpPr>
          <p:cNvPr id="7" name="标题 4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71505" y="2095167"/>
            <a:ext cx="3619052" cy="1204595"/>
          </a:xfrm>
        </p:spPr>
        <p:txBody>
          <a:bodyPr vert="horz" wrap="square" lIns="0" tIns="0" rIns="0" bIns="0" rtlCol="0" anchor="b" anchorCtr="0">
            <a:normAutofit/>
          </a:bodyPr>
          <a:lstStyle>
            <a:lvl1pPr marL="0" marR="0" lvl="0" algn="l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kumimoji="0" lang="zh-CN" altLang="en-US" sz="5273" b="1" i="0" u="none" strike="noStrike" kern="1200" cap="none" spc="525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编辑标题</a:t>
            </a:r>
          </a:p>
        </p:txBody>
      </p:sp>
    </p:spTree>
    <p:extLst>
      <p:ext uri="{BB962C8B-B14F-4D97-AF65-F5344CB8AC3E}">
        <p14:creationId xmlns:p14="http://schemas.microsoft.com/office/powerpoint/2010/main" val="307323791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72009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-5379"/>
            <a:ext cx="540068" cy="7200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2024/5/18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84000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>
            <p:custDataLst>
              <p:tags r:id="rId1"/>
            </p:custDataLst>
          </p:nvPr>
        </p:nvSpPr>
        <p:spPr>
          <a:xfrm>
            <a:off x="220950" y="302400"/>
            <a:ext cx="8702097" cy="6253188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chemeClr val="lt1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50" y="302400"/>
            <a:ext cx="540068" cy="72009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982" y="5835510"/>
            <a:ext cx="540068" cy="7200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961200" y="1249200"/>
            <a:ext cx="7219800" cy="723600"/>
          </a:xfrm>
        </p:spPr>
        <p:txBody>
          <a:bodyPr anchor="ctr"/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960835" y="2163600"/>
            <a:ext cx="7219950" cy="3445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2024/5/18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184855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1"/>
            </p:custDataLst>
          </p:nvPr>
        </p:nvSpPr>
        <p:spPr>
          <a:xfrm>
            <a:off x="0" y="-10800"/>
            <a:ext cx="3620691" cy="6868795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chemeClr val="lt1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0"/>
            <a:ext cx="540068" cy="72009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37910"/>
            <a:ext cx="540068" cy="7200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437400" y="770400"/>
            <a:ext cx="2970000" cy="882000"/>
          </a:xfrm>
        </p:spPr>
        <p:txBody>
          <a:bodyPr anchor="ctr" anchorCtr="0"/>
          <a:lstStyle>
            <a:lvl1pPr>
              <a:defRPr sz="27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2024/5/18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8"/>
            </p:custDataLst>
          </p:nvPr>
        </p:nvSpPr>
        <p:spPr>
          <a:xfrm>
            <a:off x="440100" y="1764000"/>
            <a:ext cx="2967300" cy="4093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9"/>
            </p:custDataLst>
          </p:nvPr>
        </p:nvSpPr>
        <p:spPr>
          <a:xfrm>
            <a:off x="3825900" y="769939"/>
            <a:ext cx="4860000" cy="5087937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15175093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1"/>
            </p:custDataLst>
          </p:nvPr>
        </p:nvSpPr>
        <p:spPr>
          <a:xfrm>
            <a:off x="0" y="-10800"/>
            <a:ext cx="9142200" cy="2660396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chemeClr val="lt1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800"/>
            <a:ext cx="540068" cy="72009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6137910"/>
            <a:ext cx="540068" cy="7200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459000" y="781200"/>
            <a:ext cx="8232300" cy="626400"/>
          </a:xfrm>
        </p:spPr>
        <p:txBody>
          <a:bodyPr anchor="ctr"/>
          <a:lstStyle>
            <a:lvl1pPr algn="ctr">
              <a:defRPr sz="27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2024/5/18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8"/>
            </p:custDataLst>
          </p:nvPr>
        </p:nvSpPr>
        <p:spPr>
          <a:xfrm>
            <a:off x="459000" y="1659600"/>
            <a:ext cx="8231981" cy="828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9"/>
            </p:custDataLst>
          </p:nvPr>
        </p:nvSpPr>
        <p:spPr>
          <a:xfrm>
            <a:off x="459581" y="2808000"/>
            <a:ext cx="8224200" cy="34308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99652295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1"/>
            </p:custDataLst>
          </p:nvPr>
        </p:nvSpPr>
        <p:spPr>
          <a:xfrm>
            <a:off x="0" y="5029200"/>
            <a:ext cx="9142200" cy="1828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chemeClr val="lt1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72009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6137910"/>
            <a:ext cx="540068" cy="7200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453600" y="669600"/>
            <a:ext cx="8232300" cy="565200"/>
          </a:xfrm>
        </p:spPr>
        <p:txBody>
          <a:bodyPr anchor="ctr" anchorCtr="0"/>
          <a:lstStyle>
            <a:lvl1pPr algn="ctr"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2024/5/18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8"/>
            </p:custDataLst>
          </p:nvPr>
        </p:nvSpPr>
        <p:spPr>
          <a:xfrm>
            <a:off x="453628" y="1681200"/>
            <a:ext cx="8243100" cy="321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9"/>
            </p:custDataLst>
          </p:nvPr>
        </p:nvSpPr>
        <p:spPr>
          <a:xfrm>
            <a:off x="445500" y="5180400"/>
            <a:ext cx="8251200" cy="10116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83473047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1"/>
            </p:custDataLst>
          </p:nvPr>
        </p:nvSpPr>
        <p:spPr>
          <a:xfrm>
            <a:off x="0" y="-10800"/>
            <a:ext cx="9142200" cy="914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chemeClr val="lt1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2" y="6137910"/>
            <a:ext cx="540068" cy="72009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37910"/>
            <a:ext cx="540068" cy="7200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434700" y="237600"/>
            <a:ext cx="8278200" cy="441964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2024/5/18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8"/>
            </p:custDataLst>
          </p:nvPr>
        </p:nvSpPr>
        <p:spPr>
          <a:xfrm>
            <a:off x="434700" y="1663200"/>
            <a:ext cx="40068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9"/>
            </p:custDataLst>
          </p:nvPr>
        </p:nvSpPr>
        <p:spPr>
          <a:xfrm>
            <a:off x="4681800" y="1663200"/>
            <a:ext cx="40257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0"/>
            </p:custDataLst>
          </p:nvPr>
        </p:nvSpPr>
        <p:spPr>
          <a:xfrm>
            <a:off x="429300" y="4816800"/>
            <a:ext cx="40068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1"/>
            </p:custDataLst>
          </p:nvPr>
        </p:nvSpPr>
        <p:spPr>
          <a:xfrm>
            <a:off x="4689900" y="4813200"/>
            <a:ext cx="40257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61892326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>
            <p:custDataLst>
              <p:tags r:id="rId1"/>
            </p:custDataLst>
          </p:nvPr>
        </p:nvSpPr>
        <p:spPr>
          <a:xfrm>
            <a:off x="0" y="959401"/>
            <a:ext cx="9142200" cy="4939195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chemeClr val="lt1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7046" y="-10801"/>
            <a:ext cx="1315145" cy="1753527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104462"/>
            <a:ext cx="1315145" cy="1753527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42100" y="1339200"/>
            <a:ext cx="6858000" cy="2386800"/>
          </a:xfrm>
        </p:spPr>
        <p:txBody>
          <a:bodyPr anchor="b"/>
          <a:lstStyle>
            <a:lvl1pPr algn="ctr">
              <a:defRPr sz="45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2024/5/18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8"/>
            </p:custDataLst>
          </p:nvPr>
        </p:nvSpPr>
        <p:spPr>
          <a:xfrm>
            <a:off x="1141810" y="3862800"/>
            <a:ext cx="6858000" cy="1656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18702745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/>
          <p:cNvSpPr/>
          <p:nvPr userDrawn="1"/>
        </p:nvSpPr>
        <p:spPr>
          <a:xfrm>
            <a:off x="8468196" y="6595549"/>
            <a:ext cx="185166" cy="246888"/>
          </a:xfrm>
          <a:prstGeom prst="ellipse">
            <a:avLst/>
          </a:prstGeom>
          <a:solidFill>
            <a:srgbClr val="1387B7"/>
          </a:solidFill>
          <a:ln>
            <a:solidFill>
              <a:srgbClr val="1387B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365867" y="257615"/>
            <a:ext cx="7886700" cy="617641"/>
          </a:xfrm>
        </p:spPr>
        <p:txBody>
          <a:bodyPr>
            <a:normAutofit/>
          </a:bodyPr>
          <a:lstStyle>
            <a:lvl1pPr>
              <a:defRPr sz="2100" b="1">
                <a:solidFill>
                  <a:srgbClr val="2E4E7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4" name="矩形 3"/>
          <p:cNvSpPr/>
          <p:nvPr userDrawn="1"/>
        </p:nvSpPr>
        <p:spPr>
          <a:xfrm>
            <a:off x="8572" y="6692475"/>
            <a:ext cx="9135428" cy="169469"/>
          </a:xfrm>
          <a:prstGeom prst="rect">
            <a:avLst/>
          </a:prstGeom>
          <a:solidFill>
            <a:srgbClr val="1387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5" name="矩形 4"/>
          <p:cNvSpPr/>
          <p:nvPr userDrawn="1"/>
        </p:nvSpPr>
        <p:spPr>
          <a:xfrm>
            <a:off x="-953" y="6692475"/>
            <a:ext cx="569415" cy="169469"/>
          </a:xfrm>
          <a:prstGeom prst="rect">
            <a:avLst/>
          </a:prstGeom>
          <a:solidFill>
            <a:srgbClr val="2E4E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6" name="灯片编号占位符 3"/>
          <p:cNvSpPr txBox="1"/>
          <p:nvPr userDrawn="1"/>
        </p:nvSpPr>
        <p:spPr>
          <a:xfrm>
            <a:off x="8451256" y="6589900"/>
            <a:ext cx="219046" cy="283147"/>
          </a:xfrm>
          <a:prstGeom prst="rect">
            <a:avLst/>
          </a:prstGeom>
        </p:spPr>
        <p:txBody>
          <a:bodyPr vert="horz" wrap="square" lIns="0" tIns="0" rIns="0" bIns="0" rtlCol="0" anchor="ctr" anchorCtr="1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183D58-648D-4475-BEF8-624F48514A30}" type="slidenum">
              <a:rPr lang="zh-CN" altLang="en-US" sz="90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rPr>
              <a:t>‹#›</a:t>
            </a:fld>
            <a:endParaRPr lang="zh-CN" altLang="en-US" sz="9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egoe UI" panose="020B0502040204020203" pitchFamily="34" charset="0"/>
            </a:endParaRPr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365867" y="942764"/>
            <a:ext cx="7886699" cy="5637024"/>
          </a:xfrm>
          <a:prstGeom prst="rect">
            <a:avLst/>
          </a:prstGeom>
        </p:spPr>
        <p:txBody>
          <a:bodyPr/>
          <a:lstStyle>
            <a:lvl1pPr marL="257175" indent="-257175" algn="just">
              <a:lnSpc>
                <a:spcPct val="150000"/>
              </a:lnSpc>
              <a:buClr>
                <a:srgbClr val="FFC000"/>
              </a:buClr>
              <a:buFont typeface="Wingdings" panose="05000000000000000000" pitchFamily="2" charset="2"/>
              <a:buChar char="n"/>
              <a:defRPr sz="195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-266700" algn="just">
              <a:lnSpc>
                <a:spcPct val="150000"/>
              </a:lnSpc>
              <a:buClr>
                <a:srgbClr val="FFC000"/>
              </a:buClr>
              <a:buFont typeface="Wingdings" panose="05000000000000000000" pitchFamily="2" charset="2"/>
              <a:buChar char="p"/>
              <a:defRPr sz="15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857250" indent="-171450" algn="just">
              <a:lnSpc>
                <a:spcPct val="150000"/>
              </a:lnSpc>
              <a:buClr>
                <a:srgbClr val="FFC000"/>
              </a:buClr>
              <a:buFont typeface="Wingdings" panose="05000000000000000000" pitchFamily="2" charset="2"/>
              <a:buChar char="u"/>
              <a:defRPr sz="15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algn="just">
              <a:lnSpc>
                <a:spcPct val="150000"/>
              </a:lnSpc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just">
              <a:lnSpc>
                <a:spcPct val="150000"/>
              </a:lnSpc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8" name="任意多边形 20"/>
          <p:cNvSpPr/>
          <p:nvPr userDrawn="1"/>
        </p:nvSpPr>
        <p:spPr>
          <a:xfrm flipV="1">
            <a:off x="244929" y="359908"/>
            <a:ext cx="1040092" cy="432000"/>
          </a:xfrm>
          <a:custGeom>
            <a:avLst/>
            <a:gdLst>
              <a:gd name="connsiteX0" fmla="*/ 167822 w 1386790"/>
              <a:gd name="connsiteY0" fmla="*/ 524933 h 524933"/>
              <a:gd name="connsiteX1" fmla="*/ 168846 w 1386790"/>
              <a:gd name="connsiteY1" fmla="*/ 524933 h 524933"/>
              <a:gd name="connsiteX2" fmla="*/ 168846 w 1386790"/>
              <a:gd name="connsiteY2" fmla="*/ 14598 h 524933"/>
              <a:gd name="connsiteX3" fmla="*/ 1386790 w 1386790"/>
              <a:gd name="connsiteY3" fmla="*/ 14598 h 524933"/>
              <a:gd name="connsiteX4" fmla="*/ 1386790 w 1386790"/>
              <a:gd name="connsiteY4" fmla="*/ 0 h 524933"/>
              <a:gd name="connsiteX5" fmla="*/ 167822 w 1386790"/>
              <a:gd name="connsiteY5" fmla="*/ 0 h 524933"/>
              <a:gd name="connsiteX6" fmla="*/ 152999 w 1386790"/>
              <a:gd name="connsiteY6" fmla="*/ 0 h 524933"/>
              <a:gd name="connsiteX7" fmla="*/ 152999 w 1386790"/>
              <a:gd name="connsiteY7" fmla="*/ 507260 h 524933"/>
              <a:gd name="connsiteX8" fmla="*/ 107280 w 1386790"/>
              <a:gd name="connsiteY8" fmla="*/ 507260 h 524933"/>
              <a:gd name="connsiteX9" fmla="*/ 107280 w 1386790"/>
              <a:gd name="connsiteY9" fmla="*/ 0 h 524933"/>
              <a:gd name="connsiteX10" fmla="*/ 0 w 1386790"/>
              <a:gd name="connsiteY10" fmla="*/ 0 h 524933"/>
              <a:gd name="connsiteX11" fmla="*/ 0 w 1386790"/>
              <a:gd name="connsiteY11" fmla="*/ 524932 h 524933"/>
              <a:gd name="connsiteX12" fmla="*/ 33834 w 1386790"/>
              <a:gd name="connsiteY12" fmla="*/ 524932 h 524933"/>
              <a:gd name="connsiteX13" fmla="*/ 33834 w 1386790"/>
              <a:gd name="connsiteY13" fmla="*/ 23810 h 524933"/>
              <a:gd name="connsiteX14" fmla="*/ 79553 w 1386790"/>
              <a:gd name="connsiteY14" fmla="*/ 23810 h 524933"/>
              <a:gd name="connsiteX15" fmla="*/ 79553 w 1386790"/>
              <a:gd name="connsiteY15" fmla="*/ 524932 h 524933"/>
              <a:gd name="connsiteX16" fmla="*/ 167822 w 1386790"/>
              <a:gd name="connsiteY16" fmla="*/ 524932 h 524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86790" h="524933">
                <a:moveTo>
                  <a:pt x="167822" y="524933"/>
                </a:moveTo>
                <a:lnTo>
                  <a:pt x="168846" y="524933"/>
                </a:lnTo>
                <a:lnTo>
                  <a:pt x="168846" y="14598"/>
                </a:lnTo>
                <a:lnTo>
                  <a:pt x="1386790" y="14598"/>
                </a:lnTo>
                <a:lnTo>
                  <a:pt x="1386790" y="0"/>
                </a:lnTo>
                <a:lnTo>
                  <a:pt x="167822" y="0"/>
                </a:lnTo>
                <a:lnTo>
                  <a:pt x="152999" y="0"/>
                </a:lnTo>
                <a:lnTo>
                  <a:pt x="152999" y="507260"/>
                </a:lnTo>
                <a:lnTo>
                  <a:pt x="107280" y="507260"/>
                </a:lnTo>
                <a:lnTo>
                  <a:pt x="107280" y="0"/>
                </a:lnTo>
                <a:lnTo>
                  <a:pt x="0" y="0"/>
                </a:lnTo>
                <a:lnTo>
                  <a:pt x="0" y="524932"/>
                </a:lnTo>
                <a:lnTo>
                  <a:pt x="33834" y="524932"/>
                </a:lnTo>
                <a:lnTo>
                  <a:pt x="33834" y="23810"/>
                </a:lnTo>
                <a:lnTo>
                  <a:pt x="79553" y="23810"/>
                </a:lnTo>
                <a:lnTo>
                  <a:pt x="79553" y="524932"/>
                </a:lnTo>
                <a:lnTo>
                  <a:pt x="167822" y="524932"/>
                </a:lnTo>
                <a:close/>
              </a:path>
            </a:pathLst>
          </a:custGeom>
          <a:solidFill>
            <a:srgbClr val="28A9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>
            <a:biLevel thresh="50000"/>
          </a:blip>
          <a:stretch>
            <a:fillRect/>
          </a:stretch>
        </p:blipFill>
        <p:spPr>
          <a:xfrm>
            <a:off x="463083" y="6665667"/>
            <a:ext cx="1035206" cy="25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580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>
        <p:tmplLst>
          <p:tmpl lvl="1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21" Type="http://schemas.openxmlformats.org/officeDocument/2006/relationships/tags" Target="../tags/tag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tags" Target="../tags/tag4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7" name="Rectangle 3"/>
          <p:cNvSpPr>
            <a:spLocks noGrp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pPr>
              <a:defRPr/>
            </a:pPr>
            <a:endParaRPr kumimoji="1"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pPr>
              <a:defRPr/>
            </a:pPr>
            <a:endParaRPr kumimoji="1"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pPr lvl="0" eaLnBrk="1" hangingPunct="1"/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  <a:t>‹#›</a:t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/>
  <p:hf sldNum="0" hdr="0" ftr="0" dt="0"/>
  <p:txStyles>
    <p:titleStyle>
      <a:lvl1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1"/>
            </p:custDataLst>
          </p:nvPr>
        </p:nvSpPr>
        <p:spPr>
          <a:xfrm>
            <a:off x="502412" y="443230"/>
            <a:ext cx="8139178" cy="441964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2"/>
            </p:custDataLst>
          </p:nvPr>
        </p:nvSpPr>
        <p:spPr>
          <a:xfrm>
            <a:off x="502412" y="961398"/>
            <a:ext cx="8139178" cy="5388907"/>
          </a:xfrm>
          <a:prstGeom prst="rect">
            <a:avLst/>
          </a:prstGeom>
        </p:spPr>
        <p:txBody>
          <a:bodyPr vert="horz" wrap="square" lIns="90170" tIns="46990" rIns="90170" bIns="4699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6349833"/>
            <a:ext cx="2025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2024/5/18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6349833"/>
            <a:ext cx="297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49833"/>
            <a:ext cx="2025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23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2013275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</p:sldLayoutIdLst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1800" b="1" u="none" strike="noStrike" kern="1200" cap="none" spc="150" normalizeH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750"/>
        </a:spcAft>
        <a:buFont typeface="Arial" panose="020B0604020202020204" pitchFamily="34" charset="0"/>
        <a:buChar char="•"/>
        <a:defRPr sz="1200" u="none" strike="noStrike" kern="1200" cap="none" spc="113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750"/>
        </a:spcAft>
        <a:buFont typeface="Arial" panose="020B0604020202020204" pitchFamily="34" charset="0"/>
        <a:buChar char="•"/>
        <a:tabLst>
          <a:tab pos="1207294" algn="l"/>
        </a:tabLst>
        <a:defRPr sz="1200" u="none" strike="noStrike" kern="1200" cap="none" spc="113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750"/>
        </a:spcAft>
        <a:buFont typeface="Arial" panose="020B0604020202020204" pitchFamily="34" charset="0"/>
        <a:buChar char="•"/>
        <a:defRPr sz="1200" u="none" strike="noStrike" kern="1200" cap="none" spc="113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750"/>
        </a:spcAft>
        <a:buFont typeface="Arial" panose="020B0604020202020204" pitchFamily="34" charset="0"/>
        <a:buChar char="•"/>
        <a:defRPr sz="1200" u="none" strike="noStrike" kern="1200" cap="none" spc="113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750"/>
        </a:spcAft>
        <a:buFont typeface="Arial" panose="020B0604020202020204" pitchFamily="34" charset="0"/>
        <a:buChar char="•"/>
        <a:defRPr sz="1200" u="none" strike="noStrike" kern="1200" cap="none" spc="113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9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91.xml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93.xml"/><Relationship Id="rId1" Type="http://schemas.openxmlformats.org/officeDocument/2006/relationships/tags" Target="../tags/tag92.xml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31"/>
          <p:cNvSpPr>
            <a:spLocks noChangeArrowheads="1"/>
          </p:cNvSpPr>
          <p:nvPr/>
        </p:nvSpPr>
        <p:spPr bwMode="auto">
          <a:xfrm>
            <a:off x="129535" y="959976"/>
            <a:ext cx="1559335" cy="33194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765" tIns="34383" rIns="68765" bIns="34383" anchor="ctr">
            <a:spAutoFit/>
          </a:bodyPr>
          <a:lstStyle/>
          <a:p>
            <a:pPr algn="ctr" defTabSz="64960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706" b="1" kern="0" dirty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第四</a:t>
            </a:r>
            <a:r>
              <a:rPr lang="en-US" altLang="zh-CN" sz="1706" b="1" kern="0" dirty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706" b="1" kern="0" dirty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章 </a:t>
            </a:r>
          </a:p>
        </p:txBody>
      </p:sp>
      <p:grpSp>
        <p:nvGrpSpPr>
          <p:cNvPr id="6" name="组合 4179"/>
          <p:cNvGrpSpPr/>
          <p:nvPr/>
        </p:nvGrpSpPr>
        <p:grpSpPr bwMode="auto">
          <a:xfrm>
            <a:off x="664419" y="1541872"/>
            <a:ext cx="4298809" cy="368010"/>
            <a:chOff x="-96346" y="0"/>
            <a:chExt cx="5282511" cy="559633"/>
          </a:xfrm>
        </p:grpSpPr>
        <p:sp>
          <p:nvSpPr>
            <p:cNvPr id="7" name="椭圆 4181"/>
            <p:cNvSpPr>
              <a:spLocks noChangeArrowheads="1"/>
            </p:cNvSpPr>
            <p:nvPr/>
          </p:nvSpPr>
          <p:spPr bwMode="auto">
            <a:xfrm>
              <a:off x="-96346" y="31744"/>
              <a:ext cx="293915" cy="441920"/>
            </a:xfrm>
            <a:prstGeom prst="ellipse">
              <a:avLst/>
            </a:prstGeom>
            <a:solidFill>
              <a:srgbClr val="59B2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 defTabSz="68580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706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1706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五边形 4182"/>
            <p:cNvSpPr>
              <a:spLocks noChangeArrowheads="1"/>
            </p:cNvSpPr>
            <p:nvPr/>
          </p:nvSpPr>
          <p:spPr bwMode="auto">
            <a:xfrm flipH="1">
              <a:off x="478470" y="0"/>
              <a:ext cx="4707695" cy="505407"/>
            </a:xfrm>
            <a:prstGeom prst="homePlate">
              <a:avLst>
                <a:gd name="adj" fmla="val 37135"/>
              </a:avLst>
            </a:prstGeom>
            <a:solidFill>
              <a:srgbClr val="FF69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 defTabSz="685800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706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文本框 4183"/>
            <p:cNvSpPr txBox="1">
              <a:spLocks noChangeArrowheads="1"/>
            </p:cNvSpPr>
            <p:nvPr/>
          </p:nvSpPr>
          <p:spPr bwMode="auto">
            <a:xfrm>
              <a:off x="618132" y="20025"/>
              <a:ext cx="4558352" cy="5396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9pPr>
            </a:lstStyle>
            <a:p>
              <a:pPr defTabSz="685800" fontAlgn="auto">
                <a:spcBef>
                  <a:spcPct val="50000"/>
                </a:spcBef>
                <a:spcAft>
                  <a:spcPts val="0"/>
                </a:spcAft>
                <a:defRPr/>
              </a:pPr>
              <a:r>
                <a:rPr lang="zh-CN" altLang="en-US" sz="1706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存储扩展的基本概念及类型</a:t>
              </a:r>
            </a:p>
          </p:txBody>
        </p:sp>
      </p:grpSp>
      <p:pic>
        <p:nvPicPr>
          <p:cNvPr id="125" name="图片 1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91" y="3775540"/>
            <a:ext cx="820703" cy="357857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126" name="组合 125"/>
          <p:cNvGrpSpPr/>
          <p:nvPr/>
        </p:nvGrpSpPr>
        <p:grpSpPr>
          <a:xfrm>
            <a:off x="2536842" y="3303662"/>
            <a:ext cx="820702" cy="1433688"/>
            <a:chOff x="1023371" y="3389596"/>
            <a:chExt cx="1155246" cy="2016428"/>
          </a:xfrm>
        </p:grpSpPr>
        <p:pic>
          <p:nvPicPr>
            <p:cNvPr id="149" name="图片 14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3371" y="3389596"/>
              <a:ext cx="1155246" cy="504107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50" name="图片 14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3371" y="3893703"/>
              <a:ext cx="1155246" cy="504107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51" name="图片 15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3371" y="4397810"/>
              <a:ext cx="1155246" cy="504107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52" name="图片 15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3371" y="4901917"/>
              <a:ext cx="1155246" cy="504107"/>
            </a:xfrm>
            <a:prstGeom prst="rect">
              <a:avLst/>
            </a:prstGeom>
            <a:noFill/>
            <a:ln w="9525">
              <a:noFill/>
            </a:ln>
          </p:spPr>
        </p:pic>
      </p:grpSp>
      <p:grpSp>
        <p:nvGrpSpPr>
          <p:cNvPr id="127" name="组合 126"/>
          <p:cNvGrpSpPr/>
          <p:nvPr/>
        </p:nvGrpSpPr>
        <p:grpSpPr>
          <a:xfrm>
            <a:off x="2533456" y="2892748"/>
            <a:ext cx="3270392" cy="357857"/>
            <a:chOff x="3049537" y="3324693"/>
            <a:chExt cx="4599491" cy="504108"/>
          </a:xfrm>
        </p:grpSpPr>
        <p:pic>
          <p:nvPicPr>
            <p:cNvPr id="145" name="图片 14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49537" y="3324694"/>
              <a:ext cx="1155246" cy="504107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46" name="图片 14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183290" y="3324693"/>
              <a:ext cx="1155246" cy="504107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47" name="图片 14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38536" y="3324694"/>
              <a:ext cx="1155246" cy="504107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48" name="图片 14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93782" y="3324694"/>
              <a:ext cx="1155246" cy="504107"/>
            </a:xfrm>
            <a:prstGeom prst="rect">
              <a:avLst/>
            </a:prstGeom>
            <a:noFill/>
            <a:ln w="9525">
              <a:noFill/>
            </a:ln>
          </p:spPr>
        </p:pic>
      </p:grpSp>
      <p:grpSp>
        <p:nvGrpSpPr>
          <p:cNvPr id="128" name="组合 127"/>
          <p:cNvGrpSpPr/>
          <p:nvPr/>
        </p:nvGrpSpPr>
        <p:grpSpPr>
          <a:xfrm>
            <a:off x="2548130" y="4796058"/>
            <a:ext cx="1657209" cy="767645"/>
            <a:chOff x="3114192" y="4397809"/>
            <a:chExt cx="2331203" cy="1079015"/>
          </a:xfrm>
        </p:grpSpPr>
        <p:pic>
          <p:nvPicPr>
            <p:cNvPr id="141" name="图片 14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114192" y="4397809"/>
              <a:ext cx="1155246" cy="504107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42" name="图片 14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69438" y="4397810"/>
              <a:ext cx="1155246" cy="504107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43" name="图片 14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114192" y="4966817"/>
              <a:ext cx="1155246" cy="504107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44" name="图片 14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90149" y="4972717"/>
              <a:ext cx="1155246" cy="504107"/>
            </a:xfrm>
            <a:prstGeom prst="rect">
              <a:avLst/>
            </a:prstGeom>
            <a:noFill/>
            <a:ln w="9525">
              <a:noFill/>
            </a:ln>
          </p:spPr>
        </p:pic>
      </p:grpSp>
      <p:grpSp>
        <p:nvGrpSpPr>
          <p:cNvPr id="129" name="组合 128"/>
          <p:cNvGrpSpPr/>
          <p:nvPr/>
        </p:nvGrpSpPr>
        <p:grpSpPr>
          <a:xfrm>
            <a:off x="1525383" y="3104798"/>
            <a:ext cx="990035" cy="331727"/>
            <a:chOff x="1303650" y="3063521"/>
            <a:chExt cx="1392385" cy="467245"/>
          </a:xfrm>
        </p:grpSpPr>
        <p:sp>
          <p:nvSpPr>
            <p:cNvPr id="139" name="右箭头 138"/>
            <p:cNvSpPr/>
            <p:nvPr/>
          </p:nvSpPr>
          <p:spPr>
            <a:xfrm rot="-1714646">
              <a:off x="1303650" y="3390632"/>
              <a:ext cx="1392385" cy="140134"/>
            </a:xfrm>
            <a:prstGeom prst="rightArrow">
              <a:avLst>
                <a:gd name="adj1" fmla="val 50000"/>
                <a:gd name="adj2" fmla="val 50002"/>
              </a:avLst>
            </a:prstGeom>
            <a:noFill/>
            <a:ln w="9525" cap="flat" cmpd="sng">
              <a:solidFill>
                <a:srgbClr val="2E14EE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indent="0" defTabSz="685800" eaLnBrk="1" hangingPunct="1">
                <a:spcBef>
                  <a:spcPct val="0"/>
                </a:spcBef>
                <a:buNone/>
                <a:defRPr/>
              </a:pPr>
              <a:endParaRPr lang="zh-CN" altLang="en-US" sz="1279" dirty="0">
                <a:solidFill>
                  <a:srgbClr val="000000"/>
                </a:solidFill>
                <a:latin typeface="Arial"/>
                <a:ea typeface="微软雅黑"/>
              </a:endParaRPr>
            </a:p>
          </p:txBody>
        </p:sp>
        <p:sp>
          <p:nvSpPr>
            <p:cNvPr id="140" name="文本框 21"/>
            <p:cNvSpPr txBox="1"/>
            <p:nvPr/>
          </p:nvSpPr>
          <p:spPr>
            <a:xfrm rot="19928643">
              <a:off x="1428354" y="3063521"/>
              <a:ext cx="942623" cy="376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indent="0" defTabSz="685800">
                <a:spcBef>
                  <a:spcPct val="0"/>
                </a:spcBef>
                <a:buNone/>
                <a:defRPr/>
              </a:pPr>
              <a:r>
                <a:rPr lang="zh-CN" altLang="en-US" sz="1136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位扩展</a:t>
              </a:r>
            </a:p>
          </p:txBody>
        </p:sp>
      </p:grpSp>
      <p:grpSp>
        <p:nvGrpSpPr>
          <p:cNvPr id="130" name="组合 129"/>
          <p:cNvGrpSpPr/>
          <p:nvPr/>
        </p:nvGrpSpPr>
        <p:grpSpPr>
          <a:xfrm>
            <a:off x="1806450" y="3668289"/>
            <a:ext cx="708942" cy="343181"/>
            <a:chOff x="1638555" y="3756249"/>
            <a:chExt cx="995940" cy="481956"/>
          </a:xfrm>
        </p:grpSpPr>
        <p:sp>
          <p:nvSpPr>
            <p:cNvPr id="137" name="右箭头 136"/>
            <p:cNvSpPr/>
            <p:nvPr/>
          </p:nvSpPr>
          <p:spPr>
            <a:xfrm>
              <a:off x="1638555" y="4051642"/>
              <a:ext cx="975950" cy="186563"/>
            </a:xfrm>
            <a:prstGeom prst="rightArrow">
              <a:avLst>
                <a:gd name="adj1" fmla="val 50000"/>
                <a:gd name="adj2" fmla="val 50011"/>
              </a:avLst>
            </a:prstGeom>
            <a:noFill/>
            <a:ln w="9525" cap="flat" cmpd="sng">
              <a:solidFill>
                <a:srgbClr val="2E14EE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indent="0" defTabSz="685800" eaLnBrk="1" hangingPunct="1">
                <a:spcBef>
                  <a:spcPct val="0"/>
                </a:spcBef>
                <a:buNone/>
                <a:defRPr/>
              </a:pPr>
              <a:endParaRPr lang="zh-CN" altLang="en-US" sz="1279" dirty="0">
                <a:solidFill>
                  <a:srgbClr val="000000"/>
                </a:solidFill>
                <a:latin typeface="Arial"/>
                <a:ea typeface="微软雅黑"/>
              </a:endParaRPr>
            </a:p>
          </p:txBody>
        </p:sp>
        <p:sp>
          <p:nvSpPr>
            <p:cNvPr id="138" name="文本框 26"/>
            <p:cNvSpPr txBox="1"/>
            <p:nvPr/>
          </p:nvSpPr>
          <p:spPr>
            <a:xfrm>
              <a:off x="1691872" y="3756249"/>
              <a:ext cx="942623" cy="37514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indent="0" defTabSz="685800">
                <a:spcBef>
                  <a:spcPct val="0"/>
                </a:spcBef>
                <a:buNone/>
                <a:defRPr/>
              </a:pPr>
              <a:r>
                <a:rPr lang="zh-CN" altLang="en-US" sz="1136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字扩展</a:t>
              </a:r>
            </a:p>
          </p:txBody>
        </p:sp>
      </p:grpSp>
      <p:grpSp>
        <p:nvGrpSpPr>
          <p:cNvPr id="131" name="组合 130"/>
          <p:cNvGrpSpPr/>
          <p:nvPr/>
        </p:nvGrpSpPr>
        <p:grpSpPr>
          <a:xfrm>
            <a:off x="1571642" y="4500257"/>
            <a:ext cx="1029547" cy="370527"/>
            <a:chOff x="1308537" y="4926102"/>
            <a:chExt cx="1447454" cy="520631"/>
          </a:xfrm>
        </p:grpSpPr>
        <p:sp>
          <p:nvSpPr>
            <p:cNvPr id="135" name="右箭头 134"/>
            <p:cNvSpPr/>
            <p:nvPr/>
          </p:nvSpPr>
          <p:spPr>
            <a:xfrm rot="2218366">
              <a:off x="1322826" y="4926102"/>
              <a:ext cx="1433165" cy="178145"/>
            </a:xfrm>
            <a:prstGeom prst="rightArrow">
              <a:avLst>
                <a:gd name="adj1" fmla="val 50000"/>
                <a:gd name="adj2" fmla="val 49982"/>
              </a:avLst>
            </a:prstGeom>
            <a:noFill/>
            <a:ln w="9525" cap="flat" cmpd="sng">
              <a:solidFill>
                <a:srgbClr val="2E14EE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indent="0" defTabSz="685800" eaLnBrk="1" hangingPunct="1">
                <a:spcBef>
                  <a:spcPct val="0"/>
                </a:spcBef>
                <a:buNone/>
                <a:defRPr/>
              </a:pPr>
              <a:endParaRPr lang="zh-CN" altLang="en-US" sz="1279" dirty="0">
                <a:solidFill>
                  <a:srgbClr val="000000"/>
                </a:solidFill>
                <a:latin typeface="Arial"/>
                <a:ea typeface="微软雅黑"/>
              </a:endParaRPr>
            </a:p>
          </p:txBody>
        </p:sp>
        <p:sp>
          <p:nvSpPr>
            <p:cNvPr id="136" name="文本框 27"/>
            <p:cNvSpPr txBox="1"/>
            <p:nvPr/>
          </p:nvSpPr>
          <p:spPr>
            <a:xfrm rot="2154701">
              <a:off x="1308537" y="5071395"/>
              <a:ext cx="1182255" cy="37533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indent="0" defTabSz="685800">
                <a:spcBef>
                  <a:spcPct val="0"/>
                </a:spcBef>
                <a:buNone/>
                <a:defRPr/>
              </a:pPr>
              <a:r>
                <a:rPr lang="zh-CN" altLang="en-US" sz="1136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字位扩展</a:t>
              </a:r>
            </a:p>
          </p:txBody>
        </p:sp>
      </p:grpSp>
      <p:sp>
        <p:nvSpPr>
          <p:cNvPr id="132" name="文本框 29"/>
          <p:cNvSpPr txBox="1"/>
          <p:nvPr/>
        </p:nvSpPr>
        <p:spPr>
          <a:xfrm>
            <a:off x="6395570" y="2929617"/>
            <a:ext cx="939236" cy="31098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 defTabSz="685800">
              <a:spcBef>
                <a:spcPct val="0"/>
              </a:spcBef>
              <a:buNone/>
              <a:defRPr/>
            </a:pPr>
            <a:r>
              <a:rPr lang="en-US" altLang="zh-CN" sz="142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 </a:t>
            </a:r>
            <a:r>
              <a:rPr lang="en-US" altLang="zh-CN" sz="142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 </a:t>
            </a:r>
            <a:r>
              <a:rPr lang="en-US" altLang="zh-CN" sz="142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4N</a:t>
            </a:r>
            <a:endParaRPr lang="zh-CN" altLang="en-US" sz="142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3" name="文本框 32"/>
          <p:cNvSpPr txBox="1"/>
          <p:nvPr/>
        </p:nvSpPr>
        <p:spPr>
          <a:xfrm>
            <a:off x="4203515" y="3875960"/>
            <a:ext cx="967448" cy="310983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 defTabSz="685800">
              <a:spcBef>
                <a:spcPct val="0"/>
              </a:spcBef>
              <a:buNone/>
              <a:defRPr/>
            </a:pPr>
            <a:r>
              <a:rPr lang="en-US" altLang="zh-CN" sz="142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 4</a:t>
            </a:r>
            <a:r>
              <a:rPr lang="en-US" altLang="zh-CN" sz="142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 </a:t>
            </a:r>
            <a:r>
              <a:rPr lang="en-US" altLang="zh-CN" sz="142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</a:t>
            </a:r>
            <a:r>
              <a:rPr lang="en-US" altLang="zh-CN" sz="142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N</a:t>
            </a:r>
            <a:endParaRPr lang="zh-CN" altLang="en-US" sz="142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4" name="文本框 33"/>
          <p:cNvSpPr txBox="1"/>
          <p:nvPr/>
        </p:nvSpPr>
        <p:spPr>
          <a:xfrm>
            <a:off x="4851771" y="5055527"/>
            <a:ext cx="2012674" cy="310983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 defTabSz="685800">
              <a:spcBef>
                <a:spcPct val="0"/>
              </a:spcBef>
              <a:buNone/>
              <a:defRPr/>
            </a:pPr>
            <a:r>
              <a:rPr lang="en-US" altLang="zh-CN" sz="142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2M</a:t>
            </a:r>
            <a:r>
              <a:rPr lang="en-US" altLang="zh-CN" sz="142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</a:t>
            </a:r>
            <a:r>
              <a:rPr lang="en-US" altLang="zh-CN" sz="142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2N</a:t>
            </a:r>
            <a:endParaRPr lang="zh-CN" altLang="en-US" sz="142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3" name="文本框 29"/>
          <p:cNvSpPr txBox="1"/>
          <p:nvPr/>
        </p:nvSpPr>
        <p:spPr>
          <a:xfrm>
            <a:off x="328381" y="3856440"/>
            <a:ext cx="567227" cy="441916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 defTabSz="685800">
              <a:spcBef>
                <a:spcPct val="0"/>
              </a:spcBef>
              <a:buNone/>
              <a:defRPr/>
            </a:pPr>
            <a:r>
              <a:rPr lang="en-US" altLang="zh-CN" sz="1136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 </a:t>
            </a:r>
            <a:r>
              <a:rPr lang="en-US" altLang="zh-CN" sz="1136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 </a:t>
            </a:r>
            <a:r>
              <a:rPr lang="en-US" altLang="zh-CN" sz="1136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endParaRPr lang="zh-CN" altLang="en-US" sz="1136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81047" y="5542875"/>
            <a:ext cx="7981517" cy="3548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706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无论哪种类型的存储扩展都要完成</a:t>
            </a:r>
            <a:r>
              <a:rPr lang="en-US" altLang="zh-CN" sz="1706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1706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与主存间地址线、数据线、控制线的连接</a:t>
            </a:r>
          </a:p>
        </p:txBody>
      </p:sp>
      <p:sp>
        <p:nvSpPr>
          <p:cNvPr id="2" name="右箭头 1"/>
          <p:cNvSpPr/>
          <p:nvPr/>
        </p:nvSpPr>
        <p:spPr>
          <a:xfrm>
            <a:off x="5956967" y="2999969"/>
            <a:ext cx="378712" cy="121474"/>
          </a:xfrm>
          <a:prstGeom prst="rightArrow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279">
              <a:solidFill>
                <a:srgbClr val="FFFFFF"/>
              </a:solidFill>
              <a:latin typeface="Arial"/>
              <a:ea typeface="微软雅黑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3420316" y="3328661"/>
            <a:ext cx="629995" cy="1379081"/>
            <a:chOff x="4843305" y="2793442"/>
            <a:chExt cx="885930" cy="1939332"/>
          </a:xfrm>
        </p:grpSpPr>
        <p:sp>
          <p:nvSpPr>
            <p:cNvPr id="11" name="右大括号 10"/>
            <p:cNvSpPr/>
            <p:nvPr/>
          </p:nvSpPr>
          <p:spPr>
            <a:xfrm>
              <a:off x="4843305" y="2793442"/>
              <a:ext cx="140677" cy="1939332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685800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279">
                <a:solidFill>
                  <a:srgbClr val="000000"/>
                </a:solidFill>
                <a:latin typeface="Arial"/>
                <a:ea typeface="微软雅黑"/>
              </a:endParaRPr>
            </a:p>
          </p:txBody>
        </p:sp>
        <p:sp>
          <p:nvSpPr>
            <p:cNvPr id="42" name="右箭头 41"/>
            <p:cNvSpPr/>
            <p:nvPr/>
          </p:nvSpPr>
          <p:spPr>
            <a:xfrm>
              <a:off x="5196672" y="3679372"/>
              <a:ext cx="532563" cy="170822"/>
            </a:xfrm>
            <a:prstGeom prst="rightArrow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279">
                <a:solidFill>
                  <a:srgbClr val="FFFFFF"/>
                </a:solidFill>
                <a:latin typeface="Arial"/>
                <a:ea typeface="微软雅黑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4307549" y="4807778"/>
            <a:ext cx="537103" cy="780050"/>
            <a:chOff x="6090976" y="4873450"/>
            <a:chExt cx="755301" cy="1096945"/>
          </a:xfrm>
        </p:grpSpPr>
        <p:sp>
          <p:nvSpPr>
            <p:cNvPr id="43" name="右大括号 42"/>
            <p:cNvSpPr/>
            <p:nvPr/>
          </p:nvSpPr>
          <p:spPr>
            <a:xfrm>
              <a:off x="6090976" y="4873450"/>
              <a:ext cx="98810" cy="1096945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685800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279">
                <a:solidFill>
                  <a:srgbClr val="000000"/>
                </a:solidFill>
                <a:latin typeface="Arial"/>
                <a:ea typeface="微软雅黑"/>
              </a:endParaRPr>
            </a:p>
          </p:txBody>
        </p:sp>
        <p:sp>
          <p:nvSpPr>
            <p:cNvPr id="44" name="右箭头 43"/>
            <p:cNvSpPr/>
            <p:nvPr/>
          </p:nvSpPr>
          <p:spPr>
            <a:xfrm>
              <a:off x="6313714" y="5328976"/>
              <a:ext cx="532563" cy="170822"/>
            </a:xfrm>
            <a:prstGeom prst="rightArrow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279">
                <a:solidFill>
                  <a:srgbClr val="FFFFFF"/>
                </a:solidFill>
                <a:latin typeface="Arial"/>
                <a:ea typeface="微软雅黑"/>
              </a:endParaRPr>
            </a:p>
          </p:txBody>
        </p:sp>
      </p:grpSp>
      <p:sp>
        <p:nvSpPr>
          <p:cNvPr id="47" name="标题 1"/>
          <p:cNvSpPr>
            <a:spLocks noGrp="1"/>
          </p:cNvSpPr>
          <p:nvPr>
            <p:ph type="title"/>
          </p:nvPr>
        </p:nvSpPr>
        <p:spPr>
          <a:xfrm>
            <a:off x="349260" y="1041117"/>
            <a:ext cx="4958858" cy="463231"/>
          </a:xfrm>
        </p:spPr>
        <p:txBody>
          <a:bodyPr>
            <a:normAutofit/>
          </a:bodyPr>
          <a:lstStyle/>
          <a:p>
            <a:r>
              <a:rPr lang="en-US" altLang="zh-CN" dirty="0"/>
              <a:t>4.3 </a:t>
            </a:r>
            <a:r>
              <a:rPr lang="zh-CN" altLang="en-US" dirty="0"/>
              <a:t>存储器与</a:t>
            </a:r>
            <a:r>
              <a:rPr lang="en-US" altLang="zh-CN" dirty="0"/>
              <a:t>CPU</a:t>
            </a:r>
            <a:r>
              <a:rPr lang="zh-CN" altLang="en-US" dirty="0"/>
              <a:t>的连接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38150" y="1984534"/>
            <a:ext cx="7722241" cy="41690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9525" marR="3810" indent="475298" defTabSz="685800" fontAlgn="auto">
              <a:lnSpc>
                <a:spcPct val="130000"/>
              </a:lnSpc>
              <a:spcBef>
                <a:spcPts val="75"/>
              </a:spcBef>
              <a:spcAft>
                <a:spcPts val="0"/>
              </a:spcAft>
              <a:defRPr/>
            </a:pPr>
            <a:r>
              <a:rPr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/>
                <a:cs typeface="微软雅黑" panose="020B0503020204020204" pitchFamily="34" charset="-122"/>
                <a:sym typeface="+mn-ea"/>
              </a:rPr>
              <a:t>存储器芯片的容量总是有限的，容量越大，工艺越难，价格越高。</a:t>
            </a:r>
            <a:endParaRPr lang="zh-CN" altLang="en-US" sz="1800" dirty="0">
              <a:solidFill>
                <a:srgbClr val="000000"/>
              </a:solidFill>
              <a:latin typeface="Arial"/>
              <a:ea typeface="微软雅黑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57078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5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0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0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3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5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6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6" dur="500"/>
                                        <p:tgtEl>
                                          <p:spTgt spid="1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6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2" grpId="0"/>
      <p:bldP spid="133" grpId="0"/>
      <p:bldP spid="13" grpId="0"/>
      <p:bldP spid="2" grpId="0" bldLvl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90" name="Group 32"/>
          <p:cNvGrpSpPr/>
          <p:nvPr/>
        </p:nvGrpSpPr>
        <p:grpSpPr>
          <a:xfrm>
            <a:off x="0" y="533402"/>
            <a:ext cx="9144000" cy="6305552"/>
            <a:chOff x="0" y="336"/>
            <a:chExt cx="5760" cy="3972"/>
          </a:xfrm>
        </p:grpSpPr>
        <p:sp>
          <p:nvSpPr>
            <p:cNvPr id="12291" name="Text Box 2"/>
            <p:cNvSpPr txBox="1"/>
            <p:nvPr/>
          </p:nvSpPr>
          <p:spPr>
            <a:xfrm>
              <a:off x="0" y="336"/>
              <a:ext cx="5760" cy="40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4.3 </a:t>
              </a: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半导体存储器逻辑设计</a:t>
              </a:r>
            </a:p>
          </p:txBody>
        </p:sp>
        <p:sp>
          <p:nvSpPr>
            <p:cNvPr id="12292" name="Text Box 3"/>
            <p:cNvSpPr txBox="1"/>
            <p:nvPr/>
          </p:nvSpPr>
          <p:spPr>
            <a:xfrm>
              <a:off x="113" y="3600"/>
              <a:ext cx="1344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需解决：</a:t>
              </a:r>
            </a:p>
          </p:txBody>
        </p:sp>
        <p:sp>
          <p:nvSpPr>
            <p:cNvPr id="12293" name="Text Box 4"/>
            <p:cNvSpPr txBox="1"/>
            <p:nvPr/>
          </p:nvSpPr>
          <p:spPr>
            <a:xfrm>
              <a:off x="1398" y="3578"/>
              <a:ext cx="1920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芯片的选用、</a:t>
              </a:r>
            </a:p>
          </p:txBody>
        </p:sp>
        <p:sp>
          <p:nvSpPr>
            <p:cNvPr id="12294" name="Text Box 13"/>
            <p:cNvSpPr txBox="1"/>
            <p:nvPr/>
          </p:nvSpPr>
          <p:spPr>
            <a:xfrm>
              <a:off x="2832" y="3556"/>
              <a:ext cx="2928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地址分配与片选逻辑、</a:t>
              </a:r>
            </a:p>
          </p:txBody>
        </p:sp>
        <p:sp>
          <p:nvSpPr>
            <p:cNvPr id="12295" name="Text Box 14"/>
            <p:cNvSpPr txBox="1"/>
            <p:nvPr/>
          </p:nvSpPr>
          <p:spPr>
            <a:xfrm>
              <a:off x="1416" y="3943"/>
              <a:ext cx="2928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信号线的连接。</a:t>
              </a:r>
            </a:p>
          </p:txBody>
        </p:sp>
      </p:grpSp>
      <p:sp>
        <p:nvSpPr>
          <p:cNvPr id="2" name="文本框 4183">
            <a:extLst>
              <a:ext uri="{FF2B5EF4-FFF2-40B4-BE49-F238E27FC236}">
                <a16:creationId xmlns:a16="http://schemas.microsoft.com/office/drawing/2014/main" id="{FF53F595-74ED-4AE6-AC36-6F37157C8E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1212851"/>
            <a:ext cx="748895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9pPr>
          </a:lstStyle>
          <a:p>
            <a:pPr defTabSz="685800"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lang="zh-CN" altLang="en-US" sz="32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一</a:t>
            </a:r>
            <a:r>
              <a:rPr lang="en-US" altLang="zh-CN" sz="32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lang="zh-CN" altLang="en-US" sz="32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存储扩展的基本概念及类型</a:t>
            </a:r>
          </a:p>
        </p:txBody>
      </p:sp>
      <p:pic>
        <p:nvPicPr>
          <p:cNvPr id="40" name="图片 39">
            <a:extLst>
              <a:ext uri="{FF2B5EF4-FFF2-40B4-BE49-F238E27FC236}">
                <a16:creationId xmlns:a16="http://schemas.microsoft.com/office/drawing/2014/main" id="{35B8CF07-1AE7-CF53-9EF7-BDEADC9BF7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872" y="1844824"/>
            <a:ext cx="8270255" cy="3533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1097"/>
      </p:ext>
    </p:extLst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90" name="Group 32"/>
          <p:cNvGrpSpPr/>
          <p:nvPr/>
        </p:nvGrpSpPr>
        <p:grpSpPr>
          <a:xfrm>
            <a:off x="-108520" y="548680"/>
            <a:ext cx="9144000" cy="5089525"/>
            <a:chOff x="0" y="336"/>
            <a:chExt cx="5760" cy="3206"/>
          </a:xfrm>
        </p:grpSpPr>
        <p:sp>
          <p:nvSpPr>
            <p:cNvPr id="12291" name="Text Box 2"/>
            <p:cNvSpPr txBox="1"/>
            <p:nvPr/>
          </p:nvSpPr>
          <p:spPr>
            <a:xfrm>
              <a:off x="0" y="336"/>
              <a:ext cx="5760" cy="40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600" b="1" dirty="0">
                  <a:solidFill>
                    <a:srgbClr val="FFFF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4.3 </a:t>
              </a:r>
              <a:r>
                <a:rPr lang="zh-CN" altLang="en-US" sz="3600" b="1" dirty="0">
                  <a:solidFill>
                    <a:srgbClr val="FFFF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半导体存储器逻辑设计</a:t>
              </a:r>
            </a:p>
          </p:txBody>
        </p:sp>
        <p:sp>
          <p:nvSpPr>
            <p:cNvPr id="12296" name="Text Box 31"/>
            <p:cNvSpPr txBox="1"/>
            <p:nvPr/>
          </p:nvSpPr>
          <p:spPr>
            <a:xfrm>
              <a:off x="0" y="1584"/>
              <a:ext cx="5616" cy="195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tx2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1.</a:t>
              </a:r>
              <a:r>
                <a:rPr lang="zh-CN" altLang="en-US" sz="2800" b="1" dirty="0">
                  <a:solidFill>
                    <a:schemeClr val="tx2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位扩展方式</a:t>
              </a:r>
            </a:p>
            <a:p>
              <a:pPr>
                <a:spcBef>
                  <a:spcPct val="50000"/>
                </a:spcBef>
              </a:pPr>
              <a:r>
                <a:rPr lang="zh-CN" altLang="en-US" sz="2800" b="1" dirty="0"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进行位数扩充（即加大字长）；当主存储器的字数与单个存储芯片的字数相同而位数不同时，可采用位扩展的方式来构成主存储器。</a:t>
              </a:r>
            </a:p>
            <a:p>
              <a:pPr>
                <a:spcBef>
                  <a:spcPct val="50000"/>
                </a:spcBef>
              </a:pPr>
              <a:r>
                <a:rPr lang="zh-CN" altLang="en-US" sz="2800" b="1" dirty="0"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由</a:t>
              </a:r>
              <a:r>
                <a:rPr lang="en-US" altLang="zh-CN" sz="2800" b="1" dirty="0"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mk</a:t>
              </a:r>
              <a:r>
                <a:rPr lang="en-US" altLang="zh-CN" sz="2800" b="1" dirty="0"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  <a:sym typeface="Symbol" panose="05050102010706020507" pitchFamily="18" charset="2"/>
                </a:rPr>
                <a:t>n</a:t>
              </a:r>
              <a:r>
                <a:rPr lang="en-US" altLang="zh-CN" sz="2800" b="1" baseline="-25000" dirty="0"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  <a:sym typeface="Symbol" panose="05050102010706020507" pitchFamily="18" charset="2"/>
                </a:rPr>
                <a:t>1</a:t>
              </a:r>
              <a:r>
                <a:rPr lang="zh-CN" altLang="en-US" sz="2800" b="1" dirty="0"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  <a:sym typeface="Symbol" panose="05050102010706020507" pitchFamily="18" charset="2"/>
                </a:rPr>
                <a:t>的存储器芯片组成</a:t>
              </a:r>
              <a:r>
                <a:rPr lang="en-US" altLang="zh-CN" sz="2800" b="1" dirty="0"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mk</a:t>
              </a:r>
              <a:r>
                <a:rPr lang="en-US" altLang="zh-CN" sz="2800" b="1" dirty="0"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  <a:sym typeface="Symbol" panose="05050102010706020507" pitchFamily="18" charset="2"/>
                </a:rPr>
                <a:t>n</a:t>
              </a:r>
              <a:r>
                <a:rPr lang="en-US" altLang="zh-CN" sz="2800" b="1" baseline="-25000" dirty="0"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  <a:sym typeface="Symbol" panose="05050102010706020507" pitchFamily="18" charset="2"/>
                </a:rPr>
                <a:t>2</a:t>
              </a:r>
              <a:r>
                <a:rPr lang="zh-CN" altLang="en-US" sz="2800" b="1" dirty="0"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  <a:sym typeface="Symbol" panose="05050102010706020507" pitchFamily="18" charset="2"/>
                </a:rPr>
                <a:t>的存储器，需要</a:t>
              </a:r>
              <a:r>
                <a:rPr lang="en-US" altLang="zh-CN" sz="2800" b="1" dirty="0"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  <a:sym typeface="Symbol" panose="05050102010706020507" pitchFamily="18" charset="2"/>
                </a:rPr>
                <a:t>n</a:t>
              </a:r>
              <a:r>
                <a:rPr lang="en-US" altLang="zh-CN" sz="2800" b="1" baseline="-25000" dirty="0"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  <a:sym typeface="Symbol" panose="05050102010706020507" pitchFamily="18" charset="2"/>
                </a:rPr>
                <a:t>2</a:t>
              </a:r>
              <a:r>
                <a:rPr lang="en-US" altLang="zh-CN" sz="2800" b="1" dirty="0"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  <a:sym typeface="Symbol" panose="05050102010706020507" pitchFamily="18" charset="2"/>
                </a:rPr>
                <a:t>/n</a:t>
              </a:r>
              <a:r>
                <a:rPr lang="en-US" altLang="zh-CN" sz="2800" b="1" baseline="-25000" dirty="0"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  <a:sym typeface="Symbol" panose="05050102010706020507" pitchFamily="18" charset="2"/>
                </a:rPr>
                <a:t>1</a:t>
              </a:r>
              <a:r>
                <a:rPr lang="zh-CN" altLang="en-US" sz="2800" b="1" dirty="0"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  <a:sym typeface="Symbol" panose="05050102010706020507" pitchFamily="18" charset="2"/>
                </a:rPr>
                <a:t>片</a:t>
              </a:r>
              <a:r>
                <a:rPr lang="en-US" altLang="zh-CN" sz="2800" b="1" dirty="0"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mk</a:t>
              </a:r>
              <a:r>
                <a:rPr lang="en-US" altLang="zh-CN" sz="2800" b="1" dirty="0"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  <a:sym typeface="Symbol" panose="05050102010706020507" pitchFamily="18" charset="2"/>
                </a:rPr>
                <a:t>n</a:t>
              </a:r>
              <a:r>
                <a:rPr lang="en-US" altLang="zh-CN" sz="2800" b="1" baseline="-25000" dirty="0"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  <a:sym typeface="Symbol" panose="05050102010706020507" pitchFamily="18" charset="2"/>
                </a:rPr>
                <a:t>1</a:t>
              </a:r>
              <a:r>
                <a:rPr lang="zh-CN" altLang="en-US" sz="2800" b="1" dirty="0"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  <a:sym typeface="Symbol" panose="05050102010706020507" pitchFamily="18" charset="2"/>
                </a:rPr>
                <a:t>的存储器芯片。</a:t>
              </a:r>
            </a:p>
          </p:txBody>
        </p:sp>
      </p:grpSp>
      <p:pic>
        <p:nvPicPr>
          <p:cNvPr id="2" name="图片 1">
            <a:extLst>
              <a:ext uri="{FF2B5EF4-FFF2-40B4-BE49-F238E27FC236}">
                <a16:creationId xmlns:a16="http://schemas.microsoft.com/office/drawing/2014/main" id="{1A76610F-5546-AFF5-2FAB-D7333E5346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1398106"/>
            <a:ext cx="7492633" cy="859611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2"/>
          <p:cNvSpPr txBox="1"/>
          <p:nvPr/>
        </p:nvSpPr>
        <p:spPr>
          <a:xfrm>
            <a:off x="473077" y="332740"/>
            <a:ext cx="8264525" cy="48310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2.</a:t>
            </a:r>
            <a:r>
              <a:rPr lang="zh-CN" altLang="en-US" sz="28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字扩展方式</a:t>
            </a:r>
          </a:p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增加存储器中字的数量，而位的数量保持不变；当主存储器的字长与单个存储芯片的字长相同，而字数不同时，可采用字扩展方式。</a:t>
            </a:r>
          </a:p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由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m</a:t>
            </a:r>
            <a:r>
              <a:rPr lang="en-US" altLang="zh-CN" sz="2800" b="1" baseline="-250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1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k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Symbol" panose="05050102010706020507" pitchFamily="18" charset="2"/>
              </a:rPr>
              <a:t>n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Symbol" panose="05050102010706020507" pitchFamily="18" charset="2"/>
              </a:rPr>
              <a:t>的存储器芯片组成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m</a:t>
            </a:r>
            <a:r>
              <a:rPr lang="en-US" altLang="zh-CN" sz="2800" b="1" baseline="-250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2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k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Symbol" panose="05050102010706020507" pitchFamily="18" charset="2"/>
              </a:rPr>
              <a:t>n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Symbol" panose="05050102010706020507" pitchFamily="18" charset="2"/>
              </a:rPr>
              <a:t>的存储器，需要⌈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Symbol" panose="05050102010706020507" pitchFamily="18" charset="2"/>
              </a:rPr>
              <a:t>m</a:t>
            </a:r>
            <a:r>
              <a:rPr lang="en-US" altLang="zh-CN" sz="2800" b="1" baseline="-250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Symbol" panose="05050102010706020507" pitchFamily="18" charset="2"/>
              </a:rPr>
              <a:t>2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Symbol" panose="05050102010706020507" pitchFamily="18" charset="2"/>
              </a:rPr>
              <a:t>/m</a:t>
            </a:r>
            <a:r>
              <a:rPr lang="en-US" altLang="zh-CN" sz="2800" b="1" baseline="-250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Symbol" panose="05050102010706020507" pitchFamily="18" charset="2"/>
              </a:rPr>
              <a:t>1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Symbol" panose="05050102010706020507" pitchFamily="18" charset="2"/>
              </a:rPr>
              <a:t>⌉片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m</a:t>
            </a:r>
            <a:r>
              <a:rPr lang="en-US" altLang="zh-CN" sz="2800" b="1" baseline="-250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1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k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Symbol" panose="05050102010706020507" pitchFamily="18" charset="2"/>
              </a:rPr>
              <a:t>n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Symbol" panose="05050102010706020507" pitchFamily="18" charset="2"/>
              </a:rPr>
              <a:t>的存储器芯片。</a:t>
            </a:r>
          </a:p>
          <a:p>
            <a:pPr>
              <a:spcBef>
                <a:spcPct val="50000"/>
              </a:spcBef>
            </a:pPr>
            <a:r>
              <a:rPr lang="en-US" altLang="zh-CN" sz="28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Symbol" panose="05050102010706020507" pitchFamily="18" charset="2"/>
              </a:rPr>
              <a:t>3.</a:t>
            </a:r>
            <a:r>
              <a:rPr lang="zh-CN" altLang="en-US" sz="28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Symbol" panose="05050102010706020507" pitchFamily="18" charset="2"/>
              </a:rPr>
              <a:t>字位同时扩展方式</a:t>
            </a:r>
          </a:p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由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m</a:t>
            </a:r>
            <a:r>
              <a:rPr lang="en-US" altLang="zh-CN" sz="2800" b="1" baseline="-250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1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k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Symbol" panose="05050102010706020507" pitchFamily="18" charset="2"/>
              </a:rPr>
              <a:t>n</a:t>
            </a:r>
            <a:r>
              <a:rPr lang="en-US" altLang="zh-CN" sz="2800" b="1" baseline="-250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Symbol" panose="05050102010706020507" pitchFamily="18" charset="2"/>
              </a:rPr>
              <a:t>1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Symbol" panose="05050102010706020507" pitchFamily="18" charset="2"/>
              </a:rPr>
              <a:t>的存储器芯片组成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m</a:t>
            </a:r>
            <a:r>
              <a:rPr lang="en-US" altLang="zh-CN" sz="2800" b="1" baseline="-250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2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k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Symbol" panose="05050102010706020507" pitchFamily="18" charset="2"/>
              </a:rPr>
              <a:t>n</a:t>
            </a:r>
            <a:r>
              <a:rPr lang="en-US" altLang="zh-CN" sz="2800" b="1" baseline="-250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Symbol" panose="05050102010706020507" pitchFamily="18" charset="2"/>
              </a:rPr>
              <a:t>2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Symbol" panose="05050102010706020507" pitchFamily="18" charset="2"/>
              </a:rPr>
              <a:t>的存储器，需要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Symbol" panose="05050102010706020507" pitchFamily="18" charset="2"/>
              </a:rPr>
              <a:t>(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Symbol" panose="05050102010706020507" pitchFamily="18" charset="2"/>
              </a:rPr>
              <a:t>⌈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Symbol" panose="05050102010706020507" pitchFamily="18" charset="2"/>
              </a:rPr>
              <a:t>m</a:t>
            </a:r>
            <a:r>
              <a:rPr lang="en-US" altLang="zh-CN" sz="2800" b="1" baseline="-250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Symbol" panose="05050102010706020507" pitchFamily="18" charset="2"/>
              </a:rPr>
              <a:t>2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Symbol" panose="05050102010706020507" pitchFamily="18" charset="2"/>
              </a:rPr>
              <a:t>/m</a:t>
            </a:r>
            <a:r>
              <a:rPr lang="en-US" altLang="zh-CN" sz="2800" b="1" baseline="-250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Symbol" panose="05050102010706020507" pitchFamily="18" charset="2"/>
              </a:rPr>
              <a:t>1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Symbol" panose="05050102010706020507" pitchFamily="18" charset="2"/>
              </a:rPr>
              <a:t>⌉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Symbol" panose="05050102010706020507" pitchFamily="18" charset="2"/>
              </a:rPr>
              <a:t>)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Symbol" panose="05050102010706020507" pitchFamily="18" charset="2"/>
              </a:rPr>
              <a:t>  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Symbol" panose="05050102010706020507" pitchFamily="18" charset="2"/>
              </a:rPr>
              <a:t>(n</a:t>
            </a:r>
            <a:r>
              <a:rPr lang="en-US" altLang="zh-CN" sz="2800" b="1" baseline="-250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Symbol" panose="05050102010706020507" pitchFamily="18" charset="2"/>
              </a:rPr>
              <a:t>2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Symbol" panose="05050102010706020507" pitchFamily="18" charset="2"/>
              </a:rPr>
              <a:t>/n</a:t>
            </a:r>
            <a:r>
              <a:rPr lang="en-US" altLang="zh-CN" sz="2800" b="1" baseline="-250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Symbol" panose="05050102010706020507" pitchFamily="18" charset="2"/>
              </a:rPr>
              <a:t>1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Symbol" panose="05050102010706020507" pitchFamily="18" charset="2"/>
              </a:rPr>
              <a:t>)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Symbol" panose="05050102010706020507" pitchFamily="18" charset="2"/>
              </a:rPr>
              <a:t>片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m</a:t>
            </a:r>
            <a:r>
              <a:rPr lang="en-US" altLang="zh-CN" sz="2800" b="1" baseline="-250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1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k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Symbol" panose="05050102010706020507" pitchFamily="18" charset="2"/>
              </a:rPr>
              <a:t>n</a:t>
            </a:r>
            <a:r>
              <a:rPr lang="en-US" altLang="zh-CN" sz="2800" b="1" baseline="-250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Symbol" panose="05050102010706020507" pitchFamily="18" charset="2"/>
              </a:rPr>
              <a:t>1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Symbol" panose="05050102010706020507" pitchFamily="18" charset="2"/>
              </a:rPr>
              <a:t>的存储器芯片。</a:t>
            </a:r>
          </a:p>
        </p:txBody>
      </p:sp>
    </p:spTree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2"/>
          <p:cNvSpPr txBox="1"/>
          <p:nvPr/>
        </p:nvSpPr>
        <p:spPr>
          <a:xfrm>
            <a:off x="304800" y="304802"/>
            <a:ext cx="8153400" cy="595058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10000"/>
              </a:spcBef>
            </a:pPr>
            <a:r>
              <a:rPr lang="zh-CN" altLang="en-US" sz="28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两种访存地址的译码方式</a:t>
            </a:r>
          </a:p>
          <a:p>
            <a:pPr>
              <a:spcBef>
                <a:spcPct val="10000"/>
              </a:spcBef>
            </a:pPr>
            <a:r>
              <a:rPr lang="en-US" altLang="zh-CN" sz="28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1.</a:t>
            </a:r>
            <a:r>
              <a:rPr lang="zh-CN" altLang="en-US" sz="28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全译码方式</a:t>
            </a:r>
          </a:p>
          <a:p>
            <a:pPr>
              <a:spcBef>
                <a:spcPct val="1000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全译码方式是指选片地址部分必须全部有效，在以下两种情况下，必须用全译码方式。</a:t>
            </a:r>
          </a:p>
          <a:p>
            <a:pPr>
              <a:spcBef>
                <a:spcPct val="10000"/>
              </a:spcBef>
            </a:pP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1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）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CPU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可访问的最大存储空间与实际使用的存储空间相同</a:t>
            </a:r>
          </a:p>
          <a:p>
            <a:pPr>
              <a:spcBef>
                <a:spcPct val="10000"/>
              </a:spcBef>
            </a:pP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2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）如果实际使用的存储空间小于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CPU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可访问的最大存储空间，而且对实际使用空间的地址范围有严格要求。</a:t>
            </a:r>
          </a:p>
          <a:p>
            <a:pPr>
              <a:spcBef>
                <a:spcPct val="10000"/>
              </a:spcBef>
            </a:pPr>
            <a:r>
              <a:rPr lang="en-US" altLang="zh-CN" sz="28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2.</a:t>
            </a:r>
            <a:r>
              <a:rPr lang="zh-CN" altLang="en-US" sz="28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部分译码方式</a:t>
            </a:r>
          </a:p>
          <a:p>
            <a:pPr>
              <a:spcBef>
                <a:spcPct val="1000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当实际使用的存储空间比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CPU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访问的最大存储空间小，并且对其地址范围没有严格要求，可用部分译码方式。</a:t>
            </a:r>
          </a:p>
        </p:txBody>
      </p:sp>
    </p:spTree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62" name="Group 2"/>
          <p:cNvGrpSpPr/>
          <p:nvPr/>
        </p:nvGrpSpPr>
        <p:grpSpPr>
          <a:xfrm>
            <a:off x="0" y="685800"/>
            <a:ext cx="10439400" cy="4084638"/>
            <a:chOff x="0" y="1411"/>
            <a:chExt cx="6576" cy="2573"/>
          </a:xfrm>
        </p:grpSpPr>
        <p:sp>
          <p:nvSpPr>
            <p:cNvPr id="15363" name="Text Box 3"/>
            <p:cNvSpPr txBox="1"/>
            <p:nvPr/>
          </p:nvSpPr>
          <p:spPr>
            <a:xfrm>
              <a:off x="528" y="2371"/>
              <a:ext cx="6048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32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给出芯片地址分配与片选逻辑</a:t>
              </a:r>
              <a:r>
                <a:rPr lang="en-US" altLang="zh-CN" sz="32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,</a:t>
              </a:r>
              <a:r>
                <a:rPr lang="zh-CN" altLang="en-US" sz="32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并画出</a:t>
              </a:r>
              <a:r>
                <a:rPr lang="en-US" altLang="zh-CN" sz="32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M</a:t>
              </a:r>
              <a:r>
                <a:rPr lang="zh-CN" altLang="en-US" sz="32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框图。</a:t>
              </a:r>
            </a:p>
          </p:txBody>
        </p:sp>
        <p:grpSp>
          <p:nvGrpSpPr>
            <p:cNvPr id="15364" name="Group 4"/>
            <p:cNvGrpSpPr/>
            <p:nvPr/>
          </p:nvGrpSpPr>
          <p:grpSpPr>
            <a:xfrm>
              <a:off x="0" y="1411"/>
              <a:ext cx="5760" cy="2573"/>
              <a:chOff x="0" y="1411"/>
              <a:chExt cx="5760" cy="2573"/>
            </a:xfrm>
          </p:grpSpPr>
          <p:sp>
            <p:nvSpPr>
              <p:cNvPr id="15365" name="Text Box 5"/>
              <p:cNvSpPr txBox="1"/>
              <p:nvPr/>
            </p:nvSpPr>
            <p:spPr>
              <a:xfrm>
                <a:off x="0" y="1411"/>
                <a:ext cx="720" cy="3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3200" b="1" dirty="0">
                    <a:solidFill>
                      <a:srgbClr val="FFFF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例</a:t>
                </a:r>
                <a:r>
                  <a:rPr lang="en-US" altLang="zh-CN" sz="3200" b="1" dirty="0">
                    <a:solidFill>
                      <a:srgbClr val="FFFF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1.</a:t>
                </a:r>
              </a:p>
            </p:txBody>
          </p:sp>
          <p:sp>
            <p:nvSpPr>
              <p:cNvPr id="15366" name="Text Box 6"/>
              <p:cNvSpPr txBox="1"/>
              <p:nvPr/>
            </p:nvSpPr>
            <p:spPr>
              <a:xfrm>
                <a:off x="528" y="1440"/>
                <a:ext cx="5232" cy="98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32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用</a:t>
                </a:r>
                <a:r>
                  <a:rPr lang="en-US" altLang="zh-CN" sz="32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2114</a:t>
                </a:r>
                <a:r>
                  <a:rPr lang="zh-CN" altLang="en-US" sz="32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（</a:t>
                </a:r>
                <a:r>
                  <a:rPr lang="en-US" altLang="zh-CN" sz="3200" b="1" dirty="0">
                    <a:solidFill>
                      <a:srgbClr val="FFFF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1K×4</a:t>
                </a:r>
                <a:r>
                  <a:rPr lang="zh-CN" altLang="en-US" sz="32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）</a:t>
                </a:r>
                <a:r>
                  <a:rPr lang="en-US" altLang="zh-CN" sz="32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SRAM</a:t>
                </a:r>
                <a:r>
                  <a:rPr lang="zh-CN" altLang="en-US" sz="32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芯片组成容量为</a:t>
                </a:r>
                <a:r>
                  <a:rPr lang="en-US" altLang="zh-CN" sz="3200" b="1" dirty="0">
                    <a:solidFill>
                      <a:srgbClr val="FFFF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4K×8</a:t>
                </a:r>
                <a:r>
                  <a:rPr lang="zh-CN" altLang="en-US" sz="32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的存储器。地址总线</a:t>
                </a:r>
                <a:r>
                  <a:rPr lang="en-US" altLang="zh-CN" sz="32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A15</a:t>
                </a:r>
                <a:r>
                  <a:rPr lang="zh-CN" altLang="en-US" sz="28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～</a:t>
                </a:r>
                <a:r>
                  <a:rPr lang="en-US" altLang="zh-CN" sz="32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A0</a:t>
                </a:r>
                <a:r>
                  <a:rPr lang="zh-CN" altLang="en-US" sz="32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（低）</a:t>
                </a:r>
                <a:r>
                  <a:rPr lang="en-US" altLang="zh-CN" sz="32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,</a:t>
                </a:r>
                <a:r>
                  <a:rPr lang="zh-CN" altLang="en-US" sz="32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双向数据总线</a:t>
                </a:r>
                <a:r>
                  <a:rPr lang="en-US" altLang="zh-CN" sz="32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D7</a:t>
                </a:r>
                <a:r>
                  <a:rPr lang="zh-CN" altLang="en-US" sz="28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～</a:t>
                </a:r>
                <a:r>
                  <a:rPr lang="en-US" altLang="zh-CN" sz="32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D0</a:t>
                </a:r>
                <a:r>
                  <a:rPr lang="zh-CN" altLang="en-US" sz="32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（低）</a:t>
                </a:r>
                <a:r>
                  <a:rPr lang="en-US" altLang="zh-CN" sz="32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,</a:t>
                </a:r>
                <a:r>
                  <a:rPr lang="zh-CN" altLang="en-US" sz="32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读</a:t>
                </a:r>
                <a:r>
                  <a:rPr lang="en-US" altLang="zh-CN" sz="32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/</a:t>
                </a:r>
                <a:r>
                  <a:rPr lang="zh-CN" altLang="en-US" sz="32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写信号线</a:t>
                </a:r>
                <a:r>
                  <a:rPr lang="en-US" altLang="zh-CN" sz="32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R/W</a:t>
                </a:r>
                <a:r>
                  <a:rPr lang="zh-CN" altLang="en-US" sz="32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。</a:t>
                </a:r>
              </a:p>
            </p:txBody>
          </p:sp>
          <p:sp>
            <p:nvSpPr>
              <p:cNvPr id="15367" name="Text Box 7"/>
              <p:cNvSpPr txBox="1"/>
              <p:nvPr/>
            </p:nvSpPr>
            <p:spPr>
              <a:xfrm>
                <a:off x="0" y="2688"/>
                <a:ext cx="1968" cy="3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3200" b="1" dirty="0">
                    <a:solidFill>
                      <a:srgbClr val="FFFF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1.</a:t>
                </a:r>
                <a:r>
                  <a:rPr lang="zh-CN" altLang="en-US" sz="3200" b="1" dirty="0">
                    <a:solidFill>
                      <a:srgbClr val="FFFF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计算芯片数</a:t>
                </a:r>
              </a:p>
            </p:txBody>
          </p:sp>
          <p:sp>
            <p:nvSpPr>
              <p:cNvPr id="15368" name="Text Box 8"/>
              <p:cNvSpPr txBox="1"/>
              <p:nvPr/>
            </p:nvSpPr>
            <p:spPr>
              <a:xfrm>
                <a:off x="0" y="3024"/>
                <a:ext cx="5284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32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（</a:t>
                </a:r>
                <a:r>
                  <a:rPr lang="en-US" altLang="zh-CN" sz="32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1</a:t>
                </a:r>
                <a:r>
                  <a:rPr lang="zh-CN" altLang="en-US" sz="32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）先扩展位数，再扩展单元数</a:t>
                </a:r>
                <a:r>
                  <a:rPr lang="en-US" altLang="zh-CN" sz="32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(</a:t>
                </a:r>
                <a:r>
                  <a:rPr lang="zh-CN" altLang="en-US" sz="32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地址空间</a:t>
                </a:r>
                <a:r>
                  <a:rPr lang="en-US" altLang="zh-CN" sz="32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)</a:t>
                </a:r>
                <a:r>
                  <a:rPr lang="zh-CN" altLang="en-US" sz="32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。</a:t>
                </a:r>
              </a:p>
            </p:txBody>
          </p:sp>
          <p:sp>
            <p:nvSpPr>
              <p:cNvPr id="15369" name="Line 9"/>
              <p:cNvSpPr/>
              <p:nvPr/>
            </p:nvSpPr>
            <p:spPr>
              <a:xfrm>
                <a:off x="4416" y="2112"/>
                <a:ext cx="144" cy="0"/>
              </a:xfrm>
              <a:prstGeom prst="line">
                <a:avLst/>
              </a:prstGeom>
              <a:ln w="19050" cap="sq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5370" name="Text Box 10"/>
              <p:cNvSpPr txBox="1"/>
              <p:nvPr/>
            </p:nvSpPr>
            <p:spPr>
              <a:xfrm>
                <a:off x="0" y="3312"/>
                <a:ext cx="1824" cy="3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32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     2</a:t>
                </a:r>
                <a:r>
                  <a:rPr lang="zh-CN" altLang="en-US" sz="32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片</a:t>
                </a:r>
                <a:r>
                  <a:rPr lang="en-US" altLang="zh-CN" sz="32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1K×4</a:t>
                </a:r>
                <a:r>
                  <a:rPr lang="en-US" altLang="zh-CN" sz="3200" b="1" dirty="0">
                    <a:solidFill>
                      <a:srgbClr val="FFFF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</a:p>
            </p:txBody>
          </p:sp>
          <p:sp>
            <p:nvSpPr>
              <p:cNvPr id="15371" name="Line 11"/>
              <p:cNvSpPr/>
              <p:nvPr/>
            </p:nvSpPr>
            <p:spPr>
              <a:xfrm>
                <a:off x="1824" y="3504"/>
                <a:ext cx="384" cy="0"/>
              </a:xfrm>
              <a:prstGeom prst="line">
                <a:avLst/>
              </a:prstGeom>
              <a:ln w="38100" cap="sq" cmpd="sng">
                <a:solidFill>
                  <a:schemeClr val="tx1"/>
                </a:solidFill>
                <a:prstDash val="solid"/>
                <a:headEnd type="none" w="sm" len="sm"/>
                <a:tailEnd type="triangle" w="med" len="med"/>
              </a:ln>
            </p:spPr>
          </p:sp>
          <p:sp>
            <p:nvSpPr>
              <p:cNvPr id="15372" name="Text Box 12"/>
              <p:cNvSpPr txBox="1"/>
              <p:nvPr/>
            </p:nvSpPr>
            <p:spPr>
              <a:xfrm>
                <a:off x="2256" y="3312"/>
                <a:ext cx="1824" cy="3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32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1K×8</a:t>
                </a:r>
                <a:r>
                  <a:rPr lang="en-US" altLang="zh-CN" sz="3200" b="1" dirty="0">
                    <a:solidFill>
                      <a:srgbClr val="FFFF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</a:p>
            </p:txBody>
          </p:sp>
          <p:sp>
            <p:nvSpPr>
              <p:cNvPr id="15373" name="Text Box 13"/>
              <p:cNvSpPr txBox="1"/>
              <p:nvPr/>
            </p:nvSpPr>
            <p:spPr>
              <a:xfrm>
                <a:off x="624" y="3619"/>
                <a:ext cx="1824" cy="3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32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4</a:t>
                </a:r>
                <a:r>
                  <a:rPr lang="zh-CN" altLang="en-US" sz="32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组</a:t>
                </a:r>
                <a:r>
                  <a:rPr lang="en-US" altLang="zh-CN" sz="32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1K×8</a:t>
                </a:r>
                <a:r>
                  <a:rPr lang="en-US" altLang="zh-CN" sz="3200" b="1" dirty="0">
                    <a:solidFill>
                      <a:srgbClr val="FFFF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</a:p>
            </p:txBody>
          </p:sp>
          <p:sp>
            <p:nvSpPr>
              <p:cNvPr id="15374" name="Line 14"/>
              <p:cNvSpPr/>
              <p:nvPr/>
            </p:nvSpPr>
            <p:spPr>
              <a:xfrm>
                <a:off x="1824" y="3792"/>
                <a:ext cx="384" cy="0"/>
              </a:xfrm>
              <a:prstGeom prst="line">
                <a:avLst/>
              </a:prstGeom>
              <a:ln w="38100" cap="sq" cmpd="sng">
                <a:solidFill>
                  <a:schemeClr val="tx1"/>
                </a:solidFill>
                <a:prstDash val="solid"/>
                <a:headEnd type="none" w="sm" len="sm"/>
                <a:tailEnd type="triangle" w="med" len="med"/>
              </a:ln>
            </p:spPr>
          </p:sp>
          <p:sp>
            <p:nvSpPr>
              <p:cNvPr id="15375" name="Text Box 15"/>
              <p:cNvSpPr txBox="1"/>
              <p:nvPr/>
            </p:nvSpPr>
            <p:spPr>
              <a:xfrm>
                <a:off x="2256" y="3619"/>
                <a:ext cx="1824" cy="3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32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4K×8</a:t>
                </a:r>
                <a:r>
                  <a:rPr lang="en-US" altLang="zh-CN" sz="3200" b="1" dirty="0">
                    <a:solidFill>
                      <a:srgbClr val="FFFF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</a:p>
            </p:txBody>
          </p:sp>
          <p:grpSp>
            <p:nvGrpSpPr>
              <p:cNvPr id="15376" name="Group 16"/>
              <p:cNvGrpSpPr/>
              <p:nvPr/>
            </p:nvGrpSpPr>
            <p:grpSpPr>
              <a:xfrm>
                <a:off x="3072" y="3504"/>
                <a:ext cx="288" cy="288"/>
                <a:chOff x="3072" y="3840"/>
                <a:chExt cx="288" cy="288"/>
              </a:xfrm>
            </p:grpSpPr>
            <p:sp>
              <p:nvSpPr>
                <p:cNvPr id="15378" name="Line 17"/>
                <p:cNvSpPr/>
                <p:nvPr/>
              </p:nvSpPr>
              <p:spPr>
                <a:xfrm>
                  <a:off x="3072" y="3840"/>
                  <a:ext cx="288" cy="144"/>
                </a:xfrm>
                <a:prstGeom prst="line">
                  <a:avLst/>
                </a:prstGeom>
                <a:ln w="28575" cap="sq" cmpd="sng">
                  <a:solidFill>
                    <a:schemeClr val="tx1"/>
                  </a:solidFill>
                  <a:prstDash val="solid"/>
                  <a:headEnd type="none" w="sm" len="sm"/>
                  <a:tailEnd type="none" w="sm" len="sm"/>
                </a:ln>
              </p:spPr>
            </p:sp>
            <p:sp>
              <p:nvSpPr>
                <p:cNvPr id="15379" name="Line 18"/>
                <p:cNvSpPr/>
                <p:nvPr/>
              </p:nvSpPr>
              <p:spPr>
                <a:xfrm flipH="1">
                  <a:off x="3072" y="3984"/>
                  <a:ext cx="288" cy="144"/>
                </a:xfrm>
                <a:prstGeom prst="line">
                  <a:avLst/>
                </a:prstGeom>
                <a:ln w="28575" cap="sq" cmpd="sng">
                  <a:solidFill>
                    <a:schemeClr val="tx1"/>
                  </a:solidFill>
                  <a:prstDash val="solid"/>
                  <a:headEnd type="none" w="sm" len="sm"/>
                  <a:tailEnd type="none" w="sm" len="sm"/>
                </a:ln>
              </p:spPr>
            </p:sp>
          </p:grpSp>
          <p:sp>
            <p:nvSpPr>
              <p:cNvPr id="15377" name="Text Box 19"/>
              <p:cNvSpPr txBox="1"/>
              <p:nvPr/>
            </p:nvSpPr>
            <p:spPr>
              <a:xfrm>
                <a:off x="3408" y="3408"/>
                <a:ext cx="672" cy="3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3200" b="1" dirty="0">
                    <a:solidFill>
                      <a:srgbClr val="FFFF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8</a:t>
                </a:r>
                <a:r>
                  <a:rPr lang="zh-CN" altLang="en-US" sz="3200" b="1" dirty="0">
                    <a:solidFill>
                      <a:srgbClr val="FFFF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片 </a:t>
                </a:r>
              </a:p>
            </p:txBody>
          </p:sp>
        </p:grpSp>
      </p:grpSp>
    </p:spTree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86" name="Group 24"/>
          <p:cNvGrpSpPr/>
          <p:nvPr/>
        </p:nvGrpSpPr>
        <p:grpSpPr>
          <a:xfrm>
            <a:off x="0" y="476672"/>
            <a:ext cx="10363200" cy="5181600"/>
            <a:chOff x="0" y="960"/>
            <a:chExt cx="6528" cy="3264"/>
          </a:xfrm>
        </p:grpSpPr>
        <p:sp>
          <p:nvSpPr>
            <p:cNvPr id="16387" name="Text Box 2"/>
            <p:cNvSpPr txBox="1"/>
            <p:nvPr/>
          </p:nvSpPr>
          <p:spPr>
            <a:xfrm>
              <a:off x="0" y="1440"/>
              <a:ext cx="2880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32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存储器寻址逻辑</a:t>
              </a:r>
            </a:p>
          </p:txBody>
        </p:sp>
        <p:sp>
          <p:nvSpPr>
            <p:cNvPr id="16388" name="Text Box 3"/>
            <p:cNvSpPr txBox="1"/>
            <p:nvPr/>
          </p:nvSpPr>
          <p:spPr>
            <a:xfrm>
              <a:off x="0" y="960"/>
              <a:ext cx="3408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solidFill>
                    <a:srgbClr val="FFFF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2.</a:t>
              </a:r>
              <a:r>
                <a:rPr lang="zh-CN" altLang="en-US" sz="3200" b="1" dirty="0">
                  <a:solidFill>
                    <a:srgbClr val="FFFF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地址分配与片选逻辑</a:t>
              </a:r>
            </a:p>
          </p:txBody>
        </p:sp>
        <p:sp>
          <p:nvSpPr>
            <p:cNvPr id="16398" name="AutoShape 15"/>
            <p:cNvSpPr/>
            <p:nvPr/>
          </p:nvSpPr>
          <p:spPr>
            <a:xfrm>
              <a:off x="1968" y="1392"/>
              <a:ext cx="96" cy="480"/>
            </a:xfrm>
            <a:prstGeom prst="leftBrace">
              <a:avLst>
                <a:gd name="adj1" fmla="val 41666"/>
                <a:gd name="adj2" fmla="val 50000"/>
              </a:avLst>
            </a:prstGeom>
            <a:noFill/>
            <a:ln w="381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/>
            <a:p>
              <a:endParaRPr lang="zh-CN" altLang="en-US" dirty="0"/>
            </a:p>
          </p:txBody>
        </p:sp>
        <p:sp>
          <p:nvSpPr>
            <p:cNvPr id="16399" name="Text Box 16"/>
            <p:cNvSpPr txBox="1"/>
            <p:nvPr/>
          </p:nvSpPr>
          <p:spPr>
            <a:xfrm>
              <a:off x="2064" y="1296"/>
              <a:ext cx="3696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32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芯片内的寻址系统</a:t>
              </a:r>
              <a:r>
                <a:rPr lang="en-US" altLang="zh-CN" sz="32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(</a:t>
              </a:r>
              <a:r>
                <a:rPr lang="zh-CN" altLang="en-US" sz="32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二级译码</a:t>
              </a:r>
              <a:r>
                <a:rPr lang="en-US" altLang="zh-CN" sz="32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)</a:t>
              </a:r>
            </a:p>
          </p:txBody>
        </p:sp>
        <p:sp>
          <p:nvSpPr>
            <p:cNvPr id="16400" name="Text Box 17"/>
            <p:cNvSpPr txBox="1"/>
            <p:nvPr/>
          </p:nvSpPr>
          <p:spPr>
            <a:xfrm>
              <a:off x="2064" y="1632"/>
              <a:ext cx="4464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32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芯片外的</a:t>
              </a:r>
              <a:r>
                <a:rPr lang="zh-CN" altLang="en-US" sz="3200" b="1" dirty="0">
                  <a:solidFill>
                    <a:srgbClr val="FFFF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地址分配</a:t>
              </a:r>
              <a:r>
                <a:rPr lang="zh-CN" altLang="en-US" sz="32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与</a:t>
              </a:r>
              <a:r>
                <a:rPr lang="zh-CN" altLang="en-US" sz="3200" b="1" dirty="0">
                  <a:solidFill>
                    <a:srgbClr val="FFFF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片选逻辑</a:t>
              </a:r>
              <a:endPara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6401" name="Line 18"/>
            <p:cNvSpPr/>
            <p:nvPr/>
          </p:nvSpPr>
          <p:spPr>
            <a:xfrm flipH="1">
              <a:off x="2688" y="1968"/>
              <a:ext cx="576" cy="240"/>
            </a:xfrm>
            <a:prstGeom prst="line">
              <a:avLst/>
            </a:prstGeom>
            <a:ln w="12700" cap="sq" cmpd="sng">
              <a:solidFill>
                <a:srgbClr val="FFFF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6402" name="Text Box 19"/>
            <p:cNvSpPr txBox="1"/>
            <p:nvPr/>
          </p:nvSpPr>
          <p:spPr>
            <a:xfrm>
              <a:off x="432" y="2160"/>
              <a:ext cx="2688" cy="98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3200" b="1" dirty="0">
                  <a:solidFill>
                    <a:srgbClr val="FFFF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为芯片分配哪几位地址，以便寻找片内的存储单元</a:t>
              </a:r>
            </a:p>
          </p:txBody>
        </p:sp>
        <p:sp>
          <p:nvSpPr>
            <p:cNvPr id="16403" name="Line 20"/>
            <p:cNvSpPr/>
            <p:nvPr/>
          </p:nvSpPr>
          <p:spPr>
            <a:xfrm flipH="1">
              <a:off x="4224" y="1968"/>
              <a:ext cx="432" cy="192"/>
            </a:xfrm>
            <a:prstGeom prst="line">
              <a:avLst/>
            </a:prstGeom>
            <a:ln w="12700" cap="sq" cmpd="sng">
              <a:solidFill>
                <a:srgbClr val="FFFF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6404" name="Text Box 21"/>
            <p:cNvSpPr txBox="1"/>
            <p:nvPr/>
          </p:nvSpPr>
          <p:spPr>
            <a:xfrm>
              <a:off x="3600" y="2160"/>
              <a:ext cx="2160" cy="98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3200" b="1" dirty="0">
                  <a:solidFill>
                    <a:srgbClr val="FFFF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由哪几位地址形成芯片选择逻辑，以便寻找芯片</a:t>
              </a:r>
            </a:p>
          </p:txBody>
        </p:sp>
        <p:sp>
          <p:nvSpPr>
            <p:cNvPr id="16405" name="Text Box 22"/>
            <p:cNvSpPr txBox="1"/>
            <p:nvPr/>
          </p:nvSpPr>
          <p:spPr>
            <a:xfrm>
              <a:off x="0" y="3168"/>
              <a:ext cx="2208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32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存储空间分配：</a:t>
              </a:r>
            </a:p>
          </p:txBody>
        </p:sp>
        <p:sp>
          <p:nvSpPr>
            <p:cNvPr id="16406" name="Text Box 23"/>
            <p:cNvSpPr txBox="1"/>
            <p:nvPr/>
          </p:nvSpPr>
          <p:spPr>
            <a:xfrm>
              <a:off x="384" y="3582"/>
              <a:ext cx="5136" cy="64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lnSpc>
                  <a:spcPct val="70000"/>
                </a:lnSpc>
                <a:spcBef>
                  <a:spcPct val="50000"/>
                </a:spcBef>
              </a:pPr>
              <a:r>
                <a:rPr lang="en-US" altLang="zh-CN" sz="32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4KB</a:t>
              </a:r>
              <a:r>
                <a:rPr lang="zh-CN" altLang="en-US" sz="32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存储器在</a:t>
              </a:r>
              <a:r>
                <a:rPr lang="en-US" altLang="zh-CN" sz="32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16</a:t>
              </a:r>
              <a:r>
                <a:rPr lang="zh-CN" altLang="en-US" sz="32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位地址空间（</a:t>
              </a:r>
              <a:r>
                <a:rPr lang="en-US" altLang="zh-CN" sz="32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64KB</a:t>
              </a:r>
              <a:r>
                <a:rPr lang="zh-CN" altLang="en-US" sz="32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）中占据</a:t>
              </a:r>
            </a:p>
            <a:p>
              <a:pPr>
                <a:lnSpc>
                  <a:spcPct val="70000"/>
                </a:lnSpc>
                <a:spcBef>
                  <a:spcPct val="50000"/>
                </a:spcBef>
              </a:pPr>
              <a:r>
                <a:rPr lang="zh-CN" altLang="en-US" sz="32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任意连续区间。</a:t>
              </a:r>
            </a:p>
          </p:txBody>
        </p:sp>
      </p:grpSp>
    </p:spTree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0" y="2"/>
            <a:ext cx="9220200" cy="6858635"/>
            <a:chOff x="0" y="0"/>
            <a:chExt cx="14520" cy="10801"/>
          </a:xfrm>
        </p:grpSpPr>
        <p:grpSp>
          <p:nvGrpSpPr>
            <p:cNvPr id="17411" name="Group 2"/>
            <p:cNvGrpSpPr/>
            <p:nvPr/>
          </p:nvGrpSpPr>
          <p:grpSpPr>
            <a:xfrm>
              <a:off x="6240" y="0"/>
              <a:ext cx="4080" cy="6480"/>
              <a:chOff x="2496" y="0"/>
              <a:chExt cx="1632" cy="2592"/>
            </a:xfrm>
          </p:grpSpPr>
          <p:sp>
            <p:nvSpPr>
              <p:cNvPr id="17468" name="Text Box 3"/>
              <p:cNvSpPr txBox="1"/>
              <p:nvPr/>
            </p:nvSpPr>
            <p:spPr>
              <a:xfrm>
                <a:off x="2928" y="0"/>
                <a:ext cx="864" cy="27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lnSpc>
                    <a:spcPct val="70000"/>
                  </a:lnSpc>
                  <a:spcBef>
                    <a:spcPct val="50000"/>
                  </a:spcBef>
                </a:pPr>
                <a:r>
                  <a:rPr lang="en-US" altLang="zh-CN" sz="32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64KB</a:t>
                </a:r>
              </a:p>
            </p:txBody>
          </p:sp>
          <p:sp>
            <p:nvSpPr>
              <p:cNvPr id="17469" name="Rectangle 4"/>
              <p:cNvSpPr/>
              <p:nvPr/>
            </p:nvSpPr>
            <p:spPr>
              <a:xfrm>
                <a:off x="2496" y="288"/>
                <a:ext cx="1632" cy="2304"/>
              </a:xfrm>
              <a:prstGeom prst="rect">
                <a:avLst/>
              </a:prstGeom>
              <a:solidFill>
                <a:srgbClr val="FFFF66"/>
              </a:solidFill>
              <a:ln w="38100" cap="sq" cmpd="sng">
                <a:solidFill>
                  <a:srgbClr val="FF0000"/>
                </a:solidFill>
                <a:prstDash val="solid"/>
                <a:miter/>
                <a:headEnd type="none" w="sm" len="sm"/>
                <a:tailEnd type="none" w="sm" len="sm"/>
              </a:ln>
            </p:spPr>
            <p:txBody>
              <a:bodyPr wrap="none" anchor="ctr" anchorCtr="0"/>
              <a:lstStyle/>
              <a:p>
                <a:endParaRPr lang="zh-CN" altLang="en-US" dirty="0"/>
              </a:p>
            </p:txBody>
          </p:sp>
          <p:sp>
            <p:nvSpPr>
              <p:cNvPr id="17470" name="Line 5"/>
              <p:cNvSpPr/>
              <p:nvPr/>
            </p:nvSpPr>
            <p:spPr>
              <a:xfrm>
                <a:off x="2496" y="528"/>
                <a:ext cx="1632" cy="0"/>
              </a:xfrm>
              <a:prstGeom prst="line">
                <a:avLst/>
              </a:prstGeom>
              <a:ln w="38100" cap="sq" cmpd="sng">
                <a:solidFill>
                  <a:srgbClr val="FF0000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7471" name="Line 6"/>
              <p:cNvSpPr/>
              <p:nvPr/>
            </p:nvSpPr>
            <p:spPr>
              <a:xfrm>
                <a:off x="2496" y="1008"/>
                <a:ext cx="1632" cy="0"/>
              </a:xfrm>
              <a:prstGeom prst="line">
                <a:avLst/>
              </a:prstGeom>
              <a:ln w="38100" cap="sq" cmpd="sng">
                <a:solidFill>
                  <a:srgbClr val="FF0000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7472" name="Line 7"/>
              <p:cNvSpPr/>
              <p:nvPr/>
            </p:nvSpPr>
            <p:spPr>
              <a:xfrm>
                <a:off x="2496" y="1488"/>
                <a:ext cx="1632" cy="0"/>
              </a:xfrm>
              <a:prstGeom prst="line">
                <a:avLst/>
              </a:prstGeom>
              <a:ln w="38100" cap="sq" cmpd="sng">
                <a:solidFill>
                  <a:srgbClr val="FF0000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7473" name="Line 8"/>
              <p:cNvSpPr/>
              <p:nvPr/>
            </p:nvSpPr>
            <p:spPr>
              <a:xfrm>
                <a:off x="2496" y="1968"/>
                <a:ext cx="1632" cy="0"/>
              </a:xfrm>
              <a:prstGeom prst="line">
                <a:avLst/>
              </a:prstGeom>
              <a:ln w="38100" cap="sq" cmpd="sng">
                <a:solidFill>
                  <a:srgbClr val="FF0000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7474" name="Line 9"/>
              <p:cNvSpPr/>
              <p:nvPr/>
            </p:nvSpPr>
            <p:spPr>
              <a:xfrm>
                <a:off x="2496" y="2400"/>
                <a:ext cx="1632" cy="0"/>
              </a:xfrm>
              <a:prstGeom prst="line">
                <a:avLst/>
              </a:prstGeom>
              <a:ln w="38100" cap="sq" cmpd="sng">
                <a:solidFill>
                  <a:srgbClr val="FF0000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7475" name="Line 10"/>
              <p:cNvSpPr/>
              <p:nvPr/>
            </p:nvSpPr>
            <p:spPr>
              <a:xfrm>
                <a:off x="3264" y="528"/>
                <a:ext cx="0" cy="1872"/>
              </a:xfrm>
              <a:prstGeom prst="line">
                <a:avLst/>
              </a:prstGeom>
              <a:ln w="38100" cap="sq" cmpd="sng">
                <a:solidFill>
                  <a:srgbClr val="FF0000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7476" name="Text Box 11"/>
              <p:cNvSpPr txBox="1"/>
              <p:nvPr/>
            </p:nvSpPr>
            <p:spPr>
              <a:xfrm>
                <a:off x="2544" y="1584"/>
                <a:ext cx="768" cy="288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 dirty="0">
                    <a:solidFill>
                      <a:schemeClr val="hlink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1K×4</a:t>
                </a:r>
              </a:p>
            </p:txBody>
          </p:sp>
          <p:sp>
            <p:nvSpPr>
              <p:cNvPr id="17477" name="Text Box 12"/>
              <p:cNvSpPr txBox="1"/>
              <p:nvPr/>
            </p:nvSpPr>
            <p:spPr>
              <a:xfrm>
                <a:off x="3360" y="1584"/>
                <a:ext cx="768" cy="288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 dirty="0">
                    <a:solidFill>
                      <a:schemeClr val="hlink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1K×4</a:t>
                </a:r>
              </a:p>
            </p:txBody>
          </p:sp>
          <p:sp>
            <p:nvSpPr>
              <p:cNvPr id="17478" name="Text Box 13"/>
              <p:cNvSpPr txBox="1"/>
              <p:nvPr/>
            </p:nvSpPr>
            <p:spPr>
              <a:xfrm>
                <a:off x="2544" y="2016"/>
                <a:ext cx="768" cy="288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 dirty="0">
                    <a:solidFill>
                      <a:schemeClr val="hlink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1K×4</a:t>
                </a:r>
              </a:p>
            </p:txBody>
          </p:sp>
          <p:sp>
            <p:nvSpPr>
              <p:cNvPr id="17479" name="Text Box 14"/>
              <p:cNvSpPr txBox="1"/>
              <p:nvPr/>
            </p:nvSpPr>
            <p:spPr>
              <a:xfrm>
                <a:off x="3360" y="2016"/>
                <a:ext cx="768" cy="288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 dirty="0">
                    <a:solidFill>
                      <a:schemeClr val="hlink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1K×4</a:t>
                </a:r>
              </a:p>
            </p:txBody>
          </p:sp>
          <p:sp>
            <p:nvSpPr>
              <p:cNvPr id="17480" name="Text Box 15"/>
              <p:cNvSpPr txBox="1"/>
              <p:nvPr/>
            </p:nvSpPr>
            <p:spPr>
              <a:xfrm>
                <a:off x="3360" y="1104"/>
                <a:ext cx="768" cy="288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 dirty="0">
                    <a:solidFill>
                      <a:schemeClr val="hlink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1K×4</a:t>
                </a:r>
              </a:p>
            </p:txBody>
          </p:sp>
          <p:sp>
            <p:nvSpPr>
              <p:cNvPr id="17481" name="Text Box 16"/>
              <p:cNvSpPr txBox="1"/>
              <p:nvPr/>
            </p:nvSpPr>
            <p:spPr>
              <a:xfrm>
                <a:off x="2544" y="1104"/>
                <a:ext cx="768" cy="288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 dirty="0">
                    <a:solidFill>
                      <a:schemeClr val="hlink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1K×4</a:t>
                </a:r>
              </a:p>
            </p:txBody>
          </p:sp>
          <p:sp>
            <p:nvSpPr>
              <p:cNvPr id="17482" name="Text Box 17"/>
              <p:cNvSpPr txBox="1"/>
              <p:nvPr/>
            </p:nvSpPr>
            <p:spPr>
              <a:xfrm>
                <a:off x="3360" y="624"/>
                <a:ext cx="768" cy="288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 dirty="0">
                    <a:solidFill>
                      <a:schemeClr val="hlink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1K×4</a:t>
                </a:r>
              </a:p>
            </p:txBody>
          </p:sp>
          <p:sp>
            <p:nvSpPr>
              <p:cNvPr id="17483" name="Text Box 18"/>
              <p:cNvSpPr txBox="1"/>
              <p:nvPr/>
            </p:nvSpPr>
            <p:spPr>
              <a:xfrm>
                <a:off x="2544" y="624"/>
                <a:ext cx="768" cy="288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 dirty="0">
                    <a:solidFill>
                      <a:schemeClr val="hlink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1K×4</a:t>
                </a:r>
              </a:p>
            </p:txBody>
          </p:sp>
          <p:sp>
            <p:nvSpPr>
              <p:cNvPr id="17484" name="Line 19"/>
              <p:cNvSpPr/>
              <p:nvPr/>
            </p:nvSpPr>
            <p:spPr>
              <a:xfrm>
                <a:off x="3264" y="336"/>
                <a:ext cx="0" cy="192"/>
              </a:xfrm>
              <a:prstGeom prst="line">
                <a:avLst/>
              </a:prstGeom>
              <a:ln w="38100" cap="rnd" cmpd="sng">
                <a:solidFill>
                  <a:srgbClr val="FF0000"/>
                </a:solidFill>
                <a:prstDash val="sysDot"/>
                <a:headEnd type="none" w="sm" len="sm"/>
                <a:tailEnd type="none" w="sm" len="sm"/>
              </a:ln>
            </p:spPr>
          </p:sp>
          <p:sp>
            <p:nvSpPr>
              <p:cNvPr id="17485" name="Line 20"/>
              <p:cNvSpPr/>
              <p:nvPr/>
            </p:nvSpPr>
            <p:spPr>
              <a:xfrm>
                <a:off x="3264" y="2400"/>
                <a:ext cx="0" cy="144"/>
              </a:xfrm>
              <a:prstGeom prst="line">
                <a:avLst/>
              </a:prstGeom>
              <a:ln w="38100" cap="rnd" cmpd="sng">
                <a:solidFill>
                  <a:srgbClr val="FF0000"/>
                </a:solidFill>
                <a:prstDash val="sysDot"/>
                <a:headEnd type="none" w="sm" len="sm"/>
                <a:tailEnd type="none" w="sm" len="sm"/>
              </a:ln>
            </p:spPr>
          </p:sp>
        </p:grpSp>
        <p:sp>
          <p:nvSpPr>
            <p:cNvPr id="17412" name="Text Box 21"/>
            <p:cNvSpPr txBox="1"/>
            <p:nvPr/>
          </p:nvSpPr>
          <p:spPr>
            <a:xfrm>
              <a:off x="10920" y="3360"/>
              <a:ext cx="3480" cy="149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需</a:t>
              </a:r>
              <a:r>
                <a:rPr lang="en-US" altLang="zh-CN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12</a:t>
              </a:r>
              <a:r>
                <a:rPr lang="zh-CN" altLang="en-US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位地址寻址：</a:t>
              </a:r>
            </a:p>
          </p:txBody>
        </p:sp>
        <p:sp>
          <p:nvSpPr>
            <p:cNvPr id="17413" name="Text Box 22"/>
            <p:cNvSpPr txBox="1"/>
            <p:nvPr/>
          </p:nvSpPr>
          <p:spPr>
            <a:xfrm>
              <a:off x="10920" y="2880"/>
              <a:ext cx="3000" cy="68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lnSpc>
                  <a:spcPct val="70000"/>
                </a:lnSpc>
                <a:spcBef>
                  <a:spcPct val="50000"/>
                </a:spcBef>
              </a:pPr>
              <a:r>
                <a:rPr lang="en-US" altLang="zh-CN" sz="32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4KB</a:t>
              </a:r>
            </a:p>
          </p:txBody>
        </p:sp>
        <p:sp>
          <p:nvSpPr>
            <p:cNvPr id="17414" name="AutoShape 23"/>
            <p:cNvSpPr/>
            <p:nvPr/>
          </p:nvSpPr>
          <p:spPr>
            <a:xfrm>
              <a:off x="10440" y="1320"/>
              <a:ext cx="360" cy="4560"/>
            </a:xfrm>
            <a:prstGeom prst="rightBrace">
              <a:avLst>
                <a:gd name="adj1" fmla="val 105555"/>
                <a:gd name="adj2" fmla="val 50000"/>
              </a:avLst>
            </a:prstGeom>
            <a:noFill/>
            <a:ln w="28575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/>
            <a:p>
              <a:endParaRPr lang="zh-CN" altLang="en-US" dirty="0"/>
            </a:p>
          </p:txBody>
        </p:sp>
        <p:sp>
          <p:nvSpPr>
            <p:cNvPr id="17415" name="Text Box 24"/>
            <p:cNvSpPr txBox="1"/>
            <p:nvPr/>
          </p:nvSpPr>
          <p:spPr>
            <a:xfrm>
              <a:off x="0" y="480"/>
              <a:ext cx="7080" cy="81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solidFill>
                    <a:srgbClr val="FFFF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b="1" dirty="0">
                  <a:solidFill>
                    <a:srgbClr val="FFFF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15</a:t>
              </a:r>
              <a:r>
                <a:rPr lang="en-US" altLang="zh-CN" b="1" dirty="0">
                  <a:solidFill>
                    <a:srgbClr val="FFFF00"/>
                  </a:solidFill>
                  <a:ea typeface="黑体" panose="02010609060101010101" pitchFamily="49" charset="-122"/>
                </a:rPr>
                <a:t>…</a:t>
              </a:r>
              <a:r>
                <a:rPr lang="en-US" altLang="zh-CN" sz="2800" b="1" dirty="0">
                  <a:solidFill>
                    <a:srgbClr val="FFFF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b="1" dirty="0">
                  <a:solidFill>
                    <a:srgbClr val="FFFF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12</a:t>
              </a:r>
              <a:r>
                <a:rPr lang="en-US" altLang="zh-CN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11</a:t>
              </a:r>
              <a:r>
                <a:rPr lang="en-US" altLang="zh-CN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10</a:t>
              </a:r>
              <a:r>
                <a:rPr lang="en-US" altLang="zh-CN" sz="2800" b="1" dirty="0">
                  <a:solidFill>
                    <a:srgbClr val="FFFF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b="1" dirty="0">
                  <a:solidFill>
                    <a:srgbClr val="FFFF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9</a:t>
              </a:r>
              <a:r>
                <a:rPr lang="en-US" altLang="zh-CN" sz="2800" b="1" dirty="0">
                  <a:solidFill>
                    <a:srgbClr val="FFFF00"/>
                  </a:solidFill>
                  <a:ea typeface="黑体" panose="02010609060101010101" pitchFamily="49" charset="-122"/>
                </a:rPr>
                <a:t>……</a:t>
              </a:r>
              <a:r>
                <a:rPr lang="en-US" altLang="zh-CN" sz="2800" b="1" dirty="0">
                  <a:solidFill>
                    <a:srgbClr val="FFFF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b="1" dirty="0">
                  <a:solidFill>
                    <a:srgbClr val="FFFF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endPara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7416" name="Text Box 25"/>
            <p:cNvSpPr txBox="1"/>
            <p:nvPr/>
          </p:nvSpPr>
          <p:spPr>
            <a:xfrm>
              <a:off x="11040" y="4680"/>
              <a:ext cx="3480" cy="81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A11</a:t>
              </a:r>
              <a:r>
                <a:rPr lang="zh-CN" altLang="en-US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～</a:t>
              </a:r>
              <a:r>
                <a:rPr lang="en-US" altLang="zh-CN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A0</a:t>
              </a:r>
            </a:p>
          </p:txBody>
        </p:sp>
        <p:sp>
          <p:nvSpPr>
            <p:cNvPr id="17417" name="Text Box 26"/>
            <p:cNvSpPr txBox="1"/>
            <p:nvPr/>
          </p:nvSpPr>
          <p:spPr>
            <a:xfrm>
              <a:off x="2160" y="1080"/>
              <a:ext cx="5280" cy="72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0  0  </a:t>
              </a:r>
              <a:r>
                <a:rPr lang="en-US" altLang="zh-CN" b="1" dirty="0">
                  <a:solidFill>
                    <a:srgbClr val="FFFF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r>
                <a:rPr lang="en-US" altLang="zh-CN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en-US" altLang="zh-CN" b="1" dirty="0">
                  <a:solidFill>
                    <a:srgbClr val="FFFF00"/>
                  </a:solidFill>
                  <a:ea typeface="黑体" panose="02010609060101010101" pitchFamily="49" charset="-122"/>
                </a:rPr>
                <a:t>……</a:t>
              </a:r>
              <a:r>
                <a:rPr lang="en-US" altLang="zh-CN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en-US" altLang="zh-CN" b="1" dirty="0">
                  <a:solidFill>
                    <a:srgbClr val="FFFF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endParaRPr lang="en-US" altLang="zh-CN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7418" name="Text Box 27"/>
            <p:cNvSpPr txBox="1"/>
            <p:nvPr/>
          </p:nvSpPr>
          <p:spPr>
            <a:xfrm>
              <a:off x="0" y="0"/>
              <a:ext cx="2040" cy="72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 dirty="0">
                  <a:solidFill>
                    <a:srgbClr val="FFFF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任意值 </a:t>
              </a:r>
            </a:p>
          </p:txBody>
        </p:sp>
        <p:sp>
          <p:nvSpPr>
            <p:cNvPr id="17419" name="Text Box 28"/>
            <p:cNvSpPr txBox="1"/>
            <p:nvPr/>
          </p:nvSpPr>
          <p:spPr>
            <a:xfrm>
              <a:off x="2160" y="1800"/>
              <a:ext cx="5280" cy="72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0  0  </a:t>
              </a:r>
              <a:r>
                <a:rPr lang="en-US" altLang="zh-CN" b="1" dirty="0">
                  <a:solidFill>
                    <a:srgbClr val="FFFF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r>
                <a:rPr lang="en-US" altLang="zh-CN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en-US" altLang="zh-CN" b="1" dirty="0">
                  <a:solidFill>
                    <a:srgbClr val="FFFF00"/>
                  </a:solidFill>
                  <a:ea typeface="黑体" panose="02010609060101010101" pitchFamily="49" charset="-122"/>
                </a:rPr>
                <a:t>……</a:t>
              </a:r>
              <a:r>
                <a:rPr lang="en-US" altLang="zh-CN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en-US" altLang="zh-CN" b="1" dirty="0">
                  <a:solidFill>
                    <a:srgbClr val="FFFF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7420" name="Text Box 29"/>
            <p:cNvSpPr txBox="1"/>
            <p:nvPr/>
          </p:nvSpPr>
          <p:spPr>
            <a:xfrm>
              <a:off x="2160" y="3000"/>
              <a:ext cx="5280" cy="72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0  1  </a:t>
              </a:r>
              <a:r>
                <a:rPr lang="en-US" altLang="zh-CN" b="1" dirty="0">
                  <a:solidFill>
                    <a:srgbClr val="FFFF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r>
                <a:rPr lang="en-US" altLang="zh-CN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en-US" altLang="zh-CN" b="1" dirty="0">
                  <a:solidFill>
                    <a:srgbClr val="FFFF00"/>
                  </a:solidFill>
                  <a:ea typeface="黑体" panose="02010609060101010101" pitchFamily="49" charset="-122"/>
                </a:rPr>
                <a:t>……</a:t>
              </a:r>
              <a:r>
                <a:rPr lang="en-US" altLang="zh-CN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en-US" altLang="zh-CN" b="1" dirty="0">
                  <a:solidFill>
                    <a:srgbClr val="FFFF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7421" name="Text Box 30"/>
            <p:cNvSpPr txBox="1"/>
            <p:nvPr/>
          </p:nvSpPr>
          <p:spPr>
            <a:xfrm>
              <a:off x="2160" y="4200"/>
              <a:ext cx="5280" cy="72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1  0  </a:t>
              </a:r>
              <a:r>
                <a:rPr lang="en-US" altLang="zh-CN" b="1" dirty="0">
                  <a:solidFill>
                    <a:srgbClr val="FFFF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r>
                <a:rPr lang="en-US" altLang="zh-CN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en-US" altLang="zh-CN" b="1" dirty="0">
                  <a:solidFill>
                    <a:srgbClr val="FFFF00"/>
                  </a:solidFill>
                  <a:ea typeface="黑体" panose="02010609060101010101" pitchFamily="49" charset="-122"/>
                </a:rPr>
                <a:t>……</a:t>
              </a:r>
              <a:r>
                <a:rPr lang="en-US" altLang="zh-CN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en-US" altLang="zh-CN" b="1" dirty="0">
                  <a:solidFill>
                    <a:srgbClr val="FFFF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7422" name="Text Box 31"/>
            <p:cNvSpPr txBox="1"/>
            <p:nvPr/>
          </p:nvSpPr>
          <p:spPr>
            <a:xfrm>
              <a:off x="2160" y="2280"/>
              <a:ext cx="5280" cy="72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0  1  </a:t>
              </a:r>
              <a:r>
                <a:rPr lang="en-US" altLang="zh-CN" b="1" dirty="0">
                  <a:solidFill>
                    <a:srgbClr val="FFFF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r>
                <a:rPr lang="en-US" altLang="zh-CN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en-US" altLang="zh-CN" b="1" dirty="0">
                  <a:solidFill>
                    <a:srgbClr val="FFFF00"/>
                  </a:solidFill>
                  <a:ea typeface="黑体" panose="02010609060101010101" pitchFamily="49" charset="-122"/>
                </a:rPr>
                <a:t>……</a:t>
              </a:r>
              <a:r>
                <a:rPr lang="en-US" altLang="zh-CN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en-US" altLang="zh-CN" b="1" dirty="0">
                  <a:solidFill>
                    <a:srgbClr val="FFFF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endParaRPr lang="en-US" altLang="zh-CN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7423" name="Text Box 32"/>
            <p:cNvSpPr txBox="1"/>
            <p:nvPr/>
          </p:nvSpPr>
          <p:spPr>
            <a:xfrm>
              <a:off x="2160" y="3480"/>
              <a:ext cx="5280" cy="72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1  0  </a:t>
              </a:r>
              <a:r>
                <a:rPr lang="en-US" altLang="zh-CN" b="1" dirty="0">
                  <a:solidFill>
                    <a:srgbClr val="FFFF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r>
                <a:rPr lang="en-US" altLang="zh-CN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en-US" altLang="zh-CN" b="1" dirty="0">
                  <a:solidFill>
                    <a:srgbClr val="FFFF00"/>
                  </a:solidFill>
                  <a:ea typeface="黑体" panose="02010609060101010101" pitchFamily="49" charset="-122"/>
                </a:rPr>
                <a:t>……</a:t>
              </a:r>
              <a:r>
                <a:rPr lang="en-US" altLang="zh-CN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en-US" altLang="zh-CN" b="1" dirty="0">
                  <a:solidFill>
                    <a:srgbClr val="FFFF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endParaRPr lang="en-US" altLang="zh-CN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7424" name="Text Box 33"/>
            <p:cNvSpPr txBox="1"/>
            <p:nvPr/>
          </p:nvSpPr>
          <p:spPr>
            <a:xfrm>
              <a:off x="2160" y="4680"/>
              <a:ext cx="5280" cy="72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1  1  </a:t>
              </a:r>
              <a:r>
                <a:rPr lang="en-US" altLang="zh-CN" b="1" dirty="0">
                  <a:solidFill>
                    <a:srgbClr val="FFFF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r>
                <a:rPr lang="en-US" altLang="zh-CN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en-US" altLang="zh-CN" b="1" dirty="0">
                  <a:solidFill>
                    <a:srgbClr val="FFFF00"/>
                  </a:solidFill>
                  <a:ea typeface="黑体" panose="02010609060101010101" pitchFamily="49" charset="-122"/>
                </a:rPr>
                <a:t>……</a:t>
              </a:r>
              <a:r>
                <a:rPr lang="en-US" altLang="zh-CN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en-US" altLang="zh-CN" b="1" dirty="0">
                  <a:solidFill>
                    <a:srgbClr val="FFFF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endParaRPr lang="en-US" altLang="zh-CN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7425" name="Text Box 34"/>
            <p:cNvSpPr txBox="1"/>
            <p:nvPr/>
          </p:nvSpPr>
          <p:spPr>
            <a:xfrm>
              <a:off x="2160" y="5400"/>
              <a:ext cx="5280" cy="72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1  1  </a:t>
              </a:r>
              <a:r>
                <a:rPr lang="en-US" altLang="zh-CN" b="1" dirty="0">
                  <a:solidFill>
                    <a:srgbClr val="FFFF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r>
                <a:rPr lang="en-US" altLang="zh-CN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en-US" altLang="zh-CN" b="1" dirty="0">
                  <a:solidFill>
                    <a:srgbClr val="FFFF00"/>
                  </a:solidFill>
                  <a:ea typeface="黑体" panose="02010609060101010101" pitchFamily="49" charset="-122"/>
                </a:rPr>
                <a:t>……</a:t>
              </a:r>
              <a:r>
                <a:rPr lang="en-US" altLang="zh-CN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en-US" altLang="zh-CN" b="1" dirty="0">
                  <a:solidFill>
                    <a:srgbClr val="FFFF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pSp>
          <p:nvGrpSpPr>
            <p:cNvPr id="17426" name="Group 35"/>
            <p:cNvGrpSpPr/>
            <p:nvPr/>
          </p:nvGrpSpPr>
          <p:grpSpPr>
            <a:xfrm>
              <a:off x="1800" y="1560"/>
              <a:ext cx="360" cy="480"/>
              <a:chOff x="720" y="576"/>
              <a:chExt cx="144" cy="192"/>
            </a:xfrm>
          </p:grpSpPr>
          <p:sp>
            <p:nvSpPr>
              <p:cNvPr id="17466" name="Line 36"/>
              <p:cNvSpPr/>
              <p:nvPr/>
            </p:nvSpPr>
            <p:spPr>
              <a:xfrm flipH="1">
                <a:off x="720" y="576"/>
                <a:ext cx="144" cy="96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7467" name="Line 37"/>
              <p:cNvSpPr/>
              <p:nvPr/>
            </p:nvSpPr>
            <p:spPr>
              <a:xfrm>
                <a:off x="720" y="672"/>
                <a:ext cx="144" cy="96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</p:grpSp>
        <p:grpSp>
          <p:nvGrpSpPr>
            <p:cNvPr id="17427" name="Group 38"/>
            <p:cNvGrpSpPr/>
            <p:nvPr/>
          </p:nvGrpSpPr>
          <p:grpSpPr>
            <a:xfrm>
              <a:off x="1800" y="2760"/>
              <a:ext cx="360" cy="480"/>
              <a:chOff x="720" y="576"/>
              <a:chExt cx="144" cy="192"/>
            </a:xfrm>
          </p:grpSpPr>
          <p:sp>
            <p:nvSpPr>
              <p:cNvPr id="17464" name="Line 39"/>
              <p:cNvSpPr/>
              <p:nvPr/>
            </p:nvSpPr>
            <p:spPr>
              <a:xfrm flipH="1">
                <a:off x="720" y="576"/>
                <a:ext cx="144" cy="96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7465" name="Line 40"/>
              <p:cNvSpPr/>
              <p:nvPr/>
            </p:nvSpPr>
            <p:spPr>
              <a:xfrm>
                <a:off x="720" y="672"/>
                <a:ext cx="144" cy="96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</p:grpSp>
        <p:grpSp>
          <p:nvGrpSpPr>
            <p:cNvPr id="17428" name="Group 41"/>
            <p:cNvGrpSpPr/>
            <p:nvPr/>
          </p:nvGrpSpPr>
          <p:grpSpPr>
            <a:xfrm>
              <a:off x="1800" y="3960"/>
              <a:ext cx="360" cy="480"/>
              <a:chOff x="720" y="576"/>
              <a:chExt cx="144" cy="192"/>
            </a:xfrm>
          </p:grpSpPr>
          <p:sp>
            <p:nvSpPr>
              <p:cNvPr id="17462" name="Line 42"/>
              <p:cNvSpPr/>
              <p:nvPr/>
            </p:nvSpPr>
            <p:spPr>
              <a:xfrm flipH="1">
                <a:off x="720" y="576"/>
                <a:ext cx="144" cy="96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7463" name="Line 43"/>
              <p:cNvSpPr/>
              <p:nvPr/>
            </p:nvSpPr>
            <p:spPr>
              <a:xfrm>
                <a:off x="720" y="672"/>
                <a:ext cx="144" cy="96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</p:grpSp>
        <p:grpSp>
          <p:nvGrpSpPr>
            <p:cNvPr id="17429" name="Group 44"/>
            <p:cNvGrpSpPr/>
            <p:nvPr/>
          </p:nvGrpSpPr>
          <p:grpSpPr>
            <a:xfrm>
              <a:off x="1800" y="5160"/>
              <a:ext cx="360" cy="480"/>
              <a:chOff x="720" y="576"/>
              <a:chExt cx="144" cy="192"/>
            </a:xfrm>
          </p:grpSpPr>
          <p:sp>
            <p:nvSpPr>
              <p:cNvPr id="17460" name="Line 45"/>
              <p:cNvSpPr/>
              <p:nvPr/>
            </p:nvSpPr>
            <p:spPr>
              <a:xfrm flipH="1">
                <a:off x="720" y="576"/>
                <a:ext cx="144" cy="96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7461" name="Line 46"/>
              <p:cNvSpPr/>
              <p:nvPr/>
            </p:nvSpPr>
            <p:spPr>
              <a:xfrm>
                <a:off x="720" y="672"/>
                <a:ext cx="144" cy="96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</p:grpSp>
        <p:sp>
          <p:nvSpPr>
            <p:cNvPr id="17430" name="Text Box 47"/>
            <p:cNvSpPr txBox="1"/>
            <p:nvPr/>
          </p:nvSpPr>
          <p:spPr>
            <a:xfrm>
              <a:off x="2040" y="0"/>
              <a:ext cx="2040" cy="72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片选 </a:t>
              </a:r>
            </a:p>
          </p:txBody>
        </p:sp>
        <p:sp>
          <p:nvSpPr>
            <p:cNvPr id="17431" name="Text Box 48"/>
            <p:cNvSpPr txBox="1"/>
            <p:nvPr/>
          </p:nvSpPr>
          <p:spPr>
            <a:xfrm>
              <a:off x="3720" y="0"/>
              <a:ext cx="2760" cy="72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 dirty="0">
                  <a:solidFill>
                    <a:srgbClr val="FFFF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芯片地址 </a:t>
              </a:r>
            </a:p>
          </p:txBody>
        </p:sp>
        <p:sp>
          <p:nvSpPr>
            <p:cNvPr id="17432" name="Text Box 49"/>
            <p:cNvSpPr txBox="1"/>
            <p:nvPr/>
          </p:nvSpPr>
          <p:spPr>
            <a:xfrm>
              <a:off x="0" y="6480"/>
              <a:ext cx="13200" cy="81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低位地址分配给芯片，高位地址形成片选逻辑。</a:t>
              </a:r>
            </a:p>
          </p:txBody>
        </p:sp>
        <p:sp>
          <p:nvSpPr>
            <p:cNvPr id="17433" name="Line 50"/>
            <p:cNvSpPr/>
            <p:nvPr/>
          </p:nvSpPr>
          <p:spPr>
            <a:xfrm>
              <a:off x="2400" y="2760"/>
              <a:ext cx="0" cy="360"/>
            </a:xfrm>
            <a:prstGeom prst="line">
              <a:avLst/>
            </a:prstGeom>
            <a:ln w="19050" cap="rnd" cmpd="sng">
              <a:solidFill>
                <a:schemeClr val="tx1"/>
              </a:solidFill>
              <a:prstDash val="sysDot"/>
              <a:headEnd type="none" w="sm" len="sm"/>
              <a:tailEnd type="none" w="sm" len="sm"/>
            </a:ln>
          </p:spPr>
        </p:sp>
        <p:sp>
          <p:nvSpPr>
            <p:cNvPr id="17434" name="Line 51"/>
            <p:cNvSpPr/>
            <p:nvPr/>
          </p:nvSpPr>
          <p:spPr>
            <a:xfrm>
              <a:off x="2400" y="1560"/>
              <a:ext cx="0" cy="360"/>
            </a:xfrm>
            <a:prstGeom prst="line">
              <a:avLst/>
            </a:prstGeom>
            <a:ln w="19050" cap="rnd" cmpd="sng">
              <a:solidFill>
                <a:schemeClr val="tx1"/>
              </a:solidFill>
              <a:prstDash val="sysDot"/>
              <a:headEnd type="none" w="sm" len="sm"/>
              <a:tailEnd type="none" w="sm" len="sm"/>
            </a:ln>
          </p:spPr>
        </p:sp>
        <p:sp>
          <p:nvSpPr>
            <p:cNvPr id="17435" name="Line 52"/>
            <p:cNvSpPr/>
            <p:nvPr/>
          </p:nvSpPr>
          <p:spPr>
            <a:xfrm>
              <a:off x="2400" y="3960"/>
              <a:ext cx="0" cy="360"/>
            </a:xfrm>
            <a:prstGeom prst="line">
              <a:avLst/>
            </a:prstGeom>
            <a:ln w="19050" cap="rnd" cmpd="sng">
              <a:solidFill>
                <a:schemeClr val="tx1"/>
              </a:solidFill>
              <a:prstDash val="sysDot"/>
              <a:headEnd type="none" w="sm" len="sm"/>
              <a:tailEnd type="none" w="sm" len="sm"/>
            </a:ln>
          </p:spPr>
        </p:sp>
        <p:sp>
          <p:nvSpPr>
            <p:cNvPr id="17436" name="Line 53"/>
            <p:cNvSpPr/>
            <p:nvPr/>
          </p:nvSpPr>
          <p:spPr>
            <a:xfrm>
              <a:off x="2400" y="5160"/>
              <a:ext cx="0" cy="360"/>
            </a:xfrm>
            <a:prstGeom prst="line">
              <a:avLst/>
            </a:prstGeom>
            <a:ln w="19050" cap="rnd" cmpd="sng">
              <a:solidFill>
                <a:schemeClr val="tx1"/>
              </a:solidFill>
              <a:prstDash val="sysDot"/>
              <a:headEnd type="none" w="sm" len="sm"/>
              <a:tailEnd type="none" w="sm" len="sm"/>
            </a:ln>
          </p:spPr>
        </p:sp>
        <p:sp>
          <p:nvSpPr>
            <p:cNvPr id="17437" name="Text Box 54"/>
            <p:cNvSpPr txBox="1"/>
            <p:nvPr/>
          </p:nvSpPr>
          <p:spPr>
            <a:xfrm>
              <a:off x="0" y="7200"/>
              <a:ext cx="13200" cy="81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solidFill>
                    <a:srgbClr val="FFFF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  </a:t>
              </a:r>
              <a:r>
                <a:rPr lang="zh-CN" altLang="en-US" sz="2800" b="1" dirty="0">
                  <a:solidFill>
                    <a:srgbClr val="FFFF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芯片    芯片地址    片选信号    片选逻辑</a:t>
              </a:r>
            </a:p>
          </p:txBody>
        </p:sp>
        <p:sp>
          <p:nvSpPr>
            <p:cNvPr id="17438" name="Line 55"/>
            <p:cNvSpPr/>
            <p:nvPr/>
          </p:nvSpPr>
          <p:spPr>
            <a:xfrm>
              <a:off x="0" y="7320"/>
              <a:ext cx="14400" cy="0"/>
            </a:xfrm>
            <a:prstGeom prst="line">
              <a:avLst/>
            </a:prstGeom>
            <a:ln w="38100" cap="sq" cmpd="sng">
              <a:solidFill>
                <a:srgbClr val="FFFF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7439" name="Line 56"/>
            <p:cNvSpPr/>
            <p:nvPr/>
          </p:nvSpPr>
          <p:spPr>
            <a:xfrm>
              <a:off x="0" y="8040"/>
              <a:ext cx="14400" cy="0"/>
            </a:xfrm>
            <a:prstGeom prst="line">
              <a:avLst/>
            </a:prstGeom>
            <a:ln w="38100" cap="sq" cmpd="sng">
              <a:solidFill>
                <a:srgbClr val="FFFF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7440" name="Text Box 57"/>
            <p:cNvSpPr txBox="1"/>
            <p:nvPr/>
          </p:nvSpPr>
          <p:spPr>
            <a:xfrm>
              <a:off x="960" y="8040"/>
              <a:ext cx="1680" cy="81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1K</a:t>
              </a:r>
            </a:p>
          </p:txBody>
        </p:sp>
        <p:sp>
          <p:nvSpPr>
            <p:cNvPr id="17441" name="Text Box 58"/>
            <p:cNvSpPr txBox="1"/>
            <p:nvPr/>
          </p:nvSpPr>
          <p:spPr>
            <a:xfrm>
              <a:off x="960" y="8640"/>
              <a:ext cx="1680" cy="81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1K</a:t>
              </a:r>
            </a:p>
          </p:txBody>
        </p:sp>
        <p:sp>
          <p:nvSpPr>
            <p:cNvPr id="17442" name="Text Box 59"/>
            <p:cNvSpPr txBox="1"/>
            <p:nvPr/>
          </p:nvSpPr>
          <p:spPr>
            <a:xfrm>
              <a:off x="960" y="9360"/>
              <a:ext cx="1680" cy="81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1K</a:t>
              </a:r>
            </a:p>
          </p:txBody>
        </p:sp>
        <p:sp>
          <p:nvSpPr>
            <p:cNvPr id="17443" name="Text Box 60"/>
            <p:cNvSpPr txBox="1"/>
            <p:nvPr/>
          </p:nvSpPr>
          <p:spPr>
            <a:xfrm>
              <a:off x="960" y="9983"/>
              <a:ext cx="1680" cy="81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1K</a:t>
              </a:r>
            </a:p>
          </p:txBody>
        </p:sp>
        <p:sp>
          <p:nvSpPr>
            <p:cNvPr id="17444" name="Text Box 61"/>
            <p:cNvSpPr txBox="1"/>
            <p:nvPr/>
          </p:nvSpPr>
          <p:spPr>
            <a:xfrm>
              <a:off x="3240" y="8040"/>
              <a:ext cx="2760" cy="81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A9</a:t>
              </a:r>
              <a:r>
                <a:rPr lang="zh-CN" altLang="en-US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～</a:t>
              </a:r>
              <a:r>
                <a:rPr lang="en-US" altLang="zh-CN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A0</a:t>
              </a:r>
            </a:p>
          </p:txBody>
        </p:sp>
        <p:sp>
          <p:nvSpPr>
            <p:cNvPr id="17445" name="Text Box 62"/>
            <p:cNvSpPr txBox="1"/>
            <p:nvPr/>
          </p:nvSpPr>
          <p:spPr>
            <a:xfrm>
              <a:off x="3240" y="8640"/>
              <a:ext cx="2760" cy="81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A9</a:t>
              </a:r>
              <a:r>
                <a:rPr lang="zh-CN" altLang="en-US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～</a:t>
              </a:r>
              <a:r>
                <a:rPr lang="en-US" altLang="zh-CN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A0</a:t>
              </a:r>
            </a:p>
          </p:txBody>
        </p:sp>
        <p:sp>
          <p:nvSpPr>
            <p:cNvPr id="17446" name="Text Box 63"/>
            <p:cNvSpPr txBox="1"/>
            <p:nvPr/>
          </p:nvSpPr>
          <p:spPr>
            <a:xfrm>
              <a:off x="3240" y="9360"/>
              <a:ext cx="2760" cy="81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A9</a:t>
              </a:r>
              <a:r>
                <a:rPr lang="zh-CN" altLang="en-US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～</a:t>
              </a:r>
              <a:r>
                <a:rPr lang="en-US" altLang="zh-CN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A0</a:t>
              </a:r>
            </a:p>
          </p:txBody>
        </p:sp>
        <p:sp>
          <p:nvSpPr>
            <p:cNvPr id="17447" name="Text Box 64"/>
            <p:cNvSpPr txBox="1"/>
            <p:nvPr/>
          </p:nvSpPr>
          <p:spPr>
            <a:xfrm>
              <a:off x="3240" y="9983"/>
              <a:ext cx="3360" cy="81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A9</a:t>
              </a:r>
              <a:r>
                <a:rPr lang="zh-CN" altLang="en-US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～</a:t>
              </a:r>
              <a:r>
                <a:rPr lang="en-US" altLang="zh-CN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A0</a:t>
              </a:r>
            </a:p>
          </p:txBody>
        </p:sp>
        <p:sp>
          <p:nvSpPr>
            <p:cNvPr id="17448" name="Text Box 65"/>
            <p:cNvSpPr txBox="1"/>
            <p:nvPr/>
          </p:nvSpPr>
          <p:spPr>
            <a:xfrm>
              <a:off x="6840" y="8040"/>
              <a:ext cx="2760" cy="81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CS0</a:t>
              </a:r>
            </a:p>
          </p:txBody>
        </p:sp>
        <p:sp>
          <p:nvSpPr>
            <p:cNvPr id="17449" name="Text Box 66"/>
            <p:cNvSpPr txBox="1"/>
            <p:nvPr/>
          </p:nvSpPr>
          <p:spPr>
            <a:xfrm>
              <a:off x="6840" y="8640"/>
              <a:ext cx="2760" cy="81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CS1</a:t>
              </a:r>
            </a:p>
          </p:txBody>
        </p:sp>
        <p:sp>
          <p:nvSpPr>
            <p:cNvPr id="17450" name="Text Box 67"/>
            <p:cNvSpPr txBox="1"/>
            <p:nvPr/>
          </p:nvSpPr>
          <p:spPr>
            <a:xfrm>
              <a:off x="6840" y="9360"/>
              <a:ext cx="2760" cy="81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CS2</a:t>
              </a:r>
            </a:p>
          </p:txBody>
        </p:sp>
        <p:sp>
          <p:nvSpPr>
            <p:cNvPr id="17451" name="Text Box 68"/>
            <p:cNvSpPr txBox="1"/>
            <p:nvPr/>
          </p:nvSpPr>
          <p:spPr>
            <a:xfrm>
              <a:off x="6840" y="9983"/>
              <a:ext cx="2280" cy="81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CS3</a:t>
              </a:r>
            </a:p>
          </p:txBody>
        </p:sp>
        <p:sp>
          <p:nvSpPr>
            <p:cNvPr id="17452" name="Text Box 69"/>
            <p:cNvSpPr txBox="1"/>
            <p:nvPr/>
          </p:nvSpPr>
          <p:spPr>
            <a:xfrm>
              <a:off x="10200" y="8040"/>
              <a:ext cx="2280" cy="81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11</a:t>
              </a:r>
              <a:r>
                <a:rPr lang="en-US" altLang="zh-CN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10</a:t>
              </a:r>
              <a:endPara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7453" name="Line 70"/>
            <p:cNvSpPr/>
            <p:nvPr/>
          </p:nvSpPr>
          <p:spPr>
            <a:xfrm>
              <a:off x="10320" y="8160"/>
              <a:ext cx="360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7454" name="Line 71"/>
            <p:cNvSpPr/>
            <p:nvPr/>
          </p:nvSpPr>
          <p:spPr>
            <a:xfrm>
              <a:off x="11040" y="8160"/>
              <a:ext cx="360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7455" name="Text Box 72"/>
            <p:cNvSpPr txBox="1"/>
            <p:nvPr/>
          </p:nvSpPr>
          <p:spPr>
            <a:xfrm>
              <a:off x="10200" y="8640"/>
              <a:ext cx="2280" cy="81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11</a:t>
              </a:r>
              <a:r>
                <a:rPr lang="en-US" altLang="zh-CN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10</a:t>
              </a:r>
              <a:endPara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7456" name="Text Box 73"/>
            <p:cNvSpPr txBox="1"/>
            <p:nvPr/>
          </p:nvSpPr>
          <p:spPr>
            <a:xfrm>
              <a:off x="10200" y="9360"/>
              <a:ext cx="2280" cy="81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11</a:t>
              </a:r>
              <a:r>
                <a:rPr lang="en-US" altLang="zh-CN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10</a:t>
              </a:r>
              <a:endPara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7457" name="Text Box 74"/>
            <p:cNvSpPr txBox="1"/>
            <p:nvPr/>
          </p:nvSpPr>
          <p:spPr>
            <a:xfrm>
              <a:off x="10200" y="9983"/>
              <a:ext cx="2280" cy="81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11</a:t>
              </a:r>
              <a:r>
                <a:rPr lang="en-US" altLang="zh-CN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10</a:t>
              </a:r>
              <a:endPara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7458" name="Line 75"/>
            <p:cNvSpPr/>
            <p:nvPr/>
          </p:nvSpPr>
          <p:spPr>
            <a:xfrm>
              <a:off x="10320" y="8880"/>
              <a:ext cx="360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7459" name="Line 76"/>
            <p:cNvSpPr/>
            <p:nvPr/>
          </p:nvSpPr>
          <p:spPr>
            <a:xfrm>
              <a:off x="11040" y="9480"/>
              <a:ext cx="360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</p:grpSp>
      <p:cxnSp>
        <p:nvCxnSpPr>
          <p:cNvPr id="4" name="直接连接符 3"/>
          <p:cNvCxnSpPr/>
          <p:nvPr/>
        </p:nvCxnSpPr>
        <p:spPr>
          <a:xfrm>
            <a:off x="4432300" y="5181600"/>
            <a:ext cx="431800" cy="0"/>
          </a:xfrm>
          <a:prstGeom prst="line">
            <a:avLst/>
          </a:prstGeom>
          <a:ln w="28575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直接连接符 1"/>
          <p:cNvCxnSpPr/>
          <p:nvPr/>
        </p:nvCxnSpPr>
        <p:spPr>
          <a:xfrm>
            <a:off x="4432300" y="5589270"/>
            <a:ext cx="431800" cy="0"/>
          </a:xfrm>
          <a:prstGeom prst="line">
            <a:avLst/>
          </a:prstGeom>
          <a:ln w="28575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>
            <a:off x="4432300" y="6005830"/>
            <a:ext cx="431800" cy="0"/>
          </a:xfrm>
          <a:prstGeom prst="line">
            <a:avLst/>
          </a:prstGeom>
          <a:ln w="28575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>
            <a:off x="4495800" y="6381115"/>
            <a:ext cx="431800" cy="0"/>
          </a:xfrm>
          <a:prstGeom prst="line">
            <a:avLst/>
          </a:prstGeom>
          <a:ln w="28575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34" name="Group 157"/>
          <p:cNvGrpSpPr/>
          <p:nvPr/>
        </p:nvGrpSpPr>
        <p:grpSpPr>
          <a:xfrm>
            <a:off x="0" y="0"/>
            <a:ext cx="9296400" cy="6858000"/>
            <a:chOff x="0" y="0"/>
            <a:chExt cx="5856" cy="4320"/>
          </a:xfrm>
        </p:grpSpPr>
        <p:sp>
          <p:nvSpPr>
            <p:cNvPr id="18435" name="Text Box 2"/>
            <p:cNvSpPr txBox="1"/>
            <p:nvPr/>
          </p:nvSpPr>
          <p:spPr>
            <a:xfrm>
              <a:off x="0" y="0"/>
              <a:ext cx="3408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solidFill>
                    <a:srgbClr val="FFFF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3.</a:t>
              </a:r>
              <a:r>
                <a:rPr lang="zh-CN" altLang="en-US" sz="3200" b="1" dirty="0">
                  <a:solidFill>
                    <a:srgbClr val="FFFF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连接方式</a:t>
              </a:r>
            </a:p>
          </p:txBody>
        </p:sp>
        <p:sp>
          <p:nvSpPr>
            <p:cNvPr id="18436" name="Text Box 3"/>
            <p:cNvSpPr txBox="1"/>
            <p:nvPr/>
          </p:nvSpPr>
          <p:spPr>
            <a:xfrm>
              <a:off x="0" y="336"/>
              <a:ext cx="220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（</a:t>
              </a:r>
              <a:r>
                <a:rPr lang="en-US" altLang="zh-CN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r>
                <a:rPr lang="zh-CN" altLang="en-US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）扩展位数</a:t>
              </a:r>
            </a:p>
          </p:txBody>
        </p:sp>
        <p:sp>
          <p:nvSpPr>
            <p:cNvPr id="18437" name="Text Box 4"/>
            <p:cNvSpPr txBox="1"/>
            <p:nvPr/>
          </p:nvSpPr>
          <p:spPr>
            <a:xfrm>
              <a:off x="1488" y="1622"/>
              <a:ext cx="480" cy="250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 b="1" dirty="0"/>
                <a:t>4</a:t>
              </a:r>
            </a:p>
          </p:txBody>
        </p:sp>
        <p:sp>
          <p:nvSpPr>
            <p:cNvPr id="18438" name="Line 5"/>
            <p:cNvSpPr/>
            <p:nvPr/>
          </p:nvSpPr>
          <p:spPr>
            <a:xfrm>
              <a:off x="672" y="1334"/>
              <a:ext cx="0" cy="172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8439" name="Line 6"/>
            <p:cNvSpPr/>
            <p:nvPr/>
          </p:nvSpPr>
          <p:spPr>
            <a:xfrm>
              <a:off x="528" y="1718"/>
              <a:ext cx="0" cy="1536"/>
            </a:xfrm>
            <a:prstGeom prst="line">
              <a:avLst/>
            </a:prstGeom>
            <a:ln w="38100" cap="flat" cmpd="sng">
              <a:solidFill>
                <a:srgbClr val="FFFF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8440" name="Line 7"/>
            <p:cNvSpPr/>
            <p:nvPr/>
          </p:nvSpPr>
          <p:spPr>
            <a:xfrm>
              <a:off x="1680" y="950"/>
              <a:ext cx="0" cy="153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triangle" w="med" len="med"/>
              <a:tailEnd type="none" w="med" len="med"/>
            </a:ln>
          </p:spPr>
        </p:sp>
        <p:sp>
          <p:nvSpPr>
            <p:cNvPr id="18441" name="Line 8"/>
            <p:cNvSpPr/>
            <p:nvPr/>
          </p:nvSpPr>
          <p:spPr>
            <a:xfrm flipH="1">
              <a:off x="1392" y="2486"/>
              <a:ext cx="288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8442" name="Line 9"/>
            <p:cNvSpPr/>
            <p:nvPr/>
          </p:nvSpPr>
          <p:spPr>
            <a:xfrm flipH="1">
              <a:off x="528" y="2678"/>
              <a:ext cx="384" cy="0"/>
            </a:xfrm>
            <a:prstGeom prst="line">
              <a:avLst/>
            </a:prstGeom>
            <a:ln w="38100" cap="flat" cmpd="sng">
              <a:solidFill>
                <a:srgbClr val="FFFF00"/>
              </a:solidFill>
              <a:prstDash val="solid"/>
              <a:headEnd type="triangle" w="med" len="med"/>
              <a:tailEnd type="none" w="med" len="med"/>
            </a:ln>
          </p:spPr>
        </p:sp>
        <p:sp>
          <p:nvSpPr>
            <p:cNvPr id="18443" name="Line 10"/>
            <p:cNvSpPr/>
            <p:nvPr/>
          </p:nvSpPr>
          <p:spPr>
            <a:xfrm flipH="1">
              <a:off x="672" y="2294"/>
              <a:ext cx="240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triangle" w="med" len="med"/>
              <a:tailEnd type="none" w="med" len="med"/>
            </a:ln>
          </p:spPr>
        </p:sp>
        <p:grpSp>
          <p:nvGrpSpPr>
            <p:cNvPr id="18444" name="Group 11"/>
            <p:cNvGrpSpPr/>
            <p:nvPr/>
          </p:nvGrpSpPr>
          <p:grpSpPr>
            <a:xfrm>
              <a:off x="816" y="2198"/>
              <a:ext cx="720" cy="624"/>
              <a:chOff x="720" y="2928"/>
              <a:chExt cx="720" cy="624"/>
            </a:xfrm>
          </p:grpSpPr>
          <p:sp>
            <p:nvSpPr>
              <p:cNvPr id="18587" name="Rectangle 12"/>
              <p:cNvSpPr/>
              <p:nvPr/>
            </p:nvSpPr>
            <p:spPr>
              <a:xfrm>
                <a:off x="816" y="2928"/>
                <a:ext cx="480" cy="624"/>
              </a:xfrm>
              <a:prstGeom prst="rect">
                <a:avLst/>
              </a:prstGeom>
              <a:noFill/>
              <a:ln w="38100" cap="sq" cmpd="sng">
                <a:solidFill>
                  <a:schemeClr val="tx1"/>
                </a:solidFill>
                <a:prstDash val="solid"/>
                <a:miter/>
                <a:headEnd type="none" w="sm" len="sm"/>
                <a:tailEnd type="none" w="sm" len="sm"/>
              </a:ln>
            </p:spPr>
            <p:txBody>
              <a:bodyPr wrap="none" anchor="ctr" anchorCtr="0"/>
              <a:lstStyle/>
              <a:p>
                <a:endParaRPr lang="zh-CN" altLang="en-US" dirty="0"/>
              </a:p>
            </p:txBody>
          </p:sp>
          <p:sp>
            <p:nvSpPr>
              <p:cNvPr id="18588" name="Text Box 13"/>
              <p:cNvSpPr txBox="1"/>
              <p:nvPr/>
            </p:nvSpPr>
            <p:spPr>
              <a:xfrm>
                <a:off x="720" y="3120"/>
                <a:ext cx="720" cy="25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>
                <a:spAutoFit/>
              </a:bodyPr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 altLang="zh-CN" sz="2000" b="1" dirty="0"/>
                  <a:t> 1K×4</a:t>
                </a:r>
              </a:p>
            </p:txBody>
          </p:sp>
        </p:grpSp>
        <p:sp>
          <p:nvSpPr>
            <p:cNvPr id="18445" name="Line 14"/>
            <p:cNvSpPr/>
            <p:nvPr/>
          </p:nvSpPr>
          <p:spPr>
            <a:xfrm flipV="1">
              <a:off x="1536" y="806"/>
              <a:ext cx="0" cy="72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8446" name="Line 15"/>
            <p:cNvSpPr/>
            <p:nvPr/>
          </p:nvSpPr>
          <p:spPr>
            <a:xfrm rot="5400000" flipH="1">
              <a:off x="984" y="2030"/>
              <a:ext cx="33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triangle" w="med" len="med"/>
              <a:tailEnd type="triangle" w="med" len="med"/>
            </a:ln>
          </p:spPr>
        </p:sp>
        <p:sp>
          <p:nvSpPr>
            <p:cNvPr id="18447" name="Line 16"/>
            <p:cNvSpPr/>
            <p:nvPr/>
          </p:nvSpPr>
          <p:spPr>
            <a:xfrm>
              <a:off x="1392" y="1526"/>
              <a:ext cx="144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triangle" w="med" len="med"/>
              <a:tailEnd type="none" w="med" len="med"/>
            </a:ln>
          </p:spPr>
        </p:sp>
        <p:sp>
          <p:nvSpPr>
            <p:cNvPr id="18448" name="Line 17"/>
            <p:cNvSpPr/>
            <p:nvPr/>
          </p:nvSpPr>
          <p:spPr>
            <a:xfrm flipH="1">
              <a:off x="528" y="1718"/>
              <a:ext cx="384" cy="0"/>
            </a:xfrm>
            <a:prstGeom prst="line">
              <a:avLst/>
            </a:prstGeom>
            <a:ln w="38100" cap="flat" cmpd="sng">
              <a:solidFill>
                <a:srgbClr val="FFFF00"/>
              </a:solidFill>
              <a:prstDash val="solid"/>
              <a:headEnd type="triangle" w="med" len="med"/>
              <a:tailEnd type="none" w="med" len="med"/>
            </a:ln>
          </p:spPr>
        </p:sp>
        <p:sp>
          <p:nvSpPr>
            <p:cNvPr id="18449" name="Line 18"/>
            <p:cNvSpPr/>
            <p:nvPr/>
          </p:nvSpPr>
          <p:spPr>
            <a:xfrm flipH="1">
              <a:off x="672" y="1334"/>
              <a:ext cx="240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triangle" w="med" len="med"/>
              <a:tailEnd type="none" w="med" len="med"/>
            </a:ln>
          </p:spPr>
        </p:sp>
        <p:grpSp>
          <p:nvGrpSpPr>
            <p:cNvPr id="18450" name="Group 19"/>
            <p:cNvGrpSpPr/>
            <p:nvPr/>
          </p:nvGrpSpPr>
          <p:grpSpPr>
            <a:xfrm>
              <a:off x="816" y="1238"/>
              <a:ext cx="720" cy="624"/>
              <a:chOff x="720" y="2928"/>
              <a:chExt cx="720" cy="624"/>
            </a:xfrm>
          </p:grpSpPr>
          <p:sp>
            <p:nvSpPr>
              <p:cNvPr id="18585" name="Rectangle 20"/>
              <p:cNvSpPr/>
              <p:nvPr/>
            </p:nvSpPr>
            <p:spPr>
              <a:xfrm>
                <a:off x="816" y="2928"/>
                <a:ext cx="480" cy="624"/>
              </a:xfrm>
              <a:prstGeom prst="rect">
                <a:avLst/>
              </a:prstGeom>
              <a:noFill/>
              <a:ln w="38100" cap="sq" cmpd="sng">
                <a:solidFill>
                  <a:schemeClr val="tx1"/>
                </a:solidFill>
                <a:prstDash val="solid"/>
                <a:miter/>
                <a:headEnd type="none" w="sm" len="sm"/>
                <a:tailEnd type="none" w="sm" len="sm"/>
              </a:ln>
            </p:spPr>
            <p:txBody>
              <a:bodyPr wrap="none" anchor="ctr" anchorCtr="0"/>
              <a:lstStyle/>
              <a:p>
                <a:endParaRPr lang="zh-CN" altLang="en-US" dirty="0"/>
              </a:p>
            </p:txBody>
          </p:sp>
          <p:sp>
            <p:nvSpPr>
              <p:cNvPr id="18586" name="Text Box 21"/>
              <p:cNvSpPr txBox="1"/>
              <p:nvPr/>
            </p:nvSpPr>
            <p:spPr>
              <a:xfrm>
                <a:off x="720" y="3120"/>
                <a:ext cx="720" cy="25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>
                <a:spAutoFit/>
              </a:bodyPr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 altLang="zh-CN" sz="2000" b="1" dirty="0"/>
                  <a:t> 1K×4</a:t>
                </a:r>
              </a:p>
            </p:txBody>
          </p:sp>
        </p:grpSp>
        <p:sp>
          <p:nvSpPr>
            <p:cNvPr id="18451" name="Text Box 22"/>
            <p:cNvSpPr txBox="1"/>
            <p:nvPr/>
          </p:nvSpPr>
          <p:spPr>
            <a:xfrm>
              <a:off x="1344" y="988"/>
              <a:ext cx="480" cy="250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 b="1" dirty="0"/>
                <a:t>4</a:t>
              </a:r>
            </a:p>
          </p:txBody>
        </p:sp>
        <p:sp>
          <p:nvSpPr>
            <p:cNvPr id="18452" name="Line 23"/>
            <p:cNvSpPr/>
            <p:nvPr/>
          </p:nvSpPr>
          <p:spPr>
            <a:xfrm flipH="1">
              <a:off x="1488" y="1094"/>
              <a:ext cx="96" cy="96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8453" name="Line 24"/>
            <p:cNvSpPr/>
            <p:nvPr/>
          </p:nvSpPr>
          <p:spPr>
            <a:xfrm flipH="1">
              <a:off x="1632" y="1718"/>
              <a:ext cx="96" cy="96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8454" name="Line 25"/>
            <p:cNvSpPr/>
            <p:nvPr/>
          </p:nvSpPr>
          <p:spPr>
            <a:xfrm flipH="1">
              <a:off x="624" y="2870"/>
              <a:ext cx="96" cy="96"/>
            </a:xfrm>
            <a:prstGeom prst="line">
              <a:avLst/>
            </a:prstGeom>
            <a:ln w="38100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8455" name="Text Box 26"/>
            <p:cNvSpPr txBox="1"/>
            <p:nvPr/>
          </p:nvSpPr>
          <p:spPr>
            <a:xfrm>
              <a:off x="720" y="2822"/>
              <a:ext cx="480" cy="250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 b="1" dirty="0"/>
                <a:t>10</a:t>
              </a:r>
            </a:p>
          </p:txBody>
        </p:sp>
        <p:sp>
          <p:nvSpPr>
            <p:cNvPr id="18456" name="Line 27"/>
            <p:cNvSpPr/>
            <p:nvPr/>
          </p:nvSpPr>
          <p:spPr>
            <a:xfrm>
              <a:off x="1824" y="1718"/>
              <a:ext cx="0" cy="1536"/>
            </a:xfrm>
            <a:prstGeom prst="line">
              <a:avLst/>
            </a:prstGeom>
            <a:ln w="38100" cap="flat" cmpd="sng">
              <a:solidFill>
                <a:srgbClr val="FFFF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8457" name="Line 28"/>
            <p:cNvSpPr/>
            <p:nvPr/>
          </p:nvSpPr>
          <p:spPr>
            <a:xfrm rot="5400000" flipH="1">
              <a:off x="2280" y="2040"/>
              <a:ext cx="33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triangle" w="med" len="med"/>
              <a:tailEnd type="triangle" w="med" len="med"/>
            </a:ln>
          </p:spPr>
        </p:sp>
        <p:sp>
          <p:nvSpPr>
            <p:cNvPr id="18458" name="Line 29"/>
            <p:cNvSpPr/>
            <p:nvPr/>
          </p:nvSpPr>
          <p:spPr>
            <a:xfrm rot="5400000" flipH="1">
              <a:off x="3576" y="2040"/>
              <a:ext cx="33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triangle" w="med" len="med"/>
              <a:tailEnd type="triangle" w="med" len="med"/>
            </a:ln>
          </p:spPr>
        </p:sp>
        <p:sp>
          <p:nvSpPr>
            <p:cNvPr id="18459" name="Line 30"/>
            <p:cNvSpPr/>
            <p:nvPr/>
          </p:nvSpPr>
          <p:spPr>
            <a:xfrm rot="5400000" flipH="1">
              <a:off x="4872" y="2040"/>
              <a:ext cx="33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triangle" w="med" len="med"/>
              <a:tailEnd type="triangle" w="med" len="med"/>
            </a:ln>
          </p:spPr>
        </p:sp>
        <p:grpSp>
          <p:nvGrpSpPr>
            <p:cNvPr id="18460" name="Group 31"/>
            <p:cNvGrpSpPr/>
            <p:nvPr/>
          </p:nvGrpSpPr>
          <p:grpSpPr>
            <a:xfrm>
              <a:off x="4416" y="806"/>
              <a:ext cx="1296" cy="2448"/>
              <a:chOff x="4416" y="806"/>
              <a:chExt cx="1296" cy="2448"/>
            </a:xfrm>
          </p:grpSpPr>
          <p:sp>
            <p:nvSpPr>
              <p:cNvPr id="18564" name="Line 32"/>
              <p:cNvSpPr/>
              <p:nvPr/>
            </p:nvSpPr>
            <p:spPr>
              <a:xfrm>
                <a:off x="4560" y="1334"/>
                <a:ext cx="0" cy="1728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8565" name="Line 33"/>
              <p:cNvSpPr/>
              <p:nvPr/>
            </p:nvSpPr>
            <p:spPr>
              <a:xfrm>
                <a:off x="4416" y="1718"/>
                <a:ext cx="0" cy="1536"/>
              </a:xfrm>
              <a:prstGeom prst="line">
                <a:avLst/>
              </a:prstGeom>
              <a:ln w="38100" cap="flat" cmpd="sng">
                <a:solidFill>
                  <a:srgbClr val="FFFF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8566" name="Line 34"/>
              <p:cNvSpPr/>
              <p:nvPr/>
            </p:nvSpPr>
            <p:spPr>
              <a:xfrm>
                <a:off x="5568" y="950"/>
                <a:ext cx="0" cy="1536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triangle" w="med" len="med"/>
                <a:tailEnd type="none" w="med" len="med"/>
              </a:ln>
            </p:spPr>
          </p:sp>
          <p:sp>
            <p:nvSpPr>
              <p:cNvPr id="18567" name="Line 35"/>
              <p:cNvSpPr/>
              <p:nvPr/>
            </p:nvSpPr>
            <p:spPr>
              <a:xfrm flipH="1">
                <a:off x="5280" y="2486"/>
                <a:ext cx="28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18568" name="Line 36"/>
              <p:cNvSpPr/>
              <p:nvPr/>
            </p:nvSpPr>
            <p:spPr>
              <a:xfrm flipH="1">
                <a:off x="4416" y="2688"/>
                <a:ext cx="384" cy="0"/>
              </a:xfrm>
              <a:prstGeom prst="line">
                <a:avLst/>
              </a:prstGeom>
              <a:ln w="38100" cap="flat" cmpd="sng">
                <a:solidFill>
                  <a:srgbClr val="FFFF00"/>
                </a:solidFill>
                <a:prstDash val="solid"/>
                <a:headEnd type="triangle" w="med" len="med"/>
                <a:tailEnd type="none" w="med" len="med"/>
              </a:ln>
            </p:spPr>
          </p:sp>
          <p:sp>
            <p:nvSpPr>
              <p:cNvPr id="18569" name="Line 37"/>
              <p:cNvSpPr/>
              <p:nvPr/>
            </p:nvSpPr>
            <p:spPr>
              <a:xfrm flipH="1">
                <a:off x="4560" y="2304"/>
                <a:ext cx="240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triangle" w="med" len="med"/>
                <a:tailEnd type="none" w="med" len="med"/>
              </a:ln>
            </p:spPr>
          </p:sp>
          <p:grpSp>
            <p:nvGrpSpPr>
              <p:cNvPr id="18570" name="Group 38"/>
              <p:cNvGrpSpPr/>
              <p:nvPr/>
            </p:nvGrpSpPr>
            <p:grpSpPr>
              <a:xfrm>
                <a:off x="4704" y="2208"/>
                <a:ext cx="720" cy="624"/>
                <a:chOff x="720" y="2928"/>
                <a:chExt cx="720" cy="624"/>
              </a:xfrm>
            </p:grpSpPr>
            <p:sp>
              <p:nvSpPr>
                <p:cNvPr id="18583" name="Rectangle 39"/>
                <p:cNvSpPr/>
                <p:nvPr/>
              </p:nvSpPr>
              <p:spPr>
                <a:xfrm>
                  <a:off x="816" y="2928"/>
                  <a:ext cx="480" cy="624"/>
                </a:xfrm>
                <a:prstGeom prst="rect">
                  <a:avLst/>
                </a:prstGeom>
                <a:noFill/>
                <a:ln w="38100" cap="sq" cmpd="sng">
                  <a:solidFill>
                    <a:schemeClr val="tx1"/>
                  </a:solidFill>
                  <a:prstDash val="solid"/>
                  <a:miter/>
                  <a:headEnd type="none" w="sm" len="sm"/>
                  <a:tailEnd type="none" w="sm" len="sm"/>
                </a:ln>
              </p:spPr>
              <p:txBody>
                <a:bodyPr wrap="none" anchor="ctr" anchorCtr="0"/>
                <a:lstStyle/>
                <a:p>
                  <a:endParaRPr lang="zh-CN" altLang="en-US" dirty="0"/>
                </a:p>
              </p:txBody>
            </p:sp>
            <p:sp>
              <p:nvSpPr>
                <p:cNvPr id="18584" name="Text Box 40"/>
                <p:cNvSpPr txBox="1"/>
                <p:nvPr/>
              </p:nvSpPr>
              <p:spPr>
                <a:xfrm>
                  <a:off x="720" y="3120"/>
                  <a:ext cx="720" cy="250"/>
                </a:xfrm>
                <a:prstGeom prst="rect">
                  <a:avLst/>
                </a:prstGeom>
                <a:noFill/>
                <a:ln w="38100">
                  <a:noFill/>
                </a:ln>
              </p:spPr>
              <p:txBody>
                <a:bodyPr>
                  <a:spAutoFit/>
                </a:bodyPr>
                <a:lstStyle/>
                <a:p>
                  <a:pPr eaLnBrk="0" hangingPunct="0">
                    <a:spcBef>
                      <a:spcPct val="50000"/>
                    </a:spcBef>
                  </a:pPr>
                  <a:r>
                    <a:rPr lang="en-US" altLang="zh-CN" sz="2000" b="1" dirty="0"/>
                    <a:t> 1K×4</a:t>
                  </a:r>
                </a:p>
              </p:txBody>
            </p:sp>
          </p:grpSp>
          <p:sp>
            <p:nvSpPr>
              <p:cNvPr id="18571" name="Line 41"/>
              <p:cNvSpPr/>
              <p:nvPr/>
            </p:nvSpPr>
            <p:spPr>
              <a:xfrm flipV="1">
                <a:off x="5424" y="806"/>
                <a:ext cx="0" cy="72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18572" name="Line 42"/>
              <p:cNvSpPr/>
              <p:nvPr/>
            </p:nvSpPr>
            <p:spPr>
              <a:xfrm>
                <a:off x="5280" y="1526"/>
                <a:ext cx="144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triangle" w="med" len="med"/>
                <a:tailEnd type="none" w="med" len="med"/>
              </a:ln>
            </p:spPr>
          </p:sp>
          <p:sp>
            <p:nvSpPr>
              <p:cNvPr id="18573" name="Line 43"/>
              <p:cNvSpPr/>
              <p:nvPr/>
            </p:nvSpPr>
            <p:spPr>
              <a:xfrm flipH="1">
                <a:off x="4416" y="1718"/>
                <a:ext cx="384" cy="0"/>
              </a:xfrm>
              <a:prstGeom prst="line">
                <a:avLst/>
              </a:prstGeom>
              <a:ln w="38100" cap="flat" cmpd="sng">
                <a:solidFill>
                  <a:srgbClr val="FFFF00"/>
                </a:solidFill>
                <a:prstDash val="solid"/>
                <a:headEnd type="triangle" w="med" len="med"/>
                <a:tailEnd type="none" w="med" len="med"/>
              </a:ln>
            </p:spPr>
          </p:sp>
          <p:sp>
            <p:nvSpPr>
              <p:cNvPr id="18574" name="Line 44"/>
              <p:cNvSpPr/>
              <p:nvPr/>
            </p:nvSpPr>
            <p:spPr>
              <a:xfrm flipH="1">
                <a:off x="4560" y="1334"/>
                <a:ext cx="240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triangle" w="med" len="med"/>
                <a:tailEnd type="none" w="med" len="med"/>
              </a:ln>
            </p:spPr>
          </p:sp>
          <p:grpSp>
            <p:nvGrpSpPr>
              <p:cNvPr id="18575" name="Group 45"/>
              <p:cNvGrpSpPr/>
              <p:nvPr/>
            </p:nvGrpSpPr>
            <p:grpSpPr>
              <a:xfrm>
                <a:off x="4704" y="1238"/>
                <a:ext cx="720" cy="624"/>
                <a:chOff x="720" y="2928"/>
                <a:chExt cx="720" cy="624"/>
              </a:xfrm>
            </p:grpSpPr>
            <p:sp>
              <p:nvSpPr>
                <p:cNvPr id="18581" name="Rectangle 46"/>
                <p:cNvSpPr/>
                <p:nvPr/>
              </p:nvSpPr>
              <p:spPr>
                <a:xfrm>
                  <a:off x="816" y="2928"/>
                  <a:ext cx="480" cy="624"/>
                </a:xfrm>
                <a:prstGeom prst="rect">
                  <a:avLst/>
                </a:prstGeom>
                <a:noFill/>
                <a:ln w="38100" cap="sq" cmpd="sng">
                  <a:solidFill>
                    <a:schemeClr val="tx1"/>
                  </a:solidFill>
                  <a:prstDash val="solid"/>
                  <a:miter/>
                  <a:headEnd type="none" w="sm" len="sm"/>
                  <a:tailEnd type="none" w="sm" len="sm"/>
                </a:ln>
              </p:spPr>
              <p:txBody>
                <a:bodyPr wrap="none" anchor="ctr" anchorCtr="0"/>
                <a:lstStyle/>
                <a:p>
                  <a:endParaRPr lang="zh-CN" altLang="en-US" dirty="0"/>
                </a:p>
              </p:txBody>
            </p:sp>
            <p:sp>
              <p:nvSpPr>
                <p:cNvPr id="18582" name="Text Box 47"/>
                <p:cNvSpPr txBox="1"/>
                <p:nvPr/>
              </p:nvSpPr>
              <p:spPr>
                <a:xfrm>
                  <a:off x="720" y="3120"/>
                  <a:ext cx="720" cy="250"/>
                </a:xfrm>
                <a:prstGeom prst="rect">
                  <a:avLst/>
                </a:prstGeom>
                <a:noFill/>
                <a:ln w="38100">
                  <a:noFill/>
                </a:ln>
              </p:spPr>
              <p:txBody>
                <a:bodyPr>
                  <a:spAutoFit/>
                </a:bodyPr>
                <a:lstStyle/>
                <a:p>
                  <a:pPr eaLnBrk="0" hangingPunct="0">
                    <a:spcBef>
                      <a:spcPct val="50000"/>
                    </a:spcBef>
                  </a:pPr>
                  <a:r>
                    <a:rPr lang="en-US" altLang="zh-CN" sz="2000" b="1" dirty="0"/>
                    <a:t> 1K×4</a:t>
                  </a:r>
                </a:p>
              </p:txBody>
            </p:sp>
          </p:grpSp>
          <p:sp>
            <p:nvSpPr>
              <p:cNvPr id="18576" name="Text Box 48"/>
              <p:cNvSpPr txBox="1"/>
              <p:nvPr/>
            </p:nvSpPr>
            <p:spPr>
              <a:xfrm>
                <a:off x="5232" y="988"/>
                <a:ext cx="480" cy="25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000" b="1" dirty="0"/>
                  <a:t>4</a:t>
                </a:r>
              </a:p>
            </p:txBody>
          </p:sp>
          <p:sp>
            <p:nvSpPr>
              <p:cNvPr id="18577" name="Line 49"/>
              <p:cNvSpPr/>
              <p:nvPr/>
            </p:nvSpPr>
            <p:spPr>
              <a:xfrm flipH="1">
                <a:off x="5376" y="1094"/>
                <a:ext cx="96" cy="96"/>
              </a:xfrm>
              <a:prstGeom prst="line">
                <a:avLst/>
              </a:prstGeom>
              <a:ln w="38100" cap="sq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8578" name="Line 50"/>
              <p:cNvSpPr/>
              <p:nvPr/>
            </p:nvSpPr>
            <p:spPr>
              <a:xfrm flipH="1">
                <a:off x="5520" y="1718"/>
                <a:ext cx="96" cy="96"/>
              </a:xfrm>
              <a:prstGeom prst="line">
                <a:avLst/>
              </a:prstGeom>
              <a:ln w="38100" cap="sq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8579" name="Line 51"/>
              <p:cNvSpPr/>
              <p:nvPr/>
            </p:nvSpPr>
            <p:spPr>
              <a:xfrm flipH="1">
                <a:off x="4512" y="2870"/>
                <a:ext cx="96" cy="96"/>
              </a:xfrm>
              <a:prstGeom prst="line">
                <a:avLst/>
              </a:prstGeom>
              <a:ln w="38100" cap="sq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8580" name="Text Box 52"/>
              <p:cNvSpPr txBox="1"/>
              <p:nvPr/>
            </p:nvSpPr>
            <p:spPr>
              <a:xfrm>
                <a:off x="4608" y="2822"/>
                <a:ext cx="480" cy="25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000" b="1" dirty="0"/>
                  <a:t>10</a:t>
                </a:r>
              </a:p>
            </p:txBody>
          </p:sp>
        </p:grpSp>
        <p:grpSp>
          <p:nvGrpSpPr>
            <p:cNvPr id="18461" name="Group 53"/>
            <p:cNvGrpSpPr/>
            <p:nvPr/>
          </p:nvGrpSpPr>
          <p:grpSpPr>
            <a:xfrm>
              <a:off x="1824" y="806"/>
              <a:ext cx="1440" cy="2266"/>
              <a:chOff x="1824" y="806"/>
              <a:chExt cx="1440" cy="2266"/>
            </a:xfrm>
          </p:grpSpPr>
          <p:sp>
            <p:nvSpPr>
              <p:cNvPr id="18543" name="Line 54"/>
              <p:cNvSpPr/>
              <p:nvPr/>
            </p:nvSpPr>
            <p:spPr>
              <a:xfrm>
                <a:off x="1968" y="1334"/>
                <a:ext cx="0" cy="1728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8544" name="Line 55"/>
              <p:cNvSpPr/>
              <p:nvPr/>
            </p:nvSpPr>
            <p:spPr>
              <a:xfrm>
                <a:off x="2976" y="950"/>
                <a:ext cx="0" cy="1536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triangle" w="med" len="med"/>
                <a:tailEnd type="none" w="med" len="med"/>
              </a:ln>
            </p:spPr>
          </p:sp>
          <p:sp>
            <p:nvSpPr>
              <p:cNvPr id="18545" name="Line 56"/>
              <p:cNvSpPr/>
              <p:nvPr/>
            </p:nvSpPr>
            <p:spPr>
              <a:xfrm flipH="1">
                <a:off x="2688" y="2486"/>
                <a:ext cx="28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18546" name="Line 57"/>
              <p:cNvSpPr/>
              <p:nvPr/>
            </p:nvSpPr>
            <p:spPr>
              <a:xfrm flipH="1">
                <a:off x="1824" y="2678"/>
                <a:ext cx="384" cy="0"/>
              </a:xfrm>
              <a:prstGeom prst="line">
                <a:avLst/>
              </a:prstGeom>
              <a:ln w="38100" cap="flat" cmpd="sng">
                <a:solidFill>
                  <a:srgbClr val="FFFF00"/>
                </a:solidFill>
                <a:prstDash val="solid"/>
                <a:headEnd type="triangle" w="med" len="med"/>
                <a:tailEnd type="none" w="med" len="med"/>
              </a:ln>
            </p:spPr>
          </p:sp>
          <p:sp>
            <p:nvSpPr>
              <p:cNvPr id="18547" name="Line 58"/>
              <p:cNvSpPr/>
              <p:nvPr/>
            </p:nvSpPr>
            <p:spPr>
              <a:xfrm flipH="1">
                <a:off x="1968" y="2294"/>
                <a:ext cx="240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triangle" w="med" len="med"/>
                <a:tailEnd type="none" w="med" len="med"/>
              </a:ln>
            </p:spPr>
          </p:sp>
          <p:grpSp>
            <p:nvGrpSpPr>
              <p:cNvPr id="18548" name="Group 59"/>
              <p:cNvGrpSpPr/>
              <p:nvPr/>
            </p:nvGrpSpPr>
            <p:grpSpPr>
              <a:xfrm>
                <a:off x="2112" y="2198"/>
                <a:ext cx="720" cy="624"/>
                <a:chOff x="720" y="2928"/>
                <a:chExt cx="720" cy="624"/>
              </a:xfrm>
            </p:grpSpPr>
            <p:sp>
              <p:nvSpPr>
                <p:cNvPr id="18562" name="Rectangle 60"/>
                <p:cNvSpPr/>
                <p:nvPr/>
              </p:nvSpPr>
              <p:spPr>
                <a:xfrm>
                  <a:off x="816" y="2928"/>
                  <a:ext cx="480" cy="624"/>
                </a:xfrm>
                <a:prstGeom prst="rect">
                  <a:avLst/>
                </a:prstGeom>
                <a:noFill/>
                <a:ln w="38100" cap="sq" cmpd="sng">
                  <a:solidFill>
                    <a:schemeClr val="tx1"/>
                  </a:solidFill>
                  <a:prstDash val="solid"/>
                  <a:miter/>
                  <a:headEnd type="none" w="sm" len="sm"/>
                  <a:tailEnd type="none" w="sm" len="sm"/>
                </a:ln>
              </p:spPr>
              <p:txBody>
                <a:bodyPr wrap="none" anchor="ctr" anchorCtr="0"/>
                <a:lstStyle/>
                <a:p>
                  <a:endParaRPr lang="zh-CN" altLang="en-US" dirty="0"/>
                </a:p>
              </p:txBody>
            </p:sp>
            <p:sp>
              <p:nvSpPr>
                <p:cNvPr id="18563" name="Text Box 61"/>
                <p:cNvSpPr txBox="1"/>
                <p:nvPr/>
              </p:nvSpPr>
              <p:spPr>
                <a:xfrm>
                  <a:off x="720" y="3120"/>
                  <a:ext cx="720" cy="250"/>
                </a:xfrm>
                <a:prstGeom prst="rect">
                  <a:avLst/>
                </a:prstGeom>
                <a:noFill/>
                <a:ln w="38100">
                  <a:noFill/>
                </a:ln>
              </p:spPr>
              <p:txBody>
                <a:bodyPr>
                  <a:spAutoFit/>
                </a:bodyPr>
                <a:lstStyle/>
                <a:p>
                  <a:pPr eaLnBrk="0" hangingPunct="0">
                    <a:spcBef>
                      <a:spcPct val="50000"/>
                    </a:spcBef>
                  </a:pPr>
                  <a:r>
                    <a:rPr lang="en-US" altLang="zh-CN" sz="2000" b="1" dirty="0"/>
                    <a:t> 1K×4</a:t>
                  </a:r>
                </a:p>
              </p:txBody>
            </p:sp>
          </p:grpSp>
          <p:sp>
            <p:nvSpPr>
              <p:cNvPr id="18549" name="Line 62"/>
              <p:cNvSpPr/>
              <p:nvPr/>
            </p:nvSpPr>
            <p:spPr>
              <a:xfrm flipV="1">
                <a:off x="2832" y="806"/>
                <a:ext cx="0" cy="72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18550" name="Line 63"/>
              <p:cNvSpPr/>
              <p:nvPr/>
            </p:nvSpPr>
            <p:spPr>
              <a:xfrm>
                <a:off x="2688" y="1526"/>
                <a:ext cx="144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triangle" w="med" len="med"/>
                <a:tailEnd type="none" w="med" len="med"/>
              </a:ln>
            </p:spPr>
          </p:sp>
          <p:sp>
            <p:nvSpPr>
              <p:cNvPr id="18551" name="Line 64"/>
              <p:cNvSpPr/>
              <p:nvPr/>
            </p:nvSpPr>
            <p:spPr>
              <a:xfrm flipH="1">
                <a:off x="1824" y="1718"/>
                <a:ext cx="384" cy="0"/>
              </a:xfrm>
              <a:prstGeom prst="line">
                <a:avLst/>
              </a:prstGeom>
              <a:ln w="38100" cap="flat" cmpd="sng">
                <a:solidFill>
                  <a:srgbClr val="FFFF00"/>
                </a:solidFill>
                <a:prstDash val="solid"/>
                <a:headEnd type="triangle" w="med" len="med"/>
                <a:tailEnd type="none" w="med" len="med"/>
              </a:ln>
            </p:spPr>
          </p:sp>
          <p:sp>
            <p:nvSpPr>
              <p:cNvPr id="18552" name="Line 65"/>
              <p:cNvSpPr/>
              <p:nvPr/>
            </p:nvSpPr>
            <p:spPr>
              <a:xfrm flipH="1">
                <a:off x="1968" y="1334"/>
                <a:ext cx="240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triangle" w="med" len="med"/>
                <a:tailEnd type="none" w="med" len="med"/>
              </a:ln>
            </p:spPr>
          </p:sp>
          <p:grpSp>
            <p:nvGrpSpPr>
              <p:cNvPr id="18553" name="Group 66"/>
              <p:cNvGrpSpPr/>
              <p:nvPr/>
            </p:nvGrpSpPr>
            <p:grpSpPr>
              <a:xfrm>
                <a:off x="2112" y="1238"/>
                <a:ext cx="720" cy="624"/>
                <a:chOff x="720" y="2928"/>
                <a:chExt cx="720" cy="624"/>
              </a:xfrm>
            </p:grpSpPr>
            <p:sp>
              <p:nvSpPr>
                <p:cNvPr id="18560" name="Rectangle 67"/>
                <p:cNvSpPr/>
                <p:nvPr/>
              </p:nvSpPr>
              <p:spPr>
                <a:xfrm>
                  <a:off x="816" y="2928"/>
                  <a:ext cx="480" cy="624"/>
                </a:xfrm>
                <a:prstGeom prst="rect">
                  <a:avLst/>
                </a:prstGeom>
                <a:noFill/>
                <a:ln w="38100" cap="sq" cmpd="sng">
                  <a:solidFill>
                    <a:schemeClr val="tx1"/>
                  </a:solidFill>
                  <a:prstDash val="solid"/>
                  <a:miter/>
                  <a:headEnd type="none" w="sm" len="sm"/>
                  <a:tailEnd type="none" w="sm" len="sm"/>
                </a:ln>
              </p:spPr>
              <p:txBody>
                <a:bodyPr wrap="none" anchor="ctr" anchorCtr="0"/>
                <a:lstStyle/>
                <a:p>
                  <a:endParaRPr lang="zh-CN" altLang="en-US" dirty="0"/>
                </a:p>
              </p:txBody>
            </p:sp>
            <p:sp>
              <p:nvSpPr>
                <p:cNvPr id="18561" name="Text Box 68"/>
                <p:cNvSpPr txBox="1"/>
                <p:nvPr/>
              </p:nvSpPr>
              <p:spPr>
                <a:xfrm>
                  <a:off x="720" y="3120"/>
                  <a:ext cx="720" cy="250"/>
                </a:xfrm>
                <a:prstGeom prst="rect">
                  <a:avLst/>
                </a:prstGeom>
                <a:noFill/>
                <a:ln w="38100">
                  <a:noFill/>
                </a:ln>
              </p:spPr>
              <p:txBody>
                <a:bodyPr>
                  <a:spAutoFit/>
                </a:bodyPr>
                <a:lstStyle/>
                <a:p>
                  <a:pPr eaLnBrk="0" hangingPunct="0">
                    <a:spcBef>
                      <a:spcPct val="50000"/>
                    </a:spcBef>
                  </a:pPr>
                  <a:r>
                    <a:rPr lang="en-US" altLang="zh-CN" sz="2000" b="1" dirty="0"/>
                    <a:t> 1K×4</a:t>
                  </a:r>
                </a:p>
              </p:txBody>
            </p:sp>
          </p:grpSp>
          <p:sp>
            <p:nvSpPr>
              <p:cNvPr id="18554" name="Text Box 69"/>
              <p:cNvSpPr txBox="1"/>
              <p:nvPr/>
            </p:nvSpPr>
            <p:spPr>
              <a:xfrm>
                <a:off x="2640" y="988"/>
                <a:ext cx="480" cy="25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000" b="1" dirty="0"/>
                  <a:t>4</a:t>
                </a:r>
              </a:p>
            </p:txBody>
          </p:sp>
          <p:sp>
            <p:nvSpPr>
              <p:cNvPr id="18555" name="Line 70"/>
              <p:cNvSpPr/>
              <p:nvPr/>
            </p:nvSpPr>
            <p:spPr>
              <a:xfrm flipH="1">
                <a:off x="2784" y="1094"/>
                <a:ext cx="96" cy="96"/>
              </a:xfrm>
              <a:prstGeom prst="line">
                <a:avLst/>
              </a:prstGeom>
              <a:ln w="38100" cap="sq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8556" name="Line 71"/>
              <p:cNvSpPr/>
              <p:nvPr/>
            </p:nvSpPr>
            <p:spPr>
              <a:xfrm flipH="1">
                <a:off x="2928" y="1718"/>
                <a:ext cx="96" cy="96"/>
              </a:xfrm>
              <a:prstGeom prst="line">
                <a:avLst/>
              </a:prstGeom>
              <a:ln w="38100" cap="sq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8557" name="Line 72"/>
              <p:cNvSpPr/>
              <p:nvPr/>
            </p:nvSpPr>
            <p:spPr>
              <a:xfrm flipH="1">
                <a:off x="1920" y="2870"/>
                <a:ext cx="96" cy="96"/>
              </a:xfrm>
              <a:prstGeom prst="line">
                <a:avLst/>
              </a:prstGeom>
              <a:ln w="38100" cap="sq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8558" name="Text Box 73"/>
              <p:cNvSpPr txBox="1"/>
              <p:nvPr/>
            </p:nvSpPr>
            <p:spPr>
              <a:xfrm>
                <a:off x="2016" y="2822"/>
                <a:ext cx="480" cy="25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000" b="1" dirty="0"/>
                  <a:t>10</a:t>
                </a:r>
              </a:p>
            </p:txBody>
          </p:sp>
          <p:sp>
            <p:nvSpPr>
              <p:cNvPr id="18559" name="Text Box 74"/>
              <p:cNvSpPr txBox="1"/>
              <p:nvPr/>
            </p:nvSpPr>
            <p:spPr>
              <a:xfrm>
                <a:off x="2784" y="1612"/>
                <a:ext cx="480" cy="25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000" b="1" dirty="0"/>
                  <a:t>4</a:t>
                </a:r>
              </a:p>
            </p:txBody>
          </p:sp>
        </p:grpSp>
        <p:grpSp>
          <p:nvGrpSpPr>
            <p:cNvPr id="18462" name="Group 75"/>
            <p:cNvGrpSpPr/>
            <p:nvPr/>
          </p:nvGrpSpPr>
          <p:grpSpPr>
            <a:xfrm>
              <a:off x="3120" y="806"/>
              <a:ext cx="1440" cy="2448"/>
              <a:chOff x="3120" y="806"/>
              <a:chExt cx="1440" cy="2448"/>
            </a:xfrm>
          </p:grpSpPr>
          <p:sp>
            <p:nvSpPr>
              <p:cNvPr id="18521" name="Line 76"/>
              <p:cNvSpPr/>
              <p:nvPr/>
            </p:nvSpPr>
            <p:spPr>
              <a:xfrm>
                <a:off x="3264" y="1334"/>
                <a:ext cx="0" cy="1728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8522" name="Line 77"/>
              <p:cNvSpPr/>
              <p:nvPr/>
            </p:nvSpPr>
            <p:spPr>
              <a:xfrm>
                <a:off x="3120" y="1718"/>
                <a:ext cx="0" cy="1536"/>
              </a:xfrm>
              <a:prstGeom prst="line">
                <a:avLst/>
              </a:prstGeom>
              <a:ln w="38100" cap="flat" cmpd="sng">
                <a:solidFill>
                  <a:srgbClr val="FFFF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8523" name="Line 78"/>
              <p:cNvSpPr/>
              <p:nvPr/>
            </p:nvSpPr>
            <p:spPr>
              <a:xfrm>
                <a:off x="4272" y="950"/>
                <a:ext cx="0" cy="1536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triangle" w="med" len="med"/>
                <a:tailEnd type="none" w="med" len="med"/>
              </a:ln>
            </p:spPr>
          </p:sp>
          <p:sp>
            <p:nvSpPr>
              <p:cNvPr id="18524" name="Line 79"/>
              <p:cNvSpPr/>
              <p:nvPr/>
            </p:nvSpPr>
            <p:spPr>
              <a:xfrm flipH="1">
                <a:off x="3984" y="2486"/>
                <a:ext cx="28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18525" name="Line 80"/>
              <p:cNvSpPr/>
              <p:nvPr/>
            </p:nvSpPr>
            <p:spPr>
              <a:xfrm flipH="1">
                <a:off x="3120" y="2678"/>
                <a:ext cx="384" cy="0"/>
              </a:xfrm>
              <a:prstGeom prst="line">
                <a:avLst/>
              </a:prstGeom>
              <a:ln w="38100" cap="flat" cmpd="sng">
                <a:solidFill>
                  <a:srgbClr val="FFFF00"/>
                </a:solidFill>
                <a:prstDash val="solid"/>
                <a:headEnd type="triangle" w="med" len="med"/>
                <a:tailEnd type="none" w="med" len="med"/>
              </a:ln>
            </p:spPr>
          </p:sp>
          <p:sp>
            <p:nvSpPr>
              <p:cNvPr id="18526" name="Line 81"/>
              <p:cNvSpPr/>
              <p:nvPr/>
            </p:nvSpPr>
            <p:spPr>
              <a:xfrm flipH="1">
                <a:off x="3264" y="2294"/>
                <a:ext cx="240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triangle" w="med" len="med"/>
                <a:tailEnd type="none" w="med" len="med"/>
              </a:ln>
            </p:spPr>
          </p:sp>
          <p:grpSp>
            <p:nvGrpSpPr>
              <p:cNvPr id="18527" name="Group 82"/>
              <p:cNvGrpSpPr/>
              <p:nvPr/>
            </p:nvGrpSpPr>
            <p:grpSpPr>
              <a:xfrm>
                <a:off x="3408" y="2198"/>
                <a:ext cx="720" cy="624"/>
                <a:chOff x="720" y="2928"/>
                <a:chExt cx="720" cy="624"/>
              </a:xfrm>
            </p:grpSpPr>
            <p:sp>
              <p:nvSpPr>
                <p:cNvPr id="18541" name="Rectangle 83"/>
                <p:cNvSpPr/>
                <p:nvPr/>
              </p:nvSpPr>
              <p:spPr>
                <a:xfrm>
                  <a:off x="816" y="2928"/>
                  <a:ext cx="480" cy="624"/>
                </a:xfrm>
                <a:prstGeom prst="rect">
                  <a:avLst/>
                </a:prstGeom>
                <a:noFill/>
                <a:ln w="38100" cap="sq" cmpd="sng">
                  <a:solidFill>
                    <a:schemeClr val="tx1"/>
                  </a:solidFill>
                  <a:prstDash val="solid"/>
                  <a:miter/>
                  <a:headEnd type="none" w="sm" len="sm"/>
                  <a:tailEnd type="none" w="sm" len="sm"/>
                </a:ln>
              </p:spPr>
              <p:txBody>
                <a:bodyPr wrap="none" anchor="ctr" anchorCtr="0"/>
                <a:lstStyle/>
                <a:p>
                  <a:endParaRPr lang="zh-CN" altLang="en-US" dirty="0"/>
                </a:p>
              </p:txBody>
            </p:sp>
            <p:sp>
              <p:nvSpPr>
                <p:cNvPr id="18542" name="Text Box 84"/>
                <p:cNvSpPr txBox="1"/>
                <p:nvPr/>
              </p:nvSpPr>
              <p:spPr>
                <a:xfrm>
                  <a:off x="720" y="3120"/>
                  <a:ext cx="720" cy="250"/>
                </a:xfrm>
                <a:prstGeom prst="rect">
                  <a:avLst/>
                </a:prstGeom>
                <a:noFill/>
                <a:ln w="38100">
                  <a:noFill/>
                </a:ln>
              </p:spPr>
              <p:txBody>
                <a:bodyPr>
                  <a:spAutoFit/>
                </a:bodyPr>
                <a:lstStyle/>
                <a:p>
                  <a:pPr eaLnBrk="0" hangingPunct="0">
                    <a:spcBef>
                      <a:spcPct val="50000"/>
                    </a:spcBef>
                  </a:pPr>
                  <a:r>
                    <a:rPr lang="en-US" altLang="zh-CN" sz="2000" b="1" dirty="0"/>
                    <a:t> 1K×4</a:t>
                  </a:r>
                </a:p>
              </p:txBody>
            </p:sp>
          </p:grpSp>
          <p:sp>
            <p:nvSpPr>
              <p:cNvPr id="18528" name="Line 85"/>
              <p:cNvSpPr/>
              <p:nvPr/>
            </p:nvSpPr>
            <p:spPr>
              <a:xfrm flipV="1">
                <a:off x="4128" y="806"/>
                <a:ext cx="0" cy="72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18529" name="Line 86"/>
              <p:cNvSpPr/>
              <p:nvPr/>
            </p:nvSpPr>
            <p:spPr>
              <a:xfrm>
                <a:off x="3984" y="1526"/>
                <a:ext cx="144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triangle" w="med" len="med"/>
                <a:tailEnd type="none" w="med" len="med"/>
              </a:ln>
            </p:spPr>
          </p:sp>
          <p:sp>
            <p:nvSpPr>
              <p:cNvPr id="18530" name="Line 87"/>
              <p:cNvSpPr/>
              <p:nvPr/>
            </p:nvSpPr>
            <p:spPr>
              <a:xfrm flipH="1">
                <a:off x="3120" y="1718"/>
                <a:ext cx="384" cy="0"/>
              </a:xfrm>
              <a:prstGeom prst="line">
                <a:avLst/>
              </a:prstGeom>
              <a:ln w="38100" cap="flat" cmpd="sng">
                <a:solidFill>
                  <a:srgbClr val="FFFF00"/>
                </a:solidFill>
                <a:prstDash val="solid"/>
                <a:headEnd type="triangle" w="med" len="med"/>
                <a:tailEnd type="none" w="med" len="med"/>
              </a:ln>
            </p:spPr>
          </p:sp>
          <p:sp>
            <p:nvSpPr>
              <p:cNvPr id="18531" name="Line 88"/>
              <p:cNvSpPr/>
              <p:nvPr/>
            </p:nvSpPr>
            <p:spPr>
              <a:xfrm flipH="1">
                <a:off x="3264" y="1334"/>
                <a:ext cx="240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triangle" w="med" len="med"/>
                <a:tailEnd type="none" w="med" len="med"/>
              </a:ln>
            </p:spPr>
          </p:sp>
          <p:grpSp>
            <p:nvGrpSpPr>
              <p:cNvPr id="18532" name="Group 89"/>
              <p:cNvGrpSpPr/>
              <p:nvPr/>
            </p:nvGrpSpPr>
            <p:grpSpPr>
              <a:xfrm>
                <a:off x="3408" y="1238"/>
                <a:ext cx="720" cy="624"/>
                <a:chOff x="720" y="2928"/>
                <a:chExt cx="720" cy="624"/>
              </a:xfrm>
            </p:grpSpPr>
            <p:sp>
              <p:nvSpPr>
                <p:cNvPr id="18539" name="Rectangle 90"/>
                <p:cNvSpPr/>
                <p:nvPr/>
              </p:nvSpPr>
              <p:spPr>
                <a:xfrm>
                  <a:off x="816" y="2928"/>
                  <a:ext cx="480" cy="624"/>
                </a:xfrm>
                <a:prstGeom prst="rect">
                  <a:avLst/>
                </a:prstGeom>
                <a:noFill/>
                <a:ln w="38100" cap="sq" cmpd="sng">
                  <a:solidFill>
                    <a:schemeClr val="tx1"/>
                  </a:solidFill>
                  <a:prstDash val="solid"/>
                  <a:miter/>
                  <a:headEnd type="none" w="sm" len="sm"/>
                  <a:tailEnd type="none" w="sm" len="sm"/>
                </a:ln>
              </p:spPr>
              <p:txBody>
                <a:bodyPr wrap="none" anchor="ctr" anchorCtr="0"/>
                <a:lstStyle/>
                <a:p>
                  <a:endParaRPr lang="zh-CN" altLang="en-US" dirty="0"/>
                </a:p>
              </p:txBody>
            </p:sp>
            <p:sp>
              <p:nvSpPr>
                <p:cNvPr id="18540" name="Text Box 91"/>
                <p:cNvSpPr txBox="1"/>
                <p:nvPr/>
              </p:nvSpPr>
              <p:spPr>
                <a:xfrm>
                  <a:off x="720" y="3120"/>
                  <a:ext cx="720" cy="250"/>
                </a:xfrm>
                <a:prstGeom prst="rect">
                  <a:avLst/>
                </a:prstGeom>
                <a:noFill/>
                <a:ln w="38100">
                  <a:noFill/>
                </a:ln>
              </p:spPr>
              <p:txBody>
                <a:bodyPr>
                  <a:spAutoFit/>
                </a:bodyPr>
                <a:lstStyle/>
                <a:p>
                  <a:pPr eaLnBrk="0" hangingPunct="0">
                    <a:spcBef>
                      <a:spcPct val="50000"/>
                    </a:spcBef>
                  </a:pPr>
                  <a:r>
                    <a:rPr lang="en-US" altLang="zh-CN" sz="2000" b="1" dirty="0"/>
                    <a:t> 1K×4</a:t>
                  </a:r>
                </a:p>
              </p:txBody>
            </p:sp>
          </p:grpSp>
          <p:sp>
            <p:nvSpPr>
              <p:cNvPr id="18533" name="Text Box 92"/>
              <p:cNvSpPr txBox="1"/>
              <p:nvPr/>
            </p:nvSpPr>
            <p:spPr>
              <a:xfrm>
                <a:off x="3936" y="988"/>
                <a:ext cx="480" cy="25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000" b="1" dirty="0"/>
                  <a:t>4</a:t>
                </a:r>
              </a:p>
            </p:txBody>
          </p:sp>
          <p:sp>
            <p:nvSpPr>
              <p:cNvPr id="18534" name="Line 93"/>
              <p:cNvSpPr/>
              <p:nvPr/>
            </p:nvSpPr>
            <p:spPr>
              <a:xfrm flipH="1">
                <a:off x="4080" y="1094"/>
                <a:ext cx="96" cy="96"/>
              </a:xfrm>
              <a:prstGeom prst="line">
                <a:avLst/>
              </a:prstGeom>
              <a:ln w="38100" cap="sq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8535" name="Line 94"/>
              <p:cNvSpPr/>
              <p:nvPr/>
            </p:nvSpPr>
            <p:spPr>
              <a:xfrm flipH="1">
                <a:off x="4224" y="1718"/>
                <a:ext cx="96" cy="96"/>
              </a:xfrm>
              <a:prstGeom prst="line">
                <a:avLst/>
              </a:prstGeom>
              <a:ln w="38100" cap="sq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8536" name="Line 95"/>
              <p:cNvSpPr/>
              <p:nvPr/>
            </p:nvSpPr>
            <p:spPr>
              <a:xfrm flipH="1">
                <a:off x="3216" y="2870"/>
                <a:ext cx="96" cy="96"/>
              </a:xfrm>
              <a:prstGeom prst="line">
                <a:avLst/>
              </a:prstGeom>
              <a:ln w="38100" cap="sq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8537" name="Text Box 96"/>
              <p:cNvSpPr txBox="1"/>
              <p:nvPr/>
            </p:nvSpPr>
            <p:spPr>
              <a:xfrm>
                <a:off x="3312" y="2822"/>
                <a:ext cx="480" cy="25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000" b="1" dirty="0"/>
                  <a:t>10</a:t>
                </a:r>
              </a:p>
            </p:txBody>
          </p:sp>
          <p:sp>
            <p:nvSpPr>
              <p:cNvPr id="18538" name="Text Box 97"/>
              <p:cNvSpPr txBox="1"/>
              <p:nvPr/>
            </p:nvSpPr>
            <p:spPr>
              <a:xfrm>
                <a:off x="4080" y="1612"/>
                <a:ext cx="480" cy="25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000" b="1" dirty="0"/>
                  <a:t>4</a:t>
                </a:r>
              </a:p>
            </p:txBody>
          </p:sp>
        </p:grpSp>
        <p:sp>
          <p:nvSpPr>
            <p:cNvPr id="18463" name="Text Box 98"/>
            <p:cNvSpPr txBox="1"/>
            <p:nvPr/>
          </p:nvSpPr>
          <p:spPr>
            <a:xfrm>
              <a:off x="5376" y="1622"/>
              <a:ext cx="480" cy="250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 b="1" dirty="0"/>
                <a:t>4</a:t>
              </a:r>
            </a:p>
          </p:txBody>
        </p:sp>
        <p:sp>
          <p:nvSpPr>
            <p:cNvPr id="18464" name="Text Box 99"/>
            <p:cNvSpPr txBox="1"/>
            <p:nvPr/>
          </p:nvSpPr>
          <p:spPr>
            <a:xfrm>
              <a:off x="0" y="2822"/>
              <a:ext cx="816" cy="250"/>
            </a:xfrm>
            <a:prstGeom prst="rect">
              <a:avLst/>
            </a:prstGeom>
            <a:noFill/>
            <a:ln w="12700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 b="1" dirty="0"/>
                <a:t>A9~A0</a:t>
              </a:r>
            </a:p>
          </p:txBody>
        </p:sp>
        <p:grpSp>
          <p:nvGrpSpPr>
            <p:cNvPr id="18465" name="Group 100"/>
            <p:cNvGrpSpPr/>
            <p:nvPr/>
          </p:nvGrpSpPr>
          <p:grpSpPr>
            <a:xfrm>
              <a:off x="48" y="604"/>
              <a:ext cx="5712" cy="452"/>
              <a:chOff x="48" y="604"/>
              <a:chExt cx="5712" cy="452"/>
            </a:xfrm>
          </p:grpSpPr>
          <p:sp>
            <p:nvSpPr>
              <p:cNvPr id="18513" name="Line 101"/>
              <p:cNvSpPr/>
              <p:nvPr/>
            </p:nvSpPr>
            <p:spPr>
              <a:xfrm>
                <a:off x="624" y="806"/>
                <a:ext cx="5136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triangle" w="med" len="med"/>
                <a:tailEnd type="triangle" w="med" len="med"/>
              </a:ln>
            </p:spPr>
          </p:sp>
          <p:sp>
            <p:nvSpPr>
              <p:cNvPr id="18514" name="Line 102"/>
              <p:cNvSpPr/>
              <p:nvPr/>
            </p:nvSpPr>
            <p:spPr>
              <a:xfrm flipV="1">
                <a:off x="624" y="950"/>
                <a:ext cx="5136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triangle" w="med" len="med"/>
                <a:tailEnd type="triangle" w="med" len="med"/>
              </a:ln>
            </p:spPr>
          </p:sp>
          <p:sp>
            <p:nvSpPr>
              <p:cNvPr id="18515" name="Text Box 103"/>
              <p:cNvSpPr txBox="1"/>
              <p:nvPr/>
            </p:nvSpPr>
            <p:spPr>
              <a:xfrm>
                <a:off x="48" y="652"/>
                <a:ext cx="816" cy="25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000" b="1" dirty="0"/>
                  <a:t>D7~D4</a:t>
                </a:r>
              </a:p>
            </p:txBody>
          </p:sp>
          <p:sp>
            <p:nvSpPr>
              <p:cNvPr id="18516" name="Text Box 104"/>
              <p:cNvSpPr txBox="1"/>
              <p:nvPr/>
            </p:nvSpPr>
            <p:spPr>
              <a:xfrm>
                <a:off x="48" y="806"/>
                <a:ext cx="816" cy="25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000" b="1" dirty="0"/>
                  <a:t>D3~D0</a:t>
                </a:r>
              </a:p>
            </p:txBody>
          </p:sp>
          <p:sp>
            <p:nvSpPr>
              <p:cNvPr id="18517" name="Text Box 105"/>
              <p:cNvSpPr txBox="1"/>
              <p:nvPr/>
            </p:nvSpPr>
            <p:spPr>
              <a:xfrm>
                <a:off x="816" y="604"/>
                <a:ext cx="480" cy="25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000" b="1" dirty="0"/>
                  <a:t>4</a:t>
                </a:r>
              </a:p>
            </p:txBody>
          </p:sp>
          <p:sp>
            <p:nvSpPr>
              <p:cNvPr id="18518" name="Text Box 106"/>
              <p:cNvSpPr txBox="1"/>
              <p:nvPr/>
            </p:nvSpPr>
            <p:spPr>
              <a:xfrm>
                <a:off x="768" y="748"/>
                <a:ext cx="480" cy="25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000" b="1" dirty="0"/>
                  <a:t>4</a:t>
                </a:r>
              </a:p>
            </p:txBody>
          </p:sp>
          <p:sp>
            <p:nvSpPr>
              <p:cNvPr id="18519" name="Line 107"/>
              <p:cNvSpPr/>
              <p:nvPr/>
            </p:nvSpPr>
            <p:spPr>
              <a:xfrm flipH="1">
                <a:off x="912" y="758"/>
                <a:ext cx="96" cy="96"/>
              </a:xfrm>
              <a:prstGeom prst="line">
                <a:avLst/>
              </a:prstGeom>
              <a:ln w="38100" cap="sq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8520" name="Line 108"/>
              <p:cNvSpPr/>
              <p:nvPr/>
            </p:nvSpPr>
            <p:spPr>
              <a:xfrm flipH="1">
                <a:off x="864" y="902"/>
                <a:ext cx="96" cy="96"/>
              </a:xfrm>
              <a:prstGeom prst="line">
                <a:avLst/>
              </a:prstGeom>
              <a:ln w="38100" cap="sq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</p:grpSp>
        <p:grpSp>
          <p:nvGrpSpPr>
            <p:cNvPr id="18466" name="Group 109"/>
            <p:cNvGrpSpPr/>
            <p:nvPr/>
          </p:nvGrpSpPr>
          <p:grpSpPr>
            <a:xfrm>
              <a:off x="0" y="3024"/>
              <a:ext cx="5760" cy="96"/>
              <a:chOff x="0" y="3014"/>
              <a:chExt cx="5760" cy="96"/>
            </a:xfrm>
          </p:grpSpPr>
          <p:sp>
            <p:nvSpPr>
              <p:cNvPr id="18511" name="Line 110"/>
              <p:cNvSpPr/>
              <p:nvPr/>
            </p:nvSpPr>
            <p:spPr>
              <a:xfrm>
                <a:off x="0" y="3062"/>
                <a:ext cx="5760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18512" name="Line 111"/>
              <p:cNvSpPr/>
              <p:nvPr/>
            </p:nvSpPr>
            <p:spPr>
              <a:xfrm flipH="1">
                <a:off x="192" y="3014"/>
                <a:ext cx="96" cy="96"/>
              </a:xfrm>
              <a:prstGeom prst="line">
                <a:avLst/>
              </a:prstGeom>
              <a:ln w="38100" cap="sq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</p:grpSp>
        <p:sp>
          <p:nvSpPr>
            <p:cNvPr id="18467" name="Line 112"/>
            <p:cNvSpPr/>
            <p:nvPr/>
          </p:nvSpPr>
          <p:spPr>
            <a:xfrm>
              <a:off x="336" y="2006"/>
              <a:ext cx="4704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18468" name="Group 113"/>
            <p:cNvGrpSpPr/>
            <p:nvPr/>
          </p:nvGrpSpPr>
          <p:grpSpPr>
            <a:xfrm>
              <a:off x="0" y="1814"/>
              <a:ext cx="624" cy="250"/>
              <a:chOff x="0" y="1814"/>
              <a:chExt cx="624" cy="250"/>
            </a:xfrm>
          </p:grpSpPr>
          <p:sp>
            <p:nvSpPr>
              <p:cNvPr id="18509" name="Text Box 114"/>
              <p:cNvSpPr txBox="1"/>
              <p:nvPr/>
            </p:nvSpPr>
            <p:spPr>
              <a:xfrm>
                <a:off x="0" y="1814"/>
                <a:ext cx="624" cy="25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000" b="1" dirty="0"/>
                  <a:t>R/W</a:t>
                </a:r>
              </a:p>
            </p:txBody>
          </p:sp>
          <p:sp>
            <p:nvSpPr>
              <p:cNvPr id="18510" name="Line 115"/>
              <p:cNvSpPr/>
              <p:nvPr/>
            </p:nvSpPr>
            <p:spPr>
              <a:xfrm>
                <a:off x="192" y="1814"/>
                <a:ext cx="192" cy="0"/>
              </a:xfrm>
              <a:prstGeom prst="line">
                <a:avLst/>
              </a:prstGeom>
              <a:ln w="38100" cap="sq" cmpd="sng">
                <a:solidFill>
                  <a:schemeClr val="tx1"/>
                </a:solidFill>
                <a:prstDash val="solid"/>
                <a:headEnd type="none" w="sm" len="sm"/>
                <a:tailEnd type="none" w="sm" len="sm"/>
              </a:ln>
            </p:spPr>
          </p:sp>
        </p:grpSp>
        <p:grpSp>
          <p:nvGrpSpPr>
            <p:cNvPr id="18469" name="Group 116"/>
            <p:cNvGrpSpPr/>
            <p:nvPr/>
          </p:nvGrpSpPr>
          <p:grpSpPr>
            <a:xfrm>
              <a:off x="3936" y="3120"/>
              <a:ext cx="1152" cy="874"/>
              <a:chOff x="3936" y="3120"/>
              <a:chExt cx="1152" cy="874"/>
            </a:xfrm>
          </p:grpSpPr>
          <p:sp>
            <p:nvSpPr>
              <p:cNvPr id="18501" name="Rectangle 117"/>
              <p:cNvSpPr/>
              <p:nvPr/>
            </p:nvSpPr>
            <p:spPr>
              <a:xfrm>
                <a:off x="4176" y="3350"/>
                <a:ext cx="528" cy="192"/>
              </a:xfrm>
              <a:prstGeom prst="rect">
                <a:avLst/>
              </a:prstGeom>
              <a:noFill/>
              <a:ln w="38100" cap="sq" cmpd="sng">
                <a:solidFill>
                  <a:srgbClr val="FFFF00"/>
                </a:solidFill>
                <a:prstDash val="solid"/>
                <a:miter/>
                <a:headEnd type="none" w="sm" len="sm"/>
                <a:tailEnd type="none" w="sm" len="sm"/>
              </a:ln>
            </p:spPr>
            <p:txBody>
              <a:bodyPr wrap="none" anchor="ctr" anchorCtr="0"/>
              <a:lstStyle/>
              <a:p>
                <a:endParaRPr lang="zh-CN" altLang="en-US" dirty="0"/>
              </a:p>
            </p:txBody>
          </p:sp>
          <p:sp>
            <p:nvSpPr>
              <p:cNvPr id="18502" name="Oval 118"/>
              <p:cNvSpPr/>
              <p:nvPr/>
            </p:nvSpPr>
            <p:spPr>
              <a:xfrm flipH="1" flipV="1">
                <a:off x="4368" y="3254"/>
                <a:ext cx="96" cy="96"/>
              </a:xfrm>
              <a:prstGeom prst="ellipse">
                <a:avLst/>
              </a:prstGeom>
              <a:noFill/>
              <a:ln w="38100" cap="sq" cmpd="sng">
                <a:solidFill>
                  <a:srgbClr val="FFFF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 wrap="none" anchor="ctr" anchorCtr="0"/>
              <a:lstStyle/>
              <a:p>
                <a:endParaRPr lang="zh-CN" altLang="en-US" dirty="0"/>
              </a:p>
            </p:txBody>
          </p:sp>
          <p:sp>
            <p:nvSpPr>
              <p:cNvPr id="18503" name="Line 119"/>
              <p:cNvSpPr/>
              <p:nvPr/>
            </p:nvSpPr>
            <p:spPr>
              <a:xfrm>
                <a:off x="4320" y="3552"/>
                <a:ext cx="0" cy="192"/>
              </a:xfrm>
              <a:prstGeom prst="line">
                <a:avLst/>
              </a:prstGeom>
              <a:ln w="38100" cap="sq" cmpd="sng">
                <a:solidFill>
                  <a:srgbClr val="FFFF00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8504" name="Line 120"/>
              <p:cNvSpPr/>
              <p:nvPr/>
            </p:nvSpPr>
            <p:spPr>
              <a:xfrm>
                <a:off x="4560" y="3542"/>
                <a:ext cx="0" cy="192"/>
              </a:xfrm>
              <a:prstGeom prst="line">
                <a:avLst/>
              </a:prstGeom>
              <a:ln w="38100" cap="sq" cmpd="sng">
                <a:solidFill>
                  <a:srgbClr val="FFFF00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8505" name="Text Box 121"/>
              <p:cNvSpPr txBox="1"/>
              <p:nvPr/>
            </p:nvSpPr>
            <p:spPr>
              <a:xfrm>
                <a:off x="3984" y="3744"/>
                <a:ext cx="1104" cy="25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000" b="1" dirty="0">
                    <a:solidFill>
                      <a:srgbClr val="FFFF00"/>
                    </a:solidFill>
                  </a:rPr>
                  <a:t>A11       A10</a:t>
                </a:r>
              </a:p>
            </p:txBody>
          </p:sp>
          <p:grpSp>
            <p:nvGrpSpPr>
              <p:cNvPr id="18506" name="Group 122"/>
              <p:cNvGrpSpPr/>
              <p:nvPr/>
            </p:nvGrpSpPr>
            <p:grpSpPr>
              <a:xfrm>
                <a:off x="3936" y="3120"/>
                <a:ext cx="480" cy="250"/>
                <a:chOff x="3696" y="3408"/>
                <a:chExt cx="480" cy="250"/>
              </a:xfrm>
            </p:grpSpPr>
            <p:sp>
              <p:nvSpPr>
                <p:cNvPr id="18507" name="Text Box 123"/>
                <p:cNvSpPr txBox="1"/>
                <p:nvPr/>
              </p:nvSpPr>
              <p:spPr>
                <a:xfrm>
                  <a:off x="3696" y="3408"/>
                  <a:ext cx="480" cy="250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zh-CN" sz="2000" b="1" dirty="0">
                      <a:solidFill>
                        <a:srgbClr val="FFFF00"/>
                      </a:solidFill>
                    </a:rPr>
                    <a:t>CS3</a:t>
                  </a:r>
                </a:p>
              </p:txBody>
            </p:sp>
            <p:sp>
              <p:nvSpPr>
                <p:cNvPr id="18508" name="Line 124"/>
                <p:cNvSpPr/>
                <p:nvPr/>
              </p:nvSpPr>
              <p:spPr>
                <a:xfrm>
                  <a:off x="3792" y="3418"/>
                  <a:ext cx="192" cy="0"/>
                </a:xfrm>
                <a:prstGeom prst="line">
                  <a:avLst/>
                </a:prstGeom>
                <a:ln w="28575" cap="sq" cmpd="sng">
                  <a:solidFill>
                    <a:srgbClr val="FFFF00"/>
                  </a:solidFill>
                  <a:prstDash val="solid"/>
                  <a:headEnd type="none" w="sm" len="sm"/>
                  <a:tailEnd type="none" w="sm" len="sm"/>
                </a:ln>
              </p:spPr>
            </p:sp>
          </p:grpSp>
        </p:grpSp>
        <p:grpSp>
          <p:nvGrpSpPr>
            <p:cNvPr id="18470" name="Group 125"/>
            <p:cNvGrpSpPr/>
            <p:nvPr/>
          </p:nvGrpSpPr>
          <p:grpSpPr>
            <a:xfrm>
              <a:off x="48" y="3120"/>
              <a:ext cx="1104" cy="854"/>
              <a:chOff x="48" y="3120"/>
              <a:chExt cx="1104" cy="854"/>
            </a:xfrm>
          </p:grpSpPr>
          <p:sp>
            <p:nvSpPr>
              <p:cNvPr id="18492" name="Rectangle 126"/>
              <p:cNvSpPr/>
              <p:nvPr/>
            </p:nvSpPr>
            <p:spPr>
              <a:xfrm>
                <a:off x="288" y="3350"/>
                <a:ext cx="528" cy="192"/>
              </a:xfrm>
              <a:prstGeom prst="rect">
                <a:avLst/>
              </a:prstGeom>
              <a:noFill/>
              <a:ln w="38100" cap="sq" cmpd="sng">
                <a:solidFill>
                  <a:srgbClr val="FFFF00"/>
                </a:solidFill>
                <a:prstDash val="solid"/>
                <a:miter/>
                <a:headEnd type="none" w="sm" len="sm"/>
                <a:tailEnd type="none" w="sm" len="sm"/>
              </a:ln>
            </p:spPr>
            <p:txBody>
              <a:bodyPr wrap="none" anchor="ctr" anchorCtr="0"/>
              <a:lstStyle/>
              <a:p>
                <a:endParaRPr lang="zh-CN" altLang="en-US" dirty="0"/>
              </a:p>
            </p:txBody>
          </p:sp>
          <p:sp>
            <p:nvSpPr>
              <p:cNvPr id="18493" name="Oval 127"/>
              <p:cNvSpPr/>
              <p:nvPr/>
            </p:nvSpPr>
            <p:spPr>
              <a:xfrm flipH="1" flipV="1">
                <a:off x="480" y="3254"/>
                <a:ext cx="96" cy="96"/>
              </a:xfrm>
              <a:prstGeom prst="ellipse">
                <a:avLst/>
              </a:prstGeom>
              <a:noFill/>
              <a:ln w="38100" cap="sq" cmpd="sng">
                <a:solidFill>
                  <a:srgbClr val="FFFF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 wrap="none" anchor="ctr" anchorCtr="0"/>
              <a:lstStyle/>
              <a:p>
                <a:endParaRPr lang="zh-CN" altLang="en-US" dirty="0"/>
              </a:p>
            </p:txBody>
          </p:sp>
          <p:sp>
            <p:nvSpPr>
              <p:cNvPr id="18494" name="Line 128"/>
              <p:cNvSpPr/>
              <p:nvPr/>
            </p:nvSpPr>
            <p:spPr>
              <a:xfrm>
                <a:off x="384" y="3542"/>
                <a:ext cx="0" cy="192"/>
              </a:xfrm>
              <a:prstGeom prst="line">
                <a:avLst/>
              </a:prstGeom>
              <a:ln w="38100" cap="sq" cmpd="sng">
                <a:solidFill>
                  <a:srgbClr val="FFFF00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8495" name="Line 129"/>
              <p:cNvSpPr/>
              <p:nvPr/>
            </p:nvSpPr>
            <p:spPr>
              <a:xfrm>
                <a:off x="672" y="3542"/>
                <a:ext cx="0" cy="192"/>
              </a:xfrm>
              <a:prstGeom prst="line">
                <a:avLst/>
              </a:prstGeom>
              <a:ln w="38100" cap="sq" cmpd="sng">
                <a:solidFill>
                  <a:srgbClr val="FFFF00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8496" name="Text Box 130"/>
              <p:cNvSpPr txBox="1"/>
              <p:nvPr/>
            </p:nvSpPr>
            <p:spPr>
              <a:xfrm>
                <a:off x="48" y="3724"/>
                <a:ext cx="1104" cy="25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000" b="1" dirty="0">
                    <a:solidFill>
                      <a:srgbClr val="FFFF00"/>
                    </a:solidFill>
                  </a:rPr>
                  <a:t>A11        A10</a:t>
                </a:r>
              </a:p>
            </p:txBody>
          </p:sp>
          <p:sp>
            <p:nvSpPr>
              <p:cNvPr id="18497" name="Text Box 131"/>
              <p:cNvSpPr txBox="1"/>
              <p:nvPr/>
            </p:nvSpPr>
            <p:spPr>
              <a:xfrm>
                <a:off x="96" y="3120"/>
                <a:ext cx="624" cy="25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000" b="1" dirty="0">
                    <a:solidFill>
                      <a:srgbClr val="FFFF00"/>
                    </a:solidFill>
                  </a:rPr>
                  <a:t>CS0</a:t>
                </a:r>
              </a:p>
            </p:txBody>
          </p:sp>
          <p:sp>
            <p:nvSpPr>
              <p:cNvPr id="18498" name="Line 132"/>
              <p:cNvSpPr/>
              <p:nvPr/>
            </p:nvSpPr>
            <p:spPr>
              <a:xfrm>
                <a:off x="192" y="3130"/>
                <a:ext cx="192" cy="0"/>
              </a:xfrm>
              <a:prstGeom prst="line">
                <a:avLst/>
              </a:prstGeom>
              <a:ln w="28575" cap="sq" cmpd="sng">
                <a:solidFill>
                  <a:srgbClr val="FFFF00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8499" name="Line 133"/>
              <p:cNvSpPr/>
              <p:nvPr/>
            </p:nvSpPr>
            <p:spPr>
              <a:xfrm>
                <a:off x="96" y="3744"/>
                <a:ext cx="144" cy="0"/>
              </a:xfrm>
              <a:prstGeom prst="line">
                <a:avLst/>
              </a:prstGeom>
              <a:ln w="28575" cap="sq" cmpd="sng">
                <a:solidFill>
                  <a:srgbClr val="FFFF00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8500" name="Line 134"/>
              <p:cNvSpPr/>
              <p:nvPr/>
            </p:nvSpPr>
            <p:spPr>
              <a:xfrm>
                <a:off x="720" y="3744"/>
                <a:ext cx="144" cy="0"/>
              </a:xfrm>
              <a:prstGeom prst="line">
                <a:avLst/>
              </a:prstGeom>
              <a:ln w="28575" cap="sq" cmpd="sng">
                <a:solidFill>
                  <a:srgbClr val="FFFF00"/>
                </a:solidFill>
                <a:prstDash val="solid"/>
                <a:headEnd type="none" w="sm" len="sm"/>
                <a:tailEnd type="none" w="sm" len="sm"/>
              </a:ln>
            </p:spPr>
          </p:sp>
        </p:grpSp>
        <p:grpSp>
          <p:nvGrpSpPr>
            <p:cNvPr id="18471" name="Group 135"/>
            <p:cNvGrpSpPr/>
            <p:nvPr/>
          </p:nvGrpSpPr>
          <p:grpSpPr>
            <a:xfrm>
              <a:off x="1344" y="3120"/>
              <a:ext cx="1104" cy="854"/>
              <a:chOff x="1344" y="3120"/>
              <a:chExt cx="1104" cy="854"/>
            </a:xfrm>
          </p:grpSpPr>
          <p:sp>
            <p:nvSpPr>
              <p:cNvPr id="18484" name="Rectangle 136"/>
              <p:cNvSpPr/>
              <p:nvPr/>
            </p:nvSpPr>
            <p:spPr>
              <a:xfrm>
                <a:off x="1584" y="3350"/>
                <a:ext cx="528" cy="192"/>
              </a:xfrm>
              <a:prstGeom prst="rect">
                <a:avLst/>
              </a:prstGeom>
              <a:noFill/>
              <a:ln w="38100" cap="sq" cmpd="sng">
                <a:solidFill>
                  <a:srgbClr val="FFFF00"/>
                </a:solidFill>
                <a:prstDash val="solid"/>
                <a:miter/>
                <a:headEnd type="none" w="sm" len="sm"/>
                <a:tailEnd type="none" w="sm" len="sm"/>
              </a:ln>
            </p:spPr>
            <p:txBody>
              <a:bodyPr wrap="none" anchor="ctr" anchorCtr="0"/>
              <a:lstStyle/>
              <a:p>
                <a:endParaRPr lang="zh-CN" altLang="en-US" dirty="0"/>
              </a:p>
            </p:txBody>
          </p:sp>
          <p:sp>
            <p:nvSpPr>
              <p:cNvPr id="18485" name="Oval 137"/>
              <p:cNvSpPr/>
              <p:nvPr/>
            </p:nvSpPr>
            <p:spPr>
              <a:xfrm flipH="1" flipV="1">
                <a:off x="1776" y="3254"/>
                <a:ext cx="96" cy="96"/>
              </a:xfrm>
              <a:prstGeom prst="ellipse">
                <a:avLst/>
              </a:prstGeom>
              <a:noFill/>
              <a:ln w="38100" cap="sq" cmpd="sng">
                <a:solidFill>
                  <a:srgbClr val="FFFF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 wrap="none" anchor="ctr" anchorCtr="0"/>
              <a:lstStyle/>
              <a:p>
                <a:endParaRPr lang="zh-CN" altLang="en-US" dirty="0"/>
              </a:p>
            </p:txBody>
          </p:sp>
          <p:sp>
            <p:nvSpPr>
              <p:cNvPr id="18486" name="Line 138"/>
              <p:cNvSpPr/>
              <p:nvPr/>
            </p:nvSpPr>
            <p:spPr>
              <a:xfrm>
                <a:off x="1680" y="3542"/>
                <a:ext cx="0" cy="192"/>
              </a:xfrm>
              <a:prstGeom prst="line">
                <a:avLst/>
              </a:prstGeom>
              <a:ln w="38100" cap="sq" cmpd="sng">
                <a:solidFill>
                  <a:srgbClr val="FFFF00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8487" name="Line 139"/>
              <p:cNvSpPr/>
              <p:nvPr/>
            </p:nvSpPr>
            <p:spPr>
              <a:xfrm>
                <a:off x="1968" y="3542"/>
                <a:ext cx="0" cy="192"/>
              </a:xfrm>
              <a:prstGeom prst="line">
                <a:avLst/>
              </a:prstGeom>
              <a:ln w="38100" cap="sq" cmpd="sng">
                <a:solidFill>
                  <a:srgbClr val="FFFF00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8488" name="Text Box 140"/>
              <p:cNvSpPr txBox="1"/>
              <p:nvPr/>
            </p:nvSpPr>
            <p:spPr>
              <a:xfrm>
                <a:off x="1344" y="3724"/>
                <a:ext cx="1104" cy="25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000" b="1" dirty="0">
                    <a:solidFill>
                      <a:srgbClr val="FFFF00"/>
                    </a:solidFill>
                  </a:rPr>
                  <a:t>A11        A10</a:t>
                </a:r>
              </a:p>
            </p:txBody>
          </p:sp>
          <p:sp>
            <p:nvSpPr>
              <p:cNvPr id="18489" name="Text Box 141"/>
              <p:cNvSpPr txBox="1"/>
              <p:nvPr/>
            </p:nvSpPr>
            <p:spPr>
              <a:xfrm>
                <a:off x="1344" y="3120"/>
                <a:ext cx="624" cy="25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000" b="1" dirty="0">
                    <a:solidFill>
                      <a:srgbClr val="FFFF00"/>
                    </a:solidFill>
                  </a:rPr>
                  <a:t>CS1</a:t>
                </a:r>
                <a:endParaRPr lang="en-US" altLang="zh-CN" sz="2000" b="1" dirty="0"/>
              </a:p>
            </p:txBody>
          </p:sp>
          <p:sp>
            <p:nvSpPr>
              <p:cNvPr id="18490" name="Line 142"/>
              <p:cNvSpPr/>
              <p:nvPr/>
            </p:nvSpPr>
            <p:spPr>
              <a:xfrm>
                <a:off x="1440" y="3130"/>
                <a:ext cx="192" cy="0"/>
              </a:xfrm>
              <a:prstGeom prst="line">
                <a:avLst/>
              </a:prstGeom>
              <a:ln w="28575" cap="sq" cmpd="sng">
                <a:solidFill>
                  <a:srgbClr val="FFFF00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8491" name="Line 143"/>
              <p:cNvSpPr/>
              <p:nvPr/>
            </p:nvSpPr>
            <p:spPr>
              <a:xfrm>
                <a:off x="1392" y="3744"/>
                <a:ext cx="144" cy="0"/>
              </a:xfrm>
              <a:prstGeom prst="line">
                <a:avLst/>
              </a:prstGeom>
              <a:ln w="28575" cap="sq" cmpd="sng">
                <a:solidFill>
                  <a:srgbClr val="FFFF00"/>
                </a:solidFill>
                <a:prstDash val="solid"/>
                <a:headEnd type="none" w="sm" len="sm"/>
                <a:tailEnd type="none" w="sm" len="sm"/>
              </a:ln>
            </p:spPr>
          </p:sp>
        </p:grpSp>
        <p:grpSp>
          <p:nvGrpSpPr>
            <p:cNvPr id="18472" name="Group 144"/>
            <p:cNvGrpSpPr/>
            <p:nvPr/>
          </p:nvGrpSpPr>
          <p:grpSpPr>
            <a:xfrm>
              <a:off x="2640" y="3120"/>
              <a:ext cx="1104" cy="854"/>
              <a:chOff x="2640" y="3120"/>
              <a:chExt cx="1104" cy="854"/>
            </a:xfrm>
          </p:grpSpPr>
          <p:sp>
            <p:nvSpPr>
              <p:cNvPr id="18476" name="Rectangle 145"/>
              <p:cNvSpPr/>
              <p:nvPr/>
            </p:nvSpPr>
            <p:spPr>
              <a:xfrm>
                <a:off x="2880" y="3350"/>
                <a:ext cx="528" cy="192"/>
              </a:xfrm>
              <a:prstGeom prst="rect">
                <a:avLst/>
              </a:prstGeom>
              <a:noFill/>
              <a:ln w="38100" cap="sq" cmpd="sng">
                <a:solidFill>
                  <a:srgbClr val="FFFF00"/>
                </a:solidFill>
                <a:prstDash val="solid"/>
                <a:miter/>
                <a:headEnd type="none" w="sm" len="sm"/>
                <a:tailEnd type="none" w="sm" len="sm"/>
              </a:ln>
            </p:spPr>
            <p:txBody>
              <a:bodyPr wrap="none" anchor="ctr" anchorCtr="0"/>
              <a:lstStyle/>
              <a:p>
                <a:endParaRPr lang="zh-CN" altLang="en-US" dirty="0"/>
              </a:p>
            </p:txBody>
          </p:sp>
          <p:sp>
            <p:nvSpPr>
              <p:cNvPr id="18477" name="Oval 146"/>
              <p:cNvSpPr/>
              <p:nvPr/>
            </p:nvSpPr>
            <p:spPr>
              <a:xfrm flipH="1" flipV="1">
                <a:off x="3072" y="3254"/>
                <a:ext cx="96" cy="96"/>
              </a:xfrm>
              <a:prstGeom prst="ellipse">
                <a:avLst/>
              </a:prstGeom>
              <a:noFill/>
              <a:ln w="38100" cap="sq" cmpd="sng">
                <a:solidFill>
                  <a:srgbClr val="FFFF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 wrap="none" anchor="ctr" anchorCtr="0"/>
              <a:lstStyle/>
              <a:p>
                <a:endParaRPr lang="zh-CN" altLang="en-US" dirty="0"/>
              </a:p>
            </p:txBody>
          </p:sp>
          <p:sp>
            <p:nvSpPr>
              <p:cNvPr id="18478" name="Line 147"/>
              <p:cNvSpPr/>
              <p:nvPr/>
            </p:nvSpPr>
            <p:spPr>
              <a:xfrm>
                <a:off x="2976" y="3542"/>
                <a:ext cx="0" cy="192"/>
              </a:xfrm>
              <a:prstGeom prst="line">
                <a:avLst/>
              </a:prstGeom>
              <a:ln w="38100" cap="sq" cmpd="sng">
                <a:solidFill>
                  <a:srgbClr val="FFFF00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8479" name="Line 148"/>
              <p:cNvSpPr/>
              <p:nvPr/>
            </p:nvSpPr>
            <p:spPr>
              <a:xfrm>
                <a:off x="3264" y="3542"/>
                <a:ext cx="0" cy="192"/>
              </a:xfrm>
              <a:prstGeom prst="line">
                <a:avLst/>
              </a:prstGeom>
              <a:ln w="38100" cap="sq" cmpd="sng">
                <a:solidFill>
                  <a:srgbClr val="FFFF00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8480" name="Text Box 149"/>
              <p:cNvSpPr txBox="1"/>
              <p:nvPr/>
            </p:nvSpPr>
            <p:spPr>
              <a:xfrm>
                <a:off x="2640" y="3724"/>
                <a:ext cx="1104" cy="25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000" b="1" dirty="0">
                    <a:solidFill>
                      <a:srgbClr val="FFFF00"/>
                    </a:solidFill>
                  </a:rPr>
                  <a:t>A11        A10</a:t>
                </a:r>
              </a:p>
            </p:txBody>
          </p:sp>
          <p:sp>
            <p:nvSpPr>
              <p:cNvPr id="18481" name="Text Box 150"/>
              <p:cNvSpPr txBox="1"/>
              <p:nvPr/>
            </p:nvSpPr>
            <p:spPr>
              <a:xfrm>
                <a:off x="2640" y="3120"/>
                <a:ext cx="624" cy="25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000" b="1" dirty="0">
                    <a:solidFill>
                      <a:srgbClr val="FFFF00"/>
                    </a:solidFill>
                  </a:rPr>
                  <a:t>CS2</a:t>
                </a:r>
              </a:p>
            </p:txBody>
          </p:sp>
          <p:sp>
            <p:nvSpPr>
              <p:cNvPr id="18482" name="Line 151"/>
              <p:cNvSpPr/>
              <p:nvPr/>
            </p:nvSpPr>
            <p:spPr>
              <a:xfrm>
                <a:off x="2736" y="3130"/>
                <a:ext cx="192" cy="0"/>
              </a:xfrm>
              <a:prstGeom prst="line">
                <a:avLst/>
              </a:prstGeom>
              <a:ln w="28575" cap="sq" cmpd="sng">
                <a:solidFill>
                  <a:srgbClr val="FFFF00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8483" name="Line 152"/>
              <p:cNvSpPr/>
              <p:nvPr/>
            </p:nvSpPr>
            <p:spPr>
              <a:xfrm>
                <a:off x="3312" y="3744"/>
                <a:ext cx="144" cy="0"/>
              </a:xfrm>
              <a:prstGeom prst="line">
                <a:avLst/>
              </a:prstGeom>
              <a:ln w="28575" cap="sq" cmpd="sng">
                <a:solidFill>
                  <a:srgbClr val="FFFF00"/>
                </a:solidFill>
                <a:prstDash val="solid"/>
                <a:headEnd type="none" w="sm" len="sm"/>
                <a:tailEnd type="none" w="sm" len="sm"/>
              </a:ln>
            </p:spPr>
          </p:sp>
        </p:grpSp>
        <p:sp>
          <p:nvSpPr>
            <p:cNvPr id="18473" name="Text Box 153"/>
            <p:cNvSpPr txBox="1"/>
            <p:nvPr/>
          </p:nvSpPr>
          <p:spPr>
            <a:xfrm>
              <a:off x="1728" y="336"/>
              <a:ext cx="220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（</a:t>
              </a:r>
              <a:r>
                <a:rPr lang="en-US" altLang="zh-CN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r>
                <a:rPr lang="zh-CN" altLang="en-US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）扩展单元数</a:t>
              </a:r>
            </a:p>
          </p:txBody>
        </p:sp>
        <p:sp>
          <p:nvSpPr>
            <p:cNvPr id="18474" name="Text Box 154"/>
            <p:cNvSpPr txBox="1"/>
            <p:nvPr/>
          </p:nvSpPr>
          <p:spPr>
            <a:xfrm>
              <a:off x="3552" y="336"/>
              <a:ext cx="220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（</a:t>
              </a:r>
              <a:r>
                <a:rPr lang="en-US" altLang="zh-CN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r>
                <a:rPr lang="zh-CN" altLang="en-US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）连接控制线</a:t>
              </a:r>
            </a:p>
          </p:txBody>
        </p:sp>
        <p:sp>
          <p:nvSpPr>
            <p:cNvPr id="18475" name="Text Box 155"/>
            <p:cNvSpPr txBox="1"/>
            <p:nvPr/>
          </p:nvSpPr>
          <p:spPr>
            <a:xfrm>
              <a:off x="0" y="3993"/>
              <a:ext cx="316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（</a:t>
              </a:r>
              <a:r>
                <a:rPr lang="en-US" altLang="zh-CN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4</a:t>
              </a:r>
              <a:r>
                <a:rPr lang="zh-CN" altLang="en-US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）形成片选逻辑电路</a:t>
              </a:r>
            </a:p>
          </p:txBody>
        </p:sp>
      </p:grpSp>
    </p:spTree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458" name="Group 12"/>
          <p:cNvGrpSpPr/>
          <p:nvPr/>
        </p:nvGrpSpPr>
        <p:grpSpPr>
          <a:xfrm>
            <a:off x="0" y="0"/>
            <a:ext cx="9144000" cy="6142038"/>
            <a:chOff x="0" y="0"/>
            <a:chExt cx="5760" cy="3869"/>
          </a:xfrm>
        </p:grpSpPr>
        <p:sp>
          <p:nvSpPr>
            <p:cNvPr id="19459" name="Text Box 2"/>
            <p:cNvSpPr txBox="1"/>
            <p:nvPr/>
          </p:nvSpPr>
          <p:spPr>
            <a:xfrm>
              <a:off x="528" y="0"/>
              <a:ext cx="5232" cy="160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32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某半导体存储器，按字节编址。其中，</a:t>
              </a:r>
              <a:r>
                <a:rPr lang="en-US" altLang="zh-CN" sz="32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0000H</a:t>
              </a:r>
              <a:r>
                <a:rPr lang="zh-CN" altLang="en-US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～</a:t>
              </a:r>
              <a:r>
                <a:rPr lang="zh-CN" altLang="en-US" sz="32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en-US" altLang="zh-CN" sz="32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07FFH</a:t>
              </a:r>
              <a:r>
                <a:rPr lang="zh-CN" altLang="en-US" sz="32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为</a:t>
              </a:r>
              <a:r>
                <a:rPr lang="en-US" altLang="zh-CN" sz="32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ROM</a:t>
              </a:r>
              <a:r>
                <a:rPr lang="zh-CN" altLang="en-US" sz="32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区，选用</a:t>
              </a:r>
              <a:r>
                <a:rPr lang="en-US" altLang="zh-CN" sz="32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EPROM</a:t>
              </a:r>
              <a:r>
                <a:rPr lang="zh-CN" altLang="en-US" sz="32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芯片（</a:t>
              </a:r>
              <a:r>
                <a:rPr lang="en-US" altLang="zh-CN" sz="32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2KB/</a:t>
              </a:r>
              <a:r>
                <a:rPr lang="zh-CN" altLang="en-US" sz="32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片）；</a:t>
              </a:r>
              <a:r>
                <a:rPr lang="en-US" altLang="zh-CN" sz="32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0800H</a:t>
              </a:r>
              <a:r>
                <a:rPr lang="zh-CN" altLang="en-US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～</a:t>
              </a:r>
              <a:r>
                <a:rPr lang="en-US" altLang="zh-CN" sz="32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13FFH</a:t>
              </a:r>
              <a:r>
                <a:rPr lang="zh-CN" altLang="en-US" sz="32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为</a:t>
              </a:r>
              <a:r>
                <a:rPr lang="en-US" altLang="zh-CN" sz="32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RAM</a:t>
              </a:r>
              <a:r>
                <a:rPr lang="zh-CN" altLang="en-US" sz="32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区，选用</a:t>
              </a:r>
              <a:r>
                <a:rPr lang="en-US" altLang="zh-CN" sz="32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RAM</a:t>
              </a:r>
              <a:r>
                <a:rPr lang="zh-CN" altLang="en-US" sz="32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芯片（</a:t>
              </a:r>
              <a:r>
                <a:rPr lang="en-US" altLang="zh-CN" sz="32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2KB/</a:t>
              </a:r>
              <a:r>
                <a:rPr lang="zh-CN" altLang="en-US" sz="32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片和</a:t>
              </a:r>
              <a:r>
                <a:rPr lang="en-US" altLang="zh-CN" sz="32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1KB/</a:t>
              </a:r>
              <a:r>
                <a:rPr lang="zh-CN" altLang="en-US" sz="32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片）。地址总线</a:t>
              </a:r>
              <a:r>
                <a:rPr lang="en-US" altLang="zh-CN" sz="32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A15</a:t>
              </a:r>
              <a:r>
                <a:rPr lang="zh-CN" altLang="en-US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～</a:t>
              </a:r>
              <a:r>
                <a:rPr lang="en-US" altLang="zh-CN" sz="32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A0</a:t>
              </a:r>
              <a:r>
                <a:rPr lang="zh-CN" altLang="en-US" sz="32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（低）。给出地址分配和片选逻辑。</a:t>
              </a:r>
            </a:p>
          </p:txBody>
        </p:sp>
        <p:sp>
          <p:nvSpPr>
            <p:cNvPr id="19460" name="Text Box 3"/>
            <p:cNvSpPr txBox="1"/>
            <p:nvPr/>
          </p:nvSpPr>
          <p:spPr>
            <a:xfrm>
              <a:off x="0" y="0"/>
              <a:ext cx="960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3200" b="1" dirty="0">
                  <a:solidFill>
                    <a:srgbClr val="FFFF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例</a:t>
              </a:r>
              <a:r>
                <a:rPr lang="en-US" altLang="zh-CN" sz="3200" b="1" dirty="0">
                  <a:solidFill>
                    <a:srgbClr val="FFFF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2.</a:t>
              </a:r>
            </a:p>
          </p:txBody>
        </p:sp>
        <p:sp>
          <p:nvSpPr>
            <p:cNvPr id="19461" name="Text Box 4"/>
            <p:cNvSpPr txBox="1"/>
            <p:nvPr/>
          </p:nvSpPr>
          <p:spPr>
            <a:xfrm>
              <a:off x="0" y="1680"/>
              <a:ext cx="3888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1.</a:t>
              </a:r>
              <a:r>
                <a:rPr lang="zh-CN" altLang="en-US" sz="32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计算容量和芯片数</a:t>
              </a:r>
            </a:p>
          </p:txBody>
        </p:sp>
        <p:sp>
          <p:nvSpPr>
            <p:cNvPr id="19462" name="Text Box 5"/>
            <p:cNvSpPr txBox="1"/>
            <p:nvPr/>
          </p:nvSpPr>
          <p:spPr>
            <a:xfrm>
              <a:off x="0" y="2016"/>
              <a:ext cx="2784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ROM</a:t>
              </a:r>
              <a:r>
                <a:rPr lang="zh-CN" altLang="en-US" sz="32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区：</a:t>
              </a:r>
              <a:r>
                <a:rPr lang="en-US" altLang="zh-CN" sz="32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2KB       </a:t>
              </a:r>
            </a:p>
          </p:txBody>
        </p:sp>
        <p:sp>
          <p:nvSpPr>
            <p:cNvPr id="19463" name="Text Box 6"/>
            <p:cNvSpPr txBox="1"/>
            <p:nvPr/>
          </p:nvSpPr>
          <p:spPr>
            <a:xfrm>
              <a:off x="2256" y="2016"/>
              <a:ext cx="2112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RAM</a:t>
              </a:r>
              <a:r>
                <a:rPr lang="zh-CN" altLang="en-US" sz="32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区：</a:t>
              </a:r>
              <a:r>
                <a:rPr lang="en-US" altLang="zh-CN" sz="32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3KB       </a:t>
              </a:r>
            </a:p>
          </p:txBody>
        </p:sp>
        <p:sp>
          <p:nvSpPr>
            <p:cNvPr id="19464" name="Text Box 7"/>
            <p:cNvSpPr txBox="1"/>
            <p:nvPr/>
          </p:nvSpPr>
          <p:spPr>
            <a:xfrm>
              <a:off x="0" y="2832"/>
              <a:ext cx="2208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32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存储空间分配：</a:t>
              </a:r>
            </a:p>
          </p:txBody>
        </p:sp>
        <p:sp>
          <p:nvSpPr>
            <p:cNvPr id="19465" name="Text Box 8"/>
            <p:cNvSpPr txBox="1"/>
            <p:nvPr/>
          </p:nvSpPr>
          <p:spPr>
            <a:xfrm>
              <a:off x="0" y="2400"/>
              <a:ext cx="3408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solidFill>
                    <a:srgbClr val="FFFF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2.</a:t>
              </a:r>
              <a:r>
                <a:rPr lang="zh-CN" altLang="en-US" sz="3200" b="1" dirty="0">
                  <a:solidFill>
                    <a:srgbClr val="FFFF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地址分配与片选逻辑</a:t>
              </a:r>
            </a:p>
          </p:txBody>
        </p:sp>
        <p:sp>
          <p:nvSpPr>
            <p:cNvPr id="19466" name="Text Box 9"/>
            <p:cNvSpPr txBox="1"/>
            <p:nvPr/>
          </p:nvSpPr>
          <p:spPr>
            <a:xfrm>
              <a:off x="1920" y="2832"/>
              <a:ext cx="3636" cy="67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3200" b="1" dirty="0">
                  <a:solidFill>
                    <a:srgbClr val="FFFF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先安排大容量芯片（放地址低端），再安排小容量芯片。</a:t>
              </a:r>
            </a:p>
          </p:txBody>
        </p:sp>
        <p:sp>
          <p:nvSpPr>
            <p:cNvPr id="19467" name="Text Box 10"/>
            <p:cNvSpPr txBox="1"/>
            <p:nvPr/>
          </p:nvSpPr>
          <p:spPr>
            <a:xfrm>
              <a:off x="1920" y="3504"/>
              <a:ext cx="3408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32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便于拟定片选逻辑。</a:t>
              </a:r>
            </a:p>
          </p:txBody>
        </p:sp>
        <p:sp>
          <p:nvSpPr>
            <p:cNvPr id="19468" name="Text Box 11"/>
            <p:cNvSpPr txBox="1"/>
            <p:nvPr/>
          </p:nvSpPr>
          <p:spPr>
            <a:xfrm>
              <a:off x="4368" y="2024"/>
              <a:ext cx="1052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3200" b="1" dirty="0">
                  <a:solidFill>
                    <a:srgbClr val="FFFF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共</a:t>
              </a:r>
              <a:r>
                <a:rPr lang="en-US" altLang="zh-CN" sz="3200" b="1" dirty="0">
                  <a:solidFill>
                    <a:srgbClr val="FFFF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r>
                <a:rPr lang="zh-CN" altLang="en-US" sz="3200" b="1" dirty="0">
                  <a:solidFill>
                    <a:srgbClr val="FFFF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片       </a:t>
              </a:r>
            </a:p>
          </p:txBody>
        </p:sp>
      </p:grpSp>
    </p:spTree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82" name="Group 52"/>
          <p:cNvGrpSpPr/>
          <p:nvPr/>
        </p:nvGrpSpPr>
        <p:grpSpPr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20483" name="Text Box 2"/>
            <p:cNvSpPr txBox="1"/>
            <p:nvPr/>
          </p:nvSpPr>
          <p:spPr>
            <a:xfrm>
              <a:off x="0" y="0"/>
              <a:ext cx="283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solidFill>
                    <a:srgbClr val="FFFF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b="1" dirty="0">
                  <a:solidFill>
                    <a:srgbClr val="FFFF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15</a:t>
              </a:r>
              <a:r>
                <a:rPr lang="en-US" altLang="zh-CN" sz="2800" b="1" dirty="0">
                  <a:solidFill>
                    <a:srgbClr val="FFFF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b="1" dirty="0">
                  <a:solidFill>
                    <a:srgbClr val="FFFF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14</a:t>
              </a:r>
              <a:r>
                <a:rPr lang="en-US" altLang="zh-CN" sz="2800" b="1" dirty="0">
                  <a:solidFill>
                    <a:srgbClr val="FFFF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b="1" dirty="0">
                  <a:solidFill>
                    <a:srgbClr val="FFFF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13</a:t>
              </a:r>
              <a:r>
                <a:rPr lang="en-US" altLang="zh-CN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12</a:t>
              </a:r>
              <a:r>
                <a:rPr lang="en-US" altLang="zh-CN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11</a:t>
              </a:r>
              <a:r>
                <a:rPr lang="en-US" altLang="zh-CN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10</a:t>
              </a:r>
              <a:r>
                <a:rPr lang="en-US" altLang="zh-CN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9</a:t>
              </a:r>
              <a:r>
                <a:rPr lang="en-US" altLang="zh-CN" sz="2800" b="1" dirty="0">
                  <a:ea typeface="黑体" panose="02010609060101010101" pitchFamily="49" charset="-122"/>
                </a:rPr>
                <a:t>…</a:t>
              </a:r>
              <a:r>
                <a:rPr lang="en-US" altLang="zh-CN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endPara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0484" name="Text Box 3"/>
            <p:cNvSpPr txBox="1"/>
            <p:nvPr/>
          </p:nvSpPr>
          <p:spPr>
            <a:xfrm>
              <a:off x="96" y="240"/>
              <a:ext cx="254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dirty="0">
                  <a:solidFill>
                    <a:srgbClr val="FFFF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0  0  0</a:t>
              </a:r>
              <a:r>
                <a:rPr lang="en-US" altLang="zh-CN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  0  0  </a:t>
              </a:r>
              <a:r>
                <a:rPr lang="en-US" altLang="zh-CN" b="1" dirty="0">
                  <a:solidFill>
                    <a:srgbClr val="FFFF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  </a:t>
              </a:r>
              <a:r>
                <a:rPr lang="en-US" altLang="zh-CN" b="1" dirty="0">
                  <a:solidFill>
                    <a:srgbClr val="FFFF00"/>
                  </a:solidFill>
                  <a:ea typeface="黑体" panose="02010609060101010101" pitchFamily="49" charset="-122"/>
                </a:rPr>
                <a:t>……</a:t>
              </a:r>
              <a:r>
                <a:rPr lang="en-US" altLang="zh-CN" b="1" dirty="0">
                  <a:solidFill>
                    <a:srgbClr val="FFFF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0</a:t>
              </a:r>
              <a:endParaRPr lang="en-US" altLang="zh-CN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0485" name="Text Box 4"/>
            <p:cNvSpPr txBox="1"/>
            <p:nvPr/>
          </p:nvSpPr>
          <p:spPr>
            <a:xfrm>
              <a:off x="96" y="624"/>
              <a:ext cx="249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dirty="0">
                  <a:solidFill>
                    <a:srgbClr val="FFFF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0  0  0</a:t>
              </a:r>
              <a:r>
                <a:rPr lang="en-US" altLang="zh-CN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  0  0  </a:t>
              </a:r>
              <a:r>
                <a:rPr lang="en-US" altLang="zh-CN" b="1" dirty="0">
                  <a:solidFill>
                    <a:srgbClr val="FFFF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  </a:t>
              </a:r>
              <a:r>
                <a:rPr lang="en-US" altLang="zh-CN" b="1" dirty="0">
                  <a:solidFill>
                    <a:srgbClr val="FFFF00"/>
                  </a:solidFill>
                  <a:ea typeface="黑体" panose="02010609060101010101" pitchFamily="49" charset="-122"/>
                </a:rPr>
                <a:t>……</a:t>
              </a:r>
              <a:r>
                <a:rPr lang="en-US" altLang="zh-CN" b="1" dirty="0">
                  <a:solidFill>
                    <a:srgbClr val="FFFF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1</a:t>
              </a:r>
              <a:endParaRPr lang="en-US" altLang="zh-CN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0486" name="Text Box 5"/>
            <p:cNvSpPr txBox="1"/>
            <p:nvPr/>
          </p:nvSpPr>
          <p:spPr>
            <a:xfrm>
              <a:off x="0" y="1248"/>
              <a:ext cx="273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en-US" altLang="zh-CN" b="1" dirty="0">
                  <a:solidFill>
                    <a:srgbClr val="FFFF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0  0  0</a:t>
              </a:r>
              <a:r>
                <a:rPr lang="en-US" altLang="zh-CN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  0  1  </a:t>
              </a:r>
              <a:r>
                <a:rPr lang="en-US" altLang="zh-CN" b="1" dirty="0">
                  <a:solidFill>
                    <a:srgbClr val="FFFF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  </a:t>
              </a:r>
              <a:r>
                <a:rPr lang="en-US" altLang="zh-CN" b="1" dirty="0">
                  <a:solidFill>
                    <a:srgbClr val="FFFF00"/>
                  </a:solidFill>
                  <a:ea typeface="黑体" panose="02010609060101010101" pitchFamily="49" charset="-122"/>
                </a:rPr>
                <a:t>……</a:t>
              </a:r>
              <a:r>
                <a:rPr lang="en-US" altLang="zh-CN" b="1" dirty="0">
                  <a:solidFill>
                    <a:srgbClr val="FFFF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1</a:t>
              </a:r>
              <a:endParaRPr lang="en-US" altLang="zh-CN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0487" name="Text Box 6"/>
            <p:cNvSpPr txBox="1"/>
            <p:nvPr/>
          </p:nvSpPr>
          <p:spPr>
            <a:xfrm>
              <a:off x="0" y="1776"/>
              <a:ext cx="264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en-US" altLang="zh-CN" b="1" dirty="0">
                  <a:solidFill>
                    <a:srgbClr val="FFFF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0  0  0</a:t>
              </a:r>
              <a:r>
                <a:rPr lang="en-US" altLang="zh-CN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  1  0  0  </a:t>
              </a:r>
              <a:r>
                <a:rPr lang="en-US" altLang="zh-CN" b="1" dirty="0">
                  <a:solidFill>
                    <a:srgbClr val="FFFF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 </a:t>
              </a:r>
              <a:r>
                <a:rPr lang="en-US" altLang="zh-CN" b="1" dirty="0">
                  <a:solidFill>
                    <a:srgbClr val="FFFF00"/>
                  </a:solidFill>
                  <a:ea typeface="黑体" panose="02010609060101010101" pitchFamily="49" charset="-122"/>
                </a:rPr>
                <a:t>…</a:t>
              </a:r>
              <a:r>
                <a:rPr lang="en-US" altLang="zh-CN" b="1" dirty="0">
                  <a:solidFill>
                    <a:srgbClr val="FFFF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1</a:t>
              </a:r>
              <a:endParaRPr lang="en-US" altLang="zh-CN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0488" name="Text Box 7"/>
            <p:cNvSpPr txBox="1"/>
            <p:nvPr/>
          </p:nvSpPr>
          <p:spPr>
            <a:xfrm>
              <a:off x="0" y="864"/>
              <a:ext cx="273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en-US" altLang="zh-CN" b="1" dirty="0">
                  <a:solidFill>
                    <a:srgbClr val="FFFF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0  0  0</a:t>
              </a:r>
              <a:r>
                <a:rPr lang="en-US" altLang="zh-CN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  0  1  </a:t>
              </a:r>
              <a:r>
                <a:rPr lang="en-US" altLang="zh-CN" b="1" dirty="0">
                  <a:solidFill>
                    <a:srgbClr val="FFFF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  </a:t>
              </a:r>
              <a:r>
                <a:rPr lang="en-US" altLang="zh-CN" b="1" dirty="0">
                  <a:solidFill>
                    <a:srgbClr val="FFFF00"/>
                  </a:solidFill>
                  <a:ea typeface="黑体" panose="02010609060101010101" pitchFamily="49" charset="-122"/>
                </a:rPr>
                <a:t>……</a:t>
              </a:r>
              <a:r>
                <a:rPr lang="en-US" altLang="zh-CN" b="1" dirty="0">
                  <a:solidFill>
                    <a:srgbClr val="FFFF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0</a:t>
              </a:r>
              <a:endParaRPr lang="en-US" altLang="zh-CN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0489" name="Text Box 8"/>
            <p:cNvSpPr txBox="1"/>
            <p:nvPr/>
          </p:nvSpPr>
          <p:spPr>
            <a:xfrm>
              <a:off x="0" y="1440"/>
              <a:ext cx="268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en-US" altLang="zh-CN" b="1" dirty="0">
                  <a:solidFill>
                    <a:srgbClr val="FFFF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0  0  0</a:t>
              </a:r>
              <a:r>
                <a:rPr lang="en-US" altLang="zh-CN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  1  0  0  </a:t>
              </a:r>
              <a:r>
                <a:rPr lang="en-US" altLang="zh-CN" b="1" dirty="0">
                  <a:solidFill>
                    <a:srgbClr val="FFFF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 </a:t>
              </a:r>
              <a:r>
                <a:rPr lang="en-US" altLang="zh-CN" b="1" dirty="0">
                  <a:solidFill>
                    <a:srgbClr val="FFFF00"/>
                  </a:solidFill>
                  <a:ea typeface="黑体" panose="02010609060101010101" pitchFamily="49" charset="-122"/>
                </a:rPr>
                <a:t>…</a:t>
              </a:r>
              <a:r>
                <a:rPr lang="en-US" altLang="zh-CN" b="1" dirty="0">
                  <a:solidFill>
                    <a:srgbClr val="FFFF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0</a:t>
              </a:r>
              <a:endParaRPr lang="en-US" altLang="zh-CN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0490" name="Text Box 9"/>
            <p:cNvSpPr txBox="1"/>
            <p:nvPr/>
          </p:nvSpPr>
          <p:spPr>
            <a:xfrm>
              <a:off x="0" y="2448"/>
              <a:ext cx="528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低位地址分配给芯片，高位地址形成片选逻辑。</a:t>
              </a:r>
            </a:p>
          </p:txBody>
        </p:sp>
        <p:sp>
          <p:nvSpPr>
            <p:cNvPr id="20491" name="Line 10"/>
            <p:cNvSpPr/>
            <p:nvPr/>
          </p:nvSpPr>
          <p:spPr>
            <a:xfrm>
              <a:off x="192" y="1104"/>
              <a:ext cx="0" cy="144"/>
            </a:xfrm>
            <a:prstGeom prst="line">
              <a:avLst/>
            </a:prstGeom>
            <a:ln w="19050" cap="rnd" cmpd="sng">
              <a:solidFill>
                <a:schemeClr val="tx1"/>
              </a:solidFill>
              <a:prstDash val="sysDot"/>
              <a:headEnd type="none" w="sm" len="sm"/>
              <a:tailEnd type="none" w="sm" len="sm"/>
            </a:ln>
          </p:spPr>
        </p:sp>
        <p:sp>
          <p:nvSpPr>
            <p:cNvPr id="20492" name="Line 11"/>
            <p:cNvSpPr/>
            <p:nvPr/>
          </p:nvSpPr>
          <p:spPr>
            <a:xfrm>
              <a:off x="192" y="480"/>
              <a:ext cx="0" cy="144"/>
            </a:xfrm>
            <a:prstGeom prst="line">
              <a:avLst/>
            </a:prstGeom>
            <a:ln w="19050" cap="rnd" cmpd="sng">
              <a:solidFill>
                <a:schemeClr val="tx1"/>
              </a:solidFill>
              <a:prstDash val="sysDot"/>
              <a:headEnd type="none" w="sm" len="sm"/>
              <a:tailEnd type="none" w="sm" len="sm"/>
            </a:ln>
          </p:spPr>
        </p:sp>
        <p:sp>
          <p:nvSpPr>
            <p:cNvPr id="20493" name="Line 12"/>
            <p:cNvSpPr/>
            <p:nvPr/>
          </p:nvSpPr>
          <p:spPr>
            <a:xfrm>
              <a:off x="192" y="1680"/>
              <a:ext cx="0" cy="144"/>
            </a:xfrm>
            <a:prstGeom prst="line">
              <a:avLst/>
            </a:prstGeom>
            <a:ln w="19050" cap="rnd" cmpd="sng">
              <a:solidFill>
                <a:schemeClr val="tx1"/>
              </a:solidFill>
              <a:prstDash val="sysDot"/>
              <a:headEnd type="none" w="sm" len="sm"/>
              <a:tailEnd type="none" w="sm" len="sm"/>
            </a:ln>
          </p:spPr>
        </p:sp>
        <p:sp>
          <p:nvSpPr>
            <p:cNvPr id="20494" name="Text Box 13"/>
            <p:cNvSpPr txBox="1"/>
            <p:nvPr/>
          </p:nvSpPr>
          <p:spPr>
            <a:xfrm>
              <a:off x="0" y="2784"/>
              <a:ext cx="528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solidFill>
                    <a:srgbClr val="FFFF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  </a:t>
              </a:r>
              <a:r>
                <a:rPr lang="zh-CN" altLang="en-US" sz="2800" b="1" dirty="0">
                  <a:solidFill>
                    <a:srgbClr val="FFFF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芯片    芯片地址    片选信号    片选逻辑</a:t>
              </a:r>
            </a:p>
          </p:txBody>
        </p:sp>
        <p:sp>
          <p:nvSpPr>
            <p:cNvPr id="20495" name="Line 14"/>
            <p:cNvSpPr/>
            <p:nvPr/>
          </p:nvSpPr>
          <p:spPr>
            <a:xfrm>
              <a:off x="0" y="2784"/>
              <a:ext cx="5760" cy="0"/>
            </a:xfrm>
            <a:prstGeom prst="line">
              <a:avLst/>
            </a:prstGeom>
            <a:ln w="38100" cap="sq" cmpd="sng">
              <a:solidFill>
                <a:srgbClr val="FFFF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0496" name="Line 15"/>
            <p:cNvSpPr/>
            <p:nvPr/>
          </p:nvSpPr>
          <p:spPr>
            <a:xfrm>
              <a:off x="0" y="3120"/>
              <a:ext cx="5760" cy="0"/>
            </a:xfrm>
            <a:prstGeom prst="line">
              <a:avLst/>
            </a:prstGeom>
            <a:ln w="38100" cap="sq" cmpd="sng">
              <a:solidFill>
                <a:srgbClr val="FFFF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0497" name="Text Box 16"/>
            <p:cNvSpPr txBox="1"/>
            <p:nvPr/>
          </p:nvSpPr>
          <p:spPr>
            <a:xfrm>
              <a:off x="384" y="3168"/>
              <a:ext cx="67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2K</a:t>
              </a:r>
            </a:p>
          </p:txBody>
        </p:sp>
        <p:sp>
          <p:nvSpPr>
            <p:cNvPr id="20498" name="Text Box 17"/>
            <p:cNvSpPr txBox="1"/>
            <p:nvPr/>
          </p:nvSpPr>
          <p:spPr>
            <a:xfrm>
              <a:off x="384" y="3465"/>
              <a:ext cx="67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2K</a:t>
              </a:r>
            </a:p>
          </p:txBody>
        </p:sp>
        <p:sp>
          <p:nvSpPr>
            <p:cNvPr id="20499" name="Text Box 18"/>
            <p:cNvSpPr txBox="1"/>
            <p:nvPr/>
          </p:nvSpPr>
          <p:spPr>
            <a:xfrm>
              <a:off x="384" y="3753"/>
              <a:ext cx="67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1K</a:t>
              </a:r>
            </a:p>
          </p:txBody>
        </p:sp>
        <p:sp>
          <p:nvSpPr>
            <p:cNvPr id="20500" name="Text Box 19"/>
            <p:cNvSpPr txBox="1"/>
            <p:nvPr/>
          </p:nvSpPr>
          <p:spPr>
            <a:xfrm>
              <a:off x="1296" y="3168"/>
              <a:ext cx="110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A10</a:t>
              </a:r>
              <a:r>
                <a:rPr lang="zh-CN" altLang="en-US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～</a:t>
              </a:r>
              <a:r>
                <a:rPr lang="en-US" altLang="zh-CN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A0</a:t>
              </a:r>
            </a:p>
          </p:txBody>
        </p:sp>
        <p:sp>
          <p:nvSpPr>
            <p:cNvPr id="20501" name="Text Box 20"/>
            <p:cNvSpPr txBox="1"/>
            <p:nvPr/>
          </p:nvSpPr>
          <p:spPr>
            <a:xfrm>
              <a:off x="1296" y="3465"/>
              <a:ext cx="110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A10</a:t>
              </a:r>
              <a:r>
                <a:rPr lang="zh-CN" altLang="en-US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～</a:t>
              </a:r>
              <a:r>
                <a:rPr lang="en-US" altLang="zh-CN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A0</a:t>
              </a:r>
            </a:p>
          </p:txBody>
        </p:sp>
        <p:sp>
          <p:nvSpPr>
            <p:cNvPr id="20502" name="Text Box 21"/>
            <p:cNvSpPr txBox="1"/>
            <p:nvPr/>
          </p:nvSpPr>
          <p:spPr>
            <a:xfrm>
              <a:off x="1296" y="3753"/>
              <a:ext cx="110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A9</a:t>
              </a:r>
              <a:r>
                <a:rPr lang="zh-CN" altLang="en-US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～</a:t>
              </a:r>
              <a:r>
                <a:rPr lang="en-US" altLang="zh-CN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A0</a:t>
              </a:r>
            </a:p>
          </p:txBody>
        </p:sp>
        <p:sp>
          <p:nvSpPr>
            <p:cNvPr id="20503" name="Text Box 22"/>
            <p:cNvSpPr txBox="1"/>
            <p:nvPr/>
          </p:nvSpPr>
          <p:spPr>
            <a:xfrm>
              <a:off x="2736" y="3168"/>
              <a:ext cx="110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CS0</a:t>
              </a:r>
            </a:p>
          </p:txBody>
        </p:sp>
        <p:sp>
          <p:nvSpPr>
            <p:cNvPr id="20504" name="Text Box 23"/>
            <p:cNvSpPr txBox="1"/>
            <p:nvPr/>
          </p:nvSpPr>
          <p:spPr>
            <a:xfrm>
              <a:off x="2736" y="3465"/>
              <a:ext cx="81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CS1</a:t>
              </a:r>
            </a:p>
          </p:txBody>
        </p:sp>
        <p:sp>
          <p:nvSpPr>
            <p:cNvPr id="20505" name="Text Box 24"/>
            <p:cNvSpPr txBox="1"/>
            <p:nvPr/>
          </p:nvSpPr>
          <p:spPr>
            <a:xfrm>
              <a:off x="2736" y="3753"/>
              <a:ext cx="86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CS2</a:t>
              </a:r>
            </a:p>
          </p:txBody>
        </p:sp>
        <p:sp>
          <p:nvSpPr>
            <p:cNvPr id="20506" name="Text Box 25"/>
            <p:cNvSpPr txBox="1"/>
            <p:nvPr/>
          </p:nvSpPr>
          <p:spPr>
            <a:xfrm>
              <a:off x="4080" y="3168"/>
              <a:ext cx="91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12</a:t>
              </a:r>
              <a:r>
                <a:rPr lang="en-US" altLang="zh-CN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11</a:t>
              </a:r>
              <a:endPara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0507" name="Line 26"/>
            <p:cNvSpPr/>
            <p:nvPr/>
          </p:nvSpPr>
          <p:spPr>
            <a:xfrm>
              <a:off x="4128" y="3216"/>
              <a:ext cx="144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0508" name="Line 27"/>
            <p:cNvSpPr/>
            <p:nvPr/>
          </p:nvSpPr>
          <p:spPr>
            <a:xfrm>
              <a:off x="4416" y="3216"/>
              <a:ext cx="144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0509" name="Text Box 28"/>
            <p:cNvSpPr txBox="1"/>
            <p:nvPr/>
          </p:nvSpPr>
          <p:spPr>
            <a:xfrm>
              <a:off x="4080" y="3465"/>
              <a:ext cx="91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12</a:t>
              </a:r>
              <a:r>
                <a:rPr lang="en-US" altLang="zh-CN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11</a:t>
              </a:r>
              <a:endPara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0510" name="Text Box 29"/>
            <p:cNvSpPr txBox="1"/>
            <p:nvPr/>
          </p:nvSpPr>
          <p:spPr>
            <a:xfrm>
              <a:off x="4080" y="3744"/>
              <a:ext cx="91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12</a:t>
              </a:r>
              <a:r>
                <a:rPr lang="en-US" altLang="zh-CN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11</a:t>
              </a:r>
              <a:endPara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0511" name="Line 30"/>
            <p:cNvSpPr/>
            <p:nvPr/>
          </p:nvSpPr>
          <p:spPr>
            <a:xfrm>
              <a:off x="4128" y="3504"/>
              <a:ext cx="144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0512" name="Line 31"/>
            <p:cNvSpPr/>
            <p:nvPr/>
          </p:nvSpPr>
          <p:spPr>
            <a:xfrm>
              <a:off x="4464" y="3792"/>
              <a:ext cx="144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0513" name="Text Box 32"/>
            <p:cNvSpPr txBox="1"/>
            <p:nvPr/>
          </p:nvSpPr>
          <p:spPr>
            <a:xfrm>
              <a:off x="4992" y="432"/>
              <a:ext cx="57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endParaRPr lang="zh-CN" altLang="zh-CN" sz="28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0514" name="Text Box 33"/>
            <p:cNvSpPr txBox="1"/>
            <p:nvPr/>
          </p:nvSpPr>
          <p:spPr>
            <a:xfrm>
              <a:off x="4464" y="480"/>
              <a:ext cx="768" cy="24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lnSpc>
                  <a:spcPct val="70000"/>
                </a:lnSpc>
                <a:spcBef>
                  <a:spcPct val="50000"/>
                </a:spcBef>
              </a:pPr>
              <a:r>
                <a:rPr lang="en-US" altLang="zh-CN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ROM</a:t>
              </a:r>
            </a:p>
          </p:txBody>
        </p:sp>
        <p:sp>
          <p:nvSpPr>
            <p:cNvPr id="20515" name="AutoShape 34"/>
            <p:cNvSpPr/>
            <p:nvPr/>
          </p:nvSpPr>
          <p:spPr>
            <a:xfrm>
              <a:off x="4368" y="336"/>
              <a:ext cx="144" cy="528"/>
            </a:xfrm>
            <a:prstGeom prst="rightBrace">
              <a:avLst>
                <a:gd name="adj1" fmla="val 30555"/>
                <a:gd name="adj2" fmla="val 50000"/>
              </a:avLst>
            </a:prstGeom>
            <a:noFill/>
            <a:ln w="28575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/>
            <a:p>
              <a:endParaRPr lang="zh-CN" altLang="en-US" dirty="0"/>
            </a:p>
          </p:txBody>
        </p:sp>
        <p:grpSp>
          <p:nvGrpSpPr>
            <p:cNvPr id="20517" name="Group 36"/>
            <p:cNvGrpSpPr/>
            <p:nvPr/>
          </p:nvGrpSpPr>
          <p:grpSpPr>
            <a:xfrm>
              <a:off x="2688" y="0"/>
              <a:ext cx="1632" cy="2448"/>
              <a:chOff x="2688" y="0"/>
              <a:chExt cx="1632" cy="2448"/>
            </a:xfrm>
          </p:grpSpPr>
          <p:sp>
            <p:nvSpPr>
              <p:cNvPr id="20524" name="Text Box 37"/>
              <p:cNvSpPr txBox="1"/>
              <p:nvPr/>
            </p:nvSpPr>
            <p:spPr>
              <a:xfrm>
                <a:off x="3120" y="0"/>
                <a:ext cx="864" cy="27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lnSpc>
                    <a:spcPct val="70000"/>
                  </a:lnSpc>
                  <a:spcBef>
                    <a:spcPct val="50000"/>
                  </a:spcBef>
                </a:pPr>
                <a:r>
                  <a:rPr lang="en-US" altLang="zh-CN" sz="32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64KB</a:t>
                </a:r>
              </a:p>
            </p:txBody>
          </p:sp>
          <p:sp>
            <p:nvSpPr>
              <p:cNvPr id="20525" name="Rectangle 38"/>
              <p:cNvSpPr/>
              <p:nvPr/>
            </p:nvSpPr>
            <p:spPr>
              <a:xfrm>
                <a:off x="2688" y="288"/>
                <a:ext cx="1632" cy="2160"/>
              </a:xfrm>
              <a:prstGeom prst="rect">
                <a:avLst/>
              </a:prstGeom>
              <a:solidFill>
                <a:srgbClr val="FFFF66"/>
              </a:solidFill>
              <a:ln w="38100" cap="sq" cmpd="sng">
                <a:solidFill>
                  <a:srgbClr val="FF0000"/>
                </a:solidFill>
                <a:prstDash val="solid"/>
                <a:miter/>
                <a:headEnd type="none" w="sm" len="sm"/>
                <a:tailEnd type="none" w="sm" len="sm"/>
              </a:ln>
            </p:spPr>
            <p:txBody>
              <a:bodyPr wrap="none" anchor="ctr" anchorCtr="0"/>
              <a:lstStyle/>
              <a:p>
                <a:endParaRPr lang="zh-CN" altLang="en-US" dirty="0"/>
              </a:p>
            </p:txBody>
          </p:sp>
          <p:sp>
            <p:nvSpPr>
              <p:cNvPr id="20526" name="Line 39"/>
              <p:cNvSpPr/>
              <p:nvPr/>
            </p:nvSpPr>
            <p:spPr>
              <a:xfrm>
                <a:off x="2688" y="912"/>
                <a:ext cx="1632" cy="0"/>
              </a:xfrm>
              <a:prstGeom prst="line">
                <a:avLst/>
              </a:prstGeom>
              <a:ln w="38100" cap="sq" cmpd="sng">
                <a:solidFill>
                  <a:srgbClr val="FF0000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20527" name="Line 40"/>
              <p:cNvSpPr/>
              <p:nvPr/>
            </p:nvSpPr>
            <p:spPr>
              <a:xfrm>
                <a:off x="2688" y="1488"/>
                <a:ext cx="1632" cy="0"/>
              </a:xfrm>
              <a:prstGeom prst="line">
                <a:avLst/>
              </a:prstGeom>
              <a:ln w="38100" cap="sq" cmpd="sng">
                <a:solidFill>
                  <a:srgbClr val="FF0000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20528" name="Line 41"/>
              <p:cNvSpPr/>
              <p:nvPr/>
            </p:nvSpPr>
            <p:spPr>
              <a:xfrm>
                <a:off x="2688" y="1968"/>
                <a:ext cx="1632" cy="0"/>
              </a:xfrm>
              <a:prstGeom prst="line">
                <a:avLst/>
              </a:prstGeom>
              <a:ln w="38100" cap="sq" cmpd="sng">
                <a:solidFill>
                  <a:srgbClr val="FF0000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20529" name="Text Box 42"/>
              <p:cNvSpPr txBox="1"/>
              <p:nvPr/>
            </p:nvSpPr>
            <p:spPr>
              <a:xfrm>
                <a:off x="3216" y="1584"/>
                <a:ext cx="768" cy="327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800" b="1" dirty="0">
                    <a:solidFill>
                      <a:schemeClr val="hlink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1K</a:t>
                </a:r>
              </a:p>
            </p:txBody>
          </p:sp>
          <p:sp>
            <p:nvSpPr>
              <p:cNvPr id="20530" name="Text Box 43"/>
              <p:cNvSpPr txBox="1"/>
              <p:nvPr/>
            </p:nvSpPr>
            <p:spPr>
              <a:xfrm>
                <a:off x="3216" y="432"/>
                <a:ext cx="768" cy="327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800" b="1" dirty="0">
                    <a:solidFill>
                      <a:schemeClr val="hlink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2K</a:t>
                </a:r>
              </a:p>
            </p:txBody>
          </p:sp>
          <p:sp>
            <p:nvSpPr>
              <p:cNvPr id="20531" name="Line 44"/>
              <p:cNvSpPr/>
              <p:nvPr/>
            </p:nvSpPr>
            <p:spPr>
              <a:xfrm>
                <a:off x="3456" y="1968"/>
                <a:ext cx="0" cy="336"/>
              </a:xfrm>
              <a:prstGeom prst="line">
                <a:avLst/>
              </a:prstGeom>
              <a:ln w="38100" cap="rnd" cmpd="sng">
                <a:solidFill>
                  <a:srgbClr val="FF0000"/>
                </a:solidFill>
                <a:prstDash val="sysDot"/>
                <a:headEnd type="none" w="sm" len="sm"/>
                <a:tailEnd type="none" w="sm" len="sm"/>
              </a:ln>
            </p:spPr>
          </p:sp>
          <p:sp>
            <p:nvSpPr>
              <p:cNvPr id="20532" name="Text Box 45"/>
              <p:cNvSpPr txBox="1"/>
              <p:nvPr/>
            </p:nvSpPr>
            <p:spPr>
              <a:xfrm>
                <a:off x="3216" y="1008"/>
                <a:ext cx="768" cy="327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800" b="1" dirty="0">
                    <a:solidFill>
                      <a:schemeClr val="hlink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2K</a:t>
                </a:r>
              </a:p>
            </p:txBody>
          </p:sp>
        </p:grpSp>
        <p:sp>
          <p:nvSpPr>
            <p:cNvPr id="20518" name="AutoShape 46"/>
            <p:cNvSpPr/>
            <p:nvPr/>
          </p:nvSpPr>
          <p:spPr>
            <a:xfrm>
              <a:off x="4368" y="960"/>
              <a:ext cx="144" cy="960"/>
            </a:xfrm>
            <a:prstGeom prst="rightBrace">
              <a:avLst>
                <a:gd name="adj1" fmla="val 55555"/>
                <a:gd name="adj2" fmla="val 50000"/>
              </a:avLst>
            </a:prstGeom>
            <a:noFill/>
            <a:ln w="28575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/>
            <a:p>
              <a:endParaRPr lang="zh-CN" altLang="en-US" dirty="0"/>
            </a:p>
          </p:txBody>
        </p:sp>
        <p:sp>
          <p:nvSpPr>
            <p:cNvPr id="20519" name="Text Box 47"/>
            <p:cNvSpPr txBox="1"/>
            <p:nvPr/>
          </p:nvSpPr>
          <p:spPr>
            <a:xfrm>
              <a:off x="4464" y="1296"/>
              <a:ext cx="768" cy="24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lnSpc>
                  <a:spcPct val="70000"/>
                </a:lnSpc>
                <a:spcBef>
                  <a:spcPct val="50000"/>
                </a:spcBef>
              </a:pPr>
              <a:r>
                <a:rPr lang="en-US" altLang="zh-CN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RAM</a:t>
              </a:r>
            </a:p>
          </p:txBody>
        </p:sp>
        <p:sp>
          <p:nvSpPr>
            <p:cNvPr id="20520" name="Text Box 48"/>
            <p:cNvSpPr txBox="1"/>
            <p:nvPr/>
          </p:nvSpPr>
          <p:spPr>
            <a:xfrm>
              <a:off x="4704" y="3744"/>
              <a:ext cx="91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10</a:t>
              </a:r>
              <a:endPara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0521" name="Line 49"/>
            <p:cNvSpPr/>
            <p:nvPr/>
          </p:nvSpPr>
          <p:spPr>
            <a:xfrm>
              <a:off x="4752" y="3792"/>
              <a:ext cx="144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0522" name="Text Box 50"/>
            <p:cNvSpPr txBox="1"/>
            <p:nvPr/>
          </p:nvSpPr>
          <p:spPr>
            <a:xfrm>
              <a:off x="3888" y="3993"/>
              <a:ext cx="187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solidFill>
                    <a:srgbClr val="FFFF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b="1" dirty="0">
                  <a:solidFill>
                    <a:srgbClr val="FFFF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15</a:t>
              </a:r>
              <a:r>
                <a:rPr lang="en-US" altLang="zh-CN" sz="2800" b="1" dirty="0">
                  <a:solidFill>
                    <a:srgbClr val="FFFF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b="1" dirty="0">
                  <a:solidFill>
                    <a:srgbClr val="FFFF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14</a:t>
              </a:r>
              <a:r>
                <a:rPr lang="en-US" altLang="zh-CN" sz="2800" b="1" dirty="0">
                  <a:solidFill>
                    <a:srgbClr val="FFFF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b="1" dirty="0">
                  <a:solidFill>
                    <a:srgbClr val="FFFF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13</a:t>
              </a:r>
              <a:r>
                <a:rPr lang="zh-CN" altLang="zh-CN" b="1" dirty="0">
                  <a:solidFill>
                    <a:srgbClr val="FFFF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为全0</a:t>
              </a:r>
              <a:endParaRPr lang="en-US" altLang="zh-CN" sz="28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0523" name="AutoShape 51"/>
            <p:cNvSpPr/>
            <p:nvPr/>
          </p:nvSpPr>
          <p:spPr>
            <a:xfrm>
              <a:off x="4896" y="528"/>
              <a:ext cx="144" cy="960"/>
            </a:xfrm>
            <a:prstGeom prst="rightBrace">
              <a:avLst>
                <a:gd name="adj1" fmla="val 55555"/>
                <a:gd name="adj2" fmla="val 50000"/>
              </a:avLst>
            </a:prstGeom>
            <a:noFill/>
            <a:ln w="28575" cap="sq" cmpd="sng">
              <a:solidFill>
                <a:schemeClr val="tx1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/>
            <a:p>
              <a:endParaRPr lang="zh-CN" altLang="en-US" dirty="0"/>
            </a:p>
          </p:txBody>
        </p:sp>
      </p:grpSp>
    </p:spTree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56565" y="395605"/>
            <a:ext cx="8075930" cy="4831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练习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1  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某半导体存储器容量4K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×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8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b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。其中固化区容量为2KB，拟选用EPROM芯片2716(2K×8b);工作区2KB，选用RAM芯片2114(1K×4b)。地址总线A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15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～A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0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（低)，双向数据总线D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7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～D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0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(低)，读/写控制信号线R/W。</a:t>
            </a:r>
          </a:p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（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1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）组成该存储器需用多少块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2716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芯片和多少块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2114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芯片？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（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2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）各芯片需连入哪几根地址线？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（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3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）给出各芯片地址分配和各片选信号的逻辑式。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（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4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）画出组成的存储器逻辑框图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2628265" y="2204720"/>
            <a:ext cx="431800" cy="0"/>
          </a:xfrm>
          <a:prstGeom prst="line">
            <a:avLst/>
          </a:prstGeom>
          <a:ln w="28575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450217" y="2055495"/>
            <a:ext cx="824293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（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3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）地址分配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568962" y="260350"/>
            <a:ext cx="8242935" cy="181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解：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（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1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）需1块2716、4块2114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（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2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）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2716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芯片需要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A10-A0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共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11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根地址线，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2114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需要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A9-A0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共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10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根地址线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F7F8D68-E5F9-8DB7-8A76-AF86A79FCD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217" y="2708920"/>
            <a:ext cx="5475028" cy="2088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631725"/>
      </p:ext>
    </p:extLst>
  </p:cSld>
  <p:clrMapOvr>
    <a:masterClrMapping/>
  </p:clrMapOvr>
  <p:transition spd="slow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450217" y="2055495"/>
            <a:ext cx="824293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（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3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）地址分配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rcRect l="19605" t="50033" r="36150" b="31471"/>
          <a:stretch>
            <a:fillRect/>
          </a:stretch>
        </p:blipFill>
        <p:spPr>
          <a:xfrm>
            <a:off x="332105" y="2847340"/>
            <a:ext cx="8479790" cy="188341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rcRect l="29527" t="44469" r="33069" b="42565"/>
          <a:stretch>
            <a:fillRect/>
          </a:stretch>
        </p:blipFill>
        <p:spPr>
          <a:xfrm>
            <a:off x="304010" y="5000625"/>
            <a:ext cx="8561705" cy="157670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68962" y="260350"/>
            <a:ext cx="8242935" cy="181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解：</a:t>
            </a:r>
          </a:p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（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1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）需1块2716、4块2114</a:t>
            </a:r>
          </a:p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（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2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）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2716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芯片需要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A10-A0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共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11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根地址线，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2114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需要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A9-A0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共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10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根地址线</a:t>
            </a:r>
          </a:p>
        </p:txBody>
      </p:sp>
    </p:spTree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rcRect l="28546" t="37990" r="33555" b="18472"/>
          <a:stretch>
            <a:fillRect/>
          </a:stretch>
        </p:blipFill>
        <p:spPr>
          <a:xfrm>
            <a:off x="489585" y="1844824"/>
            <a:ext cx="8164830" cy="498348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97867" y="347347"/>
            <a:ext cx="590105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（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4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）存储器逻辑框图</a:t>
            </a:r>
            <a:endParaRPr lang="zh-CN" altLang="en-US" b="1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842706E-F06C-04F4-2EE1-8C48619498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1880" y="762319"/>
            <a:ext cx="5544616" cy="1022832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39115" y="476252"/>
            <a:ext cx="812292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练习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2  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设计容量为14KB的半导体存储器，按字节编址，要求0000H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(0)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~1FFFH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(8191)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为ROM区，2000H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(8192)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~37FFH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(14335)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为RAM区，地址总线A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16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～A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0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(低)，双向数据总线D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7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～D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0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(低)，读写控制信号线R/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W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。可选用的存储芯片规格有EPROM (4KB/片）和RAM (2K×4位/片)。</a:t>
            </a:r>
          </a:p>
          <a:p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(1) 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组成该存储器需用多少块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ROM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芯片和多少块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RAM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芯片？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(2) 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各芯片需连入哪几根地址线？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(3)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给出芯片地址分配和片选逻辑式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(4) 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画出该存储器逻辑框图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4787900" y="1772285"/>
            <a:ext cx="431800" cy="0"/>
          </a:xfrm>
          <a:prstGeom prst="line">
            <a:avLst/>
          </a:prstGeom>
          <a:ln w="28575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rcRect l="23624" t="31069" r="35117" b="61576"/>
          <a:stretch>
            <a:fillRect/>
          </a:stretch>
        </p:blipFill>
        <p:spPr>
          <a:xfrm>
            <a:off x="113667" y="720725"/>
            <a:ext cx="8917305" cy="84455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51460" y="260352"/>
            <a:ext cx="4572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解：（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1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）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48592" y="1628777"/>
            <a:ext cx="884618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（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2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）4KB芯片需要地址线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A11-A0,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2K×4位芯片需要地址线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A10-A0 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07952" y="2060577"/>
            <a:ext cx="884618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（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3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）地址分配与片选信号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 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B8A0E675-C6D1-DD9C-B75E-4471792D36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592" y="2589350"/>
            <a:ext cx="3443759" cy="2572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150468"/>
      </p:ext>
    </p:extLst>
  </p:cSld>
  <p:clrMapOvr>
    <a:masterClrMapping/>
  </p:clrMapOvr>
  <p:transition spd="slow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rcRect l="23624" t="31069" r="35117" b="61576"/>
          <a:stretch>
            <a:fillRect/>
          </a:stretch>
        </p:blipFill>
        <p:spPr>
          <a:xfrm>
            <a:off x="113667" y="720725"/>
            <a:ext cx="8917305" cy="84455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4"/>
          <a:srcRect l="23624" t="57974" r="19774" b="10139"/>
          <a:stretch>
            <a:fillRect/>
          </a:stretch>
        </p:blipFill>
        <p:spPr>
          <a:xfrm>
            <a:off x="390527" y="2492377"/>
            <a:ext cx="8281035" cy="247840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51460" y="260352"/>
            <a:ext cx="4572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b="1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解：（</a:t>
            </a:r>
            <a:r>
              <a:rPr lang="en-US" altLang="zh-CN" b="1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1</a:t>
            </a:r>
            <a:r>
              <a:rPr lang="zh-CN" altLang="en-US" b="1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）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48592" y="1628777"/>
            <a:ext cx="884618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b="1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（</a:t>
            </a:r>
            <a:r>
              <a:rPr lang="en-US" altLang="zh-CN" b="1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2</a:t>
            </a:r>
            <a:r>
              <a:rPr lang="zh-CN" altLang="en-US" b="1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）4KB芯片需要地址线</a:t>
            </a:r>
            <a:r>
              <a:rPr lang="en-US" altLang="zh-CN" b="1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A11-A0,</a:t>
            </a:r>
            <a:r>
              <a:rPr lang="zh-CN" altLang="en-US" b="1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2K×4位芯片需要地址线</a:t>
            </a:r>
            <a:r>
              <a:rPr lang="en-US" altLang="zh-CN" b="1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A10-A0 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07952" y="2060577"/>
            <a:ext cx="884618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b="1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（</a:t>
            </a:r>
            <a:r>
              <a:rPr lang="en-US" altLang="zh-CN" b="1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3</a:t>
            </a:r>
            <a:r>
              <a:rPr lang="zh-CN" altLang="en-US" b="1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）地址分配与片选信号</a:t>
            </a:r>
            <a:r>
              <a:rPr lang="en-US" altLang="zh-CN" b="1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 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rcRect l="25590" t="28717" r="29036" b="52868"/>
          <a:stretch>
            <a:fillRect/>
          </a:stretch>
        </p:blipFill>
        <p:spPr>
          <a:xfrm>
            <a:off x="395607" y="5012690"/>
            <a:ext cx="8222615" cy="1772920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rcRect l="25590" t="58423" r="29036" b="3072"/>
          <a:stretch>
            <a:fillRect/>
          </a:stretch>
        </p:blipFill>
        <p:spPr>
          <a:xfrm>
            <a:off x="323528" y="2852936"/>
            <a:ext cx="8641080" cy="389572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97867" y="347347"/>
            <a:ext cx="59010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（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4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）存储器逻辑框图</a:t>
            </a:r>
            <a:endParaRPr lang="zh-CN" altLang="en-US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FB11FAD1-3E04-B55A-78E4-C220E16FA2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891" y="916499"/>
            <a:ext cx="8224217" cy="1774090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f378600f-6d79-467b-9d76-89c08d6e5455"/>
  <p:tag name="COMMONDATA" val="eyJoZGlkIjoiZDVkZjUyYzk3YmYzZmRlZTdiNzFlYmE0MmMzZTU4MzY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445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445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1.0"/>
  <p:tag name="KSO_WM_TEMPLATE_CATEGORY" val="custom"/>
  <p:tag name="KSO_WM_TEMPLATE_INDEX" val="2020445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v"/>
  <p:tag name="KSO_WM_UNIT_TYPE" val="i"/>
  <p:tag name="KSO_WM_UNIT_INDEX" val="1"/>
  <p:tag name="KSO_WM_UNIT_ID" val="chip20211355_1*i*1"/>
  <p:tag name="KSO_WM_TEMPLATE_CATEGORY" val="chip"/>
  <p:tag name="KSO_WM_TEMPLATE_INDEX" val="20211355"/>
  <p:tag name="KSO_WM_UNIT_LAYERLEVEL" val="1"/>
  <p:tag name="KSO_WM_TAG_VERSION" val="1.0"/>
  <p:tag name="KSO_WM_BEAUTIFY_FLAG" val="#wm#"/>
  <p:tag name="KSO_WM_CHIP_GROUPID" val="5f6de394747e3ea6e28570d3"/>
  <p:tag name="KSO_WM_CHIP_XID" val="5f6de394747e3ea6e28570d4"/>
  <p:tag name="KSO_WM_UNIT_DEC_AREA_ID" val="5f6008a586ff4786adc67017207b65ea"/>
  <p:tag name="KSO_WM_UNIT_DECORATE_INFO" val=""/>
  <p:tag name="KSO_WM_UNIT_SM_LIMIT_TYPE" val=""/>
  <p:tag name="KSO_WM_CHIP_FILLAREA_FILL_RULE" val="{&quot;fill_align&quot;:&quot;c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9972fbd752b84ed6a2603e17a12276c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输入你的副标题，文字是您思想的提炼，为了最终演示发布的良好效果，请尽量言简意赅的阐述观点。"/>
  <p:tag name="KSO_WM_UNIT_NOCLEAR" val="0"/>
  <p:tag name="KSO_WM_UNIT_VALUE" val="8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11355_1*b*1"/>
  <p:tag name="KSO_WM_TEMPLATE_CATEGORY" val="custom"/>
  <p:tag name="KSO_WM_TEMPLATE_INDEX" val="20211355"/>
  <p:tag name="KSO_WM_UNIT_LAYERLEVEL" val="1"/>
  <p:tag name="KSO_WM_TAG_VERSION" val="1.0"/>
  <p:tag name="KSO_WM_BEAUTIFY_FLAG" val="#wm#"/>
  <p:tag name="KSO_WM_UNIT_DEFAULT_FONT" val="16;10;2"/>
  <p:tag name="KSO_WM_UNIT_BLOCK" val="0"/>
  <p:tag name="KSO_WM_UNIT_DEC_AREA_ID" val="aec45aecc8864af2b183dd34ea1f58d8"/>
  <p:tag name="KSO_WM_CHIP_GROUPID" val="5ebd0de20ac41c4a0a525463"/>
  <p:tag name="KSO_WM_CHIP_XID" val="5ebd0de20ac41c4a0a525464"/>
  <p:tag name="KSO_WM_CHIP_FILLAREA_FILL_RULE" val="{&quot;fill_align&quot;:&quot;cm&quot;,&quot;fill_mode&quot;:&quot;adaptive&quot;,&quot;sacle_strategy&quot;:&quot;smart&quot;}"/>
  <p:tag name="KSO_WM_ASSEMBLE_CHIP_INDEX" val="e8a89307eb7d48178958a8700591d92e"/>
  <p:tag name="KSO_WM_UNIT_TEXT_FILL_FORE_SCHEMECOLOR_INDEX_BRIGHTNESS" val="0.35"/>
  <p:tag name="KSO_WM_UNIT_TEXT_FILL_FORE_SCHEMECOLOR_INDEX" val="13"/>
  <p:tag name="KSO_WM_UNIT_TEXT_FILL_TYPE" val="1"/>
  <p:tag name="KSO_WM_TEMPLATE_ASSEMBLE_XID" val="5f714a810ff15d9a40ec752b"/>
  <p:tag name="KSO_WM_TEMPLATE_ASSEMBLE_GROUPID" val="5f714a810ff15d9a40ec752b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编辑标题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11355_1*a*1"/>
  <p:tag name="KSO_WM_TEMPLATE_CATEGORY" val="custom"/>
  <p:tag name="KSO_WM_TEMPLATE_INDEX" val="20211355"/>
  <p:tag name="KSO_WM_UNIT_LAYERLEVEL" val="1"/>
  <p:tag name="KSO_WM_TAG_VERSION" val="1.0"/>
  <p:tag name="KSO_WM_BEAUTIFY_FLAG" val="#wm#"/>
  <p:tag name="KSO_WM_UNIT_DEFAULT_FONT" val="54;56;4"/>
  <p:tag name="KSO_WM_UNIT_BLOCK" val="0"/>
  <p:tag name="KSO_WM_UNIT_DEC_AREA_ID" val="33e367644d5a4e68bb40d58f61fbc8cf"/>
  <p:tag name="KSO_WM_CHIP_GROUPID" val="5ebd0de20ac41c4a0a525463"/>
  <p:tag name="KSO_WM_CHIP_XID" val="5ebd0de20ac41c4a0a525464"/>
  <p:tag name="KSO_WM_CHIP_FILLAREA_FILL_RULE" val="{&quot;fill_align&quot;:&quot;cm&quot;,&quot;fill_mode&quot;:&quot;adaptive&quot;,&quot;sacle_strategy&quot;:&quot;smart&quot;}"/>
  <p:tag name="KSO_WM_ASSEMBLE_CHIP_INDEX" val="e8a89307eb7d48178958a8700591d92e"/>
  <p:tag name="KSO_WM_UNIT_TEXT_FILL_FORE_SCHEMECOLOR_INDEX_BRIGHTNESS" val="0.15"/>
  <p:tag name="KSO_WM_UNIT_TEXT_FILL_FORE_SCHEMECOLOR_INDEX" val="13"/>
  <p:tag name="KSO_WM_UNIT_TEXT_FILL_TYPE" val="1"/>
  <p:tag name="KSO_WM_TEMPLATE_ASSEMBLE_XID" val="5f714a810ff15d9a40ec752b"/>
  <p:tag name="KSO_WM_TEMPLATE_ASSEMBLE_GROUPID" val="5f714a810ff15d9a40ec752b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11355_3*i*1"/>
  <p:tag name="KSO_WM_TEMPLATE_CATEGORY" val="chip"/>
  <p:tag name="KSO_WM_TEMPLATE_INDEX" val="20211355"/>
  <p:tag name="KSO_WM_UNIT_LAYERLEVEL" val="1"/>
  <p:tag name="KSO_WM_TAG_VERSION" val="1.0"/>
  <p:tag name="KSO_WM_BEAUTIFY_FLAG" val="#wm#"/>
  <p:tag name="KSO_WM_CHIP_GROUPID" val="5f6de394747e3ea6e28570d3"/>
  <p:tag name="KSO_WM_CHIP_XID" val="5f6de394747e3ea6e28570d6"/>
  <p:tag name="KSO_WM_UNIT_DEC_AREA_ID" val="31602348201c4c648e1c31685dbe8996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ae52e1adbe8849dda6c75f2ca8ca25c9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11355_3*i*1"/>
  <p:tag name="KSO_WM_TEMPLATE_CATEGORY" val="chip"/>
  <p:tag name="KSO_WM_TEMPLATE_INDEX" val="20211355"/>
  <p:tag name="KSO_WM_UNIT_LAYERLEVEL" val="1"/>
  <p:tag name="KSO_WM_TAG_VERSION" val="1.0"/>
  <p:tag name="KSO_WM_BEAUTIFY_FLAG" val="#wm#"/>
  <p:tag name="KSO_WM_CHIP_GROUPID" val="5f6de394747e3ea6e28570d3"/>
  <p:tag name="KSO_WM_CHIP_XID" val="5f6de394747e3ea6e28570d6"/>
  <p:tag name="KSO_WM_UNIT_DEC_AREA_ID" val="e0db8494c39b43a3a1a5fa912f2907a0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a5f2390bf99b46eda5585106bce85b8a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u"/>
  <p:tag name="KSO_WM_UNIT_TYPE" val="i"/>
  <p:tag name="KSO_WM_UNIT_INDEX" val="1"/>
  <p:tag name="KSO_WM_UNIT_ID" val="chip20211355_2*i*1"/>
  <p:tag name="KSO_WM_TEMPLATE_CATEGORY" val="chip"/>
  <p:tag name="KSO_WM_TEMPLATE_INDEX" val="20211355"/>
  <p:tag name="KSO_WM_UNIT_LAYERLEVEL" val="1"/>
  <p:tag name="KSO_WM_TAG_VERSION" val="1.0"/>
  <p:tag name="KSO_WM_BEAUTIFY_FLAG" val="#wm#"/>
  <p:tag name="KSO_WM_CHIP_GROUPID" val="5f6de394747e3ea6e28570d3"/>
  <p:tag name="KSO_WM_CHIP_XID" val="5f6de394747e3ea6e28570d5"/>
  <p:tag name="KSO_WM_UNIT_DEC_AREA_ID" val="c32723f0b6984421b47b1beac3acb48c"/>
  <p:tag name="KSO_WM_UNIT_DECORATE_INFO" val=""/>
  <p:tag name="KSO_WM_UNIT_SM_LIMIT_TYPE" val=""/>
  <p:tag name="KSO_WM_CHIP_FILLAREA_FILL_RULE" val="{&quot;fill_align&quot;:&quot;lm&quot;,&quot;fill_effect&quot;:[],&quot;fill_mode&quot;:&quot;adaptive&quot;,&quot;sacle_strategy&quot;:&quot;stretch&quot;}"/>
  <p:tag name="KSO_WM_ASSEMBLE_CHIP_INDEX" val="bb88f69971564273a4de4932d800808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11355_3*i*1"/>
  <p:tag name="KSO_WM_TEMPLATE_CATEGORY" val="chip"/>
  <p:tag name="KSO_WM_TEMPLATE_INDEX" val="20211355"/>
  <p:tag name="KSO_WM_UNIT_LAYERLEVEL" val="1"/>
  <p:tag name="KSO_WM_TAG_VERSION" val="1.0"/>
  <p:tag name="KSO_WM_BEAUTIFY_FLAG" val="#wm#"/>
  <p:tag name="KSO_WM_CHIP_GROUPID" val="5f6de394747e3ea6e28570d3"/>
  <p:tag name="KSO_WM_CHIP_XID" val="5f6de394747e3ea6e28570d6"/>
  <p:tag name="KSO_WM_UNIT_DEC_AREA_ID" val="1e9c99c01968456cafb1f5ee3755dbc2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32779f1a240e404db1e908117f55dfe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11355_3*i*1"/>
  <p:tag name="KSO_WM_TEMPLATE_CATEGORY" val="chip"/>
  <p:tag name="KSO_WM_TEMPLATE_INDEX" val="20211355"/>
  <p:tag name="KSO_WM_UNIT_LAYERLEVEL" val="1"/>
  <p:tag name="KSO_WM_TAG_VERSION" val="1.0"/>
  <p:tag name="KSO_WM_BEAUTIFY_FLAG" val="#wm#"/>
  <p:tag name="KSO_WM_CHIP_GROUPID" val="5f6de394747e3ea6e28570d3"/>
  <p:tag name="KSO_WM_CHIP_XID" val="5f6de394747e3ea6e28570d6"/>
  <p:tag name="KSO_WM_UNIT_DEC_AREA_ID" val="7412e208e7864a44b0f30a3771049977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5a345750efb3408db4b3d48410023724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22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11355_1*a*1"/>
  <p:tag name="KSO_WM_TEMPLATE_CATEGORY" val="custom"/>
  <p:tag name="KSO_WM_TEMPLATE_INDEX" val="20211355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28;2"/>
  <p:tag name="KSO_WM_UNIT_BLOCK" val="0"/>
  <p:tag name="KSO_WM_UNIT_DEC_AREA_ID" val="84bb25aa7d9a4ea088a9390b0f37baa1"/>
  <p:tag name="KSO_WM_CHIP_GROUPID" val="5ebe54990ac41c4a0a525673"/>
  <p:tag name="KSO_WM_CHIP_XID" val="5ebe54990ac41c4a0a525674"/>
  <p:tag name="KSO_WM_CHIP_FILLAREA_FILL_RULE" val="{&quot;fill_align&quot;:&quot;cm&quot;,&quot;fill_mode&quot;:&quot;adaptive&quot;,&quot;sacle_strategy&quot;:&quot;smart&quot;}"/>
  <p:tag name="KSO_WM_ASSEMBLE_CHIP_INDEX" val="c2fbc275beb0452d853e130f3137699c"/>
  <p:tag name="KSO_WM_UNIT_TEXT_FILL_FORE_SCHEMECOLOR_INDEX_BRIGHTNESS" val="0.15"/>
  <p:tag name="KSO_WM_UNIT_TEXT_FILL_FORE_SCHEMECOLOR_INDEX" val="13"/>
  <p:tag name="KSO_WM_UNIT_TEXT_FILL_TYPE" val="1"/>
  <p:tag name="KSO_WM_TEMPLATE_ASSEMBLE_XID" val="5f714a810ff15d9a40ec7519"/>
  <p:tag name="KSO_WM_TEMPLATE_ASSEMBLE_GROUPID" val="5f714a810ff15d9a40ec7519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32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11355_1*b*1"/>
  <p:tag name="KSO_WM_TEMPLATE_CATEGORY" val="custom"/>
  <p:tag name="KSO_WM_TEMPLATE_INDEX" val="20211355"/>
  <p:tag name="KSO_WM_UNIT_LAYERLEVEL" val="1"/>
  <p:tag name="KSO_WM_TAG_VERSION" val="1.0"/>
  <p:tag name="KSO_WM_BEAUTIFY_FLAG" val="#wm#"/>
  <p:tag name="KSO_WM_UNIT_PRESET_TEXT" val="单击此处输入你的正文，文字是您思想的提炼，为了最终演示发布的良好效果。"/>
  <p:tag name="KSO_WM_UNIT_DEFAULT_FONT" val="14;16;2"/>
  <p:tag name="KSO_WM_UNIT_BLOCK" val="0"/>
  <p:tag name="KSO_WM_UNIT_DEC_AREA_ID" val="02907749a7d24be8954a1f8d09ebdeed"/>
  <p:tag name="KSO_WM_CHIP_GROUPID" val="5ebe54990ac41c4a0a525673"/>
  <p:tag name="KSO_WM_CHIP_XID" val="5ebe54990ac41c4a0a525674"/>
  <p:tag name="KSO_WM_CHIP_FILLAREA_FILL_RULE" val="{&quot;fill_align&quot;:&quot;cm&quot;,&quot;fill_mode&quot;:&quot;adaptive&quot;,&quot;sacle_strategy&quot;:&quot;smart&quot;}"/>
  <p:tag name="KSO_WM_ASSEMBLE_CHIP_INDEX" val="c2fbc275beb0452d853e130f3137699c"/>
  <p:tag name="KSO_WM_UNIT_TEXT_FILL_FORE_SCHEMECOLOR_INDEX_BRIGHTNESS" val="0.35"/>
  <p:tag name="KSO_WM_UNIT_TEXT_FILL_FORE_SCHEMECOLOR_INDEX" val="13"/>
  <p:tag name="KSO_WM_UNIT_TEXT_FILL_TYPE" val="1"/>
  <p:tag name="KSO_WM_TEMPLATE_ASSEMBLE_XID" val="5f714a810ff15d9a40ec7519"/>
  <p:tag name="KSO_WM_TEMPLATE_ASSEMBLE_GROUPID" val="5f714a810ff15d9a40ec7519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11355_3*i*1"/>
  <p:tag name="KSO_WM_TEMPLATE_CATEGORY" val="chip"/>
  <p:tag name="KSO_WM_TEMPLATE_INDEX" val="20211355"/>
  <p:tag name="KSO_WM_UNIT_LAYERLEVEL" val="1"/>
  <p:tag name="KSO_WM_TAG_VERSION" val="1.0"/>
  <p:tag name="KSO_WM_BEAUTIFY_FLAG" val="#wm#"/>
  <p:tag name="KSO_WM_CHIP_GROUPID" val="5f6de394747e3ea6e28570d3"/>
  <p:tag name="KSO_WM_CHIP_XID" val="5f6de394747e3ea6e28570d6"/>
  <p:tag name="KSO_WM_UNIT_DEC_AREA_ID" val="31602348201c4c648e1c31685dbe8996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ae52e1adbe8849dda6c75f2ca8ca25c9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11355_3*i*1"/>
  <p:tag name="KSO_WM_TEMPLATE_CATEGORY" val="chip"/>
  <p:tag name="KSO_WM_TEMPLATE_INDEX" val="20211355"/>
  <p:tag name="KSO_WM_UNIT_LAYERLEVEL" val="1"/>
  <p:tag name="KSO_WM_TAG_VERSION" val="1.0"/>
  <p:tag name="KSO_WM_BEAUTIFY_FLAG" val="#wm#"/>
  <p:tag name="KSO_WM_CHIP_GROUPID" val="5f6de394747e3ea6e28570d3"/>
  <p:tag name="KSO_WM_CHIP_XID" val="5f6de394747e3ea6e28570d6"/>
  <p:tag name="KSO_WM_UNIT_DEC_AREA_ID" val="e0db8494c39b43a3a1a5fa912f2907a0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a5f2390bf99b46eda5585106bce85b8a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11355_3*i*1"/>
  <p:tag name="KSO_WM_TEMPLATE_CATEGORY" val="chip"/>
  <p:tag name="KSO_WM_TEMPLATE_INDEX" val="20211355"/>
  <p:tag name="KSO_WM_UNIT_LAYERLEVEL" val="1"/>
  <p:tag name="KSO_WM_TAG_VERSION" val="1.0"/>
  <p:tag name="KSO_WM_BEAUTIFY_FLAG" val="#wm#"/>
  <p:tag name="KSO_WM_CHIP_GROUPID" val="5f6de394747e3ea6e28570d3"/>
  <p:tag name="KSO_WM_CHIP_XID" val="5f6de394747e3ea6e28570d6"/>
  <p:tag name="KSO_WM_UNIT_DEC_AREA_ID" val="31602348201c4c648e1c31685dbe8996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ae52e1adbe8849dda6c75f2ca8ca25c9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11355_3*i*1"/>
  <p:tag name="KSO_WM_TEMPLATE_CATEGORY" val="chip"/>
  <p:tag name="KSO_WM_TEMPLATE_INDEX" val="20211355"/>
  <p:tag name="KSO_WM_UNIT_LAYERLEVEL" val="1"/>
  <p:tag name="KSO_WM_TAG_VERSION" val="1.0"/>
  <p:tag name="KSO_WM_BEAUTIFY_FLAG" val="#wm#"/>
  <p:tag name="KSO_WM_CHIP_GROUPID" val="5f6de394747e3ea6e28570d3"/>
  <p:tag name="KSO_WM_CHIP_XID" val="5f6de394747e3ea6e28570d6"/>
  <p:tag name="KSO_WM_UNIT_DEC_AREA_ID" val="e0db8494c39b43a3a1a5fa912f2907a0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a5f2390bf99b46eda5585106bce85b8a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u"/>
  <p:tag name="KSO_WM_UNIT_TYPE" val="i"/>
  <p:tag name="KSO_WM_UNIT_INDEX" val="1"/>
  <p:tag name="KSO_WM_UNIT_ID" val="chip20211355_2*i*1"/>
  <p:tag name="KSO_WM_TEMPLATE_CATEGORY" val="chip"/>
  <p:tag name="KSO_WM_TEMPLATE_INDEX" val="20211355"/>
  <p:tag name="KSO_WM_UNIT_LAYERLEVEL" val="1"/>
  <p:tag name="KSO_WM_TAG_VERSION" val="1.0"/>
  <p:tag name="KSO_WM_BEAUTIFY_FLAG" val="#wm#"/>
  <p:tag name="KSO_WM_CHIP_GROUPID" val="5f6de394747e3ea6e28570d3"/>
  <p:tag name="KSO_WM_CHIP_XID" val="5f6de394747e3ea6e28570d5"/>
  <p:tag name="KSO_WM_UNIT_DEC_AREA_ID" val="0827c79e1f4b43aca7e2ccf83b8a0769"/>
  <p:tag name="KSO_WM_UNIT_DECORATE_INFO" val=""/>
  <p:tag name="KSO_WM_UNIT_SM_LIMIT_TYPE" val=""/>
  <p:tag name="KSO_WM_CHIP_FILLAREA_FILL_RULE" val="{&quot;fill_align&quot;:&quot;rm&quot;,&quot;fill_effect&quot;:[],&quot;fill_mode&quot;:&quot;adaptive&quot;,&quot;sacle_strategy&quot;:&quot;stretch&quot;}"/>
  <p:tag name="KSO_WM_ASSEMBLE_CHIP_INDEX" val="b2916089d8b347e890e01ccd2ce7a8ef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11355_3*i*1"/>
  <p:tag name="KSO_WM_TEMPLATE_CATEGORY" val="chip"/>
  <p:tag name="KSO_WM_TEMPLATE_INDEX" val="20211355"/>
  <p:tag name="KSO_WM_UNIT_LAYERLEVEL" val="1"/>
  <p:tag name="KSO_WM_TAG_VERSION" val="1.0"/>
  <p:tag name="KSO_WM_BEAUTIFY_FLAG" val="#wm#"/>
  <p:tag name="KSO_WM_CHIP_GROUPID" val="5f6de394747e3ea6e28570d3"/>
  <p:tag name="KSO_WM_CHIP_XID" val="5f6de394747e3ea6e28570d6"/>
  <p:tag name="KSO_WM_UNIT_DEC_AREA_ID" val="6075a6437fa24c3a9b694b97cbbd93b1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9e2996593bf44ea38a96024d435c175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11355_3*i*1"/>
  <p:tag name="KSO_WM_TEMPLATE_CATEGORY" val="chip"/>
  <p:tag name="KSO_WM_TEMPLATE_INDEX" val="20211355"/>
  <p:tag name="KSO_WM_UNIT_LAYERLEVEL" val="1"/>
  <p:tag name="KSO_WM_TAG_VERSION" val="1.0"/>
  <p:tag name="KSO_WM_BEAUTIFY_FLAG" val="#wm#"/>
  <p:tag name="KSO_WM_CHIP_GROUPID" val="5f6de394747e3ea6e28570d3"/>
  <p:tag name="KSO_WM_CHIP_XID" val="5f6de394747e3ea6e28570d6"/>
  <p:tag name="KSO_WM_UNIT_DEC_AREA_ID" val="31602348201c4c648e1c31685dbe8996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ae52e1adbe8849dda6c75f2ca8ca25c9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11355_3*i*1"/>
  <p:tag name="KSO_WM_TEMPLATE_CATEGORY" val="chip"/>
  <p:tag name="KSO_WM_TEMPLATE_INDEX" val="20211355"/>
  <p:tag name="KSO_WM_UNIT_LAYERLEVEL" val="1"/>
  <p:tag name="KSO_WM_TAG_VERSION" val="1.0"/>
  <p:tag name="KSO_WM_BEAUTIFY_FLAG" val="#wm#"/>
  <p:tag name="KSO_WM_CHIP_GROUPID" val="5f6de394747e3ea6e28570d3"/>
  <p:tag name="KSO_WM_CHIP_XID" val="5f6de394747e3ea6e28570d6"/>
  <p:tag name="KSO_WM_UNIT_DEC_AREA_ID" val="e0db8494c39b43a3a1a5fa912f2907a0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a5f2390bf99b46eda5585106bce85b8a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11355_3*i*1"/>
  <p:tag name="KSO_WM_TEMPLATE_CATEGORY" val="chip"/>
  <p:tag name="KSO_WM_TEMPLATE_INDEX" val="20211355"/>
  <p:tag name="KSO_WM_UNIT_LAYERLEVEL" val="1"/>
  <p:tag name="KSO_WM_TAG_VERSION" val="1.0"/>
  <p:tag name="KSO_WM_BEAUTIFY_FLAG" val="#wm#"/>
  <p:tag name="KSO_WM_CHIP_GROUPID" val="5f6de394747e3ea6e28570d3"/>
  <p:tag name="KSO_WM_CHIP_XID" val="5f6de394747e3ea6e28570d6"/>
  <p:tag name="KSO_WM_UNIT_DEC_AREA_ID" val="31602348201c4c648e1c31685dbe8996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ae52e1adbe8849dda6c75f2ca8ca25c9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11355_3*i*1"/>
  <p:tag name="KSO_WM_TEMPLATE_CATEGORY" val="chip"/>
  <p:tag name="KSO_WM_TEMPLATE_INDEX" val="20211355"/>
  <p:tag name="KSO_WM_UNIT_LAYERLEVEL" val="1"/>
  <p:tag name="KSO_WM_TAG_VERSION" val="1.0"/>
  <p:tag name="KSO_WM_BEAUTIFY_FLAG" val="#wm#"/>
  <p:tag name="KSO_WM_CHIP_GROUPID" val="5f6de394747e3ea6e28570d3"/>
  <p:tag name="KSO_WM_CHIP_XID" val="5f6de394747e3ea6e28570d6"/>
  <p:tag name="KSO_WM_UNIT_DEC_AREA_ID" val="e0db8494c39b43a3a1a5fa912f2907a0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a5f2390bf99b46eda5585106bce85b8a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11355_3*i*1"/>
  <p:tag name="KSO_WM_TEMPLATE_CATEGORY" val="chip"/>
  <p:tag name="KSO_WM_TEMPLATE_INDEX" val="20211355"/>
  <p:tag name="KSO_WM_UNIT_LAYERLEVEL" val="1"/>
  <p:tag name="KSO_WM_TAG_VERSION" val="1.0"/>
  <p:tag name="KSO_WM_BEAUTIFY_FLAG" val="#wm#"/>
  <p:tag name="KSO_WM_CHIP_GROUPID" val="5f6de394747e3ea6e28570d3"/>
  <p:tag name="KSO_WM_CHIP_XID" val="5f6de394747e3ea6e28570d6"/>
  <p:tag name="KSO_WM_UNIT_DEC_AREA_ID" val="31602348201c4c648e1c31685dbe8996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ae52e1adbe8849dda6c75f2ca8ca25c9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11355_3*i*1"/>
  <p:tag name="KSO_WM_TEMPLATE_CATEGORY" val="chip"/>
  <p:tag name="KSO_WM_TEMPLATE_INDEX" val="20211355"/>
  <p:tag name="KSO_WM_UNIT_LAYERLEVEL" val="1"/>
  <p:tag name="KSO_WM_TAG_VERSION" val="1.0"/>
  <p:tag name="KSO_WM_BEAUTIFY_FLAG" val="#wm#"/>
  <p:tag name="KSO_WM_CHIP_GROUPID" val="5f6de394747e3ea6e28570d3"/>
  <p:tag name="KSO_WM_CHIP_XID" val="5f6de394747e3ea6e28570d6"/>
  <p:tag name="KSO_WM_UNIT_DEC_AREA_ID" val="e0db8494c39b43a3a1a5fa912f2907a0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a5f2390bf99b46eda5585106bce85b8a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v"/>
  <p:tag name="KSO_WM_UNIT_TYPE" val="i"/>
  <p:tag name="KSO_WM_UNIT_INDEX" val="1"/>
  <p:tag name="KSO_WM_UNIT_ID" val="chip20211355_1*i*1"/>
  <p:tag name="KSO_WM_TEMPLATE_CATEGORY" val="chip"/>
  <p:tag name="KSO_WM_TEMPLATE_INDEX" val="20211355"/>
  <p:tag name="KSO_WM_UNIT_LAYERLEVEL" val="1"/>
  <p:tag name="KSO_WM_TAG_VERSION" val="1.0"/>
  <p:tag name="KSO_WM_BEAUTIFY_FLAG" val="#wm#"/>
  <p:tag name="KSO_WM_CHIP_GROUPID" val="5f6de394747e3ea6e28570d3"/>
  <p:tag name="KSO_WM_CHIP_XID" val="5f6de394747e3ea6e28570d4"/>
  <p:tag name="KSO_WM_UNIT_DEC_AREA_ID" val="5f6008a586ff4786adc67017207b65ea"/>
  <p:tag name="KSO_WM_UNIT_DECORATE_INFO" val=""/>
  <p:tag name="KSO_WM_UNIT_SM_LIMIT_TYPE" val=""/>
  <p:tag name="KSO_WM_CHIP_FILLAREA_FILL_RULE" val="{&quot;fill_align&quot;:&quot;c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9972fbd752b84ed6a2603e17a12276c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63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11355_1*b*1"/>
  <p:tag name="KSO_WM_TEMPLATE_CATEGORY" val="custom"/>
  <p:tag name="KSO_WM_TEMPLATE_INDEX" val="20211355"/>
  <p:tag name="KSO_WM_UNIT_LAYERLEVEL" val="1"/>
  <p:tag name="KSO_WM_TAG_VERSION" val="1.0"/>
  <p:tag name="KSO_WM_BEAUTIFY_FLAG" val="#wm#"/>
  <p:tag name="KSO_WM_UNIT_PRESET_TEXT" val="单击此处输入你的副标题，文字是您思想的提炼，为了最终演示发布的良好效果，请尽量言简意赅的阐述观点。"/>
  <p:tag name="KSO_WM_UNIT_DEFAULT_FONT" val="18;24;2"/>
  <p:tag name="KSO_WM_UNIT_BLOCK" val="0"/>
  <p:tag name="KSO_WM_UNIT_DEC_AREA_ID" val="823482a891f347f396e49f07d78358f5"/>
  <p:tag name="KSO_WM_CHIP_GROUPID" val="5ebe3be80ac41c4a0a525608"/>
  <p:tag name="KSO_WM_CHIP_XID" val="5ebe3be80ac41c4a0a525609"/>
  <p:tag name="KSO_WM_CHIP_FILLAREA_FILL_RULE" val="{&quot;fill_align&quot;:&quot;cm&quot;,&quot;fill_mode&quot;:&quot;adaptive&quot;,&quot;sacle_strategy&quot;:&quot;smart&quot;}"/>
  <p:tag name="KSO_WM_ASSEMBLE_CHIP_INDEX" val="62a259a7dfda423ba532b1721ac90a87"/>
  <p:tag name="KSO_WM_UNIT_TEXT_FILL_FORE_SCHEMECOLOR_INDEX_BRIGHTNESS" val="0.35"/>
  <p:tag name="KSO_WM_UNIT_TEXT_FILL_FORE_SCHEMECOLOR_INDEX" val="13"/>
  <p:tag name="KSO_WM_UNIT_TEXT_FILL_TYPE" val="1"/>
  <p:tag name="KSO_WM_TEMPLATE_ASSEMBLE_XID" val="5f714a810ff15d9a40ec7535"/>
  <p:tag name="KSO_WM_TEMPLATE_ASSEMBLE_GROUPID" val="5f714a810ff15d9a40ec7535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1"/>
  <p:tag name="KSO_WM_UNIT_VALUE" val="5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11355_1*a*1"/>
  <p:tag name="KSO_WM_TEMPLATE_CATEGORY" val="custom"/>
  <p:tag name="KSO_WM_TEMPLATE_INDEX" val="20211355"/>
  <p:tag name="KSO_WM_UNIT_LAYERLEVEL" val="1"/>
  <p:tag name="KSO_WM_TAG_VERSION" val="1.0"/>
  <p:tag name="KSO_WM_BEAUTIFY_FLAG" val="#wm#"/>
  <p:tag name="KSO_WM_UNIT_PRESET_TEXT" val="谢谢观看"/>
  <p:tag name="KSO_WM_UNIT_DEFAULT_FONT" val="60;81;4"/>
  <p:tag name="KSO_WM_UNIT_BLOCK" val="0"/>
  <p:tag name="KSO_WM_UNIT_DEC_AREA_ID" val="4665f2db3246499eb976ffe571a5a253"/>
  <p:tag name="KSO_WM_CHIP_GROUPID" val="5ebe3be80ac41c4a0a525608"/>
  <p:tag name="KSO_WM_CHIP_XID" val="5ebe3be80ac41c4a0a525609"/>
  <p:tag name="KSO_WM_CHIP_FILLAREA_FILL_RULE" val="{&quot;fill_align&quot;:&quot;cm&quot;,&quot;fill_mode&quot;:&quot;adaptive&quot;,&quot;sacle_strategy&quot;:&quot;smart&quot;}"/>
  <p:tag name="KSO_WM_ASSEMBLE_CHIP_INDEX" val="62a259a7dfda423ba532b1721ac90a87"/>
  <p:tag name="KSO_WM_UNIT_TEXT_FILL_FORE_SCHEMECOLOR_INDEX_BRIGHTNESS" val="0.15"/>
  <p:tag name="KSO_WM_UNIT_TEXT_FILL_FORE_SCHEMECOLOR_INDEX" val="13"/>
  <p:tag name="KSO_WM_UNIT_TEXT_FILL_TYPE" val="1"/>
  <p:tag name="KSO_WM_TEMPLATE_ASSEMBLE_XID" val="5f714a810ff15d9a40ec7535"/>
  <p:tag name="KSO_WM_TEMPLATE_ASSEMBLE_GROUPID" val="5f714a810ff15d9a40ec7535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11355_3*i*1"/>
  <p:tag name="KSO_WM_TEMPLATE_CATEGORY" val="chip"/>
  <p:tag name="KSO_WM_TEMPLATE_INDEX" val="20211355"/>
  <p:tag name="KSO_WM_UNIT_LAYERLEVEL" val="1"/>
  <p:tag name="KSO_WM_TAG_VERSION" val="1.0"/>
  <p:tag name="KSO_WM_BEAUTIFY_FLAG" val="#wm#"/>
  <p:tag name="KSO_WM_CHIP_GROUPID" val="5f6de394747e3ea6e28570d3"/>
  <p:tag name="KSO_WM_CHIP_XID" val="5f6de394747e3ea6e28570d6"/>
  <p:tag name="KSO_WM_UNIT_DEC_AREA_ID" val="31602348201c4c648e1c31685dbe8996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ae52e1adbe8849dda6c75f2ca8ca25c9"/>
  <p:tag name="KSO_WM_SLIDE_BACKGROUND_TYPE" val="general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11355_3*i*1"/>
  <p:tag name="KSO_WM_TEMPLATE_CATEGORY" val="chip"/>
  <p:tag name="KSO_WM_TEMPLATE_INDEX" val="20211355"/>
  <p:tag name="KSO_WM_UNIT_LAYERLEVEL" val="1"/>
  <p:tag name="KSO_WM_TAG_VERSION" val="1.0"/>
  <p:tag name="KSO_WM_BEAUTIFY_FLAG" val="#wm#"/>
  <p:tag name="KSO_WM_CHIP_GROUPID" val="5f6de394747e3ea6e28570d3"/>
  <p:tag name="KSO_WM_CHIP_XID" val="5f6de394747e3ea6e28570d6"/>
  <p:tag name="KSO_WM_UNIT_DEC_AREA_ID" val="e0db8494c39b43a3a1a5fa912f2907a0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a5f2390bf99b46eda5585106bce85b8a"/>
  <p:tag name="KSO_WM_SLIDE_BACKGROUND_TYPE" val="general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chip20211355_5*i*1"/>
  <p:tag name="KSO_WM_TEMPLATE_CATEGORY" val="chip"/>
  <p:tag name="KSO_WM_TEMPLATE_INDEX" val="20211355"/>
  <p:tag name="KSO_WM_UNIT_LAYERLEVEL" val="1"/>
  <p:tag name="KSO_WM_TAG_VERSION" val="1.0"/>
  <p:tag name="KSO_WM_BEAUTIFY_FLAG" val="#wm#"/>
  <p:tag name="KSO_WM_CHIP_GROUPID" val="5f6de394747e3ea6e28570d3"/>
  <p:tag name="KSO_WM_CHIP_XID" val="5f7044dc747e3ea6e29298be"/>
  <p:tag name="KSO_WM_UNIT_DEC_AREA_ID" val="82f49833d9a84d2985f3d25207e2913d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124a0d187da64066874d4bae4848a226"/>
  <p:tag name="KSO_WM_SLIDE_BACKGROUND_TYPE" val="frame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11355_3*i*1"/>
  <p:tag name="KSO_WM_TEMPLATE_CATEGORY" val="chip"/>
  <p:tag name="KSO_WM_TEMPLATE_INDEX" val="20211355"/>
  <p:tag name="KSO_WM_UNIT_LAYERLEVEL" val="1"/>
  <p:tag name="KSO_WM_TAG_VERSION" val="1.0"/>
  <p:tag name="KSO_WM_BEAUTIFY_FLAG" val="#wm#"/>
  <p:tag name="KSO_WM_CHIP_GROUPID" val="5f6de394747e3ea6e28570d3"/>
  <p:tag name="KSO_WM_CHIP_XID" val="5f6de394747e3ea6e28570d6"/>
  <p:tag name="KSO_WM_UNIT_DEC_AREA_ID" val="112fc1f8060847819930bc8077fab744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1116410c75e1449e97d2434b8ddf3b3e"/>
  <p:tag name="KSO_WM_SLIDE_BACKGROUND_TYPE" val="fram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11355_3*i*1"/>
  <p:tag name="KSO_WM_TEMPLATE_CATEGORY" val="chip"/>
  <p:tag name="KSO_WM_TEMPLATE_INDEX" val="20211355"/>
  <p:tag name="KSO_WM_UNIT_LAYERLEVEL" val="1"/>
  <p:tag name="KSO_WM_TAG_VERSION" val="1.0"/>
  <p:tag name="KSO_WM_BEAUTIFY_FLAG" val="#wm#"/>
  <p:tag name="KSO_WM_CHIP_GROUPID" val="5f6de394747e3ea6e28570d3"/>
  <p:tag name="KSO_WM_CHIP_XID" val="5f6de394747e3ea6e28570d6"/>
  <p:tag name="KSO_WM_UNIT_DEC_AREA_ID" val="b30ab966bd9e43ddb72b91142afe2529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bd73a7d5e39549be9e77d568f6492e83"/>
  <p:tag name="KSO_WM_SLIDE_BACKGROUND_TYPE" val="fram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chip20211355_5*i*1"/>
  <p:tag name="KSO_WM_TEMPLATE_CATEGORY" val="chip"/>
  <p:tag name="KSO_WM_TEMPLATE_INDEX" val="20211355"/>
  <p:tag name="KSO_WM_UNIT_LAYERLEVEL" val="1"/>
  <p:tag name="KSO_WM_TAG_VERSION" val="1.0"/>
  <p:tag name="KSO_WM_BEAUTIFY_FLAG" val="#wm#"/>
  <p:tag name="KSO_WM_CHIP_GROUPID" val="5f6de394747e3ea6e28570d3"/>
  <p:tag name="KSO_WM_CHIP_XID" val="5f7044dc747e3ea6e29298be"/>
  <p:tag name="KSO_WM_UNIT_DEC_AREA_ID" val="3f8f72abe4ee496e8ad85896621480a7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37a1f9bdf50443ebb751a81ea326f69c"/>
  <p:tag name="KSO_WM_SLIDE_BACKGROUND_TYPE" val="leftRight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11355_3*i*1"/>
  <p:tag name="KSO_WM_TEMPLATE_CATEGORY" val="chip"/>
  <p:tag name="KSO_WM_TEMPLATE_INDEX" val="20211355"/>
  <p:tag name="KSO_WM_UNIT_LAYERLEVEL" val="1"/>
  <p:tag name="KSO_WM_TAG_VERSION" val="1.0"/>
  <p:tag name="KSO_WM_BEAUTIFY_FLAG" val="#wm#"/>
  <p:tag name="KSO_WM_CHIP_GROUPID" val="5f6de394747e3ea6e28570d3"/>
  <p:tag name="KSO_WM_CHIP_XID" val="5f6de394747e3ea6e28570d6"/>
  <p:tag name="KSO_WM_UNIT_DEC_AREA_ID" val="3758af241ca849818345b4bd5b9779e9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e51e4a34844e4459942d7e2432b27543"/>
  <p:tag name="KSO_WM_SLIDE_BACKGROUND_TYPE" val="leftRight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11355_3*i*1"/>
  <p:tag name="KSO_WM_TEMPLATE_CATEGORY" val="chip"/>
  <p:tag name="KSO_WM_TEMPLATE_INDEX" val="20211355"/>
  <p:tag name="KSO_WM_UNIT_LAYERLEVEL" val="1"/>
  <p:tag name="KSO_WM_TAG_VERSION" val="1.0"/>
  <p:tag name="KSO_WM_BEAUTIFY_FLAG" val="#wm#"/>
  <p:tag name="KSO_WM_CHIP_GROUPID" val="5f6de394747e3ea6e28570d3"/>
  <p:tag name="KSO_WM_CHIP_XID" val="5f6de394747e3ea6e28570d6"/>
  <p:tag name="KSO_WM_UNIT_DEC_AREA_ID" val="8c951b0d609942e29586b91a2fab9b99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965fc9192c894d318f66ce5608421b2c"/>
  <p:tag name="KSO_WM_SLIDE_BACKGROUND_TYPE" val="leftRight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chip20211355_5*i*1"/>
  <p:tag name="KSO_WM_TEMPLATE_CATEGORY" val="chip"/>
  <p:tag name="KSO_WM_TEMPLATE_INDEX" val="20211355"/>
  <p:tag name="KSO_WM_UNIT_LAYERLEVEL" val="1"/>
  <p:tag name="KSO_WM_TAG_VERSION" val="1.0"/>
  <p:tag name="KSO_WM_BEAUTIFY_FLAG" val="#wm#"/>
  <p:tag name="KSO_WM_CHIP_GROUPID" val="5f6de394747e3ea6e28570d3"/>
  <p:tag name="KSO_WM_CHIP_XID" val="5f7044dc747e3ea6e29298be"/>
  <p:tag name="KSO_WM_UNIT_DEC_AREA_ID" val="2bcecdcdff56476294f08bb9e51c13f3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524fe4af9b75403e905fa81f3b83dd4e"/>
  <p:tag name="KSO_WM_SLIDE_BACKGROUND_TYPE" val="topBottom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11355_3*i*1"/>
  <p:tag name="KSO_WM_TEMPLATE_CATEGORY" val="chip"/>
  <p:tag name="KSO_WM_TEMPLATE_INDEX" val="20211355"/>
  <p:tag name="KSO_WM_UNIT_LAYERLEVEL" val="1"/>
  <p:tag name="KSO_WM_TAG_VERSION" val="1.0"/>
  <p:tag name="KSO_WM_BEAUTIFY_FLAG" val="#wm#"/>
  <p:tag name="KSO_WM_CHIP_GROUPID" val="5f6de394747e3ea6e28570d3"/>
  <p:tag name="KSO_WM_CHIP_XID" val="5f6de394747e3ea6e28570d6"/>
  <p:tag name="KSO_WM_UNIT_DEC_AREA_ID" val="c26f3334461049c7889063e37976d93b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d8ae3cbb68c24ab1b8af28187b2c17e6"/>
  <p:tag name="KSO_WM_SLIDE_BACKGROUND_TYPE" val="topBottom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11355_3*i*1"/>
  <p:tag name="KSO_WM_TEMPLATE_CATEGORY" val="chip"/>
  <p:tag name="KSO_WM_TEMPLATE_INDEX" val="20211355"/>
  <p:tag name="KSO_WM_UNIT_LAYERLEVEL" val="1"/>
  <p:tag name="KSO_WM_TAG_VERSION" val="1.0"/>
  <p:tag name="KSO_WM_BEAUTIFY_FLAG" val="#wm#"/>
  <p:tag name="KSO_WM_CHIP_GROUPID" val="5f6de394747e3ea6e28570d3"/>
  <p:tag name="KSO_WM_CHIP_XID" val="5f6de394747e3ea6e28570d6"/>
  <p:tag name="KSO_WM_UNIT_DEC_AREA_ID" val="024a6c71e41f4193ba73b580beafa581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3bd933f86858460a852b66d3d65e584e"/>
  <p:tag name="KSO_WM_SLIDE_BACKGROUND_TYPE" val="topBottom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chip20211355_5*i*1"/>
  <p:tag name="KSO_WM_TEMPLATE_CATEGORY" val="chip"/>
  <p:tag name="KSO_WM_TEMPLATE_INDEX" val="20211355"/>
  <p:tag name="KSO_WM_UNIT_LAYERLEVEL" val="1"/>
  <p:tag name="KSO_WM_TAG_VERSION" val="1.0"/>
  <p:tag name="KSO_WM_BEAUTIFY_FLAG" val="#wm#"/>
  <p:tag name="KSO_WM_CHIP_GROUPID" val="5f6de394747e3ea6e28570d3"/>
  <p:tag name="KSO_WM_CHIP_XID" val="5f7044dc747e3ea6e29298be"/>
  <p:tag name="KSO_WM_UNIT_DEC_AREA_ID" val="e8300527d6a64c35ba36e2a79112c0ad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fb727456598647c48791e00bd4f7e7a0"/>
  <p:tag name="KSO_WM_SLIDE_BACKGROUND_TYPE" val="bottomTop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11355_3*i*1"/>
  <p:tag name="KSO_WM_TEMPLATE_CATEGORY" val="chip"/>
  <p:tag name="KSO_WM_TEMPLATE_INDEX" val="20211355"/>
  <p:tag name="KSO_WM_UNIT_LAYERLEVEL" val="1"/>
  <p:tag name="KSO_WM_TAG_VERSION" val="1.0"/>
  <p:tag name="KSO_WM_BEAUTIFY_FLAG" val="#wm#"/>
  <p:tag name="KSO_WM_CHIP_GROUPID" val="5f6de394747e3ea6e28570d3"/>
  <p:tag name="KSO_WM_CHIP_XID" val="5f6de394747e3ea6e28570d6"/>
  <p:tag name="KSO_WM_UNIT_DEC_AREA_ID" val="1990470ed59e4dcebbc56132677df7df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7beff72a8d5840b19e9fa0f94d23a511"/>
  <p:tag name="KSO_WM_SLIDE_BACKGROUND_TYPE" val="bottomTop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11355_3*i*1"/>
  <p:tag name="KSO_WM_TEMPLATE_CATEGORY" val="chip"/>
  <p:tag name="KSO_WM_TEMPLATE_INDEX" val="20211355"/>
  <p:tag name="KSO_WM_UNIT_LAYERLEVEL" val="1"/>
  <p:tag name="KSO_WM_TAG_VERSION" val="1.0"/>
  <p:tag name="KSO_WM_BEAUTIFY_FLAG" val="#wm#"/>
  <p:tag name="KSO_WM_CHIP_GROUPID" val="5f6de394747e3ea6e28570d3"/>
  <p:tag name="KSO_WM_CHIP_XID" val="5f6de394747e3ea6e28570d6"/>
  <p:tag name="KSO_WM_UNIT_DEC_AREA_ID" val="f4c4fbf55912466485f5312adc6d03fe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d1c530caba244aacb08bea3aff20d142"/>
  <p:tag name="KSO_WM_SLIDE_BACKGROUND_TYPE" val="bottomTop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chip20211355_5*i*1"/>
  <p:tag name="KSO_WM_TEMPLATE_CATEGORY" val="chip"/>
  <p:tag name="KSO_WM_TEMPLATE_INDEX" val="20211355"/>
  <p:tag name="KSO_WM_UNIT_LAYERLEVEL" val="1"/>
  <p:tag name="KSO_WM_TAG_VERSION" val="1.0"/>
  <p:tag name="KSO_WM_BEAUTIFY_FLAG" val="#wm#"/>
  <p:tag name="KSO_WM_CHIP_GROUPID" val="5f6de394747e3ea6e28570d3"/>
  <p:tag name="KSO_WM_CHIP_XID" val="5f7044dc747e3ea6e29298be"/>
  <p:tag name="KSO_WM_UNIT_DEC_AREA_ID" val="80ca6d318e3240ccaa98fa643abe5e39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0f221b13611546aaa5c684f9b7cd752c"/>
  <p:tag name="KSO_WM_SLIDE_BACKGROUND_TYPE" val="navigation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11355_3*i*1"/>
  <p:tag name="KSO_WM_TEMPLATE_CATEGORY" val="chip"/>
  <p:tag name="KSO_WM_TEMPLATE_INDEX" val="20211355"/>
  <p:tag name="KSO_WM_UNIT_LAYERLEVEL" val="1"/>
  <p:tag name="KSO_WM_TAG_VERSION" val="1.0"/>
  <p:tag name="KSO_WM_BEAUTIFY_FLAG" val="#wm#"/>
  <p:tag name="KSO_WM_CHIP_GROUPID" val="5f6de394747e3ea6e28570d3"/>
  <p:tag name="KSO_WM_CHIP_XID" val="5f6de394747e3ea6e28570d6"/>
  <p:tag name="KSO_WM_UNIT_DEC_AREA_ID" val="531cc98499f7408e99f5b49673247612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d722984d829f4f30bed6a9a4ecc2fe84"/>
  <p:tag name="KSO_WM_SLIDE_BACKGROUND_TYPE" val="navigation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11355_3*i*1"/>
  <p:tag name="KSO_WM_TEMPLATE_CATEGORY" val="chip"/>
  <p:tag name="KSO_WM_TEMPLATE_INDEX" val="20211355"/>
  <p:tag name="KSO_WM_UNIT_LAYERLEVEL" val="1"/>
  <p:tag name="KSO_WM_TAG_VERSION" val="1.0"/>
  <p:tag name="KSO_WM_BEAUTIFY_FLAG" val="#wm#"/>
  <p:tag name="KSO_WM_CHIP_GROUPID" val="5f6de394747e3ea6e28570d3"/>
  <p:tag name="KSO_WM_CHIP_XID" val="5f6de394747e3ea6e28570d6"/>
  <p:tag name="KSO_WM_UNIT_DEC_AREA_ID" val="ebe244b1ec7d44188aa1c7b830ce58ca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a6abddefe6cf4a5db6b5a6592f132041"/>
  <p:tag name="KSO_WM_SLIDE_BACKGROUND_TYPE" val="navigation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chip20211355_5*i*1"/>
  <p:tag name="KSO_WM_TEMPLATE_CATEGORY" val="chip"/>
  <p:tag name="KSO_WM_TEMPLATE_INDEX" val="20211355"/>
  <p:tag name="KSO_WM_UNIT_LAYERLEVEL" val="1"/>
  <p:tag name="KSO_WM_TAG_VERSION" val="1.0"/>
  <p:tag name="KSO_WM_BEAUTIFY_FLAG" val="#wm#"/>
  <p:tag name="KSO_WM_CHIP_GROUPID" val="5f6de394747e3ea6e28570d3"/>
  <p:tag name="KSO_WM_CHIP_XID" val="5f7044dc747e3ea6e29298be"/>
  <p:tag name="KSO_WM_UNIT_DEC_AREA_ID" val="bb4af57210324164838eb6a1986cbc09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c39f263b89bb4b10b492e0831219f407"/>
  <p:tag name="KSO_WM_SLIDE_BACKGROUND_TYPE" val="belt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11355_3*i*1"/>
  <p:tag name="KSO_WM_TEMPLATE_CATEGORY" val="chip"/>
  <p:tag name="KSO_WM_TEMPLATE_INDEX" val="20211355"/>
  <p:tag name="KSO_WM_UNIT_LAYERLEVEL" val="1"/>
  <p:tag name="KSO_WM_TAG_VERSION" val="1.0"/>
  <p:tag name="KSO_WM_BEAUTIFY_FLAG" val="#wm#"/>
  <p:tag name="KSO_WM_CHIP_GROUPID" val="5f6de394747e3ea6e28570d3"/>
  <p:tag name="KSO_WM_CHIP_XID" val="5f6de394747e3ea6e28570d6"/>
  <p:tag name="KSO_WM_UNIT_DEC_AREA_ID" val="46519929efde4183a45b00239abefd9d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8376948fb2e447198f8062d94fecfb03"/>
  <p:tag name="KSO_WM_SLIDE_BACKGROUND_TYPE" val="belt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11355_3*i*1"/>
  <p:tag name="KSO_WM_TEMPLATE_CATEGORY" val="chip"/>
  <p:tag name="KSO_WM_TEMPLATE_INDEX" val="20211355"/>
  <p:tag name="KSO_WM_UNIT_LAYERLEVEL" val="1"/>
  <p:tag name="KSO_WM_TAG_VERSION" val="1.0"/>
  <p:tag name="KSO_WM_BEAUTIFY_FLAG" val="#wm#"/>
  <p:tag name="KSO_WM_CHIP_GROUPID" val="5f6de394747e3ea6e28570d3"/>
  <p:tag name="KSO_WM_CHIP_XID" val="5f6de394747e3ea6e28570d6"/>
  <p:tag name="KSO_WM_UNIT_DEC_AREA_ID" val="1189e229691a414a9cdfaedbcd9d6737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87e9756bda7d4ab793f17c0cb47e397b"/>
  <p:tag name="KSO_WM_SLIDE_BACKGROUND_TYPE" val="belt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4453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7824,&quot;width&quot;:13041}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7824,&quot;width&quot;:13041}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7824,&quot;width&quot;:13041}"/>
</p:tagLst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FF"/>
      </a:dk2>
      <a:lt2>
        <a:srgbClr val="FFFF00"/>
      </a:lt2>
      <a:accent1>
        <a:srgbClr val="FF9900"/>
      </a:accent1>
      <a:accent2>
        <a:srgbClr val="00FFFF"/>
      </a:accent2>
      <a:accent3>
        <a:srgbClr val="AAAAFF"/>
      </a:accent3>
      <a:accent4>
        <a:srgbClr val="DADADA"/>
      </a:accent4>
      <a:accent5>
        <a:srgbClr val="FFCAAA"/>
      </a:accent5>
      <a:accent6>
        <a:srgbClr val="00E7E7"/>
      </a:accent6>
      <a:hlink>
        <a:srgbClr val="FF0000"/>
      </a:hlink>
      <a:folHlink>
        <a:srgbClr val="969696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​​">
  <a:themeElements>
    <a:clrScheme name="Adjacency">
      <a:dk1>
        <a:srgbClr val="000000"/>
      </a:dk1>
      <a:lt1>
        <a:srgbClr val="FFFFFF"/>
      </a:lt1>
      <a:dk2>
        <a:srgbClr val="ECEDEF"/>
      </a:dk2>
      <a:lt2>
        <a:srgbClr val="FCFCFD"/>
      </a:lt2>
      <a:accent1>
        <a:srgbClr val="5B76B2"/>
      </a:accent1>
      <a:accent2>
        <a:srgbClr val="3B829F"/>
      </a:accent2>
      <a:accent3>
        <a:srgbClr val="408574"/>
      </a:accent3>
      <a:accent4>
        <a:srgbClr val="617F52"/>
      </a:accent4>
      <a:accent5>
        <a:srgbClr val="8F7349"/>
      </a:accent5>
      <a:accent6>
        <a:srgbClr val="B16959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658</TotalTime>
  <Words>1440</Words>
  <Application>Microsoft Office PowerPoint</Application>
  <PresentationFormat>全屏显示(4:3)</PresentationFormat>
  <Paragraphs>200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19</vt:i4>
      </vt:variant>
    </vt:vector>
  </HeadingPairs>
  <TitlesOfParts>
    <vt:vector size="27" baseType="lpstr">
      <vt:lpstr>Arial</vt:lpstr>
      <vt:lpstr>Segoe UI</vt:lpstr>
      <vt:lpstr>Times New Roman</vt:lpstr>
      <vt:lpstr>Wingdings</vt:lpstr>
      <vt:lpstr>黑体</vt:lpstr>
      <vt:lpstr>微软雅黑</vt:lpstr>
      <vt:lpstr>默认设计模板</vt:lpstr>
      <vt:lpstr>2_Office 主题​​</vt:lpstr>
      <vt:lpstr>4.3 存储器与CPU的连接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 uestc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liaojm</dc:creator>
  <cp:lastModifiedBy>l w</cp:lastModifiedBy>
  <cp:revision>53</cp:revision>
  <dcterms:created xsi:type="dcterms:W3CDTF">2004-11-12T14:35:00Z</dcterms:created>
  <dcterms:modified xsi:type="dcterms:W3CDTF">2024-05-19T13:02:20Z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7A98C9130F984A918A4A5113946C1138</vt:lpwstr>
  </property>
  <property fmtid="{D5CDD505-2E9C-101B-9397-08002B2CF9AE}" pid="3" name="KSOProductBuildVer">
    <vt:lpwstr>2052-11.1.0.12165</vt:lpwstr>
  </property>
</Properties>
</file>