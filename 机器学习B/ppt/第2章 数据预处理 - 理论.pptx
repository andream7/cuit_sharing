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8"/>
  </p:notesMasterIdLst>
  <p:sldIdLst>
    <p:sldId id="256" r:id="rId2"/>
    <p:sldId id="257" r:id="rId3"/>
    <p:sldId id="865" r:id="rId4"/>
    <p:sldId id="419" r:id="rId5"/>
    <p:sldId id="866" r:id="rId6"/>
    <p:sldId id="867" r:id="rId7"/>
    <p:sldId id="868" r:id="rId8"/>
    <p:sldId id="870" r:id="rId9"/>
    <p:sldId id="430" r:id="rId10"/>
    <p:sldId id="871" r:id="rId11"/>
    <p:sldId id="872" r:id="rId12"/>
    <p:sldId id="795" r:id="rId13"/>
    <p:sldId id="873" r:id="rId14"/>
    <p:sldId id="874" r:id="rId15"/>
    <p:sldId id="875" r:id="rId16"/>
    <p:sldId id="876" r:id="rId17"/>
    <p:sldId id="877" r:id="rId18"/>
    <p:sldId id="878" r:id="rId19"/>
    <p:sldId id="507" r:id="rId20"/>
    <p:sldId id="885" r:id="rId21"/>
    <p:sldId id="884" r:id="rId22"/>
    <p:sldId id="886" r:id="rId23"/>
    <p:sldId id="514" r:id="rId24"/>
    <p:sldId id="888" r:id="rId25"/>
    <p:sldId id="889" r:id="rId26"/>
    <p:sldId id="891" r:id="rId27"/>
    <p:sldId id="892" r:id="rId28"/>
    <p:sldId id="893" r:id="rId29"/>
    <p:sldId id="894" r:id="rId30"/>
    <p:sldId id="887" r:id="rId31"/>
    <p:sldId id="753" r:id="rId32"/>
    <p:sldId id="798" r:id="rId33"/>
    <p:sldId id="770" r:id="rId34"/>
    <p:sldId id="902" r:id="rId35"/>
    <p:sldId id="760" r:id="rId36"/>
    <p:sldId id="761" r:id="rId37"/>
  </p:sldIdLst>
  <p:sldSz cx="9144000" cy="5141913"/>
  <p:notesSz cx="6858000" cy="9144000"/>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19">
          <p15:clr>
            <a:srgbClr val="A4A3A4"/>
          </p15:clr>
        </p15:guide>
        <p15:guide id="2" pos="2880">
          <p15:clr>
            <a:srgbClr val="A4A3A4"/>
          </p15:clr>
        </p15:guide>
        <p15:guide id="3" pos="129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6434"/>
    <a:srgbClr val="EEAF57"/>
    <a:srgbClr val="108692"/>
    <a:srgbClr val="16B2C1"/>
    <a:srgbClr val="19BAA9"/>
    <a:srgbClr val="B2D138"/>
    <a:srgbClr val="89A13D"/>
    <a:srgbClr val="E33F24"/>
    <a:srgbClr val="138F81"/>
    <a:srgbClr val="A44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1502" autoAdjust="0"/>
    <p:restoredTop sz="93450" autoAdjust="0"/>
  </p:normalViewPr>
  <p:slideViewPr>
    <p:cSldViewPr showGuides="1">
      <p:cViewPr varScale="1">
        <p:scale>
          <a:sx n="103" d="100"/>
          <a:sy n="103" d="100"/>
        </p:scale>
        <p:origin x="288" y="77"/>
      </p:cViewPr>
      <p:guideLst>
        <p:guide orient="horz" pos="1619"/>
        <p:guide pos="2880"/>
        <p:guide pos="1292"/>
      </p:guideLst>
    </p:cSldViewPr>
  </p:slideViewPr>
  <p:notesTextViewPr>
    <p:cViewPr>
      <p:scale>
        <a:sx n="1" d="1"/>
        <a:sy n="1" d="1"/>
      </p:scale>
      <p:origin x="0" y="0"/>
    </p:cViewPr>
  </p:notesTextViewPr>
  <p:sorterViewPr>
    <p:cViewPr>
      <p:scale>
        <a:sx n="120" d="100"/>
        <a:sy n="120" d="100"/>
      </p:scale>
      <p:origin x="0" y="-43531"/>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gs" Target="tags/tag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044898-C4BB-437C-9A8D-230A78619F8D}" type="datetimeFigureOut">
              <a:rPr lang="zh-CN" altLang="en-US" smtClean="0"/>
              <a:t>2024/10/17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35AF454-C1DB-447C-9EEC-A5F3AC4DF9C4}" type="slidenum">
              <a:rPr lang="zh-CN" altLang="en-US" smtClean="0"/>
              <a:t>‹#›</a:t>
            </a:fld>
            <a:endParaRPr lang="zh-CN" altLang="en-US"/>
          </a:p>
        </p:txBody>
      </p:sp>
    </p:spTree>
    <p:extLst>
      <p:ext uri="{BB962C8B-B14F-4D97-AF65-F5344CB8AC3E}">
        <p14:creationId xmlns:p14="http://schemas.microsoft.com/office/powerpoint/2010/main" val="35087849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4ED5ADF-93AE-4238-903C-1AC36264F4B8}" type="slidenum">
              <a:rPr lang="zh-CN" altLang="en-US" smtClean="0"/>
              <a:pPr/>
              <a:t>1</a:t>
            </a:fld>
            <a:endParaRPr lang="zh-CN" altLang="en-US"/>
          </a:p>
        </p:txBody>
      </p:sp>
    </p:spTree>
    <p:extLst>
      <p:ext uri="{BB962C8B-B14F-4D97-AF65-F5344CB8AC3E}">
        <p14:creationId xmlns:p14="http://schemas.microsoft.com/office/powerpoint/2010/main" val="41125877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35AF454-C1DB-447C-9EEC-A5F3AC4DF9C4}" type="slidenum">
              <a:rPr lang="zh-CN" altLang="en-US" smtClean="0"/>
              <a:t>2</a:t>
            </a:fld>
            <a:endParaRPr lang="zh-CN" altLang="en-US"/>
          </a:p>
        </p:txBody>
      </p:sp>
    </p:spTree>
    <p:extLst>
      <p:ext uri="{BB962C8B-B14F-4D97-AF65-F5344CB8AC3E}">
        <p14:creationId xmlns:p14="http://schemas.microsoft.com/office/powerpoint/2010/main" val="25374414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3082F6-F77F-487A-A20D-05E951C2AB1F}" type="slidenum">
              <a:rPr lang="zh-CN" altLang="en-US" smtClean="0"/>
              <a:t>3</a:t>
            </a:fld>
            <a:endParaRPr lang="zh-CN" altLang="en-US"/>
          </a:p>
        </p:txBody>
      </p:sp>
    </p:spTree>
    <p:extLst>
      <p:ext uri="{BB962C8B-B14F-4D97-AF65-F5344CB8AC3E}">
        <p14:creationId xmlns:p14="http://schemas.microsoft.com/office/powerpoint/2010/main" val="39372348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35AF454-C1DB-447C-9EEC-A5F3AC4DF9C4}" type="slidenum">
              <a:rPr lang="zh-CN" altLang="en-US" smtClean="0"/>
              <a:t>4</a:t>
            </a:fld>
            <a:endParaRPr lang="zh-CN" altLang="en-US"/>
          </a:p>
        </p:txBody>
      </p:sp>
    </p:spTree>
    <p:extLst>
      <p:ext uri="{BB962C8B-B14F-4D97-AF65-F5344CB8AC3E}">
        <p14:creationId xmlns:p14="http://schemas.microsoft.com/office/powerpoint/2010/main" val="22626684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3082F6-F77F-487A-A20D-05E951C2AB1F}" type="slidenum">
              <a:rPr lang="zh-CN" altLang="en-US" smtClean="0"/>
              <a:t>5</a:t>
            </a:fld>
            <a:endParaRPr lang="zh-CN" altLang="en-US"/>
          </a:p>
        </p:txBody>
      </p:sp>
    </p:spTree>
    <p:extLst>
      <p:ext uri="{BB962C8B-B14F-4D97-AF65-F5344CB8AC3E}">
        <p14:creationId xmlns:p14="http://schemas.microsoft.com/office/powerpoint/2010/main" val="39295214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3082F6-F77F-487A-A20D-05E951C2AB1F}" type="slidenum">
              <a:rPr lang="zh-CN" altLang="en-US" smtClean="0"/>
              <a:t>6</a:t>
            </a:fld>
            <a:endParaRPr lang="zh-CN" altLang="en-US"/>
          </a:p>
        </p:txBody>
      </p:sp>
    </p:spTree>
    <p:extLst>
      <p:ext uri="{BB962C8B-B14F-4D97-AF65-F5344CB8AC3E}">
        <p14:creationId xmlns:p14="http://schemas.microsoft.com/office/powerpoint/2010/main" val="11570598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3082F6-F77F-487A-A20D-05E951C2AB1F}" type="slidenum">
              <a:rPr lang="zh-CN" altLang="en-US" smtClean="0"/>
              <a:t>7</a:t>
            </a:fld>
            <a:endParaRPr lang="zh-CN" altLang="en-US"/>
          </a:p>
        </p:txBody>
      </p:sp>
    </p:spTree>
    <p:extLst>
      <p:ext uri="{BB962C8B-B14F-4D97-AF65-F5344CB8AC3E}">
        <p14:creationId xmlns:p14="http://schemas.microsoft.com/office/powerpoint/2010/main" val="4463220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3082F6-F77F-487A-A20D-05E951C2AB1F}" type="slidenum">
              <a:rPr lang="zh-CN" altLang="en-US" smtClean="0"/>
              <a:t>8</a:t>
            </a:fld>
            <a:endParaRPr lang="zh-CN" altLang="en-US"/>
          </a:p>
        </p:txBody>
      </p:sp>
    </p:spTree>
    <p:extLst>
      <p:ext uri="{BB962C8B-B14F-4D97-AF65-F5344CB8AC3E}">
        <p14:creationId xmlns:p14="http://schemas.microsoft.com/office/powerpoint/2010/main" val="2331032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35AF454-C1DB-447C-9EEC-A5F3AC4DF9C4}" type="slidenum">
              <a:rPr lang="zh-CN" altLang="en-US" smtClean="0"/>
              <a:t>9</a:t>
            </a:fld>
            <a:endParaRPr lang="zh-CN" altLang="en-US"/>
          </a:p>
        </p:txBody>
      </p:sp>
    </p:spTree>
    <p:extLst>
      <p:ext uri="{BB962C8B-B14F-4D97-AF65-F5344CB8AC3E}">
        <p14:creationId xmlns:p14="http://schemas.microsoft.com/office/powerpoint/2010/main" val="416676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3082F6-F77F-487A-A20D-05E951C2AB1F}" type="slidenum">
              <a:rPr lang="zh-CN" altLang="en-US" smtClean="0"/>
              <a:t>10</a:t>
            </a:fld>
            <a:endParaRPr lang="zh-CN" altLang="en-US"/>
          </a:p>
        </p:txBody>
      </p:sp>
    </p:spTree>
    <p:extLst>
      <p:ext uri="{BB962C8B-B14F-4D97-AF65-F5344CB8AC3E}">
        <p14:creationId xmlns:p14="http://schemas.microsoft.com/office/powerpoint/2010/main" val="19033991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3082F6-F77F-487A-A20D-05E951C2AB1F}" type="slidenum">
              <a:rPr lang="zh-CN" altLang="en-US" smtClean="0"/>
              <a:t>11</a:t>
            </a:fld>
            <a:endParaRPr lang="zh-CN" altLang="en-US"/>
          </a:p>
        </p:txBody>
      </p:sp>
    </p:spTree>
    <p:extLst>
      <p:ext uri="{BB962C8B-B14F-4D97-AF65-F5344CB8AC3E}">
        <p14:creationId xmlns:p14="http://schemas.microsoft.com/office/powerpoint/2010/main" val="15940926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35AF454-C1DB-447C-9EEC-A5F3AC4DF9C4}" type="slidenum">
              <a:rPr lang="zh-CN" altLang="en-US" smtClean="0"/>
              <a:t>12</a:t>
            </a:fld>
            <a:endParaRPr lang="zh-CN" altLang="en-US"/>
          </a:p>
        </p:txBody>
      </p:sp>
    </p:spTree>
    <p:extLst>
      <p:ext uri="{BB962C8B-B14F-4D97-AF65-F5344CB8AC3E}">
        <p14:creationId xmlns:p14="http://schemas.microsoft.com/office/powerpoint/2010/main" val="11155702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3082F6-F77F-487A-A20D-05E951C2AB1F}" type="slidenum">
              <a:rPr lang="zh-CN" altLang="en-US" smtClean="0"/>
              <a:t>13</a:t>
            </a:fld>
            <a:endParaRPr lang="zh-CN" altLang="en-US"/>
          </a:p>
        </p:txBody>
      </p:sp>
    </p:spTree>
    <p:extLst>
      <p:ext uri="{BB962C8B-B14F-4D97-AF65-F5344CB8AC3E}">
        <p14:creationId xmlns:p14="http://schemas.microsoft.com/office/powerpoint/2010/main" val="501309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3082F6-F77F-487A-A20D-05E951C2AB1F}" type="slidenum">
              <a:rPr lang="zh-CN" altLang="en-US" smtClean="0"/>
              <a:t>14</a:t>
            </a:fld>
            <a:endParaRPr lang="zh-CN" altLang="en-US"/>
          </a:p>
        </p:txBody>
      </p:sp>
    </p:spTree>
    <p:extLst>
      <p:ext uri="{BB962C8B-B14F-4D97-AF65-F5344CB8AC3E}">
        <p14:creationId xmlns:p14="http://schemas.microsoft.com/office/powerpoint/2010/main" val="9988173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3082F6-F77F-487A-A20D-05E951C2AB1F}" type="slidenum">
              <a:rPr lang="zh-CN" altLang="en-US" smtClean="0"/>
              <a:t>15</a:t>
            </a:fld>
            <a:endParaRPr lang="zh-CN" altLang="en-US"/>
          </a:p>
        </p:txBody>
      </p:sp>
    </p:spTree>
    <p:extLst>
      <p:ext uri="{BB962C8B-B14F-4D97-AF65-F5344CB8AC3E}">
        <p14:creationId xmlns:p14="http://schemas.microsoft.com/office/powerpoint/2010/main" val="35879999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3082F6-F77F-487A-A20D-05E951C2AB1F}" type="slidenum">
              <a:rPr lang="zh-CN" altLang="en-US" smtClean="0"/>
              <a:t>16</a:t>
            </a:fld>
            <a:endParaRPr lang="zh-CN" altLang="en-US"/>
          </a:p>
        </p:txBody>
      </p:sp>
    </p:spTree>
    <p:extLst>
      <p:ext uri="{BB962C8B-B14F-4D97-AF65-F5344CB8AC3E}">
        <p14:creationId xmlns:p14="http://schemas.microsoft.com/office/powerpoint/2010/main" val="1928633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3082F6-F77F-487A-A20D-05E951C2AB1F}" type="slidenum">
              <a:rPr lang="zh-CN" altLang="en-US" smtClean="0"/>
              <a:t>17</a:t>
            </a:fld>
            <a:endParaRPr lang="zh-CN" altLang="en-US"/>
          </a:p>
        </p:txBody>
      </p:sp>
    </p:spTree>
    <p:extLst>
      <p:ext uri="{BB962C8B-B14F-4D97-AF65-F5344CB8AC3E}">
        <p14:creationId xmlns:p14="http://schemas.microsoft.com/office/powerpoint/2010/main" val="16572773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3082F6-F77F-487A-A20D-05E951C2AB1F}" type="slidenum">
              <a:rPr lang="zh-CN" altLang="en-US" smtClean="0"/>
              <a:t>18</a:t>
            </a:fld>
            <a:endParaRPr lang="zh-CN" altLang="en-US"/>
          </a:p>
        </p:txBody>
      </p:sp>
    </p:spTree>
    <p:extLst>
      <p:ext uri="{BB962C8B-B14F-4D97-AF65-F5344CB8AC3E}">
        <p14:creationId xmlns:p14="http://schemas.microsoft.com/office/powerpoint/2010/main" val="3476307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35AF454-C1DB-447C-9EEC-A5F3AC4DF9C4}" type="slidenum">
              <a:rPr lang="zh-CN" altLang="en-US" smtClean="0"/>
              <a:t>19</a:t>
            </a:fld>
            <a:endParaRPr lang="zh-CN" altLang="en-US"/>
          </a:p>
        </p:txBody>
      </p:sp>
    </p:spTree>
    <p:extLst>
      <p:ext uri="{BB962C8B-B14F-4D97-AF65-F5344CB8AC3E}">
        <p14:creationId xmlns:p14="http://schemas.microsoft.com/office/powerpoint/2010/main" val="42131033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3082F6-F77F-487A-A20D-05E951C2AB1F}" type="slidenum">
              <a:rPr lang="zh-CN" altLang="en-US" smtClean="0"/>
              <a:t>20</a:t>
            </a:fld>
            <a:endParaRPr lang="zh-CN" altLang="en-US"/>
          </a:p>
        </p:txBody>
      </p:sp>
    </p:spTree>
    <p:extLst>
      <p:ext uri="{BB962C8B-B14F-4D97-AF65-F5344CB8AC3E}">
        <p14:creationId xmlns:p14="http://schemas.microsoft.com/office/powerpoint/2010/main" val="37872068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3082F6-F77F-487A-A20D-05E951C2AB1F}" type="slidenum">
              <a:rPr lang="zh-CN" altLang="en-US" smtClean="0"/>
              <a:t>21</a:t>
            </a:fld>
            <a:endParaRPr lang="zh-CN" altLang="en-US"/>
          </a:p>
        </p:txBody>
      </p:sp>
    </p:spTree>
    <p:extLst>
      <p:ext uri="{BB962C8B-B14F-4D97-AF65-F5344CB8AC3E}">
        <p14:creationId xmlns:p14="http://schemas.microsoft.com/office/powerpoint/2010/main" val="18474962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3082F6-F77F-487A-A20D-05E951C2AB1F}" type="slidenum">
              <a:rPr lang="zh-CN" altLang="en-US" smtClean="0"/>
              <a:t>22</a:t>
            </a:fld>
            <a:endParaRPr lang="zh-CN" altLang="en-US"/>
          </a:p>
        </p:txBody>
      </p:sp>
    </p:spTree>
    <p:extLst>
      <p:ext uri="{BB962C8B-B14F-4D97-AF65-F5344CB8AC3E}">
        <p14:creationId xmlns:p14="http://schemas.microsoft.com/office/powerpoint/2010/main" val="25550828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35AF454-C1DB-447C-9EEC-A5F3AC4DF9C4}" type="slidenum">
              <a:rPr lang="zh-CN" altLang="en-US" smtClean="0"/>
              <a:t>23</a:t>
            </a:fld>
            <a:endParaRPr lang="zh-CN" altLang="en-US"/>
          </a:p>
        </p:txBody>
      </p:sp>
    </p:spTree>
    <p:extLst>
      <p:ext uri="{BB962C8B-B14F-4D97-AF65-F5344CB8AC3E}">
        <p14:creationId xmlns:p14="http://schemas.microsoft.com/office/powerpoint/2010/main" val="12740248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3082F6-F77F-487A-A20D-05E951C2AB1F}" type="slidenum">
              <a:rPr lang="zh-CN" altLang="en-US" smtClean="0"/>
              <a:t>24</a:t>
            </a:fld>
            <a:endParaRPr lang="zh-CN" altLang="en-US"/>
          </a:p>
        </p:txBody>
      </p:sp>
    </p:spTree>
    <p:extLst>
      <p:ext uri="{BB962C8B-B14F-4D97-AF65-F5344CB8AC3E}">
        <p14:creationId xmlns:p14="http://schemas.microsoft.com/office/powerpoint/2010/main" val="22359841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3082F6-F77F-487A-A20D-05E951C2AB1F}" type="slidenum">
              <a:rPr lang="zh-CN" altLang="en-US" smtClean="0"/>
              <a:t>25</a:t>
            </a:fld>
            <a:endParaRPr lang="zh-CN" altLang="en-US"/>
          </a:p>
        </p:txBody>
      </p:sp>
    </p:spTree>
    <p:extLst>
      <p:ext uri="{BB962C8B-B14F-4D97-AF65-F5344CB8AC3E}">
        <p14:creationId xmlns:p14="http://schemas.microsoft.com/office/powerpoint/2010/main" val="11222657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3082F6-F77F-487A-A20D-05E951C2AB1F}" type="slidenum">
              <a:rPr lang="zh-CN" altLang="en-US" smtClean="0"/>
              <a:t>26</a:t>
            </a:fld>
            <a:endParaRPr lang="zh-CN" altLang="en-US"/>
          </a:p>
        </p:txBody>
      </p:sp>
    </p:spTree>
    <p:extLst>
      <p:ext uri="{BB962C8B-B14F-4D97-AF65-F5344CB8AC3E}">
        <p14:creationId xmlns:p14="http://schemas.microsoft.com/office/powerpoint/2010/main" val="31759548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3082F6-F77F-487A-A20D-05E951C2AB1F}" type="slidenum">
              <a:rPr lang="zh-CN" altLang="en-US" smtClean="0"/>
              <a:t>27</a:t>
            </a:fld>
            <a:endParaRPr lang="zh-CN" altLang="en-US"/>
          </a:p>
        </p:txBody>
      </p:sp>
    </p:spTree>
    <p:extLst>
      <p:ext uri="{BB962C8B-B14F-4D97-AF65-F5344CB8AC3E}">
        <p14:creationId xmlns:p14="http://schemas.microsoft.com/office/powerpoint/2010/main" val="25307137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3082F6-F77F-487A-A20D-05E951C2AB1F}" type="slidenum">
              <a:rPr lang="zh-CN" altLang="en-US" smtClean="0"/>
              <a:t>28</a:t>
            </a:fld>
            <a:endParaRPr lang="zh-CN" altLang="en-US"/>
          </a:p>
        </p:txBody>
      </p:sp>
    </p:spTree>
    <p:extLst>
      <p:ext uri="{BB962C8B-B14F-4D97-AF65-F5344CB8AC3E}">
        <p14:creationId xmlns:p14="http://schemas.microsoft.com/office/powerpoint/2010/main" val="35930539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3082F6-F77F-487A-A20D-05E951C2AB1F}" type="slidenum">
              <a:rPr lang="zh-CN" altLang="en-US" smtClean="0"/>
              <a:t>29</a:t>
            </a:fld>
            <a:endParaRPr lang="zh-CN" altLang="en-US"/>
          </a:p>
        </p:txBody>
      </p:sp>
    </p:spTree>
    <p:extLst>
      <p:ext uri="{BB962C8B-B14F-4D97-AF65-F5344CB8AC3E}">
        <p14:creationId xmlns:p14="http://schemas.microsoft.com/office/powerpoint/2010/main" val="37651007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35AF454-C1DB-447C-9EEC-A5F3AC4DF9C4}" type="slidenum">
              <a:rPr lang="zh-CN" altLang="en-US" smtClean="0"/>
              <a:t>30</a:t>
            </a:fld>
            <a:endParaRPr lang="zh-CN" altLang="en-US"/>
          </a:p>
        </p:txBody>
      </p:sp>
    </p:spTree>
    <p:extLst>
      <p:ext uri="{BB962C8B-B14F-4D97-AF65-F5344CB8AC3E}">
        <p14:creationId xmlns:p14="http://schemas.microsoft.com/office/powerpoint/2010/main" val="41274983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326"/>
            <a:ext cx="7772400" cy="1102179"/>
          </a:xfrm>
        </p:spPr>
        <p:txBody>
          <a:bodyPr/>
          <a:lstStyle/>
          <a:p>
            <a:r>
              <a:rPr lang="zh-CN" altLang="en-US"/>
              <a:t>单击此处编辑母版标题样式</a:t>
            </a:r>
          </a:p>
        </p:txBody>
      </p:sp>
      <p:sp>
        <p:nvSpPr>
          <p:cNvPr id="3" name="副标题 2"/>
          <p:cNvSpPr>
            <a:spLocks noGrp="1"/>
          </p:cNvSpPr>
          <p:nvPr>
            <p:ph type="subTitle" idx="1"/>
          </p:nvPr>
        </p:nvSpPr>
        <p:spPr>
          <a:xfrm>
            <a:off x="1371600" y="2913751"/>
            <a:ext cx="6400800" cy="1314044"/>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B65C0B0F-957D-4B21-995C-671B925970BC}" type="datetimeFigureOut">
              <a:rPr lang="zh-CN" altLang="en-US" smtClean="0"/>
              <a:t>2024/10/17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3360361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65C0B0F-957D-4B21-995C-671B925970BC}" type="datetimeFigureOut">
              <a:rPr lang="zh-CN" altLang="en-US" smtClean="0"/>
              <a:t>2024/10/17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2384691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4156"/>
            <a:ext cx="7772400" cy="1021241"/>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79363"/>
            <a:ext cx="7772400" cy="1124793"/>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65C0B0F-957D-4B21-995C-671B925970BC}" type="datetimeFigureOut">
              <a:rPr lang="zh-CN" altLang="en-US" smtClean="0"/>
              <a:t>2024/10/17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3260401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899835"/>
            <a:ext cx="4038600" cy="254358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899835"/>
            <a:ext cx="4038600" cy="254358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B65C0B0F-957D-4B21-995C-671B925970BC}" type="datetimeFigureOut">
              <a:rPr lang="zh-CN" altLang="en-US" smtClean="0"/>
              <a:t>2024/10/17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45678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15"/>
            <a:ext cx="8229600" cy="856986"/>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0980"/>
            <a:ext cx="4040188" cy="47967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0653"/>
            <a:ext cx="4040188" cy="296255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45026" y="1150980"/>
            <a:ext cx="4041775" cy="47967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0653"/>
            <a:ext cx="4041775" cy="296255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B65C0B0F-957D-4B21-995C-671B925970BC}" type="datetimeFigureOut">
              <a:rPr lang="zh-CN" altLang="en-US" smtClean="0"/>
              <a:t>2024/10/17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3142337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65C0B0F-957D-4B21-995C-671B925970BC}" type="datetimeFigureOut">
              <a:rPr lang="zh-CN" altLang="en-US" smtClean="0"/>
              <a:t>2024/10/17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907618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65C0B0F-957D-4B21-995C-671B925970BC}" type="datetimeFigureOut">
              <a:rPr lang="zh-CN" altLang="en-US" smtClean="0"/>
              <a:t>2024/10/17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7224393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24"/>
            <a:ext cx="3008313" cy="871269"/>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25"/>
            <a:ext cx="5111750" cy="438848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457201" y="1075993"/>
            <a:ext cx="3008313" cy="35172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65C0B0F-957D-4B21-995C-671B925970BC}" type="datetimeFigureOut">
              <a:rPr lang="zh-CN" altLang="en-US" smtClean="0"/>
              <a:t>2024/10/17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1300608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599339"/>
            <a:ext cx="5486400" cy="424922"/>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439"/>
            <a:ext cx="5486400" cy="308514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4024262"/>
            <a:ext cx="5486400" cy="60346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65C0B0F-957D-4B21-995C-671B925970BC}" type="datetimeFigureOut">
              <a:rPr lang="zh-CN" altLang="en-US" smtClean="0"/>
              <a:t>2024/10/17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3323456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65C0B0F-957D-4B21-995C-671B925970BC}" type="datetimeFigureOut">
              <a:rPr lang="zh-CN" altLang="en-US" smtClean="0"/>
              <a:t>2024/10/17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1595090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34"/>
            <a:ext cx="2057400" cy="328868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34"/>
            <a:ext cx="6019800" cy="3288682"/>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65C0B0F-957D-4B21-995C-671B925970BC}" type="datetimeFigureOut">
              <a:rPr lang="zh-CN" altLang="en-US" smtClean="0"/>
              <a:t>2024/10/17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37378740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1_标题和内容">
    <p:spTree>
      <p:nvGrpSpPr>
        <p:cNvPr id="1" name=""/>
        <p:cNvGrpSpPr/>
        <p:nvPr/>
      </p:nvGrpSpPr>
      <p:grpSpPr>
        <a:xfrm>
          <a:off x="0" y="0"/>
          <a:ext cx="0" cy="0"/>
          <a:chOff x="0" y="0"/>
          <a:chExt cx="0" cy="0"/>
        </a:xfrm>
      </p:grpSpPr>
      <p:grpSp>
        <p:nvGrpSpPr>
          <p:cNvPr id="3" name="组合 2"/>
          <p:cNvGrpSpPr/>
          <p:nvPr/>
        </p:nvGrpSpPr>
        <p:grpSpPr>
          <a:xfrm>
            <a:off x="3329701" y="691898"/>
            <a:ext cx="2484599" cy="34279"/>
            <a:chOff x="1198662" y="-603448"/>
            <a:chExt cx="4188175" cy="72008"/>
          </a:xfrm>
        </p:grpSpPr>
        <p:sp>
          <p:nvSpPr>
            <p:cNvPr id="4" name="矩形 3"/>
            <p:cNvSpPr/>
            <p:nvPr/>
          </p:nvSpPr>
          <p:spPr>
            <a:xfrm>
              <a:off x="1198662" y="-603448"/>
              <a:ext cx="837635" cy="72008"/>
            </a:xfrm>
            <a:prstGeom prst="rect">
              <a:avLst/>
            </a:prstGeom>
            <a:solidFill>
              <a:srgbClr val="FFAC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矩形 4"/>
            <p:cNvSpPr/>
            <p:nvPr/>
          </p:nvSpPr>
          <p:spPr>
            <a:xfrm>
              <a:off x="2036297" y="-603448"/>
              <a:ext cx="837635" cy="72008"/>
            </a:xfrm>
            <a:prstGeom prst="rect">
              <a:avLst/>
            </a:prstGeom>
            <a:solidFill>
              <a:srgbClr val="DF59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矩形 5"/>
            <p:cNvSpPr/>
            <p:nvPr/>
          </p:nvSpPr>
          <p:spPr>
            <a:xfrm>
              <a:off x="2873932" y="-603448"/>
              <a:ext cx="837635" cy="72008"/>
            </a:xfrm>
            <a:prstGeom prst="rect">
              <a:avLst/>
            </a:prstGeom>
            <a:solidFill>
              <a:srgbClr val="49C2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3711567" y="-603448"/>
              <a:ext cx="837635" cy="72008"/>
            </a:xfrm>
            <a:prstGeom prst="rect">
              <a:avLst/>
            </a:prstGeom>
            <a:solidFill>
              <a:srgbClr val="3BA9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矩形 8"/>
            <p:cNvSpPr/>
            <p:nvPr/>
          </p:nvSpPr>
          <p:spPr>
            <a:xfrm>
              <a:off x="4549202" y="-603448"/>
              <a:ext cx="837635" cy="72008"/>
            </a:xfrm>
            <a:prstGeom prst="rect">
              <a:avLst/>
            </a:prstGeom>
            <a:solidFill>
              <a:srgbClr val="9DCB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2" name="矩形 1"/>
          <p:cNvSpPr/>
          <p:nvPr/>
        </p:nvSpPr>
        <p:spPr>
          <a:xfrm>
            <a:off x="0" y="951277"/>
            <a:ext cx="9144000" cy="3725264"/>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10" name="组合 9">
            <a:extLst>
              <a:ext uri="{FF2B5EF4-FFF2-40B4-BE49-F238E27FC236}">
                <a16:creationId xmlns:a16="http://schemas.microsoft.com/office/drawing/2014/main" id="{8D4214A4-CC29-49CA-88C6-9CB466401618}"/>
              </a:ext>
            </a:extLst>
          </p:cNvPr>
          <p:cNvGrpSpPr/>
          <p:nvPr userDrawn="1"/>
        </p:nvGrpSpPr>
        <p:grpSpPr>
          <a:xfrm>
            <a:off x="3329701" y="691898"/>
            <a:ext cx="2484599" cy="34279"/>
            <a:chOff x="1198662" y="-603448"/>
            <a:chExt cx="4188175" cy="72008"/>
          </a:xfrm>
        </p:grpSpPr>
        <p:sp>
          <p:nvSpPr>
            <p:cNvPr id="11" name="矩形 10">
              <a:extLst>
                <a:ext uri="{FF2B5EF4-FFF2-40B4-BE49-F238E27FC236}">
                  <a16:creationId xmlns:a16="http://schemas.microsoft.com/office/drawing/2014/main" id="{E57375C0-826E-4EB3-B8CB-6D84F70B4CE7}"/>
                </a:ext>
              </a:extLst>
            </p:cNvPr>
            <p:cNvSpPr/>
            <p:nvPr/>
          </p:nvSpPr>
          <p:spPr>
            <a:xfrm>
              <a:off x="1198662" y="-603448"/>
              <a:ext cx="837635" cy="72008"/>
            </a:xfrm>
            <a:prstGeom prst="rect">
              <a:avLst/>
            </a:prstGeom>
            <a:solidFill>
              <a:srgbClr val="FFAC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a:extLst>
                <a:ext uri="{FF2B5EF4-FFF2-40B4-BE49-F238E27FC236}">
                  <a16:creationId xmlns:a16="http://schemas.microsoft.com/office/drawing/2014/main" id="{64594317-1EE8-4F70-A47D-EC9BA20A1CD5}"/>
                </a:ext>
              </a:extLst>
            </p:cNvPr>
            <p:cNvSpPr/>
            <p:nvPr/>
          </p:nvSpPr>
          <p:spPr>
            <a:xfrm>
              <a:off x="2036297" y="-603448"/>
              <a:ext cx="837635" cy="72008"/>
            </a:xfrm>
            <a:prstGeom prst="rect">
              <a:avLst/>
            </a:prstGeom>
            <a:solidFill>
              <a:srgbClr val="DF59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矩形 12">
              <a:extLst>
                <a:ext uri="{FF2B5EF4-FFF2-40B4-BE49-F238E27FC236}">
                  <a16:creationId xmlns:a16="http://schemas.microsoft.com/office/drawing/2014/main" id="{E16B281D-8116-4C4E-A4D2-0E5788EA0744}"/>
                </a:ext>
              </a:extLst>
            </p:cNvPr>
            <p:cNvSpPr/>
            <p:nvPr/>
          </p:nvSpPr>
          <p:spPr>
            <a:xfrm>
              <a:off x="2873932" y="-603448"/>
              <a:ext cx="837635" cy="72008"/>
            </a:xfrm>
            <a:prstGeom prst="rect">
              <a:avLst/>
            </a:prstGeom>
            <a:solidFill>
              <a:srgbClr val="49C2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矩形 13">
              <a:extLst>
                <a:ext uri="{FF2B5EF4-FFF2-40B4-BE49-F238E27FC236}">
                  <a16:creationId xmlns:a16="http://schemas.microsoft.com/office/drawing/2014/main" id="{7DCCF03A-9D05-4BCB-A5F7-14E9BC01259A}"/>
                </a:ext>
              </a:extLst>
            </p:cNvPr>
            <p:cNvSpPr/>
            <p:nvPr/>
          </p:nvSpPr>
          <p:spPr>
            <a:xfrm>
              <a:off x="3711567" y="-603448"/>
              <a:ext cx="837635" cy="72008"/>
            </a:xfrm>
            <a:prstGeom prst="rect">
              <a:avLst/>
            </a:prstGeom>
            <a:solidFill>
              <a:srgbClr val="3BA9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a:extLst>
                <a:ext uri="{FF2B5EF4-FFF2-40B4-BE49-F238E27FC236}">
                  <a16:creationId xmlns:a16="http://schemas.microsoft.com/office/drawing/2014/main" id="{EDCBA3E5-F380-4B10-BA4A-7D71D428C75E}"/>
                </a:ext>
              </a:extLst>
            </p:cNvPr>
            <p:cNvSpPr/>
            <p:nvPr/>
          </p:nvSpPr>
          <p:spPr>
            <a:xfrm>
              <a:off x="4549202" y="-603448"/>
              <a:ext cx="837635" cy="72008"/>
            </a:xfrm>
            <a:prstGeom prst="rect">
              <a:avLst/>
            </a:prstGeom>
            <a:solidFill>
              <a:srgbClr val="9DCB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6" name="矩形 15">
            <a:extLst>
              <a:ext uri="{FF2B5EF4-FFF2-40B4-BE49-F238E27FC236}">
                <a16:creationId xmlns:a16="http://schemas.microsoft.com/office/drawing/2014/main" id="{2265230D-89C3-41E3-8045-201ED8ED3AA8}"/>
              </a:ext>
            </a:extLst>
          </p:cNvPr>
          <p:cNvSpPr/>
          <p:nvPr userDrawn="1"/>
        </p:nvSpPr>
        <p:spPr>
          <a:xfrm>
            <a:off x="0" y="951277"/>
            <a:ext cx="9144000" cy="3725264"/>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extLst>
      <p:ext uri="{BB962C8B-B14F-4D97-AF65-F5344CB8AC3E}">
        <p14:creationId xmlns:p14="http://schemas.microsoft.com/office/powerpoint/2010/main" val="42753289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hart">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457200" y="208296"/>
            <a:ext cx="8229600" cy="854605"/>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199780"/>
            <a:ext cx="4038600" cy="339699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图表占位符 3"/>
          <p:cNvSpPr>
            <a:spLocks noGrp="1"/>
          </p:cNvSpPr>
          <p:nvPr>
            <p:ph type="chart" sz="half" idx="2"/>
          </p:nvPr>
        </p:nvSpPr>
        <p:spPr>
          <a:xfrm>
            <a:off x="4648200" y="1199780"/>
            <a:ext cx="4038600" cy="3396995"/>
          </a:xfrm>
        </p:spPr>
        <p:txBody>
          <a:bodyPr/>
          <a:lstStyle/>
          <a:p>
            <a:pPr lvl="0"/>
            <a:endParaRPr lang="zh-CN" altLang="en-US" noProof="0"/>
          </a:p>
        </p:txBody>
      </p:sp>
      <p:sp>
        <p:nvSpPr>
          <p:cNvPr id="5" name="Rectangle 4">
            <a:extLst>
              <a:ext uri="{FF2B5EF4-FFF2-40B4-BE49-F238E27FC236}">
                <a16:creationId xmlns:a16="http://schemas.microsoft.com/office/drawing/2014/main" id="{68FC5D64-D347-4808-A94A-FFC2CF62A4B5}"/>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41C83C4E-4646-4CF1-83CF-7A3EB2140FCB}"/>
              </a:ext>
            </a:extLst>
          </p:cNvPr>
          <p:cNvSpPr>
            <a:spLocks noGrp="1" noChangeArrowheads="1"/>
          </p:cNvSpPr>
          <p:nvPr>
            <p:ph type="ftr" sz="quarter" idx="11"/>
          </p:nvPr>
        </p:nvSpPr>
        <p:spPr>
          <a:xfrm>
            <a:off x="3124200" y="4684854"/>
            <a:ext cx="2895600" cy="342794"/>
          </a:xfrm>
          <a:prstGeom prst="rect">
            <a:avLst/>
          </a:prstGeom>
        </p:spPr>
        <p:txBody>
          <a:bodyPr/>
          <a:lstStyle>
            <a:lvl1pPr>
              <a:defRPr>
                <a:latin typeface="Arial" panose="020B0604020202020204" pitchFamily="34" charset="0"/>
              </a:defRPr>
            </a:lvl1pPr>
          </a:lstStyle>
          <a:p>
            <a:pPr>
              <a:defRPr/>
            </a:pPr>
            <a:endParaRPr lang="en-US" altLang="zh-CN"/>
          </a:p>
        </p:txBody>
      </p:sp>
      <p:sp>
        <p:nvSpPr>
          <p:cNvPr id="7" name="Rectangle 6">
            <a:extLst>
              <a:ext uri="{FF2B5EF4-FFF2-40B4-BE49-F238E27FC236}">
                <a16:creationId xmlns:a16="http://schemas.microsoft.com/office/drawing/2014/main" id="{5106AB7A-97BF-4DF5-8768-CECFA6A07753}"/>
              </a:ext>
            </a:extLst>
          </p:cNvPr>
          <p:cNvSpPr>
            <a:spLocks noGrp="1" noChangeArrowheads="1"/>
          </p:cNvSpPr>
          <p:nvPr>
            <p:ph type="sldNum" sz="quarter" idx="12"/>
          </p:nvPr>
        </p:nvSpPr>
        <p:spPr/>
        <p:txBody>
          <a:bodyPr/>
          <a:lstStyle>
            <a:lvl1pPr>
              <a:defRPr/>
            </a:lvl1pPr>
          </a:lstStyle>
          <a:p>
            <a:fld id="{D528F51F-47C9-421D-8227-E89BDD24EBF4}" type="slidenum">
              <a:rPr lang="en-US" altLang="zh-CN"/>
              <a:pPr/>
              <a:t>‹#›</a:t>
            </a:fld>
            <a:endParaRPr lang="en-US" altLang="zh-CN"/>
          </a:p>
        </p:txBody>
      </p:sp>
    </p:spTree>
    <p:extLst>
      <p:ext uri="{BB962C8B-B14F-4D97-AF65-F5344CB8AC3E}">
        <p14:creationId xmlns:p14="http://schemas.microsoft.com/office/powerpoint/2010/main" val="30514614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2_标题和内容">
    <p:spTree>
      <p:nvGrpSpPr>
        <p:cNvPr id="1" name=""/>
        <p:cNvGrpSpPr/>
        <p:nvPr/>
      </p:nvGrpSpPr>
      <p:grpSpPr>
        <a:xfrm>
          <a:off x="0" y="0"/>
          <a:ext cx="0" cy="0"/>
          <a:chOff x="0" y="0"/>
          <a:chExt cx="0" cy="0"/>
        </a:xfrm>
      </p:grpSpPr>
      <p:grpSp>
        <p:nvGrpSpPr>
          <p:cNvPr id="3" name="组合 2"/>
          <p:cNvGrpSpPr/>
          <p:nvPr userDrawn="1"/>
        </p:nvGrpSpPr>
        <p:grpSpPr>
          <a:xfrm>
            <a:off x="3329701" y="691898"/>
            <a:ext cx="2484599" cy="34279"/>
            <a:chOff x="1198662" y="-603448"/>
            <a:chExt cx="4188175" cy="72008"/>
          </a:xfrm>
        </p:grpSpPr>
        <p:sp>
          <p:nvSpPr>
            <p:cNvPr id="4" name="矩形 3"/>
            <p:cNvSpPr/>
            <p:nvPr/>
          </p:nvSpPr>
          <p:spPr>
            <a:xfrm>
              <a:off x="1198662" y="-603448"/>
              <a:ext cx="837635" cy="72008"/>
            </a:xfrm>
            <a:prstGeom prst="rect">
              <a:avLst/>
            </a:prstGeom>
            <a:solidFill>
              <a:srgbClr val="FFAC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矩形 4"/>
            <p:cNvSpPr/>
            <p:nvPr/>
          </p:nvSpPr>
          <p:spPr>
            <a:xfrm>
              <a:off x="2036297" y="-603448"/>
              <a:ext cx="837635" cy="72008"/>
            </a:xfrm>
            <a:prstGeom prst="rect">
              <a:avLst/>
            </a:prstGeom>
            <a:solidFill>
              <a:srgbClr val="DF59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矩形 5"/>
            <p:cNvSpPr/>
            <p:nvPr/>
          </p:nvSpPr>
          <p:spPr>
            <a:xfrm>
              <a:off x="2873932" y="-603448"/>
              <a:ext cx="837635" cy="72008"/>
            </a:xfrm>
            <a:prstGeom prst="rect">
              <a:avLst/>
            </a:prstGeom>
            <a:solidFill>
              <a:srgbClr val="49C2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3711567" y="-603448"/>
              <a:ext cx="837635" cy="72008"/>
            </a:xfrm>
            <a:prstGeom prst="rect">
              <a:avLst/>
            </a:prstGeom>
            <a:solidFill>
              <a:srgbClr val="3BA9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矩形 8"/>
            <p:cNvSpPr/>
            <p:nvPr/>
          </p:nvSpPr>
          <p:spPr>
            <a:xfrm>
              <a:off x="4549202" y="-603448"/>
              <a:ext cx="837635" cy="72008"/>
            </a:xfrm>
            <a:prstGeom prst="rect">
              <a:avLst/>
            </a:prstGeom>
            <a:solidFill>
              <a:srgbClr val="9DCB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2" name="矩形 1"/>
          <p:cNvSpPr/>
          <p:nvPr userDrawn="1"/>
        </p:nvSpPr>
        <p:spPr>
          <a:xfrm>
            <a:off x="0" y="951277"/>
            <a:ext cx="9144000" cy="3725264"/>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extLst>
      <p:ext uri="{BB962C8B-B14F-4D97-AF65-F5344CB8AC3E}">
        <p14:creationId xmlns:p14="http://schemas.microsoft.com/office/powerpoint/2010/main" val="1135096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15"/>
            <a:ext cx="8229600" cy="856986"/>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199780"/>
            <a:ext cx="8229600" cy="339342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4765792"/>
            <a:ext cx="2133600" cy="273759"/>
          </a:xfrm>
          <a:prstGeom prst="rect">
            <a:avLst/>
          </a:prstGeom>
        </p:spPr>
        <p:txBody>
          <a:bodyPr vert="horz" lIns="91440" tIns="45720" rIns="91440" bIns="45720" rtlCol="0" anchor="ctr"/>
          <a:lstStyle>
            <a:lvl1pPr algn="l">
              <a:defRPr sz="1200">
                <a:solidFill>
                  <a:schemeClr val="tx1">
                    <a:tint val="75000"/>
                  </a:schemeClr>
                </a:solidFill>
              </a:defRPr>
            </a:lvl1pPr>
          </a:lstStyle>
          <a:p>
            <a:fld id="{B65C0B0F-957D-4B21-995C-671B925970BC}" type="datetimeFigureOut">
              <a:rPr lang="zh-CN" altLang="en-US" smtClean="0"/>
              <a:t>2024/10/17</a:t>
            </a:fld>
            <a:endParaRPr lang="zh-CN" altLang="en-US"/>
          </a:p>
        </p:txBody>
      </p:sp>
      <p:sp>
        <p:nvSpPr>
          <p:cNvPr id="5" name="页脚占位符 4"/>
          <p:cNvSpPr>
            <a:spLocks noGrp="1"/>
          </p:cNvSpPr>
          <p:nvPr>
            <p:ph type="ftr" sz="quarter" idx="3"/>
          </p:nvPr>
        </p:nvSpPr>
        <p:spPr>
          <a:xfrm>
            <a:off x="3124200" y="4765792"/>
            <a:ext cx="2895600" cy="273759"/>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5792"/>
            <a:ext cx="2133600" cy="273759"/>
          </a:xfrm>
          <a:prstGeom prst="rect">
            <a:avLst/>
          </a:prstGeom>
        </p:spPr>
        <p:txBody>
          <a:bodyPr vert="horz" lIns="91440" tIns="45720" rIns="91440" bIns="45720" rtlCol="0" anchor="ctr"/>
          <a:lstStyle>
            <a:lvl1pPr algn="r">
              <a:defRPr sz="1200">
                <a:solidFill>
                  <a:schemeClr val="tx1">
                    <a:tint val="75000"/>
                  </a:schemeClr>
                </a:solidFill>
              </a:defRPr>
            </a:lvl1p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19566823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70" r:id="rId1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yuexi@cuit.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7.emf"/><Relationship Id="rId4"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8.jpe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3.wmf"/><Relationship Id="rId18" Type="http://schemas.openxmlformats.org/officeDocument/2006/relationships/oleObject" Target="../embeddings/oleObject9.bin"/><Relationship Id="rId3" Type="http://schemas.openxmlformats.org/officeDocument/2006/relationships/image" Target="../media/image3.png"/><Relationship Id="rId21" Type="http://schemas.openxmlformats.org/officeDocument/2006/relationships/image" Target="../media/image17.wmf"/><Relationship Id="rId7" Type="http://schemas.openxmlformats.org/officeDocument/2006/relationships/image" Target="../media/image10.wmf"/><Relationship Id="rId12" Type="http://schemas.openxmlformats.org/officeDocument/2006/relationships/oleObject" Target="../embeddings/oleObject6.bin"/><Relationship Id="rId17" Type="http://schemas.openxmlformats.org/officeDocument/2006/relationships/image" Target="../media/image15.wmf"/><Relationship Id="rId2" Type="http://schemas.openxmlformats.org/officeDocument/2006/relationships/notesSlide" Target="../notesSlides/notesSlide20.xml"/><Relationship Id="rId16" Type="http://schemas.openxmlformats.org/officeDocument/2006/relationships/oleObject" Target="../embeddings/oleObject8.bin"/><Relationship Id="rId20" Type="http://schemas.openxmlformats.org/officeDocument/2006/relationships/oleObject" Target="../embeddings/oleObject10.bin"/><Relationship Id="rId1" Type="http://schemas.openxmlformats.org/officeDocument/2006/relationships/slideLayout" Target="../slideLayouts/slideLayout12.xml"/><Relationship Id="rId6" Type="http://schemas.openxmlformats.org/officeDocument/2006/relationships/oleObject" Target="../embeddings/oleObject3.bin"/><Relationship Id="rId11" Type="http://schemas.openxmlformats.org/officeDocument/2006/relationships/image" Target="../media/image12.wmf"/><Relationship Id="rId5" Type="http://schemas.openxmlformats.org/officeDocument/2006/relationships/image" Target="../media/image9.wmf"/><Relationship Id="rId15" Type="http://schemas.openxmlformats.org/officeDocument/2006/relationships/image" Target="../media/image14.wmf"/><Relationship Id="rId23" Type="http://schemas.openxmlformats.org/officeDocument/2006/relationships/image" Target="../media/image18.wmf"/><Relationship Id="rId10" Type="http://schemas.openxmlformats.org/officeDocument/2006/relationships/oleObject" Target="../embeddings/oleObject5.bin"/><Relationship Id="rId19" Type="http://schemas.openxmlformats.org/officeDocument/2006/relationships/image" Target="../media/image16.wmf"/><Relationship Id="rId4" Type="http://schemas.openxmlformats.org/officeDocument/2006/relationships/oleObject" Target="../embeddings/oleObject2.bin"/><Relationship Id="rId9" Type="http://schemas.openxmlformats.org/officeDocument/2006/relationships/image" Target="../media/image11.wmf"/><Relationship Id="rId14" Type="http://schemas.openxmlformats.org/officeDocument/2006/relationships/oleObject" Target="../embeddings/oleObject7.bin"/><Relationship Id="rId22" Type="http://schemas.openxmlformats.org/officeDocument/2006/relationships/oleObject" Target="../embeddings/oleObject11.bin"/></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image" Target="../media/image3.png"/><Relationship Id="rId7" Type="http://schemas.openxmlformats.org/officeDocument/2006/relationships/image" Target="../media/image21.wmf"/><Relationship Id="rId12" Type="http://schemas.openxmlformats.org/officeDocument/2006/relationships/image" Target="../media/image24.jpe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oleObject" Target="../embeddings/oleObject13.bin"/><Relationship Id="rId11" Type="http://schemas.openxmlformats.org/officeDocument/2006/relationships/hyperlink" Target="http://images.51cto.com/files/uploadimg/20121206/0926295.jpg" TargetMode="External"/><Relationship Id="rId5" Type="http://schemas.openxmlformats.org/officeDocument/2006/relationships/image" Target="../media/image20.wmf"/><Relationship Id="rId10" Type="http://schemas.openxmlformats.org/officeDocument/2006/relationships/image" Target="../media/image23.png"/><Relationship Id="rId4" Type="http://schemas.openxmlformats.org/officeDocument/2006/relationships/oleObject" Target="../embeddings/oleObject12.bin"/><Relationship Id="rId9" Type="http://schemas.openxmlformats.org/officeDocument/2006/relationships/image" Target="../media/image22.wmf"/></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image" Target="../media/image3.png"/><Relationship Id="rId7" Type="http://schemas.openxmlformats.org/officeDocument/2006/relationships/image" Target="../media/image25.wmf"/><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oleObject" Target="../embeddings/oleObject15.bin"/><Relationship Id="rId5" Type="http://schemas.openxmlformats.org/officeDocument/2006/relationships/image" Target="../media/image22.wmf"/><Relationship Id="rId4" Type="http://schemas.openxmlformats.org/officeDocument/2006/relationships/oleObject" Target="../embeddings/oleObject14.bin"/><Relationship Id="rId9" Type="http://schemas.openxmlformats.org/officeDocument/2006/relationships/image" Target="../media/image26.wmf"/></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840015" y="36824"/>
            <a:ext cx="2202140" cy="5088830"/>
            <a:chOff x="0" y="70798"/>
            <a:chExt cx="2937093" cy="6787202"/>
          </a:xfrm>
        </p:grpSpPr>
        <p:sp>
          <p:nvSpPr>
            <p:cNvPr id="2" name="矩形 1"/>
            <p:cNvSpPr/>
            <p:nvPr/>
          </p:nvSpPr>
          <p:spPr>
            <a:xfrm>
              <a:off x="0" y="4875301"/>
              <a:ext cx="2446986" cy="1982699"/>
            </a:xfrm>
            <a:prstGeom prst="rect">
              <a:avLst/>
            </a:prstGeom>
            <a:solidFill>
              <a:schemeClr val="bg1">
                <a:alpha val="0"/>
              </a:schemeClr>
            </a:solidFill>
            <a:ln w="57150">
              <a:solidFill>
                <a:srgbClr val="00AF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矩形 23"/>
            <p:cNvSpPr/>
            <p:nvPr/>
          </p:nvSpPr>
          <p:spPr>
            <a:xfrm>
              <a:off x="490107" y="70798"/>
              <a:ext cx="2446986" cy="2150771"/>
            </a:xfrm>
            <a:prstGeom prst="rect">
              <a:avLst/>
            </a:prstGeom>
            <a:solidFill>
              <a:schemeClr val="bg1">
                <a:alpha val="0"/>
              </a:schemeClr>
            </a:solidFill>
            <a:ln w="57150">
              <a:solidFill>
                <a:srgbClr val="E8707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5" name="矩形 24"/>
            <p:cNvSpPr/>
            <p:nvPr/>
          </p:nvSpPr>
          <p:spPr>
            <a:xfrm>
              <a:off x="490107" y="3582522"/>
              <a:ext cx="2446986" cy="1982699"/>
            </a:xfrm>
            <a:prstGeom prst="rect">
              <a:avLst/>
            </a:prstGeom>
            <a:solidFill>
              <a:srgbClr val="FFB850">
                <a:alpha val="0"/>
              </a:srgbClr>
            </a:solidFill>
            <a:ln w="57150">
              <a:solidFill>
                <a:srgbClr val="FFB8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矩形 25"/>
            <p:cNvSpPr/>
            <p:nvPr/>
          </p:nvSpPr>
          <p:spPr>
            <a:xfrm>
              <a:off x="0" y="1961633"/>
              <a:ext cx="2446986" cy="2150771"/>
            </a:xfrm>
            <a:prstGeom prst="rect">
              <a:avLst/>
            </a:prstGeom>
            <a:solidFill>
              <a:schemeClr val="bg1">
                <a:alpha val="0"/>
              </a:schemeClr>
            </a:solidFill>
            <a:ln w="57150">
              <a:solidFill>
                <a:srgbClr val="01AC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4" name="组合 3"/>
          <p:cNvGrpSpPr/>
          <p:nvPr/>
        </p:nvGrpSpPr>
        <p:grpSpPr>
          <a:xfrm>
            <a:off x="7868933" y="34639"/>
            <a:ext cx="2202140" cy="5088830"/>
            <a:chOff x="9178140" y="0"/>
            <a:chExt cx="2937093" cy="6787202"/>
          </a:xfrm>
        </p:grpSpPr>
        <p:sp>
          <p:nvSpPr>
            <p:cNvPr id="28" name="矩形 27"/>
            <p:cNvSpPr/>
            <p:nvPr/>
          </p:nvSpPr>
          <p:spPr>
            <a:xfrm>
              <a:off x="9178140" y="4804503"/>
              <a:ext cx="2446986" cy="1982699"/>
            </a:xfrm>
            <a:prstGeom prst="rect">
              <a:avLst/>
            </a:prstGeom>
            <a:solidFill>
              <a:srgbClr val="E87071">
                <a:alpha val="0"/>
              </a:srgbClr>
            </a:solidFill>
            <a:ln w="57150">
              <a:solidFill>
                <a:srgbClr val="E8707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矩形 28"/>
            <p:cNvSpPr/>
            <p:nvPr/>
          </p:nvSpPr>
          <p:spPr>
            <a:xfrm>
              <a:off x="9668247" y="0"/>
              <a:ext cx="2446986" cy="2150771"/>
            </a:xfrm>
            <a:prstGeom prst="rect">
              <a:avLst/>
            </a:prstGeom>
            <a:solidFill>
              <a:schemeClr val="bg1">
                <a:alpha val="0"/>
              </a:schemeClr>
            </a:solidFill>
            <a:ln w="57150">
              <a:solidFill>
                <a:srgbClr val="00AF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0" name="矩形 29"/>
            <p:cNvSpPr/>
            <p:nvPr/>
          </p:nvSpPr>
          <p:spPr>
            <a:xfrm>
              <a:off x="9668247" y="3511724"/>
              <a:ext cx="2446986" cy="1982699"/>
            </a:xfrm>
            <a:prstGeom prst="rect">
              <a:avLst/>
            </a:prstGeom>
            <a:solidFill>
              <a:schemeClr val="bg1">
                <a:alpha val="0"/>
              </a:schemeClr>
            </a:solidFill>
            <a:ln w="57150">
              <a:solidFill>
                <a:srgbClr val="01AC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1" name="矩形 30"/>
            <p:cNvSpPr/>
            <p:nvPr/>
          </p:nvSpPr>
          <p:spPr>
            <a:xfrm>
              <a:off x="9178140" y="1890835"/>
              <a:ext cx="2446986" cy="2150771"/>
            </a:xfrm>
            <a:prstGeom prst="rect">
              <a:avLst/>
            </a:prstGeom>
            <a:solidFill>
              <a:schemeClr val="bg1">
                <a:alpha val="0"/>
              </a:schemeClr>
            </a:solidFill>
            <a:ln w="57150">
              <a:solidFill>
                <a:srgbClr val="FFB8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5" name="文本框 4"/>
          <p:cNvSpPr txBox="1"/>
          <p:nvPr/>
        </p:nvSpPr>
        <p:spPr>
          <a:xfrm>
            <a:off x="1907704" y="1702304"/>
            <a:ext cx="5688632" cy="3046988"/>
          </a:xfrm>
          <a:prstGeom prst="rect">
            <a:avLst/>
          </a:prstGeom>
          <a:noFill/>
        </p:spPr>
        <p:txBody>
          <a:bodyPr wrap="square" rtlCol="0">
            <a:spAutoFit/>
          </a:bodyPr>
          <a:lstStyle/>
          <a:p>
            <a:pPr algn="ctr"/>
            <a:r>
              <a:rPr lang="zh-CN" altLang="en-US" sz="3600" b="1" dirty="0">
                <a:latin typeface="+mn-ea"/>
              </a:rPr>
              <a:t>数据挖掘与分析</a:t>
            </a:r>
            <a:endParaRPr lang="en-US" altLang="zh-CN" sz="3600" b="1" dirty="0">
              <a:latin typeface="+mn-ea"/>
            </a:endParaRPr>
          </a:p>
          <a:p>
            <a:pPr algn="ctr"/>
            <a:r>
              <a:rPr lang="en-US" altLang="zh-CN" sz="3600" b="1" dirty="0">
                <a:latin typeface="+mn-ea"/>
              </a:rPr>
              <a:t>--</a:t>
            </a:r>
            <a:r>
              <a:rPr lang="zh-CN" altLang="en-US" sz="3600" b="1" dirty="0">
                <a:latin typeface="+mn-ea"/>
              </a:rPr>
              <a:t>第</a:t>
            </a:r>
            <a:r>
              <a:rPr lang="en-US" altLang="zh-CN" sz="3600" b="1" dirty="0">
                <a:latin typeface="+mn-ea"/>
              </a:rPr>
              <a:t>2</a:t>
            </a:r>
            <a:r>
              <a:rPr lang="zh-CN" altLang="en-US" sz="3600" b="1" dirty="0">
                <a:latin typeface="+mn-ea"/>
              </a:rPr>
              <a:t>章 数据预处理</a:t>
            </a:r>
            <a:endParaRPr lang="en-US" altLang="zh-CN" sz="3600" b="1" dirty="0">
              <a:latin typeface="+mn-ea"/>
            </a:endParaRPr>
          </a:p>
          <a:p>
            <a:pPr algn="ctr"/>
            <a:endParaRPr lang="en-US" altLang="zh-CN" sz="3600" b="1" dirty="0">
              <a:latin typeface="+mn-ea"/>
            </a:endParaRPr>
          </a:p>
          <a:p>
            <a:pPr algn="ctr"/>
            <a:r>
              <a:rPr lang="zh-CN" altLang="en-US" sz="2800" dirty="0">
                <a:solidFill>
                  <a:schemeClr val="tx1"/>
                </a:solidFill>
              </a:rPr>
              <a:t>授课教师：徐浩</a:t>
            </a:r>
            <a:endParaRPr lang="en-US" altLang="zh-CN" sz="2800" dirty="0">
              <a:solidFill>
                <a:schemeClr val="tx1"/>
              </a:solidFill>
            </a:endParaRPr>
          </a:p>
          <a:p>
            <a:pPr algn="ctr"/>
            <a:r>
              <a:rPr lang="en-US" altLang="zh-CN" sz="2800" dirty="0">
                <a:solidFill>
                  <a:schemeClr val="tx1"/>
                </a:solidFill>
              </a:rPr>
              <a:t>Mail</a:t>
            </a:r>
            <a:r>
              <a:rPr lang="zh-CN" altLang="en-US" sz="2800" dirty="0">
                <a:solidFill>
                  <a:schemeClr val="tx1"/>
                </a:solidFill>
              </a:rPr>
              <a:t>：</a:t>
            </a:r>
            <a:r>
              <a:rPr lang="en-US" altLang="zh-CN" sz="2800" dirty="0"/>
              <a:t>xuhao</a:t>
            </a:r>
            <a:r>
              <a:rPr lang="en-US" altLang="zh-CN" sz="2800" dirty="0">
                <a:solidFill>
                  <a:schemeClr val="tx1"/>
                </a:solidFill>
                <a:hlinkClick r:id="rId3"/>
              </a:rPr>
              <a:t>@cuit.edu.cn</a:t>
            </a:r>
            <a:endParaRPr lang="en-US" altLang="zh-CN" sz="2800" dirty="0">
              <a:solidFill>
                <a:schemeClr val="tx1"/>
              </a:solidFill>
            </a:endParaRPr>
          </a:p>
          <a:p>
            <a:pPr algn="ctr"/>
            <a:r>
              <a:rPr lang="en-US" altLang="zh-CN" sz="2800" dirty="0">
                <a:solidFill>
                  <a:schemeClr val="tx1"/>
                </a:solidFill>
              </a:rPr>
              <a:t>QQ:</a:t>
            </a:r>
            <a:r>
              <a:rPr lang="en-US" altLang="zh-CN" sz="2800" dirty="0"/>
              <a:t>249851191</a:t>
            </a:r>
            <a:endParaRPr lang="zh-CN" altLang="en-US" sz="2800" dirty="0">
              <a:solidFill>
                <a:schemeClr val="tx1"/>
              </a:solidFill>
            </a:endParaRPr>
          </a:p>
        </p:txBody>
      </p: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52227" y="304621"/>
            <a:ext cx="3523613" cy="638440"/>
          </a:xfrm>
          <a:prstGeom prst="rect">
            <a:avLst/>
          </a:prstGeom>
        </p:spPr>
      </p:pic>
    </p:spTree>
    <p:extLst>
      <p:ext uri="{BB962C8B-B14F-4D97-AF65-F5344CB8AC3E}">
        <p14:creationId xmlns:p14="http://schemas.microsoft.com/office/powerpoint/2010/main" val="3737404336"/>
      </p:ext>
    </p:extLst>
  </p:cSld>
  <p:clrMapOvr>
    <a:masterClrMapping/>
  </p:clrMapOvr>
  <mc:AlternateContent xmlns:mc="http://schemas.openxmlformats.org/markup-compatibility/2006" xmlns:p14="http://schemas.microsoft.com/office/powerpoint/2010/main">
    <mc:Choice Requires="p14">
      <p:transition spd="slow" p14:dur="1600" advTm="1747">
        <p:blinds dir="vert"/>
      </p:transition>
    </mc:Choice>
    <mc:Fallback xmlns="">
      <p:transition spd="slow" advTm="1747">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1+#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1115616" y="1599729"/>
            <a:ext cx="1940868" cy="1940868"/>
          </a:xfrm>
          <a:prstGeom prst="ellipse">
            <a:avLst/>
          </a:prstGeom>
          <a:noFill/>
          <a:ln w="9525">
            <a:gradFill>
              <a:gsLst>
                <a:gs pos="100000">
                  <a:srgbClr val="138F81"/>
                </a:gs>
                <a:gs pos="0">
                  <a:srgbClr val="19BAA9"/>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9" name="椭圆 18"/>
          <p:cNvSpPr/>
          <p:nvPr/>
        </p:nvSpPr>
        <p:spPr>
          <a:xfrm>
            <a:off x="-540568" y="3795092"/>
            <a:ext cx="2007046" cy="2007046"/>
          </a:xfrm>
          <a:prstGeom prst="ellipse">
            <a:avLst/>
          </a:prstGeom>
          <a:noFill/>
          <a:ln w="9525">
            <a:gradFill>
              <a:gsLst>
                <a:gs pos="100000">
                  <a:srgbClr val="89A13D"/>
                </a:gs>
                <a:gs pos="0">
                  <a:srgbClr val="B2D138"/>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3" name="椭圆 2"/>
          <p:cNvSpPr/>
          <p:nvPr/>
        </p:nvSpPr>
        <p:spPr>
          <a:xfrm>
            <a:off x="2302173" y="1274812"/>
            <a:ext cx="802258" cy="802258"/>
          </a:xfrm>
          <a:prstGeom prst="ellipse">
            <a:avLst/>
          </a:prstGeom>
          <a:noFill/>
          <a:ln w="9525">
            <a:gradFill>
              <a:gsLst>
                <a:gs pos="100000">
                  <a:srgbClr val="E33F24"/>
                </a:gs>
                <a:gs pos="0">
                  <a:srgbClr val="F26434"/>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4" name="TextBox 3"/>
          <p:cNvSpPr txBox="1"/>
          <p:nvPr/>
        </p:nvSpPr>
        <p:spPr>
          <a:xfrm>
            <a:off x="1500181" y="2154664"/>
            <a:ext cx="1168414" cy="830997"/>
          </a:xfrm>
          <a:prstGeom prst="rect">
            <a:avLst/>
          </a:prstGeom>
          <a:noFill/>
        </p:spPr>
        <p:txBody>
          <a:bodyPr wrap="square" rtlCol="0">
            <a:spAutoFit/>
          </a:bodyPr>
          <a:lstStyle/>
          <a:p>
            <a:pPr algn="ct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endParaRPr lang="en-US" altLang="zh-CN" sz="32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rPr>
              <a:t>contents</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6" name="椭圆 5"/>
          <p:cNvSpPr/>
          <p:nvPr/>
        </p:nvSpPr>
        <p:spPr>
          <a:xfrm>
            <a:off x="4372328" y="506735"/>
            <a:ext cx="565516" cy="565516"/>
          </a:xfrm>
          <a:prstGeom prst="ellipse">
            <a:avLst/>
          </a:prstGeom>
          <a:gradFill flip="none" rotWithShape="1">
            <a:gsLst>
              <a:gs pos="90000">
                <a:srgbClr val="138F81"/>
              </a:gs>
              <a:gs pos="30000">
                <a:srgbClr val="19BAA9"/>
              </a:gs>
            </a:gsLst>
            <a:lin ang="2700000" scaled="1"/>
            <a:tileRect/>
          </a:gradFill>
          <a:ln w="25400">
            <a:gradFill>
              <a:gsLst>
                <a:gs pos="0">
                  <a:srgbClr val="138F81"/>
                </a:gs>
                <a:gs pos="100000">
                  <a:srgbClr val="19BAA9"/>
                </a:gs>
              </a:gsLst>
              <a:lin ang="5400000" scaled="0"/>
            </a:gra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7" name="TextBox 6"/>
          <p:cNvSpPr txBox="1"/>
          <p:nvPr/>
        </p:nvSpPr>
        <p:spPr>
          <a:xfrm>
            <a:off x="4547252" y="562875"/>
            <a:ext cx="215668" cy="461665"/>
          </a:xfrm>
          <a:prstGeom prst="rect">
            <a:avLst/>
          </a:prstGeom>
          <a:noFill/>
        </p:spPr>
        <p:txBody>
          <a:bodyPr wrap="square" rtlCol="0">
            <a:spAutoFit/>
          </a:bodyPr>
          <a:lstStyle/>
          <a:p>
            <a:pPr algn="ctr"/>
            <a:r>
              <a:rPr lang="en-US" altLang="zh-CN" sz="2400" dirty="0">
                <a:solidFill>
                  <a:schemeClr val="bg1"/>
                </a:solidFill>
                <a:latin typeface="Impact" panose="020B0806030902050204" pitchFamily="34" charset="0"/>
              </a:rPr>
              <a:t>1</a:t>
            </a:r>
            <a:endParaRPr lang="zh-CN" altLang="en-US" sz="2400" dirty="0">
              <a:solidFill>
                <a:schemeClr val="bg1"/>
              </a:solidFill>
              <a:latin typeface="Impact" panose="020B0806030902050204" pitchFamily="34" charset="0"/>
            </a:endParaRPr>
          </a:p>
        </p:txBody>
      </p:sp>
      <p:sp>
        <p:nvSpPr>
          <p:cNvPr id="22" name="椭圆 21"/>
          <p:cNvSpPr/>
          <p:nvPr/>
        </p:nvSpPr>
        <p:spPr>
          <a:xfrm>
            <a:off x="4361250" y="1218898"/>
            <a:ext cx="565516" cy="565516"/>
          </a:xfrm>
          <a:prstGeom prst="ellipse">
            <a:avLst/>
          </a:prstGeom>
          <a:gradFill flip="none" rotWithShape="1">
            <a:gsLst>
              <a:gs pos="90000">
                <a:srgbClr val="E33F24"/>
              </a:gs>
              <a:gs pos="30000">
                <a:srgbClr val="F26434"/>
              </a:gs>
            </a:gsLst>
            <a:lin ang="2700000" scaled="1"/>
            <a:tileRect/>
          </a:gradFill>
          <a:ln w="25400">
            <a:gradFill>
              <a:gsLst>
                <a:gs pos="0">
                  <a:srgbClr val="E33F24"/>
                </a:gs>
                <a:gs pos="100000">
                  <a:srgbClr val="F26434"/>
                </a:gs>
              </a:gsLst>
              <a:lin ang="5400000" scaled="0"/>
            </a:gra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23" name="TextBox 22"/>
          <p:cNvSpPr txBox="1"/>
          <p:nvPr/>
        </p:nvSpPr>
        <p:spPr>
          <a:xfrm>
            <a:off x="4536174" y="1275038"/>
            <a:ext cx="215668" cy="461665"/>
          </a:xfrm>
          <a:prstGeom prst="rect">
            <a:avLst/>
          </a:prstGeom>
          <a:noFill/>
        </p:spPr>
        <p:txBody>
          <a:bodyPr wrap="square" rtlCol="0">
            <a:spAutoFit/>
          </a:bodyPr>
          <a:lstStyle/>
          <a:p>
            <a:pPr algn="ctr"/>
            <a:r>
              <a:rPr lang="en-US" altLang="zh-CN" sz="2400" dirty="0">
                <a:solidFill>
                  <a:schemeClr val="bg1"/>
                </a:solidFill>
                <a:latin typeface="Impact" panose="020B0806030902050204" pitchFamily="34" charset="0"/>
              </a:rPr>
              <a:t>2</a:t>
            </a:r>
            <a:endParaRPr lang="zh-CN" altLang="en-US" sz="2400" dirty="0">
              <a:solidFill>
                <a:schemeClr val="bg1"/>
              </a:solidFill>
              <a:latin typeface="Impact" panose="020B0806030902050204" pitchFamily="34" charset="0"/>
            </a:endParaRPr>
          </a:p>
        </p:txBody>
      </p:sp>
      <p:sp>
        <p:nvSpPr>
          <p:cNvPr id="25" name="椭圆 24"/>
          <p:cNvSpPr/>
          <p:nvPr/>
        </p:nvSpPr>
        <p:spPr>
          <a:xfrm>
            <a:off x="4361250" y="1994892"/>
            <a:ext cx="565516" cy="565516"/>
          </a:xfrm>
          <a:prstGeom prst="ellipse">
            <a:avLst/>
          </a:prstGeom>
          <a:gradFill flip="none" rotWithShape="1">
            <a:gsLst>
              <a:gs pos="90000">
                <a:srgbClr val="89A13D"/>
              </a:gs>
              <a:gs pos="30000">
                <a:srgbClr val="B2D138"/>
              </a:gs>
            </a:gsLst>
            <a:lin ang="2700000" scaled="1"/>
            <a:tileRect/>
          </a:gradFill>
          <a:ln w="25400">
            <a:gradFill>
              <a:gsLst>
                <a:gs pos="0">
                  <a:srgbClr val="89A13D"/>
                </a:gs>
                <a:gs pos="100000">
                  <a:srgbClr val="B2D138"/>
                </a:gs>
              </a:gsLst>
              <a:lin ang="5400000" scaled="0"/>
            </a:gra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26" name="TextBox 25"/>
          <p:cNvSpPr txBox="1"/>
          <p:nvPr/>
        </p:nvSpPr>
        <p:spPr>
          <a:xfrm>
            <a:off x="4536174" y="2051032"/>
            <a:ext cx="215668" cy="461665"/>
          </a:xfrm>
          <a:prstGeom prst="rect">
            <a:avLst/>
          </a:prstGeom>
          <a:noFill/>
        </p:spPr>
        <p:txBody>
          <a:bodyPr wrap="square" rtlCol="0">
            <a:spAutoFit/>
          </a:bodyPr>
          <a:lstStyle/>
          <a:p>
            <a:pPr algn="ctr"/>
            <a:r>
              <a:rPr lang="en-US" altLang="zh-CN" sz="2400" dirty="0">
                <a:solidFill>
                  <a:schemeClr val="bg1"/>
                </a:solidFill>
                <a:latin typeface="Impact" panose="020B0806030902050204" pitchFamily="34" charset="0"/>
              </a:rPr>
              <a:t>3</a:t>
            </a:r>
            <a:endParaRPr lang="zh-CN" altLang="en-US" sz="2400" dirty="0">
              <a:solidFill>
                <a:schemeClr val="bg1"/>
              </a:solidFill>
              <a:latin typeface="Impact" panose="020B0806030902050204" pitchFamily="34" charset="0"/>
            </a:endParaRPr>
          </a:p>
        </p:txBody>
      </p:sp>
      <p:sp>
        <p:nvSpPr>
          <p:cNvPr id="32" name="矩形 31"/>
          <p:cNvSpPr/>
          <p:nvPr/>
        </p:nvSpPr>
        <p:spPr>
          <a:xfrm>
            <a:off x="5292080" y="482724"/>
            <a:ext cx="1944216" cy="369332"/>
          </a:xfrm>
          <a:prstGeom prst="rect">
            <a:avLst/>
          </a:prstGeom>
        </p:spPr>
        <p:txBody>
          <a:bodyPr wrap="square" lIns="0">
            <a:spAutoFit/>
          </a:bodyPr>
          <a:lstStyle/>
          <a:p>
            <a:r>
              <a:rPr lang="zh-CN" altLang="en-US" dirty="0">
                <a:latin typeface="宋体" panose="02010600030101010101" pitchFamily="2" charset="-122"/>
              </a:rPr>
              <a:t>数据预处理目的</a:t>
            </a:r>
            <a:endParaRPr lang="en-US" altLang="zh-CN" dirty="0">
              <a:latin typeface="宋体" panose="02010600030101010101" pitchFamily="2" charset="-122"/>
            </a:endParaRPr>
          </a:p>
        </p:txBody>
      </p:sp>
      <p:sp>
        <p:nvSpPr>
          <p:cNvPr id="33" name="矩形 32"/>
          <p:cNvSpPr/>
          <p:nvPr/>
        </p:nvSpPr>
        <p:spPr>
          <a:xfrm>
            <a:off x="5292080" y="1202804"/>
            <a:ext cx="2448272" cy="369332"/>
          </a:xfrm>
          <a:prstGeom prst="rect">
            <a:avLst/>
          </a:prstGeom>
        </p:spPr>
        <p:txBody>
          <a:bodyPr wrap="square" lIns="0">
            <a:spAutoFit/>
          </a:bodyPr>
          <a:lstStyle/>
          <a:p>
            <a:r>
              <a:rPr lang="zh-CN" altLang="en-US" dirty="0">
                <a:latin typeface="宋体" panose="02010600030101010101" pitchFamily="2" charset="-122"/>
              </a:rPr>
              <a:t>数据预处理的主要任务</a:t>
            </a:r>
          </a:p>
        </p:txBody>
      </p:sp>
      <p:sp>
        <p:nvSpPr>
          <p:cNvPr id="34" name="矩形 33"/>
          <p:cNvSpPr/>
          <p:nvPr/>
        </p:nvSpPr>
        <p:spPr>
          <a:xfrm>
            <a:off x="5292080" y="1994892"/>
            <a:ext cx="2736304" cy="369332"/>
          </a:xfrm>
          <a:prstGeom prst="rect">
            <a:avLst/>
          </a:prstGeom>
        </p:spPr>
        <p:txBody>
          <a:bodyPr wrap="square" lIns="0">
            <a:spAutoFit/>
          </a:bodyPr>
          <a:lstStyle/>
          <a:p>
            <a:r>
              <a:rPr lang="zh-CN" altLang="en-US" dirty="0">
                <a:latin typeface="宋体" panose="02010600030101010101" pitchFamily="2" charset="-122"/>
              </a:rPr>
              <a:t>数据清理</a:t>
            </a:r>
          </a:p>
        </p:txBody>
      </p:sp>
      <p:sp>
        <p:nvSpPr>
          <p:cNvPr id="21" name="椭圆 20"/>
          <p:cNvSpPr/>
          <p:nvPr/>
        </p:nvSpPr>
        <p:spPr>
          <a:xfrm>
            <a:off x="1331541" y="4493841"/>
            <a:ext cx="1296144" cy="1296144"/>
          </a:xfrm>
          <a:prstGeom prst="ellipse">
            <a:avLst/>
          </a:prstGeom>
          <a:noFill/>
          <a:ln w="9525">
            <a:gradFill>
              <a:gsLst>
                <a:gs pos="100000">
                  <a:srgbClr val="108692"/>
                </a:gs>
                <a:gs pos="0">
                  <a:srgbClr val="16B2C1"/>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24" name="椭圆 23"/>
          <p:cNvSpPr/>
          <p:nvPr/>
        </p:nvSpPr>
        <p:spPr>
          <a:xfrm>
            <a:off x="2936826" y="4248150"/>
            <a:ext cx="347246" cy="347246"/>
          </a:xfrm>
          <a:prstGeom prst="ellipse">
            <a:avLst/>
          </a:prstGeom>
          <a:noFill/>
          <a:ln w="9525">
            <a:gradFill>
              <a:gsLst>
                <a:gs pos="100000">
                  <a:srgbClr val="E33F24"/>
                </a:gs>
                <a:gs pos="0">
                  <a:srgbClr val="F26434"/>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27" name="椭圆 26"/>
          <p:cNvSpPr/>
          <p:nvPr/>
        </p:nvSpPr>
        <p:spPr>
          <a:xfrm>
            <a:off x="8557902" y="4555815"/>
            <a:ext cx="1172196" cy="1172196"/>
          </a:xfrm>
          <a:prstGeom prst="ellipse">
            <a:avLst/>
          </a:prstGeom>
          <a:noFill/>
          <a:ln w="9525">
            <a:gradFill>
              <a:gsLst>
                <a:gs pos="100000">
                  <a:srgbClr val="E33F24"/>
                </a:gs>
                <a:gs pos="0">
                  <a:srgbClr val="F26434"/>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pic>
        <p:nvPicPr>
          <p:cNvPr id="5" name="图片 4" descr="20100508053929509.png">
            <a:extLst>
              <a:ext uri="{FF2B5EF4-FFF2-40B4-BE49-F238E27FC236}">
                <a16:creationId xmlns:a16="http://schemas.microsoft.com/office/drawing/2014/main" id="{5DCD059D-1961-4CF1-9C25-DC75A962177F}"/>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20" name="椭圆 19">
            <a:extLst>
              <a:ext uri="{FF2B5EF4-FFF2-40B4-BE49-F238E27FC236}">
                <a16:creationId xmlns:a16="http://schemas.microsoft.com/office/drawing/2014/main" id="{C67C841A-4DDC-4571-9528-68721CD1F240}"/>
              </a:ext>
            </a:extLst>
          </p:cNvPr>
          <p:cNvSpPr/>
          <p:nvPr/>
        </p:nvSpPr>
        <p:spPr>
          <a:xfrm>
            <a:off x="4355976" y="2714972"/>
            <a:ext cx="565516" cy="565516"/>
          </a:xfrm>
          <a:prstGeom prst="ellipse">
            <a:avLst/>
          </a:prstGeom>
          <a:solidFill>
            <a:schemeClr val="accent1"/>
          </a:solidFill>
          <a:ln w="25400">
            <a:solidFill>
              <a:schemeClr val="accent1"/>
            </a:soli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28" name="TextBox 25">
            <a:extLst>
              <a:ext uri="{FF2B5EF4-FFF2-40B4-BE49-F238E27FC236}">
                <a16:creationId xmlns:a16="http://schemas.microsoft.com/office/drawing/2014/main" id="{89164CB1-6C47-4C60-A8EC-7C6E0D1BBAFC}"/>
              </a:ext>
            </a:extLst>
          </p:cNvPr>
          <p:cNvSpPr txBox="1"/>
          <p:nvPr/>
        </p:nvSpPr>
        <p:spPr>
          <a:xfrm>
            <a:off x="4530900" y="2771112"/>
            <a:ext cx="215668" cy="461665"/>
          </a:xfrm>
          <a:prstGeom prst="rect">
            <a:avLst/>
          </a:prstGeom>
          <a:noFill/>
        </p:spPr>
        <p:txBody>
          <a:bodyPr wrap="square" rtlCol="0">
            <a:spAutoFit/>
          </a:bodyPr>
          <a:lstStyle/>
          <a:p>
            <a:pPr algn="ctr"/>
            <a:r>
              <a:rPr lang="en-US" altLang="zh-CN" sz="2400" dirty="0">
                <a:solidFill>
                  <a:schemeClr val="bg1"/>
                </a:solidFill>
                <a:latin typeface="Impact" panose="020B0806030902050204" pitchFamily="34" charset="0"/>
              </a:rPr>
              <a:t>4</a:t>
            </a:r>
            <a:endParaRPr lang="zh-CN" altLang="en-US" sz="2400" dirty="0">
              <a:solidFill>
                <a:schemeClr val="bg1"/>
              </a:solidFill>
              <a:latin typeface="Impact" panose="020B0806030902050204" pitchFamily="34" charset="0"/>
            </a:endParaRPr>
          </a:p>
        </p:txBody>
      </p:sp>
      <p:sp>
        <p:nvSpPr>
          <p:cNvPr id="29" name="矩形 28">
            <a:extLst>
              <a:ext uri="{FF2B5EF4-FFF2-40B4-BE49-F238E27FC236}">
                <a16:creationId xmlns:a16="http://schemas.microsoft.com/office/drawing/2014/main" id="{30E1B344-163E-42A5-BD2E-D6B40809E784}"/>
              </a:ext>
            </a:extLst>
          </p:cNvPr>
          <p:cNvSpPr/>
          <p:nvPr/>
        </p:nvSpPr>
        <p:spPr>
          <a:xfrm>
            <a:off x="5264512" y="2734409"/>
            <a:ext cx="2957602" cy="369332"/>
          </a:xfrm>
          <a:prstGeom prst="rect">
            <a:avLst/>
          </a:prstGeom>
        </p:spPr>
        <p:txBody>
          <a:bodyPr wrap="square" lIns="0">
            <a:spAutoFit/>
          </a:bodyPr>
          <a:lstStyle/>
          <a:p>
            <a:r>
              <a:rPr lang="zh-CN" altLang="en-US" dirty="0">
                <a:latin typeface="宋体" panose="02010600030101010101" pitchFamily="2" charset="-122"/>
              </a:rPr>
              <a:t>数据集成</a:t>
            </a:r>
            <a:endParaRPr lang="en-US" altLang="zh-CN" dirty="0">
              <a:latin typeface="宋体" panose="02010600030101010101" pitchFamily="2" charset="-122"/>
            </a:endParaRPr>
          </a:p>
        </p:txBody>
      </p:sp>
      <p:sp>
        <p:nvSpPr>
          <p:cNvPr id="30" name="椭圆 29">
            <a:extLst>
              <a:ext uri="{FF2B5EF4-FFF2-40B4-BE49-F238E27FC236}">
                <a16:creationId xmlns:a16="http://schemas.microsoft.com/office/drawing/2014/main" id="{7BEFDA3F-6BEA-448D-8E90-50E3A3C3BABF}"/>
              </a:ext>
            </a:extLst>
          </p:cNvPr>
          <p:cNvSpPr/>
          <p:nvPr/>
        </p:nvSpPr>
        <p:spPr>
          <a:xfrm>
            <a:off x="4372328" y="3457682"/>
            <a:ext cx="565516" cy="565516"/>
          </a:xfrm>
          <a:prstGeom prst="ellipse">
            <a:avLst/>
          </a:prstGeom>
          <a:solidFill>
            <a:schemeClr val="accent6">
              <a:lumMod val="75000"/>
            </a:schemeClr>
          </a:solidFill>
          <a:ln w="25400">
            <a:solidFill>
              <a:schemeClr val="accent6"/>
            </a:soli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31" name="TextBox 25">
            <a:extLst>
              <a:ext uri="{FF2B5EF4-FFF2-40B4-BE49-F238E27FC236}">
                <a16:creationId xmlns:a16="http://schemas.microsoft.com/office/drawing/2014/main" id="{46F661B0-2A26-41D4-AD2F-FAB3D794DB5E}"/>
              </a:ext>
            </a:extLst>
          </p:cNvPr>
          <p:cNvSpPr txBox="1"/>
          <p:nvPr/>
        </p:nvSpPr>
        <p:spPr>
          <a:xfrm>
            <a:off x="4536174" y="3512774"/>
            <a:ext cx="258850" cy="461665"/>
          </a:xfrm>
          <a:prstGeom prst="rect">
            <a:avLst/>
          </a:prstGeom>
          <a:noFill/>
        </p:spPr>
        <p:txBody>
          <a:bodyPr wrap="square" rtlCol="0">
            <a:spAutoFit/>
          </a:bodyPr>
          <a:lstStyle/>
          <a:p>
            <a:pPr algn="ctr"/>
            <a:r>
              <a:rPr lang="en-US" altLang="zh-CN" sz="2400" dirty="0">
                <a:solidFill>
                  <a:schemeClr val="bg1"/>
                </a:solidFill>
                <a:latin typeface="Impact" panose="020B0806030902050204" pitchFamily="34" charset="0"/>
              </a:rPr>
              <a:t>5</a:t>
            </a:r>
            <a:endParaRPr lang="zh-CN" altLang="en-US" sz="2400" dirty="0">
              <a:solidFill>
                <a:schemeClr val="bg1"/>
              </a:solidFill>
              <a:latin typeface="Impact" panose="020B0806030902050204" pitchFamily="34" charset="0"/>
            </a:endParaRPr>
          </a:p>
        </p:txBody>
      </p:sp>
      <p:sp>
        <p:nvSpPr>
          <p:cNvPr id="35" name="矩形 34">
            <a:extLst>
              <a:ext uri="{FF2B5EF4-FFF2-40B4-BE49-F238E27FC236}">
                <a16:creationId xmlns:a16="http://schemas.microsoft.com/office/drawing/2014/main" id="{82F3C6BC-4334-4BCC-91ED-00622D6A4868}"/>
              </a:ext>
            </a:extLst>
          </p:cNvPr>
          <p:cNvSpPr/>
          <p:nvPr/>
        </p:nvSpPr>
        <p:spPr>
          <a:xfrm>
            <a:off x="5292080" y="3436793"/>
            <a:ext cx="2448272" cy="369332"/>
          </a:xfrm>
          <a:prstGeom prst="rect">
            <a:avLst/>
          </a:prstGeom>
        </p:spPr>
        <p:txBody>
          <a:bodyPr wrap="square" lIns="0">
            <a:spAutoFit/>
          </a:bodyPr>
          <a:lstStyle/>
          <a:p>
            <a:r>
              <a:rPr lang="zh-CN" altLang="en-US" dirty="0">
                <a:latin typeface="宋体" panose="02010600030101010101" pitchFamily="2" charset="-122"/>
              </a:rPr>
              <a:t>数据变换</a:t>
            </a:r>
          </a:p>
        </p:txBody>
      </p:sp>
      <p:sp>
        <p:nvSpPr>
          <p:cNvPr id="36" name="椭圆 35">
            <a:extLst>
              <a:ext uri="{FF2B5EF4-FFF2-40B4-BE49-F238E27FC236}">
                <a16:creationId xmlns:a16="http://schemas.microsoft.com/office/drawing/2014/main" id="{CADBA256-BF18-46A4-A3EE-F6E6A4AE7F15}"/>
              </a:ext>
            </a:extLst>
          </p:cNvPr>
          <p:cNvSpPr/>
          <p:nvPr/>
        </p:nvSpPr>
        <p:spPr>
          <a:xfrm>
            <a:off x="4372429" y="4206854"/>
            <a:ext cx="565516" cy="565516"/>
          </a:xfrm>
          <a:prstGeom prst="ellipse">
            <a:avLst/>
          </a:prstGeom>
          <a:solidFill>
            <a:schemeClr val="accent5"/>
          </a:solidFill>
          <a:ln w="25400">
            <a:solidFill>
              <a:schemeClr val="accent5"/>
            </a:soli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37" name="TextBox 25">
            <a:extLst>
              <a:ext uri="{FF2B5EF4-FFF2-40B4-BE49-F238E27FC236}">
                <a16:creationId xmlns:a16="http://schemas.microsoft.com/office/drawing/2014/main" id="{BFEC129A-0BA1-4EF2-9F2B-6E44206F82A3}"/>
              </a:ext>
            </a:extLst>
          </p:cNvPr>
          <p:cNvSpPr txBox="1"/>
          <p:nvPr/>
        </p:nvSpPr>
        <p:spPr>
          <a:xfrm>
            <a:off x="4536275" y="4261946"/>
            <a:ext cx="258850" cy="461665"/>
          </a:xfrm>
          <a:prstGeom prst="rect">
            <a:avLst/>
          </a:prstGeom>
          <a:noFill/>
        </p:spPr>
        <p:txBody>
          <a:bodyPr wrap="square" rtlCol="0">
            <a:spAutoFit/>
          </a:bodyPr>
          <a:lstStyle/>
          <a:p>
            <a:pPr algn="ctr"/>
            <a:r>
              <a:rPr lang="en-US" altLang="zh-CN" sz="2400" dirty="0">
                <a:solidFill>
                  <a:schemeClr val="bg1"/>
                </a:solidFill>
                <a:latin typeface="Impact" panose="020B0806030902050204" pitchFamily="34" charset="0"/>
              </a:rPr>
              <a:t>6</a:t>
            </a:r>
            <a:endParaRPr lang="zh-CN" altLang="en-US" sz="2400" dirty="0">
              <a:solidFill>
                <a:schemeClr val="bg1"/>
              </a:solidFill>
              <a:latin typeface="Impact" panose="020B0806030902050204" pitchFamily="34" charset="0"/>
            </a:endParaRPr>
          </a:p>
        </p:txBody>
      </p:sp>
      <p:sp>
        <p:nvSpPr>
          <p:cNvPr id="38" name="矩形 37">
            <a:extLst>
              <a:ext uri="{FF2B5EF4-FFF2-40B4-BE49-F238E27FC236}">
                <a16:creationId xmlns:a16="http://schemas.microsoft.com/office/drawing/2014/main" id="{61FA51C4-3434-4E77-AF86-F6F7BD76DF22}"/>
              </a:ext>
            </a:extLst>
          </p:cNvPr>
          <p:cNvSpPr/>
          <p:nvPr/>
        </p:nvSpPr>
        <p:spPr>
          <a:xfrm>
            <a:off x="5292181" y="4185965"/>
            <a:ext cx="2448272" cy="369332"/>
          </a:xfrm>
          <a:prstGeom prst="rect">
            <a:avLst/>
          </a:prstGeom>
        </p:spPr>
        <p:txBody>
          <a:bodyPr wrap="square" lIns="0">
            <a:spAutoFit/>
          </a:bodyPr>
          <a:lstStyle/>
          <a:p>
            <a:r>
              <a:rPr lang="zh-CN" altLang="en-US" dirty="0">
                <a:latin typeface="宋体" panose="02010600030101010101" pitchFamily="2" charset="-122"/>
              </a:rPr>
              <a:t>数据归约</a:t>
            </a:r>
          </a:p>
        </p:txBody>
      </p:sp>
    </p:spTree>
    <p:extLst>
      <p:ext uri="{BB962C8B-B14F-4D97-AF65-F5344CB8AC3E}">
        <p14:creationId xmlns:p14="http://schemas.microsoft.com/office/powerpoint/2010/main" val="3096983076"/>
      </p:ext>
    </p:extLst>
  </p:cSld>
  <p:clrMapOvr>
    <a:masterClrMapping/>
  </p:clrMapOvr>
  <mc:AlternateContent xmlns:mc="http://schemas.openxmlformats.org/markup-compatibility/2006" xmlns:p14="http://schemas.microsoft.com/office/powerpoint/2010/main">
    <mc:Choice Requires="p14">
      <p:transition spd="slow" p14:dur="1600" advTm="3214">
        <p14:gallery dir="l"/>
      </p:transition>
    </mc:Choice>
    <mc:Fallback xmlns="">
      <p:transition spd="slow" advTm="3214">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 fill="hold"/>
                                            <p:tgtEl>
                                              <p:spTgt spid="3"/>
                                            </p:tgtEl>
                                            <p:attrNameLst>
                                              <p:attrName>ppt_w</p:attrName>
                                            </p:attrNameLst>
                                          </p:cBhvr>
                                          <p:tavLst>
                                            <p:tav tm="0">
                                              <p:val>
                                                <p:fltVal val="0"/>
                                              </p:val>
                                            </p:tav>
                                            <p:tav tm="100000">
                                              <p:val>
                                                <p:strVal val="#ppt_w"/>
                                              </p:val>
                                            </p:tav>
                                          </p:tavLst>
                                        </p:anim>
                                        <p:anim calcmode="lin" valueType="num">
                                          <p:cBhvr>
                                            <p:cTn id="8" dur="300" fill="hold"/>
                                            <p:tgtEl>
                                              <p:spTgt spid="3"/>
                                            </p:tgtEl>
                                            <p:attrNameLst>
                                              <p:attrName>ppt_h</p:attrName>
                                            </p:attrNameLst>
                                          </p:cBhvr>
                                          <p:tavLst>
                                            <p:tav tm="0">
                                              <p:val>
                                                <p:fltVal val="0"/>
                                              </p:val>
                                            </p:tav>
                                            <p:tav tm="100000">
                                              <p:val>
                                                <p:strVal val="#ppt_h"/>
                                              </p:val>
                                            </p:tav>
                                          </p:tavLst>
                                        </p:anim>
                                        <p:animEffect transition="in" filter="fade">
                                          <p:cBhvr>
                                            <p:cTn id="9" dur="300"/>
                                            <p:tgtEl>
                                              <p:spTgt spid="3"/>
                                            </p:tgtEl>
                                          </p:cBhvr>
                                        </p:animEffect>
                                      </p:childTnLst>
                                    </p:cTn>
                                  </p:par>
                                  <p:par>
                                    <p:cTn id="10" presetID="6" presetClass="emph" presetSubtype="0" autoRev="1" fill="hold" grpId="1" nodeType="withEffect">
                                      <p:stCondLst>
                                        <p:cond delay="300"/>
                                      </p:stCondLst>
                                      <p:childTnLst>
                                        <p:animScale>
                                          <p:cBhvr>
                                            <p:cTn id="11" dur="150" fill="hold"/>
                                            <p:tgtEl>
                                              <p:spTgt spid="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19"/>
                                            </p:tgtEl>
                                            <p:attrNameLst>
                                              <p:attrName>style.visibility</p:attrName>
                                            </p:attrNameLst>
                                          </p:cBhvr>
                                          <p:to>
                                            <p:strVal val="visible"/>
                                          </p:to>
                                        </p:set>
                                        <p:anim calcmode="lin" valueType="num">
                                          <p:cBhvr>
                                            <p:cTn id="14" dur="300" fill="hold"/>
                                            <p:tgtEl>
                                              <p:spTgt spid="19"/>
                                            </p:tgtEl>
                                            <p:attrNameLst>
                                              <p:attrName>ppt_w</p:attrName>
                                            </p:attrNameLst>
                                          </p:cBhvr>
                                          <p:tavLst>
                                            <p:tav tm="0">
                                              <p:val>
                                                <p:fltVal val="0"/>
                                              </p:val>
                                            </p:tav>
                                            <p:tav tm="100000">
                                              <p:val>
                                                <p:strVal val="#ppt_w"/>
                                              </p:val>
                                            </p:tav>
                                          </p:tavLst>
                                        </p:anim>
                                        <p:anim calcmode="lin" valueType="num">
                                          <p:cBhvr>
                                            <p:cTn id="15" dur="300" fill="hold"/>
                                            <p:tgtEl>
                                              <p:spTgt spid="19"/>
                                            </p:tgtEl>
                                            <p:attrNameLst>
                                              <p:attrName>ppt_h</p:attrName>
                                            </p:attrNameLst>
                                          </p:cBhvr>
                                          <p:tavLst>
                                            <p:tav tm="0">
                                              <p:val>
                                                <p:fltVal val="0"/>
                                              </p:val>
                                            </p:tav>
                                            <p:tav tm="100000">
                                              <p:val>
                                                <p:strVal val="#ppt_h"/>
                                              </p:val>
                                            </p:tav>
                                          </p:tavLst>
                                        </p:anim>
                                        <p:animEffect transition="in" filter="fade">
                                          <p:cBhvr>
                                            <p:cTn id="16" dur="300"/>
                                            <p:tgtEl>
                                              <p:spTgt spid="19"/>
                                            </p:tgtEl>
                                          </p:cBhvr>
                                        </p:animEffect>
                                      </p:childTnLst>
                                    </p:cTn>
                                  </p:par>
                                  <p:par>
                                    <p:cTn id="17" presetID="6" presetClass="emph" presetSubtype="0" autoRev="1" fill="hold" grpId="1" nodeType="withEffect">
                                      <p:stCondLst>
                                        <p:cond delay="600"/>
                                      </p:stCondLst>
                                      <p:childTnLst>
                                        <p:animScale>
                                          <p:cBhvr>
                                            <p:cTn id="18" dur="150" fill="hold"/>
                                            <p:tgtEl>
                                              <p:spTgt spid="19"/>
                                            </p:tgtEl>
                                          </p:cBhvr>
                                          <p:by x="110000" y="110000"/>
                                        </p:animScale>
                                      </p:childTnLst>
                                    </p:cTn>
                                  </p:par>
                                  <p:par>
                                    <p:cTn id="19" presetID="53" presetClass="entr" presetSubtype="16" fill="hold" grpId="0" nodeType="withEffect">
                                      <p:stCondLst>
                                        <p:cond delay="100"/>
                                      </p:stCondLst>
                                      <p:childTnLst>
                                        <p:set>
                                          <p:cBhvr>
                                            <p:cTn id="20" dur="1" fill="hold">
                                              <p:stCondLst>
                                                <p:cond delay="0"/>
                                              </p:stCondLst>
                                            </p:cTn>
                                            <p:tgtEl>
                                              <p:spTgt spid="2"/>
                                            </p:tgtEl>
                                            <p:attrNameLst>
                                              <p:attrName>style.visibility</p:attrName>
                                            </p:attrNameLst>
                                          </p:cBhvr>
                                          <p:to>
                                            <p:strVal val="visible"/>
                                          </p:to>
                                        </p:set>
                                        <p:anim calcmode="lin" valueType="num">
                                          <p:cBhvr>
                                            <p:cTn id="21" dur="300" fill="hold"/>
                                            <p:tgtEl>
                                              <p:spTgt spid="2"/>
                                            </p:tgtEl>
                                            <p:attrNameLst>
                                              <p:attrName>ppt_w</p:attrName>
                                            </p:attrNameLst>
                                          </p:cBhvr>
                                          <p:tavLst>
                                            <p:tav tm="0">
                                              <p:val>
                                                <p:fltVal val="0"/>
                                              </p:val>
                                            </p:tav>
                                            <p:tav tm="100000">
                                              <p:val>
                                                <p:strVal val="#ppt_w"/>
                                              </p:val>
                                            </p:tav>
                                          </p:tavLst>
                                        </p:anim>
                                        <p:anim calcmode="lin" valueType="num">
                                          <p:cBhvr>
                                            <p:cTn id="22" dur="300" fill="hold"/>
                                            <p:tgtEl>
                                              <p:spTgt spid="2"/>
                                            </p:tgtEl>
                                            <p:attrNameLst>
                                              <p:attrName>ppt_h</p:attrName>
                                            </p:attrNameLst>
                                          </p:cBhvr>
                                          <p:tavLst>
                                            <p:tav tm="0">
                                              <p:val>
                                                <p:fltVal val="0"/>
                                              </p:val>
                                            </p:tav>
                                            <p:tav tm="100000">
                                              <p:val>
                                                <p:strVal val="#ppt_h"/>
                                              </p:val>
                                            </p:tav>
                                          </p:tavLst>
                                        </p:anim>
                                        <p:animEffect transition="in" filter="fade">
                                          <p:cBhvr>
                                            <p:cTn id="23" dur="300"/>
                                            <p:tgtEl>
                                              <p:spTgt spid="2"/>
                                            </p:tgtEl>
                                          </p:cBhvr>
                                        </p:animEffect>
                                      </p:childTnLst>
                                    </p:cTn>
                                  </p:par>
                                  <p:par>
                                    <p:cTn id="24" presetID="6" presetClass="emph" presetSubtype="0" autoRev="1" fill="hold" grpId="1" nodeType="withEffect">
                                      <p:stCondLst>
                                        <p:cond delay="400"/>
                                      </p:stCondLst>
                                      <p:childTnLst>
                                        <p:animScale>
                                          <p:cBhvr>
                                            <p:cTn id="25" dur="150" fill="hold"/>
                                            <p:tgtEl>
                                              <p:spTgt spid="2"/>
                                            </p:tgtEl>
                                          </p:cBhvr>
                                          <p:by x="110000" y="110000"/>
                                        </p:animScale>
                                      </p:childTnLst>
                                    </p:cTn>
                                  </p:par>
                                  <p:par>
                                    <p:cTn id="26" presetID="53" presetClass="entr" presetSubtype="16" fill="hold" grpId="0" nodeType="withEffect">
                                      <p:stCondLst>
                                        <p:cond delay="400"/>
                                      </p:stCondLst>
                                      <p:childTnLst>
                                        <p:set>
                                          <p:cBhvr>
                                            <p:cTn id="27" dur="1" fill="hold">
                                              <p:stCondLst>
                                                <p:cond delay="0"/>
                                              </p:stCondLst>
                                            </p:cTn>
                                            <p:tgtEl>
                                              <p:spTgt spid="21"/>
                                            </p:tgtEl>
                                            <p:attrNameLst>
                                              <p:attrName>style.visibility</p:attrName>
                                            </p:attrNameLst>
                                          </p:cBhvr>
                                          <p:to>
                                            <p:strVal val="visible"/>
                                          </p:to>
                                        </p:set>
                                        <p:anim calcmode="lin" valueType="num">
                                          <p:cBhvr>
                                            <p:cTn id="28" dur="300" fill="hold"/>
                                            <p:tgtEl>
                                              <p:spTgt spid="21"/>
                                            </p:tgtEl>
                                            <p:attrNameLst>
                                              <p:attrName>ppt_w</p:attrName>
                                            </p:attrNameLst>
                                          </p:cBhvr>
                                          <p:tavLst>
                                            <p:tav tm="0">
                                              <p:val>
                                                <p:fltVal val="0"/>
                                              </p:val>
                                            </p:tav>
                                            <p:tav tm="100000">
                                              <p:val>
                                                <p:strVal val="#ppt_w"/>
                                              </p:val>
                                            </p:tav>
                                          </p:tavLst>
                                        </p:anim>
                                        <p:anim calcmode="lin" valueType="num">
                                          <p:cBhvr>
                                            <p:cTn id="29" dur="300" fill="hold"/>
                                            <p:tgtEl>
                                              <p:spTgt spid="21"/>
                                            </p:tgtEl>
                                            <p:attrNameLst>
                                              <p:attrName>ppt_h</p:attrName>
                                            </p:attrNameLst>
                                          </p:cBhvr>
                                          <p:tavLst>
                                            <p:tav tm="0">
                                              <p:val>
                                                <p:fltVal val="0"/>
                                              </p:val>
                                            </p:tav>
                                            <p:tav tm="100000">
                                              <p:val>
                                                <p:strVal val="#ppt_h"/>
                                              </p:val>
                                            </p:tav>
                                          </p:tavLst>
                                        </p:anim>
                                        <p:animEffect transition="in" filter="fade">
                                          <p:cBhvr>
                                            <p:cTn id="30" dur="300"/>
                                            <p:tgtEl>
                                              <p:spTgt spid="21"/>
                                            </p:tgtEl>
                                          </p:cBhvr>
                                        </p:animEffect>
                                      </p:childTnLst>
                                    </p:cTn>
                                  </p:par>
                                  <p:par>
                                    <p:cTn id="31" presetID="6" presetClass="emph" presetSubtype="0" autoRev="1" fill="hold" grpId="1" nodeType="withEffect">
                                      <p:stCondLst>
                                        <p:cond delay="700"/>
                                      </p:stCondLst>
                                      <p:childTnLst>
                                        <p:animScale>
                                          <p:cBhvr>
                                            <p:cTn id="32" dur="150" fill="hold"/>
                                            <p:tgtEl>
                                              <p:spTgt spid="21"/>
                                            </p:tgtEl>
                                          </p:cBhvr>
                                          <p:by x="110000" y="110000"/>
                                        </p:animScale>
                                      </p:childTnLst>
                                    </p:cTn>
                                  </p:par>
                                  <p:par>
                                    <p:cTn id="33" presetID="53" presetClass="entr" presetSubtype="16" fill="hold" grpId="0" nodeType="withEffect">
                                      <p:stCondLst>
                                        <p:cond delay="400"/>
                                      </p:stCondLst>
                                      <p:childTnLst>
                                        <p:set>
                                          <p:cBhvr>
                                            <p:cTn id="34" dur="1" fill="hold">
                                              <p:stCondLst>
                                                <p:cond delay="0"/>
                                              </p:stCondLst>
                                            </p:cTn>
                                            <p:tgtEl>
                                              <p:spTgt spid="24"/>
                                            </p:tgtEl>
                                            <p:attrNameLst>
                                              <p:attrName>style.visibility</p:attrName>
                                            </p:attrNameLst>
                                          </p:cBhvr>
                                          <p:to>
                                            <p:strVal val="visible"/>
                                          </p:to>
                                        </p:set>
                                        <p:anim calcmode="lin" valueType="num">
                                          <p:cBhvr>
                                            <p:cTn id="35" dur="300" fill="hold"/>
                                            <p:tgtEl>
                                              <p:spTgt spid="24"/>
                                            </p:tgtEl>
                                            <p:attrNameLst>
                                              <p:attrName>ppt_w</p:attrName>
                                            </p:attrNameLst>
                                          </p:cBhvr>
                                          <p:tavLst>
                                            <p:tav tm="0">
                                              <p:val>
                                                <p:fltVal val="0"/>
                                              </p:val>
                                            </p:tav>
                                            <p:tav tm="100000">
                                              <p:val>
                                                <p:strVal val="#ppt_w"/>
                                              </p:val>
                                            </p:tav>
                                          </p:tavLst>
                                        </p:anim>
                                        <p:anim calcmode="lin" valueType="num">
                                          <p:cBhvr>
                                            <p:cTn id="36" dur="300" fill="hold"/>
                                            <p:tgtEl>
                                              <p:spTgt spid="24"/>
                                            </p:tgtEl>
                                            <p:attrNameLst>
                                              <p:attrName>ppt_h</p:attrName>
                                            </p:attrNameLst>
                                          </p:cBhvr>
                                          <p:tavLst>
                                            <p:tav tm="0">
                                              <p:val>
                                                <p:fltVal val="0"/>
                                              </p:val>
                                            </p:tav>
                                            <p:tav tm="100000">
                                              <p:val>
                                                <p:strVal val="#ppt_h"/>
                                              </p:val>
                                            </p:tav>
                                          </p:tavLst>
                                        </p:anim>
                                        <p:animEffect transition="in" filter="fade">
                                          <p:cBhvr>
                                            <p:cTn id="37" dur="300"/>
                                            <p:tgtEl>
                                              <p:spTgt spid="24"/>
                                            </p:tgtEl>
                                          </p:cBhvr>
                                        </p:animEffect>
                                      </p:childTnLst>
                                    </p:cTn>
                                  </p:par>
                                  <p:par>
                                    <p:cTn id="38" presetID="6" presetClass="emph" presetSubtype="0" autoRev="1" fill="hold" grpId="1" nodeType="withEffect">
                                      <p:stCondLst>
                                        <p:cond delay="700"/>
                                      </p:stCondLst>
                                      <p:childTnLst>
                                        <p:animScale>
                                          <p:cBhvr>
                                            <p:cTn id="39" dur="150" fill="hold"/>
                                            <p:tgtEl>
                                              <p:spTgt spid="24"/>
                                            </p:tgtEl>
                                          </p:cBhvr>
                                          <p:by x="110000" y="110000"/>
                                        </p:animScale>
                                      </p:childTnLst>
                                    </p:cTn>
                                  </p:par>
                                  <p:par>
                                    <p:cTn id="40" presetID="53" presetClass="entr" presetSubtype="16" fill="hold" grpId="0" nodeType="withEffect">
                                      <p:stCondLst>
                                        <p:cond delay="200"/>
                                      </p:stCondLst>
                                      <p:childTnLst>
                                        <p:set>
                                          <p:cBhvr>
                                            <p:cTn id="41" dur="1" fill="hold">
                                              <p:stCondLst>
                                                <p:cond delay="0"/>
                                              </p:stCondLst>
                                            </p:cTn>
                                            <p:tgtEl>
                                              <p:spTgt spid="4"/>
                                            </p:tgtEl>
                                            <p:attrNameLst>
                                              <p:attrName>style.visibility</p:attrName>
                                            </p:attrNameLst>
                                          </p:cBhvr>
                                          <p:to>
                                            <p:strVal val="visible"/>
                                          </p:to>
                                        </p:set>
                                        <p:anim calcmode="lin" valueType="num">
                                          <p:cBhvr>
                                            <p:cTn id="42" dur="300" fill="hold"/>
                                            <p:tgtEl>
                                              <p:spTgt spid="4"/>
                                            </p:tgtEl>
                                            <p:attrNameLst>
                                              <p:attrName>ppt_w</p:attrName>
                                            </p:attrNameLst>
                                          </p:cBhvr>
                                          <p:tavLst>
                                            <p:tav tm="0">
                                              <p:val>
                                                <p:fltVal val="0"/>
                                              </p:val>
                                            </p:tav>
                                            <p:tav tm="100000">
                                              <p:val>
                                                <p:strVal val="#ppt_w"/>
                                              </p:val>
                                            </p:tav>
                                          </p:tavLst>
                                        </p:anim>
                                        <p:anim calcmode="lin" valueType="num">
                                          <p:cBhvr>
                                            <p:cTn id="43" dur="300" fill="hold"/>
                                            <p:tgtEl>
                                              <p:spTgt spid="4"/>
                                            </p:tgtEl>
                                            <p:attrNameLst>
                                              <p:attrName>ppt_h</p:attrName>
                                            </p:attrNameLst>
                                          </p:cBhvr>
                                          <p:tavLst>
                                            <p:tav tm="0">
                                              <p:val>
                                                <p:fltVal val="0"/>
                                              </p:val>
                                            </p:tav>
                                            <p:tav tm="100000">
                                              <p:val>
                                                <p:strVal val="#ppt_h"/>
                                              </p:val>
                                            </p:tav>
                                          </p:tavLst>
                                        </p:anim>
                                        <p:animEffect transition="in" filter="fade">
                                          <p:cBhvr>
                                            <p:cTn id="44" dur="300"/>
                                            <p:tgtEl>
                                              <p:spTgt spid="4"/>
                                            </p:tgtEl>
                                          </p:cBhvr>
                                        </p:animEffect>
                                      </p:childTnLst>
                                    </p:cTn>
                                  </p:par>
                                  <p:par>
                                    <p:cTn id="45" presetID="6" presetClass="emph" presetSubtype="0" autoRev="1" fill="hold" grpId="1" nodeType="withEffect">
                                      <p:stCondLst>
                                        <p:cond delay="500"/>
                                      </p:stCondLst>
                                      <p:childTnLst>
                                        <p:animScale>
                                          <p:cBhvr>
                                            <p:cTn id="46" dur="150" fill="hold"/>
                                            <p:tgtEl>
                                              <p:spTgt spid="4"/>
                                            </p:tgtEl>
                                          </p:cBhvr>
                                          <p:by x="110000" y="110000"/>
                                        </p:animScale>
                                      </p:childTnLst>
                                    </p:cTn>
                                  </p:par>
                                  <p:par>
                                    <p:cTn id="47" presetID="53" presetClass="entr" presetSubtype="16" fill="hold" grpId="0" nodeType="withEffect">
                                      <p:stCondLst>
                                        <p:cond delay="800"/>
                                      </p:stCondLst>
                                      <p:childTnLst>
                                        <p:set>
                                          <p:cBhvr>
                                            <p:cTn id="48" dur="1" fill="hold">
                                              <p:stCondLst>
                                                <p:cond delay="0"/>
                                              </p:stCondLst>
                                            </p:cTn>
                                            <p:tgtEl>
                                              <p:spTgt spid="6"/>
                                            </p:tgtEl>
                                            <p:attrNameLst>
                                              <p:attrName>style.visibility</p:attrName>
                                            </p:attrNameLst>
                                          </p:cBhvr>
                                          <p:to>
                                            <p:strVal val="visible"/>
                                          </p:to>
                                        </p:set>
                                        <p:anim calcmode="lin" valueType="num">
                                          <p:cBhvr>
                                            <p:cTn id="49" dur="300" fill="hold"/>
                                            <p:tgtEl>
                                              <p:spTgt spid="6"/>
                                            </p:tgtEl>
                                            <p:attrNameLst>
                                              <p:attrName>ppt_w</p:attrName>
                                            </p:attrNameLst>
                                          </p:cBhvr>
                                          <p:tavLst>
                                            <p:tav tm="0">
                                              <p:val>
                                                <p:fltVal val="0"/>
                                              </p:val>
                                            </p:tav>
                                            <p:tav tm="100000">
                                              <p:val>
                                                <p:strVal val="#ppt_w"/>
                                              </p:val>
                                            </p:tav>
                                          </p:tavLst>
                                        </p:anim>
                                        <p:anim calcmode="lin" valueType="num">
                                          <p:cBhvr>
                                            <p:cTn id="50" dur="300" fill="hold"/>
                                            <p:tgtEl>
                                              <p:spTgt spid="6"/>
                                            </p:tgtEl>
                                            <p:attrNameLst>
                                              <p:attrName>ppt_h</p:attrName>
                                            </p:attrNameLst>
                                          </p:cBhvr>
                                          <p:tavLst>
                                            <p:tav tm="0">
                                              <p:val>
                                                <p:fltVal val="0"/>
                                              </p:val>
                                            </p:tav>
                                            <p:tav tm="100000">
                                              <p:val>
                                                <p:strVal val="#ppt_h"/>
                                              </p:val>
                                            </p:tav>
                                          </p:tavLst>
                                        </p:anim>
                                        <p:animEffect transition="in" filter="fade">
                                          <p:cBhvr>
                                            <p:cTn id="51" dur="300"/>
                                            <p:tgtEl>
                                              <p:spTgt spid="6"/>
                                            </p:tgtEl>
                                          </p:cBhvr>
                                        </p:animEffect>
                                      </p:childTnLst>
                                    </p:cTn>
                                  </p:par>
                                  <p:par>
                                    <p:cTn id="52" presetID="6" presetClass="emph" presetSubtype="0" autoRev="1" fill="hold" grpId="1" nodeType="withEffect">
                                      <p:stCondLst>
                                        <p:cond delay="1100"/>
                                      </p:stCondLst>
                                      <p:childTnLst>
                                        <p:animScale>
                                          <p:cBhvr>
                                            <p:cTn id="53" dur="150" fill="hold"/>
                                            <p:tgtEl>
                                              <p:spTgt spid="6"/>
                                            </p:tgtEl>
                                          </p:cBhvr>
                                          <p:by x="110000" y="110000"/>
                                        </p:animScale>
                                      </p:childTnLst>
                                    </p:cTn>
                                  </p:par>
                                  <p:par>
                                    <p:cTn id="54" presetID="53" presetClass="entr" presetSubtype="16" fill="hold" grpId="0" nodeType="withEffect">
                                      <p:stCondLst>
                                        <p:cond delay="900"/>
                                      </p:stCondLst>
                                      <p:childTnLst>
                                        <p:set>
                                          <p:cBhvr>
                                            <p:cTn id="55" dur="1" fill="hold">
                                              <p:stCondLst>
                                                <p:cond delay="0"/>
                                              </p:stCondLst>
                                            </p:cTn>
                                            <p:tgtEl>
                                              <p:spTgt spid="7"/>
                                            </p:tgtEl>
                                            <p:attrNameLst>
                                              <p:attrName>style.visibility</p:attrName>
                                            </p:attrNameLst>
                                          </p:cBhvr>
                                          <p:to>
                                            <p:strVal val="visible"/>
                                          </p:to>
                                        </p:set>
                                        <p:anim calcmode="lin" valueType="num">
                                          <p:cBhvr>
                                            <p:cTn id="56" dur="300" fill="hold"/>
                                            <p:tgtEl>
                                              <p:spTgt spid="7"/>
                                            </p:tgtEl>
                                            <p:attrNameLst>
                                              <p:attrName>ppt_w</p:attrName>
                                            </p:attrNameLst>
                                          </p:cBhvr>
                                          <p:tavLst>
                                            <p:tav tm="0">
                                              <p:val>
                                                <p:fltVal val="0"/>
                                              </p:val>
                                            </p:tav>
                                            <p:tav tm="100000">
                                              <p:val>
                                                <p:strVal val="#ppt_w"/>
                                              </p:val>
                                            </p:tav>
                                          </p:tavLst>
                                        </p:anim>
                                        <p:anim calcmode="lin" valueType="num">
                                          <p:cBhvr>
                                            <p:cTn id="57" dur="300" fill="hold"/>
                                            <p:tgtEl>
                                              <p:spTgt spid="7"/>
                                            </p:tgtEl>
                                            <p:attrNameLst>
                                              <p:attrName>ppt_h</p:attrName>
                                            </p:attrNameLst>
                                          </p:cBhvr>
                                          <p:tavLst>
                                            <p:tav tm="0">
                                              <p:val>
                                                <p:fltVal val="0"/>
                                              </p:val>
                                            </p:tav>
                                            <p:tav tm="100000">
                                              <p:val>
                                                <p:strVal val="#ppt_h"/>
                                              </p:val>
                                            </p:tav>
                                          </p:tavLst>
                                        </p:anim>
                                        <p:animEffect transition="in" filter="fade">
                                          <p:cBhvr>
                                            <p:cTn id="58" dur="300"/>
                                            <p:tgtEl>
                                              <p:spTgt spid="7"/>
                                            </p:tgtEl>
                                          </p:cBhvr>
                                        </p:animEffect>
                                      </p:childTnLst>
                                    </p:cTn>
                                  </p:par>
                                  <p:par>
                                    <p:cTn id="59" presetID="6" presetClass="emph" presetSubtype="0" autoRev="1" fill="hold" grpId="1" nodeType="withEffect">
                                      <p:stCondLst>
                                        <p:cond delay="1200"/>
                                      </p:stCondLst>
                                      <p:childTnLst>
                                        <p:animScale>
                                          <p:cBhvr>
                                            <p:cTn id="60" dur="150" fill="hold"/>
                                            <p:tgtEl>
                                              <p:spTgt spid="7"/>
                                            </p:tgtEl>
                                          </p:cBhvr>
                                          <p:by x="110000" y="110000"/>
                                        </p:animScale>
                                      </p:childTnLst>
                                    </p:cTn>
                                  </p:par>
                                  <p:par>
                                    <p:cTn id="61" presetID="2" presetClass="entr" presetSubtype="2" fill="hold" grpId="0" nodeType="withEffect" p14:presetBounceEnd="58333">
                                      <p:stCondLst>
                                        <p:cond delay="1200"/>
                                      </p:stCondLst>
                                      <p:childTnLst>
                                        <p:set>
                                          <p:cBhvr>
                                            <p:cTn id="62" dur="1" fill="hold">
                                              <p:stCondLst>
                                                <p:cond delay="0"/>
                                              </p:stCondLst>
                                            </p:cTn>
                                            <p:tgtEl>
                                              <p:spTgt spid="32"/>
                                            </p:tgtEl>
                                            <p:attrNameLst>
                                              <p:attrName>style.visibility</p:attrName>
                                            </p:attrNameLst>
                                          </p:cBhvr>
                                          <p:to>
                                            <p:strVal val="visible"/>
                                          </p:to>
                                        </p:set>
                                        <p:anim calcmode="lin" valueType="num" p14:bounceEnd="58333">
                                          <p:cBhvr additive="base">
                                            <p:cTn id="63" dur="600" fill="hold"/>
                                            <p:tgtEl>
                                              <p:spTgt spid="32"/>
                                            </p:tgtEl>
                                            <p:attrNameLst>
                                              <p:attrName>ppt_x</p:attrName>
                                            </p:attrNameLst>
                                          </p:cBhvr>
                                          <p:tavLst>
                                            <p:tav tm="0">
                                              <p:val>
                                                <p:strVal val="1+#ppt_w/2"/>
                                              </p:val>
                                            </p:tav>
                                            <p:tav tm="100000">
                                              <p:val>
                                                <p:strVal val="#ppt_x"/>
                                              </p:val>
                                            </p:tav>
                                          </p:tavLst>
                                        </p:anim>
                                        <p:anim calcmode="lin" valueType="num" p14:bounceEnd="58333">
                                          <p:cBhvr additive="base">
                                            <p:cTn id="64" dur="600" fill="hold"/>
                                            <p:tgtEl>
                                              <p:spTgt spid="32"/>
                                            </p:tgtEl>
                                            <p:attrNameLst>
                                              <p:attrName>ppt_y</p:attrName>
                                            </p:attrNameLst>
                                          </p:cBhvr>
                                          <p:tavLst>
                                            <p:tav tm="0">
                                              <p:val>
                                                <p:strVal val="#ppt_y"/>
                                              </p:val>
                                            </p:tav>
                                            <p:tav tm="100000">
                                              <p:val>
                                                <p:strVal val="#ppt_y"/>
                                              </p:val>
                                            </p:tav>
                                          </p:tavLst>
                                        </p:anim>
                                      </p:childTnLst>
                                    </p:cTn>
                                  </p:par>
                                  <p:par>
                                    <p:cTn id="65" presetID="53" presetClass="entr" presetSubtype="16" fill="hold" grpId="0" nodeType="withEffect">
                                      <p:stCondLst>
                                        <p:cond delay="1200"/>
                                      </p:stCondLst>
                                      <p:childTnLst>
                                        <p:set>
                                          <p:cBhvr>
                                            <p:cTn id="66" dur="1" fill="hold">
                                              <p:stCondLst>
                                                <p:cond delay="0"/>
                                              </p:stCondLst>
                                            </p:cTn>
                                            <p:tgtEl>
                                              <p:spTgt spid="22"/>
                                            </p:tgtEl>
                                            <p:attrNameLst>
                                              <p:attrName>style.visibility</p:attrName>
                                            </p:attrNameLst>
                                          </p:cBhvr>
                                          <p:to>
                                            <p:strVal val="visible"/>
                                          </p:to>
                                        </p:set>
                                        <p:anim calcmode="lin" valueType="num">
                                          <p:cBhvr>
                                            <p:cTn id="67" dur="300" fill="hold"/>
                                            <p:tgtEl>
                                              <p:spTgt spid="22"/>
                                            </p:tgtEl>
                                            <p:attrNameLst>
                                              <p:attrName>ppt_w</p:attrName>
                                            </p:attrNameLst>
                                          </p:cBhvr>
                                          <p:tavLst>
                                            <p:tav tm="0">
                                              <p:val>
                                                <p:fltVal val="0"/>
                                              </p:val>
                                            </p:tav>
                                            <p:tav tm="100000">
                                              <p:val>
                                                <p:strVal val="#ppt_w"/>
                                              </p:val>
                                            </p:tav>
                                          </p:tavLst>
                                        </p:anim>
                                        <p:anim calcmode="lin" valueType="num">
                                          <p:cBhvr>
                                            <p:cTn id="68" dur="300" fill="hold"/>
                                            <p:tgtEl>
                                              <p:spTgt spid="22"/>
                                            </p:tgtEl>
                                            <p:attrNameLst>
                                              <p:attrName>ppt_h</p:attrName>
                                            </p:attrNameLst>
                                          </p:cBhvr>
                                          <p:tavLst>
                                            <p:tav tm="0">
                                              <p:val>
                                                <p:fltVal val="0"/>
                                              </p:val>
                                            </p:tav>
                                            <p:tav tm="100000">
                                              <p:val>
                                                <p:strVal val="#ppt_h"/>
                                              </p:val>
                                            </p:tav>
                                          </p:tavLst>
                                        </p:anim>
                                        <p:animEffect transition="in" filter="fade">
                                          <p:cBhvr>
                                            <p:cTn id="69" dur="300"/>
                                            <p:tgtEl>
                                              <p:spTgt spid="22"/>
                                            </p:tgtEl>
                                          </p:cBhvr>
                                        </p:animEffect>
                                      </p:childTnLst>
                                    </p:cTn>
                                  </p:par>
                                  <p:par>
                                    <p:cTn id="70" presetID="6" presetClass="emph" presetSubtype="0" autoRev="1" fill="hold" grpId="1" nodeType="withEffect">
                                      <p:stCondLst>
                                        <p:cond delay="1500"/>
                                      </p:stCondLst>
                                      <p:childTnLst>
                                        <p:animScale>
                                          <p:cBhvr>
                                            <p:cTn id="71" dur="150" fill="hold"/>
                                            <p:tgtEl>
                                              <p:spTgt spid="22"/>
                                            </p:tgtEl>
                                          </p:cBhvr>
                                          <p:by x="110000" y="110000"/>
                                        </p:animScale>
                                      </p:childTnLst>
                                    </p:cTn>
                                  </p:par>
                                  <p:par>
                                    <p:cTn id="72" presetID="53" presetClass="entr" presetSubtype="16" fill="hold" grpId="0" nodeType="withEffect">
                                      <p:stCondLst>
                                        <p:cond delay="1300"/>
                                      </p:stCondLst>
                                      <p:childTnLst>
                                        <p:set>
                                          <p:cBhvr>
                                            <p:cTn id="73" dur="1" fill="hold">
                                              <p:stCondLst>
                                                <p:cond delay="0"/>
                                              </p:stCondLst>
                                            </p:cTn>
                                            <p:tgtEl>
                                              <p:spTgt spid="23"/>
                                            </p:tgtEl>
                                            <p:attrNameLst>
                                              <p:attrName>style.visibility</p:attrName>
                                            </p:attrNameLst>
                                          </p:cBhvr>
                                          <p:to>
                                            <p:strVal val="visible"/>
                                          </p:to>
                                        </p:set>
                                        <p:anim calcmode="lin" valueType="num">
                                          <p:cBhvr>
                                            <p:cTn id="74" dur="300" fill="hold"/>
                                            <p:tgtEl>
                                              <p:spTgt spid="23"/>
                                            </p:tgtEl>
                                            <p:attrNameLst>
                                              <p:attrName>ppt_w</p:attrName>
                                            </p:attrNameLst>
                                          </p:cBhvr>
                                          <p:tavLst>
                                            <p:tav tm="0">
                                              <p:val>
                                                <p:fltVal val="0"/>
                                              </p:val>
                                            </p:tav>
                                            <p:tav tm="100000">
                                              <p:val>
                                                <p:strVal val="#ppt_w"/>
                                              </p:val>
                                            </p:tav>
                                          </p:tavLst>
                                        </p:anim>
                                        <p:anim calcmode="lin" valueType="num">
                                          <p:cBhvr>
                                            <p:cTn id="75" dur="300" fill="hold"/>
                                            <p:tgtEl>
                                              <p:spTgt spid="23"/>
                                            </p:tgtEl>
                                            <p:attrNameLst>
                                              <p:attrName>ppt_h</p:attrName>
                                            </p:attrNameLst>
                                          </p:cBhvr>
                                          <p:tavLst>
                                            <p:tav tm="0">
                                              <p:val>
                                                <p:fltVal val="0"/>
                                              </p:val>
                                            </p:tav>
                                            <p:tav tm="100000">
                                              <p:val>
                                                <p:strVal val="#ppt_h"/>
                                              </p:val>
                                            </p:tav>
                                          </p:tavLst>
                                        </p:anim>
                                        <p:animEffect transition="in" filter="fade">
                                          <p:cBhvr>
                                            <p:cTn id="76" dur="300"/>
                                            <p:tgtEl>
                                              <p:spTgt spid="23"/>
                                            </p:tgtEl>
                                          </p:cBhvr>
                                        </p:animEffect>
                                      </p:childTnLst>
                                    </p:cTn>
                                  </p:par>
                                  <p:par>
                                    <p:cTn id="77" presetID="6" presetClass="emph" presetSubtype="0" autoRev="1" fill="hold" grpId="1" nodeType="withEffect">
                                      <p:stCondLst>
                                        <p:cond delay="1600"/>
                                      </p:stCondLst>
                                      <p:childTnLst>
                                        <p:animScale>
                                          <p:cBhvr>
                                            <p:cTn id="78" dur="150" fill="hold"/>
                                            <p:tgtEl>
                                              <p:spTgt spid="23"/>
                                            </p:tgtEl>
                                          </p:cBhvr>
                                          <p:by x="110000" y="110000"/>
                                        </p:animScale>
                                      </p:childTnLst>
                                    </p:cTn>
                                  </p:par>
                                  <p:par>
                                    <p:cTn id="79" presetID="2" presetClass="entr" presetSubtype="2" fill="hold" grpId="0" nodeType="withEffect" p14:presetBounceEnd="58333">
                                      <p:stCondLst>
                                        <p:cond delay="1600"/>
                                      </p:stCondLst>
                                      <p:childTnLst>
                                        <p:set>
                                          <p:cBhvr>
                                            <p:cTn id="80" dur="1" fill="hold">
                                              <p:stCondLst>
                                                <p:cond delay="0"/>
                                              </p:stCondLst>
                                            </p:cTn>
                                            <p:tgtEl>
                                              <p:spTgt spid="33"/>
                                            </p:tgtEl>
                                            <p:attrNameLst>
                                              <p:attrName>style.visibility</p:attrName>
                                            </p:attrNameLst>
                                          </p:cBhvr>
                                          <p:to>
                                            <p:strVal val="visible"/>
                                          </p:to>
                                        </p:set>
                                        <p:anim calcmode="lin" valueType="num" p14:bounceEnd="58333">
                                          <p:cBhvr additive="base">
                                            <p:cTn id="81" dur="600" fill="hold"/>
                                            <p:tgtEl>
                                              <p:spTgt spid="33"/>
                                            </p:tgtEl>
                                            <p:attrNameLst>
                                              <p:attrName>ppt_x</p:attrName>
                                            </p:attrNameLst>
                                          </p:cBhvr>
                                          <p:tavLst>
                                            <p:tav tm="0">
                                              <p:val>
                                                <p:strVal val="1+#ppt_w/2"/>
                                              </p:val>
                                            </p:tav>
                                            <p:tav tm="100000">
                                              <p:val>
                                                <p:strVal val="#ppt_x"/>
                                              </p:val>
                                            </p:tav>
                                          </p:tavLst>
                                        </p:anim>
                                        <p:anim calcmode="lin" valueType="num" p14:bounceEnd="58333">
                                          <p:cBhvr additive="base">
                                            <p:cTn id="82" dur="600" fill="hold"/>
                                            <p:tgtEl>
                                              <p:spTgt spid="33"/>
                                            </p:tgtEl>
                                            <p:attrNameLst>
                                              <p:attrName>ppt_y</p:attrName>
                                            </p:attrNameLst>
                                          </p:cBhvr>
                                          <p:tavLst>
                                            <p:tav tm="0">
                                              <p:val>
                                                <p:strVal val="#ppt_y"/>
                                              </p:val>
                                            </p:tav>
                                            <p:tav tm="100000">
                                              <p:val>
                                                <p:strVal val="#ppt_y"/>
                                              </p:val>
                                            </p:tav>
                                          </p:tavLst>
                                        </p:anim>
                                      </p:childTnLst>
                                    </p:cTn>
                                  </p:par>
                                  <p:par>
                                    <p:cTn id="83" presetID="53" presetClass="entr" presetSubtype="16" fill="hold" grpId="0" nodeType="withEffect">
                                      <p:stCondLst>
                                        <p:cond delay="1600"/>
                                      </p:stCondLst>
                                      <p:childTnLst>
                                        <p:set>
                                          <p:cBhvr>
                                            <p:cTn id="84" dur="1" fill="hold">
                                              <p:stCondLst>
                                                <p:cond delay="0"/>
                                              </p:stCondLst>
                                            </p:cTn>
                                            <p:tgtEl>
                                              <p:spTgt spid="25"/>
                                            </p:tgtEl>
                                            <p:attrNameLst>
                                              <p:attrName>style.visibility</p:attrName>
                                            </p:attrNameLst>
                                          </p:cBhvr>
                                          <p:to>
                                            <p:strVal val="visible"/>
                                          </p:to>
                                        </p:set>
                                        <p:anim calcmode="lin" valueType="num">
                                          <p:cBhvr>
                                            <p:cTn id="85" dur="300" fill="hold"/>
                                            <p:tgtEl>
                                              <p:spTgt spid="25"/>
                                            </p:tgtEl>
                                            <p:attrNameLst>
                                              <p:attrName>ppt_w</p:attrName>
                                            </p:attrNameLst>
                                          </p:cBhvr>
                                          <p:tavLst>
                                            <p:tav tm="0">
                                              <p:val>
                                                <p:fltVal val="0"/>
                                              </p:val>
                                            </p:tav>
                                            <p:tav tm="100000">
                                              <p:val>
                                                <p:strVal val="#ppt_w"/>
                                              </p:val>
                                            </p:tav>
                                          </p:tavLst>
                                        </p:anim>
                                        <p:anim calcmode="lin" valueType="num">
                                          <p:cBhvr>
                                            <p:cTn id="86" dur="300" fill="hold"/>
                                            <p:tgtEl>
                                              <p:spTgt spid="25"/>
                                            </p:tgtEl>
                                            <p:attrNameLst>
                                              <p:attrName>ppt_h</p:attrName>
                                            </p:attrNameLst>
                                          </p:cBhvr>
                                          <p:tavLst>
                                            <p:tav tm="0">
                                              <p:val>
                                                <p:fltVal val="0"/>
                                              </p:val>
                                            </p:tav>
                                            <p:tav tm="100000">
                                              <p:val>
                                                <p:strVal val="#ppt_h"/>
                                              </p:val>
                                            </p:tav>
                                          </p:tavLst>
                                        </p:anim>
                                        <p:animEffect transition="in" filter="fade">
                                          <p:cBhvr>
                                            <p:cTn id="87" dur="300"/>
                                            <p:tgtEl>
                                              <p:spTgt spid="25"/>
                                            </p:tgtEl>
                                          </p:cBhvr>
                                        </p:animEffect>
                                      </p:childTnLst>
                                    </p:cTn>
                                  </p:par>
                                  <p:par>
                                    <p:cTn id="88" presetID="6" presetClass="emph" presetSubtype="0" autoRev="1" fill="hold" grpId="1" nodeType="withEffect">
                                      <p:stCondLst>
                                        <p:cond delay="1900"/>
                                      </p:stCondLst>
                                      <p:childTnLst>
                                        <p:animScale>
                                          <p:cBhvr>
                                            <p:cTn id="89" dur="150" fill="hold"/>
                                            <p:tgtEl>
                                              <p:spTgt spid="25"/>
                                            </p:tgtEl>
                                          </p:cBhvr>
                                          <p:by x="110000" y="110000"/>
                                        </p:animScale>
                                      </p:childTnLst>
                                    </p:cTn>
                                  </p:par>
                                  <p:par>
                                    <p:cTn id="90" presetID="53" presetClass="entr" presetSubtype="16" fill="hold" grpId="0" nodeType="withEffect">
                                      <p:stCondLst>
                                        <p:cond delay="1700"/>
                                      </p:stCondLst>
                                      <p:childTnLst>
                                        <p:set>
                                          <p:cBhvr>
                                            <p:cTn id="91" dur="1" fill="hold">
                                              <p:stCondLst>
                                                <p:cond delay="0"/>
                                              </p:stCondLst>
                                            </p:cTn>
                                            <p:tgtEl>
                                              <p:spTgt spid="26"/>
                                            </p:tgtEl>
                                            <p:attrNameLst>
                                              <p:attrName>style.visibility</p:attrName>
                                            </p:attrNameLst>
                                          </p:cBhvr>
                                          <p:to>
                                            <p:strVal val="visible"/>
                                          </p:to>
                                        </p:set>
                                        <p:anim calcmode="lin" valueType="num">
                                          <p:cBhvr>
                                            <p:cTn id="92" dur="300" fill="hold"/>
                                            <p:tgtEl>
                                              <p:spTgt spid="26"/>
                                            </p:tgtEl>
                                            <p:attrNameLst>
                                              <p:attrName>ppt_w</p:attrName>
                                            </p:attrNameLst>
                                          </p:cBhvr>
                                          <p:tavLst>
                                            <p:tav tm="0">
                                              <p:val>
                                                <p:fltVal val="0"/>
                                              </p:val>
                                            </p:tav>
                                            <p:tav tm="100000">
                                              <p:val>
                                                <p:strVal val="#ppt_w"/>
                                              </p:val>
                                            </p:tav>
                                          </p:tavLst>
                                        </p:anim>
                                        <p:anim calcmode="lin" valueType="num">
                                          <p:cBhvr>
                                            <p:cTn id="93" dur="300" fill="hold"/>
                                            <p:tgtEl>
                                              <p:spTgt spid="26"/>
                                            </p:tgtEl>
                                            <p:attrNameLst>
                                              <p:attrName>ppt_h</p:attrName>
                                            </p:attrNameLst>
                                          </p:cBhvr>
                                          <p:tavLst>
                                            <p:tav tm="0">
                                              <p:val>
                                                <p:fltVal val="0"/>
                                              </p:val>
                                            </p:tav>
                                            <p:tav tm="100000">
                                              <p:val>
                                                <p:strVal val="#ppt_h"/>
                                              </p:val>
                                            </p:tav>
                                          </p:tavLst>
                                        </p:anim>
                                        <p:animEffect transition="in" filter="fade">
                                          <p:cBhvr>
                                            <p:cTn id="94" dur="300"/>
                                            <p:tgtEl>
                                              <p:spTgt spid="26"/>
                                            </p:tgtEl>
                                          </p:cBhvr>
                                        </p:animEffect>
                                      </p:childTnLst>
                                    </p:cTn>
                                  </p:par>
                                  <p:par>
                                    <p:cTn id="95" presetID="6" presetClass="emph" presetSubtype="0" autoRev="1" fill="hold" grpId="1" nodeType="withEffect">
                                      <p:stCondLst>
                                        <p:cond delay="2000"/>
                                      </p:stCondLst>
                                      <p:childTnLst>
                                        <p:animScale>
                                          <p:cBhvr>
                                            <p:cTn id="96" dur="150" fill="hold"/>
                                            <p:tgtEl>
                                              <p:spTgt spid="26"/>
                                            </p:tgtEl>
                                          </p:cBhvr>
                                          <p:by x="110000" y="110000"/>
                                        </p:animScale>
                                      </p:childTnLst>
                                    </p:cTn>
                                  </p:par>
                                  <p:par>
                                    <p:cTn id="97" presetID="2" presetClass="entr" presetSubtype="2" fill="hold" grpId="0" nodeType="withEffect" p14:presetBounceEnd="58333">
                                      <p:stCondLst>
                                        <p:cond delay="2000"/>
                                      </p:stCondLst>
                                      <p:childTnLst>
                                        <p:set>
                                          <p:cBhvr>
                                            <p:cTn id="98" dur="1" fill="hold">
                                              <p:stCondLst>
                                                <p:cond delay="0"/>
                                              </p:stCondLst>
                                            </p:cTn>
                                            <p:tgtEl>
                                              <p:spTgt spid="34"/>
                                            </p:tgtEl>
                                            <p:attrNameLst>
                                              <p:attrName>style.visibility</p:attrName>
                                            </p:attrNameLst>
                                          </p:cBhvr>
                                          <p:to>
                                            <p:strVal val="visible"/>
                                          </p:to>
                                        </p:set>
                                        <p:anim calcmode="lin" valueType="num" p14:bounceEnd="58333">
                                          <p:cBhvr additive="base">
                                            <p:cTn id="99" dur="600" fill="hold"/>
                                            <p:tgtEl>
                                              <p:spTgt spid="34"/>
                                            </p:tgtEl>
                                            <p:attrNameLst>
                                              <p:attrName>ppt_x</p:attrName>
                                            </p:attrNameLst>
                                          </p:cBhvr>
                                          <p:tavLst>
                                            <p:tav tm="0">
                                              <p:val>
                                                <p:strVal val="1+#ppt_w/2"/>
                                              </p:val>
                                            </p:tav>
                                            <p:tav tm="100000">
                                              <p:val>
                                                <p:strVal val="#ppt_x"/>
                                              </p:val>
                                            </p:tav>
                                          </p:tavLst>
                                        </p:anim>
                                        <p:anim calcmode="lin" valueType="num" p14:bounceEnd="58333">
                                          <p:cBhvr additive="base">
                                            <p:cTn id="100" dur="600" fill="hold"/>
                                            <p:tgtEl>
                                              <p:spTgt spid="34"/>
                                            </p:tgtEl>
                                            <p:attrNameLst>
                                              <p:attrName>ppt_y</p:attrName>
                                            </p:attrNameLst>
                                          </p:cBhvr>
                                          <p:tavLst>
                                            <p:tav tm="0">
                                              <p:val>
                                                <p:strVal val="#ppt_y"/>
                                              </p:val>
                                            </p:tav>
                                            <p:tav tm="100000">
                                              <p:val>
                                                <p:strVal val="#ppt_y"/>
                                              </p:val>
                                            </p:tav>
                                          </p:tavLst>
                                        </p:anim>
                                      </p:childTnLst>
                                    </p:cTn>
                                  </p:par>
                                  <p:par>
                                    <p:cTn id="101" presetID="53" presetClass="entr" presetSubtype="16" fill="hold" grpId="0" nodeType="withEffect">
                                      <p:stCondLst>
                                        <p:cond delay="0"/>
                                      </p:stCondLst>
                                      <p:childTnLst>
                                        <p:set>
                                          <p:cBhvr>
                                            <p:cTn id="102" dur="1" fill="hold">
                                              <p:stCondLst>
                                                <p:cond delay="0"/>
                                              </p:stCondLst>
                                            </p:cTn>
                                            <p:tgtEl>
                                              <p:spTgt spid="27"/>
                                            </p:tgtEl>
                                            <p:attrNameLst>
                                              <p:attrName>style.visibility</p:attrName>
                                            </p:attrNameLst>
                                          </p:cBhvr>
                                          <p:to>
                                            <p:strVal val="visible"/>
                                          </p:to>
                                        </p:set>
                                        <p:anim calcmode="lin" valueType="num">
                                          <p:cBhvr>
                                            <p:cTn id="103" dur="300" fill="hold"/>
                                            <p:tgtEl>
                                              <p:spTgt spid="27"/>
                                            </p:tgtEl>
                                            <p:attrNameLst>
                                              <p:attrName>ppt_w</p:attrName>
                                            </p:attrNameLst>
                                          </p:cBhvr>
                                          <p:tavLst>
                                            <p:tav tm="0">
                                              <p:val>
                                                <p:fltVal val="0"/>
                                              </p:val>
                                            </p:tav>
                                            <p:tav tm="100000">
                                              <p:val>
                                                <p:strVal val="#ppt_w"/>
                                              </p:val>
                                            </p:tav>
                                          </p:tavLst>
                                        </p:anim>
                                        <p:anim calcmode="lin" valueType="num">
                                          <p:cBhvr>
                                            <p:cTn id="104" dur="300" fill="hold"/>
                                            <p:tgtEl>
                                              <p:spTgt spid="27"/>
                                            </p:tgtEl>
                                            <p:attrNameLst>
                                              <p:attrName>ppt_h</p:attrName>
                                            </p:attrNameLst>
                                          </p:cBhvr>
                                          <p:tavLst>
                                            <p:tav tm="0">
                                              <p:val>
                                                <p:fltVal val="0"/>
                                              </p:val>
                                            </p:tav>
                                            <p:tav tm="100000">
                                              <p:val>
                                                <p:strVal val="#ppt_h"/>
                                              </p:val>
                                            </p:tav>
                                          </p:tavLst>
                                        </p:anim>
                                        <p:animEffect transition="in" filter="fade">
                                          <p:cBhvr>
                                            <p:cTn id="105" dur="300"/>
                                            <p:tgtEl>
                                              <p:spTgt spid="27"/>
                                            </p:tgtEl>
                                          </p:cBhvr>
                                        </p:animEffect>
                                      </p:childTnLst>
                                    </p:cTn>
                                  </p:par>
                                  <p:par>
                                    <p:cTn id="106" presetID="6" presetClass="emph" presetSubtype="0" autoRev="1" fill="hold" grpId="1" nodeType="withEffect">
                                      <p:stCondLst>
                                        <p:cond delay="300"/>
                                      </p:stCondLst>
                                      <p:childTnLst>
                                        <p:animScale>
                                          <p:cBhvr>
                                            <p:cTn id="107" dur="150" fill="hold"/>
                                            <p:tgtEl>
                                              <p:spTgt spid="27"/>
                                            </p:tgtEl>
                                          </p:cBhvr>
                                          <p:by x="110000" y="110000"/>
                                        </p:animScale>
                                      </p:childTnLst>
                                    </p:cTn>
                                  </p:par>
                                  <p:par>
                                    <p:cTn id="108" presetID="53" presetClass="entr" presetSubtype="16" fill="hold" grpId="0" nodeType="withEffect">
                                      <p:stCondLst>
                                        <p:cond delay="1600"/>
                                      </p:stCondLst>
                                      <p:childTnLst>
                                        <p:set>
                                          <p:cBhvr>
                                            <p:cTn id="109" dur="1" fill="hold">
                                              <p:stCondLst>
                                                <p:cond delay="0"/>
                                              </p:stCondLst>
                                            </p:cTn>
                                            <p:tgtEl>
                                              <p:spTgt spid="20"/>
                                            </p:tgtEl>
                                            <p:attrNameLst>
                                              <p:attrName>style.visibility</p:attrName>
                                            </p:attrNameLst>
                                          </p:cBhvr>
                                          <p:to>
                                            <p:strVal val="visible"/>
                                          </p:to>
                                        </p:set>
                                        <p:anim calcmode="lin" valueType="num">
                                          <p:cBhvr>
                                            <p:cTn id="110" dur="300" fill="hold"/>
                                            <p:tgtEl>
                                              <p:spTgt spid="20"/>
                                            </p:tgtEl>
                                            <p:attrNameLst>
                                              <p:attrName>ppt_w</p:attrName>
                                            </p:attrNameLst>
                                          </p:cBhvr>
                                          <p:tavLst>
                                            <p:tav tm="0">
                                              <p:val>
                                                <p:fltVal val="0"/>
                                              </p:val>
                                            </p:tav>
                                            <p:tav tm="100000">
                                              <p:val>
                                                <p:strVal val="#ppt_w"/>
                                              </p:val>
                                            </p:tav>
                                          </p:tavLst>
                                        </p:anim>
                                        <p:anim calcmode="lin" valueType="num">
                                          <p:cBhvr>
                                            <p:cTn id="111" dur="300" fill="hold"/>
                                            <p:tgtEl>
                                              <p:spTgt spid="20"/>
                                            </p:tgtEl>
                                            <p:attrNameLst>
                                              <p:attrName>ppt_h</p:attrName>
                                            </p:attrNameLst>
                                          </p:cBhvr>
                                          <p:tavLst>
                                            <p:tav tm="0">
                                              <p:val>
                                                <p:fltVal val="0"/>
                                              </p:val>
                                            </p:tav>
                                            <p:tav tm="100000">
                                              <p:val>
                                                <p:strVal val="#ppt_h"/>
                                              </p:val>
                                            </p:tav>
                                          </p:tavLst>
                                        </p:anim>
                                        <p:animEffect transition="in" filter="fade">
                                          <p:cBhvr>
                                            <p:cTn id="112" dur="300"/>
                                            <p:tgtEl>
                                              <p:spTgt spid="20"/>
                                            </p:tgtEl>
                                          </p:cBhvr>
                                        </p:animEffect>
                                      </p:childTnLst>
                                    </p:cTn>
                                  </p:par>
                                  <p:par>
                                    <p:cTn id="113" presetID="6" presetClass="emph" presetSubtype="0" autoRev="1" fill="hold" grpId="1" nodeType="withEffect">
                                      <p:stCondLst>
                                        <p:cond delay="1900"/>
                                      </p:stCondLst>
                                      <p:childTnLst>
                                        <p:animScale>
                                          <p:cBhvr>
                                            <p:cTn id="114" dur="150" fill="hold"/>
                                            <p:tgtEl>
                                              <p:spTgt spid="20"/>
                                            </p:tgtEl>
                                          </p:cBhvr>
                                          <p:by x="110000" y="110000"/>
                                        </p:animScale>
                                      </p:childTnLst>
                                    </p:cTn>
                                  </p:par>
                                  <p:par>
                                    <p:cTn id="115" presetID="53" presetClass="entr" presetSubtype="16" fill="hold" grpId="0" nodeType="withEffect">
                                      <p:stCondLst>
                                        <p:cond delay="1700"/>
                                      </p:stCondLst>
                                      <p:childTnLst>
                                        <p:set>
                                          <p:cBhvr>
                                            <p:cTn id="116" dur="1" fill="hold">
                                              <p:stCondLst>
                                                <p:cond delay="0"/>
                                              </p:stCondLst>
                                            </p:cTn>
                                            <p:tgtEl>
                                              <p:spTgt spid="28"/>
                                            </p:tgtEl>
                                            <p:attrNameLst>
                                              <p:attrName>style.visibility</p:attrName>
                                            </p:attrNameLst>
                                          </p:cBhvr>
                                          <p:to>
                                            <p:strVal val="visible"/>
                                          </p:to>
                                        </p:set>
                                        <p:anim calcmode="lin" valueType="num">
                                          <p:cBhvr>
                                            <p:cTn id="117" dur="300" fill="hold"/>
                                            <p:tgtEl>
                                              <p:spTgt spid="28"/>
                                            </p:tgtEl>
                                            <p:attrNameLst>
                                              <p:attrName>ppt_w</p:attrName>
                                            </p:attrNameLst>
                                          </p:cBhvr>
                                          <p:tavLst>
                                            <p:tav tm="0">
                                              <p:val>
                                                <p:fltVal val="0"/>
                                              </p:val>
                                            </p:tav>
                                            <p:tav tm="100000">
                                              <p:val>
                                                <p:strVal val="#ppt_w"/>
                                              </p:val>
                                            </p:tav>
                                          </p:tavLst>
                                        </p:anim>
                                        <p:anim calcmode="lin" valueType="num">
                                          <p:cBhvr>
                                            <p:cTn id="118" dur="300" fill="hold"/>
                                            <p:tgtEl>
                                              <p:spTgt spid="28"/>
                                            </p:tgtEl>
                                            <p:attrNameLst>
                                              <p:attrName>ppt_h</p:attrName>
                                            </p:attrNameLst>
                                          </p:cBhvr>
                                          <p:tavLst>
                                            <p:tav tm="0">
                                              <p:val>
                                                <p:fltVal val="0"/>
                                              </p:val>
                                            </p:tav>
                                            <p:tav tm="100000">
                                              <p:val>
                                                <p:strVal val="#ppt_h"/>
                                              </p:val>
                                            </p:tav>
                                          </p:tavLst>
                                        </p:anim>
                                        <p:animEffect transition="in" filter="fade">
                                          <p:cBhvr>
                                            <p:cTn id="119" dur="300"/>
                                            <p:tgtEl>
                                              <p:spTgt spid="28"/>
                                            </p:tgtEl>
                                          </p:cBhvr>
                                        </p:animEffect>
                                      </p:childTnLst>
                                    </p:cTn>
                                  </p:par>
                                  <p:par>
                                    <p:cTn id="120" presetID="6" presetClass="emph" presetSubtype="0" autoRev="1" fill="hold" grpId="1" nodeType="withEffect">
                                      <p:stCondLst>
                                        <p:cond delay="2000"/>
                                      </p:stCondLst>
                                      <p:childTnLst>
                                        <p:animScale>
                                          <p:cBhvr>
                                            <p:cTn id="121" dur="150" fill="hold"/>
                                            <p:tgtEl>
                                              <p:spTgt spid="28"/>
                                            </p:tgtEl>
                                          </p:cBhvr>
                                          <p:by x="110000" y="110000"/>
                                        </p:animScale>
                                      </p:childTnLst>
                                    </p:cTn>
                                  </p:par>
                                  <p:par>
                                    <p:cTn id="122" presetID="2" presetClass="entr" presetSubtype="2" fill="hold" grpId="0" nodeType="withEffect" p14:presetBounceEnd="58333">
                                      <p:stCondLst>
                                        <p:cond delay="2000"/>
                                      </p:stCondLst>
                                      <p:childTnLst>
                                        <p:set>
                                          <p:cBhvr>
                                            <p:cTn id="123" dur="1" fill="hold">
                                              <p:stCondLst>
                                                <p:cond delay="0"/>
                                              </p:stCondLst>
                                            </p:cTn>
                                            <p:tgtEl>
                                              <p:spTgt spid="29"/>
                                            </p:tgtEl>
                                            <p:attrNameLst>
                                              <p:attrName>style.visibility</p:attrName>
                                            </p:attrNameLst>
                                          </p:cBhvr>
                                          <p:to>
                                            <p:strVal val="visible"/>
                                          </p:to>
                                        </p:set>
                                        <p:anim calcmode="lin" valueType="num" p14:bounceEnd="58333">
                                          <p:cBhvr additive="base">
                                            <p:cTn id="124" dur="600" fill="hold"/>
                                            <p:tgtEl>
                                              <p:spTgt spid="29"/>
                                            </p:tgtEl>
                                            <p:attrNameLst>
                                              <p:attrName>ppt_x</p:attrName>
                                            </p:attrNameLst>
                                          </p:cBhvr>
                                          <p:tavLst>
                                            <p:tav tm="0">
                                              <p:val>
                                                <p:strVal val="1+#ppt_w/2"/>
                                              </p:val>
                                            </p:tav>
                                            <p:tav tm="100000">
                                              <p:val>
                                                <p:strVal val="#ppt_x"/>
                                              </p:val>
                                            </p:tav>
                                          </p:tavLst>
                                        </p:anim>
                                        <p:anim calcmode="lin" valueType="num" p14:bounceEnd="58333">
                                          <p:cBhvr additive="base">
                                            <p:cTn id="125" dur="600" fill="hold"/>
                                            <p:tgtEl>
                                              <p:spTgt spid="29"/>
                                            </p:tgtEl>
                                            <p:attrNameLst>
                                              <p:attrName>ppt_y</p:attrName>
                                            </p:attrNameLst>
                                          </p:cBhvr>
                                          <p:tavLst>
                                            <p:tav tm="0">
                                              <p:val>
                                                <p:strVal val="#ppt_y"/>
                                              </p:val>
                                            </p:tav>
                                            <p:tav tm="100000">
                                              <p:val>
                                                <p:strVal val="#ppt_y"/>
                                              </p:val>
                                            </p:tav>
                                          </p:tavLst>
                                        </p:anim>
                                      </p:childTnLst>
                                    </p:cTn>
                                  </p:par>
                                  <p:par>
                                    <p:cTn id="126" presetID="53" presetClass="entr" presetSubtype="16" fill="hold" grpId="0" nodeType="withEffect">
                                      <p:stCondLst>
                                        <p:cond delay="1600"/>
                                      </p:stCondLst>
                                      <p:childTnLst>
                                        <p:set>
                                          <p:cBhvr>
                                            <p:cTn id="127" dur="1" fill="hold">
                                              <p:stCondLst>
                                                <p:cond delay="0"/>
                                              </p:stCondLst>
                                            </p:cTn>
                                            <p:tgtEl>
                                              <p:spTgt spid="30"/>
                                            </p:tgtEl>
                                            <p:attrNameLst>
                                              <p:attrName>style.visibility</p:attrName>
                                            </p:attrNameLst>
                                          </p:cBhvr>
                                          <p:to>
                                            <p:strVal val="visible"/>
                                          </p:to>
                                        </p:set>
                                        <p:anim calcmode="lin" valueType="num">
                                          <p:cBhvr>
                                            <p:cTn id="128" dur="300" fill="hold"/>
                                            <p:tgtEl>
                                              <p:spTgt spid="30"/>
                                            </p:tgtEl>
                                            <p:attrNameLst>
                                              <p:attrName>ppt_w</p:attrName>
                                            </p:attrNameLst>
                                          </p:cBhvr>
                                          <p:tavLst>
                                            <p:tav tm="0">
                                              <p:val>
                                                <p:fltVal val="0"/>
                                              </p:val>
                                            </p:tav>
                                            <p:tav tm="100000">
                                              <p:val>
                                                <p:strVal val="#ppt_w"/>
                                              </p:val>
                                            </p:tav>
                                          </p:tavLst>
                                        </p:anim>
                                        <p:anim calcmode="lin" valueType="num">
                                          <p:cBhvr>
                                            <p:cTn id="129" dur="300" fill="hold"/>
                                            <p:tgtEl>
                                              <p:spTgt spid="30"/>
                                            </p:tgtEl>
                                            <p:attrNameLst>
                                              <p:attrName>ppt_h</p:attrName>
                                            </p:attrNameLst>
                                          </p:cBhvr>
                                          <p:tavLst>
                                            <p:tav tm="0">
                                              <p:val>
                                                <p:fltVal val="0"/>
                                              </p:val>
                                            </p:tav>
                                            <p:tav tm="100000">
                                              <p:val>
                                                <p:strVal val="#ppt_h"/>
                                              </p:val>
                                            </p:tav>
                                          </p:tavLst>
                                        </p:anim>
                                        <p:animEffect transition="in" filter="fade">
                                          <p:cBhvr>
                                            <p:cTn id="130" dur="300"/>
                                            <p:tgtEl>
                                              <p:spTgt spid="30"/>
                                            </p:tgtEl>
                                          </p:cBhvr>
                                        </p:animEffect>
                                      </p:childTnLst>
                                    </p:cTn>
                                  </p:par>
                                  <p:par>
                                    <p:cTn id="131" presetID="6" presetClass="emph" presetSubtype="0" autoRev="1" fill="hold" grpId="1" nodeType="withEffect">
                                      <p:stCondLst>
                                        <p:cond delay="1900"/>
                                      </p:stCondLst>
                                      <p:childTnLst>
                                        <p:animScale>
                                          <p:cBhvr>
                                            <p:cTn id="132" dur="150" fill="hold"/>
                                            <p:tgtEl>
                                              <p:spTgt spid="30"/>
                                            </p:tgtEl>
                                          </p:cBhvr>
                                          <p:by x="110000" y="110000"/>
                                        </p:animScale>
                                      </p:childTnLst>
                                    </p:cTn>
                                  </p:par>
                                  <p:par>
                                    <p:cTn id="133" presetID="53" presetClass="entr" presetSubtype="16" fill="hold" grpId="0" nodeType="withEffect">
                                      <p:stCondLst>
                                        <p:cond delay="1700"/>
                                      </p:stCondLst>
                                      <p:childTnLst>
                                        <p:set>
                                          <p:cBhvr>
                                            <p:cTn id="134" dur="1" fill="hold">
                                              <p:stCondLst>
                                                <p:cond delay="0"/>
                                              </p:stCondLst>
                                            </p:cTn>
                                            <p:tgtEl>
                                              <p:spTgt spid="31"/>
                                            </p:tgtEl>
                                            <p:attrNameLst>
                                              <p:attrName>style.visibility</p:attrName>
                                            </p:attrNameLst>
                                          </p:cBhvr>
                                          <p:to>
                                            <p:strVal val="visible"/>
                                          </p:to>
                                        </p:set>
                                        <p:anim calcmode="lin" valueType="num">
                                          <p:cBhvr>
                                            <p:cTn id="135" dur="300" fill="hold"/>
                                            <p:tgtEl>
                                              <p:spTgt spid="31"/>
                                            </p:tgtEl>
                                            <p:attrNameLst>
                                              <p:attrName>ppt_w</p:attrName>
                                            </p:attrNameLst>
                                          </p:cBhvr>
                                          <p:tavLst>
                                            <p:tav tm="0">
                                              <p:val>
                                                <p:fltVal val="0"/>
                                              </p:val>
                                            </p:tav>
                                            <p:tav tm="100000">
                                              <p:val>
                                                <p:strVal val="#ppt_w"/>
                                              </p:val>
                                            </p:tav>
                                          </p:tavLst>
                                        </p:anim>
                                        <p:anim calcmode="lin" valueType="num">
                                          <p:cBhvr>
                                            <p:cTn id="136" dur="300" fill="hold"/>
                                            <p:tgtEl>
                                              <p:spTgt spid="31"/>
                                            </p:tgtEl>
                                            <p:attrNameLst>
                                              <p:attrName>ppt_h</p:attrName>
                                            </p:attrNameLst>
                                          </p:cBhvr>
                                          <p:tavLst>
                                            <p:tav tm="0">
                                              <p:val>
                                                <p:fltVal val="0"/>
                                              </p:val>
                                            </p:tav>
                                            <p:tav tm="100000">
                                              <p:val>
                                                <p:strVal val="#ppt_h"/>
                                              </p:val>
                                            </p:tav>
                                          </p:tavLst>
                                        </p:anim>
                                        <p:animEffect transition="in" filter="fade">
                                          <p:cBhvr>
                                            <p:cTn id="137" dur="300"/>
                                            <p:tgtEl>
                                              <p:spTgt spid="31"/>
                                            </p:tgtEl>
                                          </p:cBhvr>
                                        </p:animEffect>
                                      </p:childTnLst>
                                    </p:cTn>
                                  </p:par>
                                  <p:par>
                                    <p:cTn id="138" presetID="6" presetClass="emph" presetSubtype="0" autoRev="1" fill="hold" grpId="1" nodeType="withEffect">
                                      <p:stCondLst>
                                        <p:cond delay="2000"/>
                                      </p:stCondLst>
                                      <p:childTnLst>
                                        <p:animScale>
                                          <p:cBhvr>
                                            <p:cTn id="139" dur="150" fill="hold"/>
                                            <p:tgtEl>
                                              <p:spTgt spid="31"/>
                                            </p:tgtEl>
                                          </p:cBhvr>
                                          <p:by x="110000" y="110000"/>
                                        </p:animScale>
                                      </p:childTnLst>
                                    </p:cTn>
                                  </p:par>
                                  <p:par>
                                    <p:cTn id="140" presetID="2" presetClass="entr" presetSubtype="2" fill="hold" grpId="0" nodeType="withEffect" p14:presetBounceEnd="58333">
                                      <p:stCondLst>
                                        <p:cond delay="2000"/>
                                      </p:stCondLst>
                                      <p:childTnLst>
                                        <p:set>
                                          <p:cBhvr>
                                            <p:cTn id="141" dur="1" fill="hold">
                                              <p:stCondLst>
                                                <p:cond delay="0"/>
                                              </p:stCondLst>
                                            </p:cTn>
                                            <p:tgtEl>
                                              <p:spTgt spid="35"/>
                                            </p:tgtEl>
                                            <p:attrNameLst>
                                              <p:attrName>style.visibility</p:attrName>
                                            </p:attrNameLst>
                                          </p:cBhvr>
                                          <p:to>
                                            <p:strVal val="visible"/>
                                          </p:to>
                                        </p:set>
                                        <p:anim calcmode="lin" valueType="num" p14:bounceEnd="58333">
                                          <p:cBhvr additive="base">
                                            <p:cTn id="142" dur="600" fill="hold"/>
                                            <p:tgtEl>
                                              <p:spTgt spid="35"/>
                                            </p:tgtEl>
                                            <p:attrNameLst>
                                              <p:attrName>ppt_x</p:attrName>
                                            </p:attrNameLst>
                                          </p:cBhvr>
                                          <p:tavLst>
                                            <p:tav tm="0">
                                              <p:val>
                                                <p:strVal val="1+#ppt_w/2"/>
                                              </p:val>
                                            </p:tav>
                                            <p:tav tm="100000">
                                              <p:val>
                                                <p:strVal val="#ppt_x"/>
                                              </p:val>
                                            </p:tav>
                                          </p:tavLst>
                                        </p:anim>
                                        <p:anim calcmode="lin" valueType="num" p14:bounceEnd="58333">
                                          <p:cBhvr additive="base">
                                            <p:cTn id="143" dur="600" fill="hold"/>
                                            <p:tgtEl>
                                              <p:spTgt spid="35"/>
                                            </p:tgtEl>
                                            <p:attrNameLst>
                                              <p:attrName>ppt_y</p:attrName>
                                            </p:attrNameLst>
                                          </p:cBhvr>
                                          <p:tavLst>
                                            <p:tav tm="0">
                                              <p:val>
                                                <p:strVal val="#ppt_y"/>
                                              </p:val>
                                            </p:tav>
                                            <p:tav tm="100000">
                                              <p:val>
                                                <p:strVal val="#ppt_y"/>
                                              </p:val>
                                            </p:tav>
                                          </p:tavLst>
                                        </p:anim>
                                      </p:childTnLst>
                                    </p:cTn>
                                  </p:par>
                                  <p:par>
                                    <p:cTn id="144" presetID="53" presetClass="entr" presetSubtype="16" fill="hold" grpId="0" nodeType="withEffect">
                                      <p:stCondLst>
                                        <p:cond delay="1600"/>
                                      </p:stCondLst>
                                      <p:childTnLst>
                                        <p:set>
                                          <p:cBhvr>
                                            <p:cTn id="145" dur="1" fill="hold">
                                              <p:stCondLst>
                                                <p:cond delay="0"/>
                                              </p:stCondLst>
                                            </p:cTn>
                                            <p:tgtEl>
                                              <p:spTgt spid="36"/>
                                            </p:tgtEl>
                                            <p:attrNameLst>
                                              <p:attrName>style.visibility</p:attrName>
                                            </p:attrNameLst>
                                          </p:cBhvr>
                                          <p:to>
                                            <p:strVal val="visible"/>
                                          </p:to>
                                        </p:set>
                                        <p:anim calcmode="lin" valueType="num">
                                          <p:cBhvr>
                                            <p:cTn id="146" dur="300" fill="hold"/>
                                            <p:tgtEl>
                                              <p:spTgt spid="36"/>
                                            </p:tgtEl>
                                            <p:attrNameLst>
                                              <p:attrName>ppt_w</p:attrName>
                                            </p:attrNameLst>
                                          </p:cBhvr>
                                          <p:tavLst>
                                            <p:tav tm="0">
                                              <p:val>
                                                <p:fltVal val="0"/>
                                              </p:val>
                                            </p:tav>
                                            <p:tav tm="100000">
                                              <p:val>
                                                <p:strVal val="#ppt_w"/>
                                              </p:val>
                                            </p:tav>
                                          </p:tavLst>
                                        </p:anim>
                                        <p:anim calcmode="lin" valueType="num">
                                          <p:cBhvr>
                                            <p:cTn id="147" dur="300" fill="hold"/>
                                            <p:tgtEl>
                                              <p:spTgt spid="36"/>
                                            </p:tgtEl>
                                            <p:attrNameLst>
                                              <p:attrName>ppt_h</p:attrName>
                                            </p:attrNameLst>
                                          </p:cBhvr>
                                          <p:tavLst>
                                            <p:tav tm="0">
                                              <p:val>
                                                <p:fltVal val="0"/>
                                              </p:val>
                                            </p:tav>
                                            <p:tav tm="100000">
                                              <p:val>
                                                <p:strVal val="#ppt_h"/>
                                              </p:val>
                                            </p:tav>
                                          </p:tavLst>
                                        </p:anim>
                                        <p:animEffect transition="in" filter="fade">
                                          <p:cBhvr>
                                            <p:cTn id="148" dur="300"/>
                                            <p:tgtEl>
                                              <p:spTgt spid="36"/>
                                            </p:tgtEl>
                                          </p:cBhvr>
                                        </p:animEffect>
                                      </p:childTnLst>
                                    </p:cTn>
                                  </p:par>
                                  <p:par>
                                    <p:cTn id="149" presetID="6" presetClass="emph" presetSubtype="0" autoRev="1" fill="hold" grpId="1" nodeType="withEffect">
                                      <p:stCondLst>
                                        <p:cond delay="1900"/>
                                      </p:stCondLst>
                                      <p:childTnLst>
                                        <p:animScale>
                                          <p:cBhvr>
                                            <p:cTn id="150" dur="150" fill="hold"/>
                                            <p:tgtEl>
                                              <p:spTgt spid="36"/>
                                            </p:tgtEl>
                                          </p:cBhvr>
                                          <p:by x="110000" y="110000"/>
                                        </p:animScale>
                                      </p:childTnLst>
                                    </p:cTn>
                                  </p:par>
                                  <p:par>
                                    <p:cTn id="151" presetID="53" presetClass="entr" presetSubtype="16" fill="hold" grpId="0" nodeType="withEffect">
                                      <p:stCondLst>
                                        <p:cond delay="1700"/>
                                      </p:stCondLst>
                                      <p:childTnLst>
                                        <p:set>
                                          <p:cBhvr>
                                            <p:cTn id="152" dur="1" fill="hold">
                                              <p:stCondLst>
                                                <p:cond delay="0"/>
                                              </p:stCondLst>
                                            </p:cTn>
                                            <p:tgtEl>
                                              <p:spTgt spid="37"/>
                                            </p:tgtEl>
                                            <p:attrNameLst>
                                              <p:attrName>style.visibility</p:attrName>
                                            </p:attrNameLst>
                                          </p:cBhvr>
                                          <p:to>
                                            <p:strVal val="visible"/>
                                          </p:to>
                                        </p:set>
                                        <p:anim calcmode="lin" valueType="num">
                                          <p:cBhvr>
                                            <p:cTn id="153" dur="300" fill="hold"/>
                                            <p:tgtEl>
                                              <p:spTgt spid="37"/>
                                            </p:tgtEl>
                                            <p:attrNameLst>
                                              <p:attrName>ppt_w</p:attrName>
                                            </p:attrNameLst>
                                          </p:cBhvr>
                                          <p:tavLst>
                                            <p:tav tm="0">
                                              <p:val>
                                                <p:fltVal val="0"/>
                                              </p:val>
                                            </p:tav>
                                            <p:tav tm="100000">
                                              <p:val>
                                                <p:strVal val="#ppt_w"/>
                                              </p:val>
                                            </p:tav>
                                          </p:tavLst>
                                        </p:anim>
                                        <p:anim calcmode="lin" valueType="num">
                                          <p:cBhvr>
                                            <p:cTn id="154" dur="300" fill="hold"/>
                                            <p:tgtEl>
                                              <p:spTgt spid="37"/>
                                            </p:tgtEl>
                                            <p:attrNameLst>
                                              <p:attrName>ppt_h</p:attrName>
                                            </p:attrNameLst>
                                          </p:cBhvr>
                                          <p:tavLst>
                                            <p:tav tm="0">
                                              <p:val>
                                                <p:fltVal val="0"/>
                                              </p:val>
                                            </p:tav>
                                            <p:tav tm="100000">
                                              <p:val>
                                                <p:strVal val="#ppt_h"/>
                                              </p:val>
                                            </p:tav>
                                          </p:tavLst>
                                        </p:anim>
                                        <p:animEffect transition="in" filter="fade">
                                          <p:cBhvr>
                                            <p:cTn id="155" dur="300"/>
                                            <p:tgtEl>
                                              <p:spTgt spid="37"/>
                                            </p:tgtEl>
                                          </p:cBhvr>
                                        </p:animEffect>
                                      </p:childTnLst>
                                    </p:cTn>
                                  </p:par>
                                  <p:par>
                                    <p:cTn id="156" presetID="6" presetClass="emph" presetSubtype="0" autoRev="1" fill="hold" grpId="1" nodeType="withEffect">
                                      <p:stCondLst>
                                        <p:cond delay="2000"/>
                                      </p:stCondLst>
                                      <p:childTnLst>
                                        <p:animScale>
                                          <p:cBhvr>
                                            <p:cTn id="157" dur="150" fill="hold"/>
                                            <p:tgtEl>
                                              <p:spTgt spid="37"/>
                                            </p:tgtEl>
                                          </p:cBhvr>
                                          <p:by x="110000" y="110000"/>
                                        </p:animScale>
                                      </p:childTnLst>
                                    </p:cTn>
                                  </p:par>
                                  <p:par>
                                    <p:cTn id="158" presetID="2" presetClass="entr" presetSubtype="2" fill="hold" grpId="0" nodeType="withEffect" p14:presetBounceEnd="58333">
                                      <p:stCondLst>
                                        <p:cond delay="2000"/>
                                      </p:stCondLst>
                                      <p:childTnLst>
                                        <p:set>
                                          <p:cBhvr>
                                            <p:cTn id="159" dur="1" fill="hold">
                                              <p:stCondLst>
                                                <p:cond delay="0"/>
                                              </p:stCondLst>
                                            </p:cTn>
                                            <p:tgtEl>
                                              <p:spTgt spid="38"/>
                                            </p:tgtEl>
                                            <p:attrNameLst>
                                              <p:attrName>style.visibility</p:attrName>
                                            </p:attrNameLst>
                                          </p:cBhvr>
                                          <p:to>
                                            <p:strVal val="visible"/>
                                          </p:to>
                                        </p:set>
                                        <p:anim calcmode="lin" valueType="num" p14:bounceEnd="58333">
                                          <p:cBhvr additive="base">
                                            <p:cTn id="160" dur="600" fill="hold"/>
                                            <p:tgtEl>
                                              <p:spTgt spid="38"/>
                                            </p:tgtEl>
                                            <p:attrNameLst>
                                              <p:attrName>ppt_x</p:attrName>
                                            </p:attrNameLst>
                                          </p:cBhvr>
                                          <p:tavLst>
                                            <p:tav tm="0">
                                              <p:val>
                                                <p:strVal val="1+#ppt_w/2"/>
                                              </p:val>
                                            </p:tav>
                                            <p:tav tm="100000">
                                              <p:val>
                                                <p:strVal val="#ppt_x"/>
                                              </p:val>
                                            </p:tav>
                                          </p:tavLst>
                                        </p:anim>
                                        <p:anim calcmode="lin" valueType="num" p14:bounceEnd="58333">
                                          <p:cBhvr additive="base">
                                            <p:cTn id="161" dur="600" fill="hold"/>
                                            <p:tgtEl>
                                              <p:spTgt spid="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19" grpId="0" animBg="1"/>
          <p:bldP spid="19" grpId="1" animBg="1"/>
          <p:bldP spid="3" grpId="0" animBg="1"/>
          <p:bldP spid="3" grpId="1" animBg="1"/>
          <p:bldP spid="4" grpId="0"/>
          <p:bldP spid="4" grpId="1"/>
          <p:bldP spid="6" grpId="0" animBg="1"/>
          <p:bldP spid="6" grpId="1" animBg="1"/>
          <p:bldP spid="7" grpId="0"/>
          <p:bldP spid="7" grpId="1"/>
          <p:bldP spid="22" grpId="0" animBg="1"/>
          <p:bldP spid="22" grpId="1" animBg="1"/>
          <p:bldP spid="23" grpId="0"/>
          <p:bldP spid="23" grpId="1"/>
          <p:bldP spid="25" grpId="0" animBg="1"/>
          <p:bldP spid="25" grpId="1" animBg="1"/>
          <p:bldP spid="26" grpId="0"/>
          <p:bldP spid="26" grpId="1"/>
          <p:bldP spid="32" grpId="0"/>
          <p:bldP spid="33" grpId="0"/>
          <p:bldP spid="34" grpId="0"/>
          <p:bldP spid="21" grpId="0" animBg="1"/>
          <p:bldP spid="21" grpId="1" animBg="1"/>
          <p:bldP spid="24" grpId="0" animBg="1"/>
          <p:bldP spid="24" grpId="1" animBg="1"/>
          <p:bldP spid="27" grpId="0" animBg="1"/>
          <p:bldP spid="27" grpId="1" animBg="1"/>
          <p:bldP spid="20" grpId="0" animBg="1"/>
          <p:bldP spid="20" grpId="1" animBg="1"/>
          <p:bldP spid="28" grpId="0"/>
          <p:bldP spid="28" grpId="1"/>
          <p:bldP spid="29" grpId="0"/>
          <p:bldP spid="30" grpId="0" animBg="1"/>
          <p:bldP spid="30" grpId="1" animBg="1"/>
          <p:bldP spid="31" grpId="0"/>
          <p:bldP spid="31" grpId="1"/>
          <p:bldP spid="35" grpId="0"/>
          <p:bldP spid="36" grpId="0" animBg="1"/>
          <p:bldP spid="36" grpId="1" animBg="1"/>
          <p:bldP spid="37" grpId="0"/>
          <p:bldP spid="37" grpId="1"/>
          <p:bldP spid="3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 fill="hold"/>
                                            <p:tgtEl>
                                              <p:spTgt spid="3"/>
                                            </p:tgtEl>
                                            <p:attrNameLst>
                                              <p:attrName>ppt_w</p:attrName>
                                            </p:attrNameLst>
                                          </p:cBhvr>
                                          <p:tavLst>
                                            <p:tav tm="0">
                                              <p:val>
                                                <p:fltVal val="0"/>
                                              </p:val>
                                            </p:tav>
                                            <p:tav tm="100000">
                                              <p:val>
                                                <p:strVal val="#ppt_w"/>
                                              </p:val>
                                            </p:tav>
                                          </p:tavLst>
                                        </p:anim>
                                        <p:anim calcmode="lin" valueType="num">
                                          <p:cBhvr>
                                            <p:cTn id="8" dur="300" fill="hold"/>
                                            <p:tgtEl>
                                              <p:spTgt spid="3"/>
                                            </p:tgtEl>
                                            <p:attrNameLst>
                                              <p:attrName>ppt_h</p:attrName>
                                            </p:attrNameLst>
                                          </p:cBhvr>
                                          <p:tavLst>
                                            <p:tav tm="0">
                                              <p:val>
                                                <p:fltVal val="0"/>
                                              </p:val>
                                            </p:tav>
                                            <p:tav tm="100000">
                                              <p:val>
                                                <p:strVal val="#ppt_h"/>
                                              </p:val>
                                            </p:tav>
                                          </p:tavLst>
                                        </p:anim>
                                        <p:animEffect transition="in" filter="fade">
                                          <p:cBhvr>
                                            <p:cTn id="9" dur="300"/>
                                            <p:tgtEl>
                                              <p:spTgt spid="3"/>
                                            </p:tgtEl>
                                          </p:cBhvr>
                                        </p:animEffect>
                                      </p:childTnLst>
                                    </p:cTn>
                                  </p:par>
                                  <p:par>
                                    <p:cTn id="10" presetID="6" presetClass="emph" presetSubtype="0" autoRev="1" fill="hold" grpId="1" nodeType="withEffect">
                                      <p:stCondLst>
                                        <p:cond delay="300"/>
                                      </p:stCondLst>
                                      <p:childTnLst>
                                        <p:animScale>
                                          <p:cBhvr>
                                            <p:cTn id="11" dur="150" fill="hold"/>
                                            <p:tgtEl>
                                              <p:spTgt spid="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19"/>
                                            </p:tgtEl>
                                            <p:attrNameLst>
                                              <p:attrName>style.visibility</p:attrName>
                                            </p:attrNameLst>
                                          </p:cBhvr>
                                          <p:to>
                                            <p:strVal val="visible"/>
                                          </p:to>
                                        </p:set>
                                        <p:anim calcmode="lin" valueType="num">
                                          <p:cBhvr>
                                            <p:cTn id="14" dur="300" fill="hold"/>
                                            <p:tgtEl>
                                              <p:spTgt spid="19"/>
                                            </p:tgtEl>
                                            <p:attrNameLst>
                                              <p:attrName>ppt_w</p:attrName>
                                            </p:attrNameLst>
                                          </p:cBhvr>
                                          <p:tavLst>
                                            <p:tav tm="0">
                                              <p:val>
                                                <p:fltVal val="0"/>
                                              </p:val>
                                            </p:tav>
                                            <p:tav tm="100000">
                                              <p:val>
                                                <p:strVal val="#ppt_w"/>
                                              </p:val>
                                            </p:tav>
                                          </p:tavLst>
                                        </p:anim>
                                        <p:anim calcmode="lin" valueType="num">
                                          <p:cBhvr>
                                            <p:cTn id="15" dur="300" fill="hold"/>
                                            <p:tgtEl>
                                              <p:spTgt spid="19"/>
                                            </p:tgtEl>
                                            <p:attrNameLst>
                                              <p:attrName>ppt_h</p:attrName>
                                            </p:attrNameLst>
                                          </p:cBhvr>
                                          <p:tavLst>
                                            <p:tav tm="0">
                                              <p:val>
                                                <p:fltVal val="0"/>
                                              </p:val>
                                            </p:tav>
                                            <p:tav tm="100000">
                                              <p:val>
                                                <p:strVal val="#ppt_h"/>
                                              </p:val>
                                            </p:tav>
                                          </p:tavLst>
                                        </p:anim>
                                        <p:animEffect transition="in" filter="fade">
                                          <p:cBhvr>
                                            <p:cTn id="16" dur="300"/>
                                            <p:tgtEl>
                                              <p:spTgt spid="19"/>
                                            </p:tgtEl>
                                          </p:cBhvr>
                                        </p:animEffect>
                                      </p:childTnLst>
                                    </p:cTn>
                                  </p:par>
                                  <p:par>
                                    <p:cTn id="17" presetID="6" presetClass="emph" presetSubtype="0" autoRev="1" fill="hold" grpId="1" nodeType="withEffect">
                                      <p:stCondLst>
                                        <p:cond delay="600"/>
                                      </p:stCondLst>
                                      <p:childTnLst>
                                        <p:animScale>
                                          <p:cBhvr>
                                            <p:cTn id="18" dur="150" fill="hold"/>
                                            <p:tgtEl>
                                              <p:spTgt spid="19"/>
                                            </p:tgtEl>
                                          </p:cBhvr>
                                          <p:by x="110000" y="110000"/>
                                        </p:animScale>
                                      </p:childTnLst>
                                    </p:cTn>
                                  </p:par>
                                  <p:par>
                                    <p:cTn id="19" presetID="53" presetClass="entr" presetSubtype="16" fill="hold" grpId="0" nodeType="withEffect">
                                      <p:stCondLst>
                                        <p:cond delay="100"/>
                                      </p:stCondLst>
                                      <p:childTnLst>
                                        <p:set>
                                          <p:cBhvr>
                                            <p:cTn id="20" dur="1" fill="hold">
                                              <p:stCondLst>
                                                <p:cond delay="0"/>
                                              </p:stCondLst>
                                            </p:cTn>
                                            <p:tgtEl>
                                              <p:spTgt spid="2"/>
                                            </p:tgtEl>
                                            <p:attrNameLst>
                                              <p:attrName>style.visibility</p:attrName>
                                            </p:attrNameLst>
                                          </p:cBhvr>
                                          <p:to>
                                            <p:strVal val="visible"/>
                                          </p:to>
                                        </p:set>
                                        <p:anim calcmode="lin" valueType="num">
                                          <p:cBhvr>
                                            <p:cTn id="21" dur="300" fill="hold"/>
                                            <p:tgtEl>
                                              <p:spTgt spid="2"/>
                                            </p:tgtEl>
                                            <p:attrNameLst>
                                              <p:attrName>ppt_w</p:attrName>
                                            </p:attrNameLst>
                                          </p:cBhvr>
                                          <p:tavLst>
                                            <p:tav tm="0">
                                              <p:val>
                                                <p:fltVal val="0"/>
                                              </p:val>
                                            </p:tav>
                                            <p:tav tm="100000">
                                              <p:val>
                                                <p:strVal val="#ppt_w"/>
                                              </p:val>
                                            </p:tav>
                                          </p:tavLst>
                                        </p:anim>
                                        <p:anim calcmode="lin" valueType="num">
                                          <p:cBhvr>
                                            <p:cTn id="22" dur="300" fill="hold"/>
                                            <p:tgtEl>
                                              <p:spTgt spid="2"/>
                                            </p:tgtEl>
                                            <p:attrNameLst>
                                              <p:attrName>ppt_h</p:attrName>
                                            </p:attrNameLst>
                                          </p:cBhvr>
                                          <p:tavLst>
                                            <p:tav tm="0">
                                              <p:val>
                                                <p:fltVal val="0"/>
                                              </p:val>
                                            </p:tav>
                                            <p:tav tm="100000">
                                              <p:val>
                                                <p:strVal val="#ppt_h"/>
                                              </p:val>
                                            </p:tav>
                                          </p:tavLst>
                                        </p:anim>
                                        <p:animEffect transition="in" filter="fade">
                                          <p:cBhvr>
                                            <p:cTn id="23" dur="300"/>
                                            <p:tgtEl>
                                              <p:spTgt spid="2"/>
                                            </p:tgtEl>
                                          </p:cBhvr>
                                        </p:animEffect>
                                      </p:childTnLst>
                                    </p:cTn>
                                  </p:par>
                                  <p:par>
                                    <p:cTn id="24" presetID="6" presetClass="emph" presetSubtype="0" autoRev="1" fill="hold" grpId="1" nodeType="withEffect">
                                      <p:stCondLst>
                                        <p:cond delay="400"/>
                                      </p:stCondLst>
                                      <p:childTnLst>
                                        <p:animScale>
                                          <p:cBhvr>
                                            <p:cTn id="25" dur="150" fill="hold"/>
                                            <p:tgtEl>
                                              <p:spTgt spid="2"/>
                                            </p:tgtEl>
                                          </p:cBhvr>
                                          <p:by x="110000" y="110000"/>
                                        </p:animScale>
                                      </p:childTnLst>
                                    </p:cTn>
                                  </p:par>
                                  <p:par>
                                    <p:cTn id="26" presetID="53" presetClass="entr" presetSubtype="16" fill="hold" grpId="0" nodeType="withEffect">
                                      <p:stCondLst>
                                        <p:cond delay="400"/>
                                      </p:stCondLst>
                                      <p:childTnLst>
                                        <p:set>
                                          <p:cBhvr>
                                            <p:cTn id="27" dur="1" fill="hold">
                                              <p:stCondLst>
                                                <p:cond delay="0"/>
                                              </p:stCondLst>
                                            </p:cTn>
                                            <p:tgtEl>
                                              <p:spTgt spid="21"/>
                                            </p:tgtEl>
                                            <p:attrNameLst>
                                              <p:attrName>style.visibility</p:attrName>
                                            </p:attrNameLst>
                                          </p:cBhvr>
                                          <p:to>
                                            <p:strVal val="visible"/>
                                          </p:to>
                                        </p:set>
                                        <p:anim calcmode="lin" valueType="num">
                                          <p:cBhvr>
                                            <p:cTn id="28" dur="300" fill="hold"/>
                                            <p:tgtEl>
                                              <p:spTgt spid="21"/>
                                            </p:tgtEl>
                                            <p:attrNameLst>
                                              <p:attrName>ppt_w</p:attrName>
                                            </p:attrNameLst>
                                          </p:cBhvr>
                                          <p:tavLst>
                                            <p:tav tm="0">
                                              <p:val>
                                                <p:fltVal val="0"/>
                                              </p:val>
                                            </p:tav>
                                            <p:tav tm="100000">
                                              <p:val>
                                                <p:strVal val="#ppt_w"/>
                                              </p:val>
                                            </p:tav>
                                          </p:tavLst>
                                        </p:anim>
                                        <p:anim calcmode="lin" valueType="num">
                                          <p:cBhvr>
                                            <p:cTn id="29" dur="300" fill="hold"/>
                                            <p:tgtEl>
                                              <p:spTgt spid="21"/>
                                            </p:tgtEl>
                                            <p:attrNameLst>
                                              <p:attrName>ppt_h</p:attrName>
                                            </p:attrNameLst>
                                          </p:cBhvr>
                                          <p:tavLst>
                                            <p:tav tm="0">
                                              <p:val>
                                                <p:fltVal val="0"/>
                                              </p:val>
                                            </p:tav>
                                            <p:tav tm="100000">
                                              <p:val>
                                                <p:strVal val="#ppt_h"/>
                                              </p:val>
                                            </p:tav>
                                          </p:tavLst>
                                        </p:anim>
                                        <p:animEffect transition="in" filter="fade">
                                          <p:cBhvr>
                                            <p:cTn id="30" dur="300"/>
                                            <p:tgtEl>
                                              <p:spTgt spid="21"/>
                                            </p:tgtEl>
                                          </p:cBhvr>
                                        </p:animEffect>
                                      </p:childTnLst>
                                    </p:cTn>
                                  </p:par>
                                  <p:par>
                                    <p:cTn id="31" presetID="6" presetClass="emph" presetSubtype="0" autoRev="1" fill="hold" grpId="1" nodeType="withEffect">
                                      <p:stCondLst>
                                        <p:cond delay="700"/>
                                      </p:stCondLst>
                                      <p:childTnLst>
                                        <p:animScale>
                                          <p:cBhvr>
                                            <p:cTn id="32" dur="150" fill="hold"/>
                                            <p:tgtEl>
                                              <p:spTgt spid="21"/>
                                            </p:tgtEl>
                                          </p:cBhvr>
                                          <p:by x="110000" y="110000"/>
                                        </p:animScale>
                                      </p:childTnLst>
                                    </p:cTn>
                                  </p:par>
                                  <p:par>
                                    <p:cTn id="33" presetID="53" presetClass="entr" presetSubtype="16" fill="hold" grpId="0" nodeType="withEffect">
                                      <p:stCondLst>
                                        <p:cond delay="400"/>
                                      </p:stCondLst>
                                      <p:childTnLst>
                                        <p:set>
                                          <p:cBhvr>
                                            <p:cTn id="34" dur="1" fill="hold">
                                              <p:stCondLst>
                                                <p:cond delay="0"/>
                                              </p:stCondLst>
                                            </p:cTn>
                                            <p:tgtEl>
                                              <p:spTgt spid="24"/>
                                            </p:tgtEl>
                                            <p:attrNameLst>
                                              <p:attrName>style.visibility</p:attrName>
                                            </p:attrNameLst>
                                          </p:cBhvr>
                                          <p:to>
                                            <p:strVal val="visible"/>
                                          </p:to>
                                        </p:set>
                                        <p:anim calcmode="lin" valueType="num">
                                          <p:cBhvr>
                                            <p:cTn id="35" dur="300" fill="hold"/>
                                            <p:tgtEl>
                                              <p:spTgt spid="24"/>
                                            </p:tgtEl>
                                            <p:attrNameLst>
                                              <p:attrName>ppt_w</p:attrName>
                                            </p:attrNameLst>
                                          </p:cBhvr>
                                          <p:tavLst>
                                            <p:tav tm="0">
                                              <p:val>
                                                <p:fltVal val="0"/>
                                              </p:val>
                                            </p:tav>
                                            <p:tav tm="100000">
                                              <p:val>
                                                <p:strVal val="#ppt_w"/>
                                              </p:val>
                                            </p:tav>
                                          </p:tavLst>
                                        </p:anim>
                                        <p:anim calcmode="lin" valueType="num">
                                          <p:cBhvr>
                                            <p:cTn id="36" dur="300" fill="hold"/>
                                            <p:tgtEl>
                                              <p:spTgt spid="24"/>
                                            </p:tgtEl>
                                            <p:attrNameLst>
                                              <p:attrName>ppt_h</p:attrName>
                                            </p:attrNameLst>
                                          </p:cBhvr>
                                          <p:tavLst>
                                            <p:tav tm="0">
                                              <p:val>
                                                <p:fltVal val="0"/>
                                              </p:val>
                                            </p:tav>
                                            <p:tav tm="100000">
                                              <p:val>
                                                <p:strVal val="#ppt_h"/>
                                              </p:val>
                                            </p:tav>
                                          </p:tavLst>
                                        </p:anim>
                                        <p:animEffect transition="in" filter="fade">
                                          <p:cBhvr>
                                            <p:cTn id="37" dur="300"/>
                                            <p:tgtEl>
                                              <p:spTgt spid="24"/>
                                            </p:tgtEl>
                                          </p:cBhvr>
                                        </p:animEffect>
                                      </p:childTnLst>
                                    </p:cTn>
                                  </p:par>
                                  <p:par>
                                    <p:cTn id="38" presetID="6" presetClass="emph" presetSubtype="0" autoRev="1" fill="hold" grpId="1" nodeType="withEffect">
                                      <p:stCondLst>
                                        <p:cond delay="700"/>
                                      </p:stCondLst>
                                      <p:childTnLst>
                                        <p:animScale>
                                          <p:cBhvr>
                                            <p:cTn id="39" dur="150" fill="hold"/>
                                            <p:tgtEl>
                                              <p:spTgt spid="24"/>
                                            </p:tgtEl>
                                          </p:cBhvr>
                                          <p:by x="110000" y="110000"/>
                                        </p:animScale>
                                      </p:childTnLst>
                                    </p:cTn>
                                  </p:par>
                                  <p:par>
                                    <p:cTn id="40" presetID="53" presetClass="entr" presetSubtype="16" fill="hold" grpId="0" nodeType="withEffect">
                                      <p:stCondLst>
                                        <p:cond delay="200"/>
                                      </p:stCondLst>
                                      <p:childTnLst>
                                        <p:set>
                                          <p:cBhvr>
                                            <p:cTn id="41" dur="1" fill="hold">
                                              <p:stCondLst>
                                                <p:cond delay="0"/>
                                              </p:stCondLst>
                                            </p:cTn>
                                            <p:tgtEl>
                                              <p:spTgt spid="4"/>
                                            </p:tgtEl>
                                            <p:attrNameLst>
                                              <p:attrName>style.visibility</p:attrName>
                                            </p:attrNameLst>
                                          </p:cBhvr>
                                          <p:to>
                                            <p:strVal val="visible"/>
                                          </p:to>
                                        </p:set>
                                        <p:anim calcmode="lin" valueType="num">
                                          <p:cBhvr>
                                            <p:cTn id="42" dur="300" fill="hold"/>
                                            <p:tgtEl>
                                              <p:spTgt spid="4"/>
                                            </p:tgtEl>
                                            <p:attrNameLst>
                                              <p:attrName>ppt_w</p:attrName>
                                            </p:attrNameLst>
                                          </p:cBhvr>
                                          <p:tavLst>
                                            <p:tav tm="0">
                                              <p:val>
                                                <p:fltVal val="0"/>
                                              </p:val>
                                            </p:tav>
                                            <p:tav tm="100000">
                                              <p:val>
                                                <p:strVal val="#ppt_w"/>
                                              </p:val>
                                            </p:tav>
                                          </p:tavLst>
                                        </p:anim>
                                        <p:anim calcmode="lin" valueType="num">
                                          <p:cBhvr>
                                            <p:cTn id="43" dur="300" fill="hold"/>
                                            <p:tgtEl>
                                              <p:spTgt spid="4"/>
                                            </p:tgtEl>
                                            <p:attrNameLst>
                                              <p:attrName>ppt_h</p:attrName>
                                            </p:attrNameLst>
                                          </p:cBhvr>
                                          <p:tavLst>
                                            <p:tav tm="0">
                                              <p:val>
                                                <p:fltVal val="0"/>
                                              </p:val>
                                            </p:tav>
                                            <p:tav tm="100000">
                                              <p:val>
                                                <p:strVal val="#ppt_h"/>
                                              </p:val>
                                            </p:tav>
                                          </p:tavLst>
                                        </p:anim>
                                        <p:animEffect transition="in" filter="fade">
                                          <p:cBhvr>
                                            <p:cTn id="44" dur="300"/>
                                            <p:tgtEl>
                                              <p:spTgt spid="4"/>
                                            </p:tgtEl>
                                          </p:cBhvr>
                                        </p:animEffect>
                                      </p:childTnLst>
                                    </p:cTn>
                                  </p:par>
                                  <p:par>
                                    <p:cTn id="45" presetID="6" presetClass="emph" presetSubtype="0" autoRev="1" fill="hold" grpId="1" nodeType="withEffect">
                                      <p:stCondLst>
                                        <p:cond delay="500"/>
                                      </p:stCondLst>
                                      <p:childTnLst>
                                        <p:animScale>
                                          <p:cBhvr>
                                            <p:cTn id="46" dur="150" fill="hold"/>
                                            <p:tgtEl>
                                              <p:spTgt spid="4"/>
                                            </p:tgtEl>
                                          </p:cBhvr>
                                          <p:by x="110000" y="110000"/>
                                        </p:animScale>
                                      </p:childTnLst>
                                    </p:cTn>
                                  </p:par>
                                  <p:par>
                                    <p:cTn id="47" presetID="53" presetClass="entr" presetSubtype="16" fill="hold" grpId="0" nodeType="withEffect">
                                      <p:stCondLst>
                                        <p:cond delay="800"/>
                                      </p:stCondLst>
                                      <p:childTnLst>
                                        <p:set>
                                          <p:cBhvr>
                                            <p:cTn id="48" dur="1" fill="hold">
                                              <p:stCondLst>
                                                <p:cond delay="0"/>
                                              </p:stCondLst>
                                            </p:cTn>
                                            <p:tgtEl>
                                              <p:spTgt spid="6"/>
                                            </p:tgtEl>
                                            <p:attrNameLst>
                                              <p:attrName>style.visibility</p:attrName>
                                            </p:attrNameLst>
                                          </p:cBhvr>
                                          <p:to>
                                            <p:strVal val="visible"/>
                                          </p:to>
                                        </p:set>
                                        <p:anim calcmode="lin" valueType="num">
                                          <p:cBhvr>
                                            <p:cTn id="49" dur="300" fill="hold"/>
                                            <p:tgtEl>
                                              <p:spTgt spid="6"/>
                                            </p:tgtEl>
                                            <p:attrNameLst>
                                              <p:attrName>ppt_w</p:attrName>
                                            </p:attrNameLst>
                                          </p:cBhvr>
                                          <p:tavLst>
                                            <p:tav tm="0">
                                              <p:val>
                                                <p:fltVal val="0"/>
                                              </p:val>
                                            </p:tav>
                                            <p:tav tm="100000">
                                              <p:val>
                                                <p:strVal val="#ppt_w"/>
                                              </p:val>
                                            </p:tav>
                                          </p:tavLst>
                                        </p:anim>
                                        <p:anim calcmode="lin" valueType="num">
                                          <p:cBhvr>
                                            <p:cTn id="50" dur="300" fill="hold"/>
                                            <p:tgtEl>
                                              <p:spTgt spid="6"/>
                                            </p:tgtEl>
                                            <p:attrNameLst>
                                              <p:attrName>ppt_h</p:attrName>
                                            </p:attrNameLst>
                                          </p:cBhvr>
                                          <p:tavLst>
                                            <p:tav tm="0">
                                              <p:val>
                                                <p:fltVal val="0"/>
                                              </p:val>
                                            </p:tav>
                                            <p:tav tm="100000">
                                              <p:val>
                                                <p:strVal val="#ppt_h"/>
                                              </p:val>
                                            </p:tav>
                                          </p:tavLst>
                                        </p:anim>
                                        <p:animEffect transition="in" filter="fade">
                                          <p:cBhvr>
                                            <p:cTn id="51" dur="300"/>
                                            <p:tgtEl>
                                              <p:spTgt spid="6"/>
                                            </p:tgtEl>
                                          </p:cBhvr>
                                        </p:animEffect>
                                      </p:childTnLst>
                                    </p:cTn>
                                  </p:par>
                                  <p:par>
                                    <p:cTn id="52" presetID="6" presetClass="emph" presetSubtype="0" autoRev="1" fill="hold" grpId="1" nodeType="withEffect">
                                      <p:stCondLst>
                                        <p:cond delay="1100"/>
                                      </p:stCondLst>
                                      <p:childTnLst>
                                        <p:animScale>
                                          <p:cBhvr>
                                            <p:cTn id="53" dur="150" fill="hold"/>
                                            <p:tgtEl>
                                              <p:spTgt spid="6"/>
                                            </p:tgtEl>
                                          </p:cBhvr>
                                          <p:by x="110000" y="110000"/>
                                        </p:animScale>
                                      </p:childTnLst>
                                    </p:cTn>
                                  </p:par>
                                  <p:par>
                                    <p:cTn id="54" presetID="53" presetClass="entr" presetSubtype="16" fill="hold" grpId="0" nodeType="withEffect">
                                      <p:stCondLst>
                                        <p:cond delay="900"/>
                                      </p:stCondLst>
                                      <p:childTnLst>
                                        <p:set>
                                          <p:cBhvr>
                                            <p:cTn id="55" dur="1" fill="hold">
                                              <p:stCondLst>
                                                <p:cond delay="0"/>
                                              </p:stCondLst>
                                            </p:cTn>
                                            <p:tgtEl>
                                              <p:spTgt spid="7"/>
                                            </p:tgtEl>
                                            <p:attrNameLst>
                                              <p:attrName>style.visibility</p:attrName>
                                            </p:attrNameLst>
                                          </p:cBhvr>
                                          <p:to>
                                            <p:strVal val="visible"/>
                                          </p:to>
                                        </p:set>
                                        <p:anim calcmode="lin" valueType="num">
                                          <p:cBhvr>
                                            <p:cTn id="56" dur="300" fill="hold"/>
                                            <p:tgtEl>
                                              <p:spTgt spid="7"/>
                                            </p:tgtEl>
                                            <p:attrNameLst>
                                              <p:attrName>ppt_w</p:attrName>
                                            </p:attrNameLst>
                                          </p:cBhvr>
                                          <p:tavLst>
                                            <p:tav tm="0">
                                              <p:val>
                                                <p:fltVal val="0"/>
                                              </p:val>
                                            </p:tav>
                                            <p:tav tm="100000">
                                              <p:val>
                                                <p:strVal val="#ppt_w"/>
                                              </p:val>
                                            </p:tav>
                                          </p:tavLst>
                                        </p:anim>
                                        <p:anim calcmode="lin" valueType="num">
                                          <p:cBhvr>
                                            <p:cTn id="57" dur="300" fill="hold"/>
                                            <p:tgtEl>
                                              <p:spTgt spid="7"/>
                                            </p:tgtEl>
                                            <p:attrNameLst>
                                              <p:attrName>ppt_h</p:attrName>
                                            </p:attrNameLst>
                                          </p:cBhvr>
                                          <p:tavLst>
                                            <p:tav tm="0">
                                              <p:val>
                                                <p:fltVal val="0"/>
                                              </p:val>
                                            </p:tav>
                                            <p:tav tm="100000">
                                              <p:val>
                                                <p:strVal val="#ppt_h"/>
                                              </p:val>
                                            </p:tav>
                                          </p:tavLst>
                                        </p:anim>
                                        <p:animEffect transition="in" filter="fade">
                                          <p:cBhvr>
                                            <p:cTn id="58" dur="300"/>
                                            <p:tgtEl>
                                              <p:spTgt spid="7"/>
                                            </p:tgtEl>
                                          </p:cBhvr>
                                        </p:animEffect>
                                      </p:childTnLst>
                                    </p:cTn>
                                  </p:par>
                                  <p:par>
                                    <p:cTn id="59" presetID="6" presetClass="emph" presetSubtype="0" autoRev="1" fill="hold" grpId="1" nodeType="withEffect">
                                      <p:stCondLst>
                                        <p:cond delay="1200"/>
                                      </p:stCondLst>
                                      <p:childTnLst>
                                        <p:animScale>
                                          <p:cBhvr>
                                            <p:cTn id="60" dur="150" fill="hold"/>
                                            <p:tgtEl>
                                              <p:spTgt spid="7"/>
                                            </p:tgtEl>
                                          </p:cBhvr>
                                          <p:by x="110000" y="110000"/>
                                        </p:animScale>
                                      </p:childTnLst>
                                    </p:cTn>
                                  </p:par>
                                  <p:par>
                                    <p:cTn id="61" presetID="2" presetClass="entr" presetSubtype="2" fill="hold" grpId="0" nodeType="withEffect">
                                      <p:stCondLst>
                                        <p:cond delay="1200"/>
                                      </p:stCondLst>
                                      <p:childTnLst>
                                        <p:set>
                                          <p:cBhvr>
                                            <p:cTn id="62" dur="1" fill="hold">
                                              <p:stCondLst>
                                                <p:cond delay="0"/>
                                              </p:stCondLst>
                                            </p:cTn>
                                            <p:tgtEl>
                                              <p:spTgt spid="32"/>
                                            </p:tgtEl>
                                            <p:attrNameLst>
                                              <p:attrName>style.visibility</p:attrName>
                                            </p:attrNameLst>
                                          </p:cBhvr>
                                          <p:to>
                                            <p:strVal val="visible"/>
                                          </p:to>
                                        </p:set>
                                        <p:anim calcmode="lin" valueType="num">
                                          <p:cBhvr additive="base">
                                            <p:cTn id="63" dur="600" fill="hold"/>
                                            <p:tgtEl>
                                              <p:spTgt spid="32"/>
                                            </p:tgtEl>
                                            <p:attrNameLst>
                                              <p:attrName>ppt_x</p:attrName>
                                            </p:attrNameLst>
                                          </p:cBhvr>
                                          <p:tavLst>
                                            <p:tav tm="0">
                                              <p:val>
                                                <p:strVal val="1+#ppt_w/2"/>
                                              </p:val>
                                            </p:tav>
                                            <p:tav tm="100000">
                                              <p:val>
                                                <p:strVal val="#ppt_x"/>
                                              </p:val>
                                            </p:tav>
                                          </p:tavLst>
                                        </p:anim>
                                        <p:anim calcmode="lin" valueType="num">
                                          <p:cBhvr additive="base">
                                            <p:cTn id="64" dur="600" fill="hold"/>
                                            <p:tgtEl>
                                              <p:spTgt spid="32"/>
                                            </p:tgtEl>
                                            <p:attrNameLst>
                                              <p:attrName>ppt_y</p:attrName>
                                            </p:attrNameLst>
                                          </p:cBhvr>
                                          <p:tavLst>
                                            <p:tav tm="0">
                                              <p:val>
                                                <p:strVal val="#ppt_y"/>
                                              </p:val>
                                            </p:tav>
                                            <p:tav tm="100000">
                                              <p:val>
                                                <p:strVal val="#ppt_y"/>
                                              </p:val>
                                            </p:tav>
                                          </p:tavLst>
                                        </p:anim>
                                      </p:childTnLst>
                                    </p:cTn>
                                  </p:par>
                                  <p:par>
                                    <p:cTn id="65" presetID="53" presetClass="entr" presetSubtype="16" fill="hold" grpId="0" nodeType="withEffect">
                                      <p:stCondLst>
                                        <p:cond delay="1200"/>
                                      </p:stCondLst>
                                      <p:childTnLst>
                                        <p:set>
                                          <p:cBhvr>
                                            <p:cTn id="66" dur="1" fill="hold">
                                              <p:stCondLst>
                                                <p:cond delay="0"/>
                                              </p:stCondLst>
                                            </p:cTn>
                                            <p:tgtEl>
                                              <p:spTgt spid="22"/>
                                            </p:tgtEl>
                                            <p:attrNameLst>
                                              <p:attrName>style.visibility</p:attrName>
                                            </p:attrNameLst>
                                          </p:cBhvr>
                                          <p:to>
                                            <p:strVal val="visible"/>
                                          </p:to>
                                        </p:set>
                                        <p:anim calcmode="lin" valueType="num">
                                          <p:cBhvr>
                                            <p:cTn id="67" dur="300" fill="hold"/>
                                            <p:tgtEl>
                                              <p:spTgt spid="22"/>
                                            </p:tgtEl>
                                            <p:attrNameLst>
                                              <p:attrName>ppt_w</p:attrName>
                                            </p:attrNameLst>
                                          </p:cBhvr>
                                          <p:tavLst>
                                            <p:tav tm="0">
                                              <p:val>
                                                <p:fltVal val="0"/>
                                              </p:val>
                                            </p:tav>
                                            <p:tav tm="100000">
                                              <p:val>
                                                <p:strVal val="#ppt_w"/>
                                              </p:val>
                                            </p:tav>
                                          </p:tavLst>
                                        </p:anim>
                                        <p:anim calcmode="lin" valueType="num">
                                          <p:cBhvr>
                                            <p:cTn id="68" dur="300" fill="hold"/>
                                            <p:tgtEl>
                                              <p:spTgt spid="22"/>
                                            </p:tgtEl>
                                            <p:attrNameLst>
                                              <p:attrName>ppt_h</p:attrName>
                                            </p:attrNameLst>
                                          </p:cBhvr>
                                          <p:tavLst>
                                            <p:tav tm="0">
                                              <p:val>
                                                <p:fltVal val="0"/>
                                              </p:val>
                                            </p:tav>
                                            <p:tav tm="100000">
                                              <p:val>
                                                <p:strVal val="#ppt_h"/>
                                              </p:val>
                                            </p:tav>
                                          </p:tavLst>
                                        </p:anim>
                                        <p:animEffect transition="in" filter="fade">
                                          <p:cBhvr>
                                            <p:cTn id="69" dur="300"/>
                                            <p:tgtEl>
                                              <p:spTgt spid="22"/>
                                            </p:tgtEl>
                                          </p:cBhvr>
                                        </p:animEffect>
                                      </p:childTnLst>
                                    </p:cTn>
                                  </p:par>
                                  <p:par>
                                    <p:cTn id="70" presetID="6" presetClass="emph" presetSubtype="0" autoRev="1" fill="hold" grpId="1" nodeType="withEffect">
                                      <p:stCondLst>
                                        <p:cond delay="1500"/>
                                      </p:stCondLst>
                                      <p:childTnLst>
                                        <p:animScale>
                                          <p:cBhvr>
                                            <p:cTn id="71" dur="150" fill="hold"/>
                                            <p:tgtEl>
                                              <p:spTgt spid="22"/>
                                            </p:tgtEl>
                                          </p:cBhvr>
                                          <p:by x="110000" y="110000"/>
                                        </p:animScale>
                                      </p:childTnLst>
                                    </p:cTn>
                                  </p:par>
                                  <p:par>
                                    <p:cTn id="72" presetID="53" presetClass="entr" presetSubtype="16" fill="hold" grpId="0" nodeType="withEffect">
                                      <p:stCondLst>
                                        <p:cond delay="1300"/>
                                      </p:stCondLst>
                                      <p:childTnLst>
                                        <p:set>
                                          <p:cBhvr>
                                            <p:cTn id="73" dur="1" fill="hold">
                                              <p:stCondLst>
                                                <p:cond delay="0"/>
                                              </p:stCondLst>
                                            </p:cTn>
                                            <p:tgtEl>
                                              <p:spTgt spid="23"/>
                                            </p:tgtEl>
                                            <p:attrNameLst>
                                              <p:attrName>style.visibility</p:attrName>
                                            </p:attrNameLst>
                                          </p:cBhvr>
                                          <p:to>
                                            <p:strVal val="visible"/>
                                          </p:to>
                                        </p:set>
                                        <p:anim calcmode="lin" valueType="num">
                                          <p:cBhvr>
                                            <p:cTn id="74" dur="300" fill="hold"/>
                                            <p:tgtEl>
                                              <p:spTgt spid="23"/>
                                            </p:tgtEl>
                                            <p:attrNameLst>
                                              <p:attrName>ppt_w</p:attrName>
                                            </p:attrNameLst>
                                          </p:cBhvr>
                                          <p:tavLst>
                                            <p:tav tm="0">
                                              <p:val>
                                                <p:fltVal val="0"/>
                                              </p:val>
                                            </p:tav>
                                            <p:tav tm="100000">
                                              <p:val>
                                                <p:strVal val="#ppt_w"/>
                                              </p:val>
                                            </p:tav>
                                          </p:tavLst>
                                        </p:anim>
                                        <p:anim calcmode="lin" valueType="num">
                                          <p:cBhvr>
                                            <p:cTn id="75" dur="300" fill="hold"/>
                                            <p:tgtEl>
                                              <p:spTgt spid="23"/>
                                            </p:tgtEl>
                                            <p:attrNameLst>
                                              <p:attrName>ppt_h</p:attrName>
                                            </p:attrNameLst>
                                          </p:cBhvr>
                                          <p:tavLst>
                                            <p:tav tm="0">
                                              <p:val>
                                                <p:fltVal val="0"/>
                                              </p:val>
                                            </p:tav>
                                            <p:tav tm="100000">
                                              <p:val>
                                                <p:strVal val="#ppt_h"/>
                                              </p:val>
                                            </p:tav>
                                          </p:tavLst>
                                        </p:anim>
                                        <p:animEffect transition="in" filter="fade">
                                          <p:cBhvr>
                                            <p:cTn id="76" dur="300"/>
                                            <p:tgtEl>
                                              <p:spTgt spid="23"/>
                                            </p:tgtEl>
                                          </p:cBhvr>
                                        </p:animEffect>
                                      </p:childTnLst>
                                    </p:cTn>
                                  </p:par>
                                  <p:par>
                                    <p:cTn id="77" presetID="6" presetClass="emph" presetSubtype="0" autoRev="1" fill="hold" grpId="1" nodeType="withEffect">
                                      <p:stCondLst>
                                        <p:cond delay="1600"/>
                                      </p:stCondLst>
                                      <p:childTnLst>
                                        <p:animScale>
                                          <p:cBhvr>
                                            <p:cTn id="78" dur="150" fill="hold"/>
                                            <p:tgtEl>
                                              <p:spTgt spid="23"/>
                                            </p:tgtEl>
                                          </p:cBhvr>
                                          <p:by x="110000" y="110000"/>
                                        </p:animScale>
                                      </p:childTnLst>
                                    </p:cTn>
                                  </p:par>
                                  <p:par>
                                    <p:cTn id="79" presetID="2" presetClass="entr" presetSubtype="2" fill="hold" grpId="0" nodeType="withEffect">
                                      <p:stCondLst>
                                        <p:cond delay="1600"/>
                                      </p:stCondLst>
                                      <p:childTnLst>
                                        <p:set>
                                          <p:cBhvr>
                                            <p:cTn id="80" dur="1" fill="hold">
                                              <p:stCondLst>
                                                <p:cond delay="0"/>
                                              </p:stCondLst>
                                            </p:cTn>
                                            <p:tgtEl>
                                              <p:spTgt spid="33"/>
                                            </p:tgtEl>
                                            <p:attrNameLst>
                                              <p:attrName>style.visibility</p:attrName>
                                            </p:attrNameLst>
                                          </p:cBhvr>
                                          <p:to>
                                            <p:strVal val="visible"/>
                                          </p:to>
                                        </p:set>
                                        <p:anim calcmode="lin" valueType="num">
                                          <p:cBhvr additive="base">
                                            <p:cTn id="81" dur="600" fill="hold"/>
                                            <p:tgtEl>
                                              <p:spTgt spid="33"/>
                                            </p:tgtEl>
                                            <p:attrNameLst>
                                              <p:attrName>ppt_x</p:attrName>
                                            </p:attrNameLst>
                                          </p:cBhvr>
                                          <p:tavLst>
                                            <p:tav tm="0">
                                              <p:val>
                                                <p:strVal val="1+#ppt_w/2"/>
                                              </p:val>
                                            </p:tav>
                                            <p:tav tm="100000">
                                              <p:val>
                                                <p:strVal val="#ppt_x"/>
                                              </p:val>
                                            </p:tav>
                                          </p:tavLst>
                                        </p:anim>
                                        <p:anim calcmode="lin" valueType="num">
                                          <p:cBhvr additive="base">
                                            <p:cTn id="82" dur="600" fill="hold"/>
                                            <p:tgtEl>
                                              <p:spTgt spid="33"/>
                                            </p:tgtEl>
                                            <p:attrNameLst>
                                              <p:attrName>ppt_y</p:attrName>
                                            </p:attrNameLst>
                                          </p:cBhvr>
                                          <p:tavLst>
                                            <p:tav tm="0">
                                              <p:val>
                                                <p:strVal val="#ppt_y"/>
                                              </p:val>
                                            </p:tav>
                                            <p:tav tm="100000">
                                              <p:val>
                                                <p:strVal val="#ppt_y"/>
                                              </p:val>
                                            </p:tav>
                                          </p:tavLst>
                                        </p:anim>
                                      </p:childTnLst>
                                    </p:cTn>
                                  </p:par>
                                  <p:par>
                                    <p:cTn id="83" presetID="53" presetClass="entr" presetSubtype="16" fill="hold" grpId="0" nodeType="withEffect">
                                      <p:stCondLst>
                                        <p:cond delay="1600"/>
                                      </p:stCondLst>
                                      <p:childTnLst>
                                        <p:set>
                                          <p:cBhvr>
                                            <p:cTn id="84" dur="1" fill="hold">
                                              <p:stCondLst>
                                                <p:cond delay="0"/>
                                              </p:stCondLst>
                                            </p:cTn>
                                            <p:tgtEl>
                                              <p:spTgt spid="25"/>
                                            </p:tgtEl>
                                            <p:attrNameLst>
                                              <p:attrName>style.visibility</p:attrName>
                                            </p:attrNameLst>
                                          </p:cBhvr>
                                          <p:to>
                                            <p:strVal val="visible"/>
                                          </p:to>
                                        </p:set>
                                        <p:anim calcmode="lin" valueType="num">
                                          <p:cBhvr>
                                            <p:cTn id="85" dur="300" fill="hold"/>
                                            <p:tgtEl>
                                              <p:spTgt spid="25"/>
                                            </p:tgtEl>
                                            <p:attrNameLst>
                                              <p:attrName>ppt_w</p:attrName>
                                            </p:attrNameLst>
                                          </p:cBhvr>
                                          <p:tavLst>
                                            <p:tav tm="0">
                                              <p:val>
                                                <p:fltVal val="0"/>
                                              </p:val>
                                            </p:tav>
                                            <p:tav tm="100000">
                                              <p:val>
                                                <p:strVal val="#ppt_w"/>
                                              </p:val>
                                            </p:tav>
                                          </p:tavLst>
                                        </p:anim>
                                        <p:anim calcmode="lin" valueType="num">
                                          <p:cBhvr>
                                            <p:cTn id="86" dur="300" fill="hold"/>
                                            <p:tgtEl>
                                              <p:spTgt spid="25"/>
                                            </p:tgtEl>
                                            <p:attrNameLst>
                                              <p:attrName>ppt_h</p:attrName>
                                            </p:attrNameLst>
                                          </p:cBhvr>
                                          <p:tavLst>
                                            <p:tav tm="0">
                                              <p:val>
                                                <p:fltVal val="0"/>
                                              </p:val>
                                            </p:tav>
                                            <p:tav tm="100000">
                                              <p:val>
                                                <p:strVal val="#ppt_h"/>
                                              </p:val>
                                            </p:tav>
                                          </p:tavLst>
                                        </p:anim>
                                        <p:animEffect transition="in" filter="fade">
                                          <p:cBhvr>
                                            <p:cTn id="87" dur="300"/>
                                            <p:tgtEl>
                                              <p:spTgt spid="25"/>
                                            </p:tgtEl>
                                          </p:cBhvr>
                                        </p:animEffect>
                                      </p:childTnLst>
                                    </p:cTn>
                                  </p:par>
                                  <p:par>
                                    <p:cTn id="88" presetID="6" presetClass="emph" presetSubtype="0" autoRev="1" fill="hold" grpId="1" nodeType="withEffect">
                                      <p:stCondLst>
                                        <p:cond delay="1900"/>
                                      </p:stCondLst>
                                      <p:childTnLst>
                                        <p:animScale>
                                          <p:cBhvr>
                                            <p:cTn id="89" dur="150" fill="hold"/>
                                            <p:tgtEl>
                                              <p:spTgt spid="25"/>
                                            </p:tgtEl>
                                          </p:cBhvr>
                                          <p:by x="110000" y="110000"/>
                                        </p:animScale>
                                      </p:childTnLst>
                                    </p:cTn>
                                  </p:par>
                                  <p:par>
                                    <p:cTn id="90" presetID="53" presetClass="entr" presetSubtype="16" fill="hold" grpId="0" nodeType="withEffect">
                                      <p:stCondLst>
                                        <p:cond delay="1700"/>
                                      </p:stCondLst>
                                      <p:childTnLst>
                                        <p:set>
                                          <p:cBhvr>
                                            <p:cTn id="91" dur="1" fill="hold">
                                              <p:stCondLst>
                                                <p:cond delay="0"/>
                                              </p:stCondLst>
                                            </p:cTn>
                                            <p:tgtEl>
                                              <p:spTgt spid="26"/>
                                            </p:tgtEl>
                                            <p:attrNameLst>
                                              <p:attrName>style.visibility</p:attrName>
                                            </p:attrNameLst>
                                          </p:cBhvr>
                                          <p:to>
                                            <p:strVal val="visible"/>
                                          </p:to>
                                        </p:set>
                                        <p:anim calcmode="lin" valueType="num">
                                          <p:cBhvr>
                                            <p:cTn id="92" dur="300" fill="hold"/>
                                            <p:tgtEl>
                                              <p:spTgt spid="26"/>
                                            </p:tgtEl>
                                            <p:attrNameLst>
                                              <p:attrName>ppt_w</p:attrName>
                                            </p:attrNameLst>
                                          </p:cBhvr>
                                          <p:tavLst>
                                            <p:tav tm="0">
                                              <p:val>
                                                <p:fltVal val="0"/>
                                              </p:val>
                                            </p:tav>
                                            <p:tav tm="100000">
                                              <p:val>
                                                <p:strVal val="#ppt_w"/>
                                              </p:val>
                                            </p:tav>
                                          </p:tavLst>
                                        </p:anim>
                                        <p:anim calcmode="lin" valueType="num">
                                          <p:cBhvr>
                                            <p:cTn id="93" dur="300" fill="hold"/>
                                            <p:tgtEl>
                                              <p:spTgt spid="26"/>
                                            </p:tgtEl>
                                            <p:attrNameLst>
                                              <p:attrName>ppt_h</p:attrName>
                                            </p:attrNameLst>
                                          </p:cBhvr>
                                          <p:tavLst>
                                            <p:tav tm="0">
                                              <p:val>
                                                <p:fltVal val="0"/>
                                              </p:val>
                                            </p:tav>
                                            <p:tav tm="100000">
                                              <p:val>
                                                <p:strVal val="#ppt_h"/>
                                              </p:val>
                                            </p:tav>
                                          </p:tavLst>
                                        </p:anim>
                                        <p:animEffect transition="in" filter="fade">
                                          <p:cBhvr>
                                            <p:cTn id="94" dur="300"/>
                                            <p:tgtEl>
                                              <p:spTgt spid="26"/>
                                            </p:tgtEl>
                                          </p:cBhvr>
                                        </p:animEffect>
                                      </p:childTnLst>
                                    </p:cTn>
                                  </p:par>
                                  <p:par>
                                    <p:cTn id="95" presetID="6" presetClass="emph" presetSubtype="0" autoRev="1" fill="hold" grpId="1" nodeType="withEffect">
                                      <p:stCondLst>
                                        <p:cond delay="2000"/>
                                      </p:stCondLst>
                                      <p:childTnLst>
                                        <p:animScale>
                                          <p:cBhvr>
                                            <p:cTn id="96" dur="150" fill="hold"/>
                                            <p:tgtEl>
                                              <p:spTgt spid="26"/>
                                            </p:tgtEl>
                                          </p:cBhvr>
                                          <p:by x="110000" y="110000"/>
                                        </p:animScale>
                                      </p:childTnLst>
                                    </p:cTn>
                                  </p:par>
                                  <p:par>
                                    <p:cTn id="97" presetID="2" presetClass="entr" presetSubtype="2" fill="hold" grpId="0" nodeType="withEffect">
                                      <p:stCondLst>
                                        <p:cond delay="2000"/>
                                      </p:stCondLst>
                                      <p:childTnLst>
                                        <p:set>
                                          <p:cBhvr>
                                            <p:cTn id="98" dur="1" fill="hold">
                                              <p:stCondLst>
                                                <p:cond delay="0"/>
                                              </p:stCondLst>
                                            </p:cTn>
                                            <p:tgtEl>
                                              <p:spTgt spid="34"/>
                                            </p:tgtEl>
                                            <p:attrNameLst>
                                              <p:attrName>style.visibility</p:attrName>
                                            </p:attrNameLst>
                                          </p:cBhvr>
                                          <p:to>
                                            <p:strVal val="visible"/>
                                          </p:to>
                                        </p:set>
                                        <p:anim calcmode="lin" valueType="num">
                                          <p:cBhvr additive="base">
                                            <p:cTn id="99" dur="600" fill="hold"/>
                                            <p:tgtEl>
                                              <p:spTgt spid="34"/>
                                            </p:tgtEl>
                                            <p:attrNameLst>
                                              <p:attrName>ppt_x</p:attrName>
                                            </p:attrNameLst>
                                          </p:cBhvr>
                                          <p:tavLst>
                                            <p:tav tm="0">
                                              <p:val>
                                                <p:strVal val="1+#ppt_w/2"/>
                                              </p:val>
                                            </p:tav>
                                            <p:tav tm="100000">
                                              <p:val>
                                                <p:strVal val="#ppt_x"/>
                                              </p:val>
                                            </p:tav>
                                          </p:tavLst>
                                        </p:anim>
                                        <p:anim calcmode="lin" valueType="num">
                                          <p:cBhvr additive="base">
                                            <p:cTn id="100" dur="600" fill="hold"/>
                                            <p:tgtEl>
                                              <p:spTgt spid="34"/>
                                            </p:tgtEl>
                                            <p:attrNameLst>
                                              <p:attrName>ppt_y</p:attrName>
                                            </p:attrNameLst>
                                          </p:cBhvr>
                                          <p:tavLst>
                                            <p:tav tm="0">
                                              <p:val>
                                                <p:strVal val="#ppt_y"/>
                                              </p:val>
                                            </p:tav>
                                            <p:tav tm="100000">
                                              <p:val>
                                                <p:strVal val="#ppt_y"/>
                                              </p:val>
                                            </p:tav>
                                          </p:tavLst>
                                        </p:anim>
                                      </p:childTnLst>
                                    </p:cTn>
                                  </p:par>
                                  <p:par>
                                    <p:cTn id="101" presetID="53" presetClass="entr" presetSubtype="16" fill="hold" grpId="0" nodeType="withEffect">
                                      <p:stCondLst>
                                        <p:cond delay="0"/>
                                      </p:stCondLst>
                                      <p:childTnLst>
                                        <p:set>
                                          <p:cBhvr>
                                            <p:cTn id="102" dur="1" fill="hold">
                                              <p:stCondLst>
                                                <p:cond delay="0"/>
                                              </p:stCondLst>
                                            </p:cTn>
                                            <p:tgtEl>
                                              <p:spTgt spid="27"/>
                                            </p:tgtEl>
                                            <p:attrNameLst>
                                              <p:attrName>style.visibility</p:attrName>
                                            </p:attrNameLst>
                                          </p:cBhvr>
                                          <p:to>
                                            <p:strVal val="visible"/>
                                          </p:to>
                                        </p:set>
                                        <p:anim calcmode="lin" valueType="num">
                                          <p:cBhvr>
                                            <p:cTn id="103" dur="300" fill="hold"/>
                                            <p:tgtEl>
                                              <p:spTgt spid="27"/>
                                            </p:tgtEl>
                                            <p:attrNameLst>
                                              <p:attrName>ppt_w</p:attrName>
                                            </p:attrNameLst>
                                          </p:cBhvr>
                                          <p:tavLst>
                                            <p:tav tm="0">
                                              <p:val>
                                                <p:fltVal val="0"/>
                                              </p:val>
                                            </p:tav>
                                            <p:tav tm="100000">
                                              <p:val>
                                                <p:strVal val="#ppt_w"/>
                                              </p:val>
                                            </p:tav>
                                          </p:tavLst>
                                        </p:anim>
                                        <p:anim calcmode="lin" valueType="num">
                                          <p:cBhvr>
                                            <p:cTn id="104" dur="300" fill="hold"/>
                                            <p:tgtEl>
                                              <p:spTgt spid="27"/>
                                            </p:tgtEl>
                                            <p:attrNameLst>
                                              <p:attrName>ppt_h</p:attrName>
                                            </p:attrNameLst>
                                          </p:cBhvr>
                                          <p:tavLst>
                                            <p:tav tm="0">
                                              <p:val>
                                                <p:fltVal val="0"/>
                                              </p:val>
                                            </p:tav>
                                            <p:tav tm="100000">
                                              <p:val>
                                                <p:strVal val="#ppt_h"/>
                                              </p:val>
                                            </p:tav>
                                          </p:tavLst>
                                        </p:anim>
                                        <p:animEffect transition="in" filter="fade">
                                          <p:cBhvr>
                                            <p:cTn id="105" dur="300"/>
                                            <p:tgtEl>
                                              <p:spTgt spid="27"/>
                                            </p:tgtEl>
                                          </p:cBhvr>
                                        </p:animEffect>
                                      </p:childTnLst>
                                    </p:cTn>
                                  </p:par>
                                  <p:par>
                                    <p:cTn id="106" presetID="6" presetClass="emph" presetSubtype="0" autoRev="1" fill="hold" grpId="1" nodeType="withEffect">
                                      <p:stCondLst>
                                        <p:cond delay="300"/>
                                      </p:stCondLst>
                                      <p:childTnLst>
                                        <p:animScale>
                                          <p:cBhvr>
                                            <p:cTn id="107" dur="150" fill="hold"/>
                                            <p:tgtEl>
                                              <p:spTgt spid="27"/>
                                            </p:tgtEl>
                                          </p:cBhvr>
                                          <p:by x="110000" y="110000"/>
                                        </p:animScale>
                                      </p:childTnLst>
                                    </p:cTn>
                                  </p:par>
                                  <p:par>
                                    <p:cTn id="108" presetID="53" presetClass="entr" presetSubtype="16" fill="hold" grpId="0" nodeType="withEffect">
                                      <p:stCondLst>
                                        <p:cond delay="1600"/>
                                      </p:stCondLst>
                                      <p:childTnLst>
                                        <p:set>
                                          <p:cBhvr>
                                            <p:cTn id="109" dur="1" fill="hold">
                                              <p:stCondLst>
                                                <p:cond delay="0"/>
                                              </p:stCondLst>
                                            </p:cTn>
                                            <p:tgtEl>
                                              <p:spTgt spid="20"/>
                                            </p:tgtEl>
                                            <p:attrNameLst>
                                              <p:attrName>style.visibility</p:attrName>
                                            </p:attrNameLst>
                                          </p:cBhvr>
                                          <p:to>
                                            <p:strVal val="visible"/>
                                          </p:to>
                                        </p:set>
                                        <p:anim calcmode="lin" valueType="num">
                                          <p:cBhvr>
                                            <p:cTn id="110" dur="300" fill="hold"/>
                                            <p:tgtEl>
                                              <p:spTgt spid="20"/>
                                            </p:tgtEl>
                                            <p:attrNameLst>
                                              <p:attrName>ppt_w</p:attrName>
                                            </p:attrNameLst>
                                          </p:cBhvr>
                                          <p:tavLst>
                                            <p:tav tm="0">
                                              <p:val>
                                                <p:fltVal val="0"/>
                                              </p:val>
                                            </p:tav>
                                            <p:tav tm="100000">
                                              <p:val>
                                                <p:strVal val="#ppt_w"/>
                                              </p:val>
                                            </p:tav>
                                          </p:tavLst>
                                        </p:anim>
                                        <p:anim calcmode="lin" valueType="num">
                                          <p:cBhvr>
                                            <p:cTn id="111" dur="300" fill="hold"/>
                                            <p:tgtEl>
                                              <p:spTgt spid="20"/>
                                            </p:tgtEl>
                                            <p:attrNameLst>
                                              <p:attrName>ppt_h</p:attrName>
                                            </p:attrNameLst>
                                          </p:cBhvr>
                                          <p:tavLst>
                                            <p:tav tm="0">
                                              <p:val>
                                                <p:fltVal val="0"/>
                                              </p:val>
                                            </p:tav>
                                            <p:tav tm="100000">
                                              <p:val>
                                                <p:strVal val="#ppt_h"/>
                                              </p:val>
                                            </p:tav>
                                          </p:tavLst>
                                        </p:anim>
                                        <p:animEffect transition="in" filter="fade">
                                          <p:cBhvr>
                                            <p:cTn id="112" dur="300"/>
                                            <p:tgtEl>
                                              <p:spTgt spid="20"/>
                                            </p:tgtEl>
                                          </p:cBhvr>
                                        </p:animEffect>
                                      </p:childTnLst>
                                    </p:cTn>
                                  </p:par>
                                  <p:par>
                                    <p:cTn id="113" presetID="6" presetClass="emph" presetSubtype="0" autoRev="1" fill="hold" grpId="1" nodeType="withEffect">
                                      <p:stCondLst>
                                        <p:cond delay="1900"/>
                                      </p:stCondLst>
                                      <p:childTnLst>
                                        <p:animScale>
                                          <p:cBhvr>
                                            <p:cTn id="114" dur="150" fill="hold"/>
                                            <p:tgtEl>
                                              <p:spTgt spid="20"/>
                                            </p:tgtEl>
                                          </p:cBhvr>
                                          <p:by x="110000" y="110000"/>
                                        </p:animScale>
                                      </p:childTnLst>
                                    </p:cTn>
                                  </p:par>
                                  <p:par>
                                    <p:cTn id="115" presetID="53" presetClass="entr" presetSubtype="16" fill="hold" grpId="0" nodeType="withEffect">
                                      <p:stCondLst>
                                        <p:cond delay="1700"/>
                                      </p:stCondLst>
                                      <p:childTnLst>
                                        <p:set>
                                          <p:cBhvr>
                                            <p:cTn id="116" dur="1" fill="hold">
                                              <p:stCondLst>
                                                <p:cond delay="0"/>
                                              </p:stCondLst>
                                            </p:cTn>
                                            <p:tgtEl>
                                              <p:spTgt spid="28"/>
                                            </p:tgtEl>
                                            <p:attrNameLst>
                                              <p:attrName>style.visibility</p:attrName>
                                            </p:attrNameLst>
                                          </p:cBhvr>
                                          <p:to>
                                            <p:strVal val="visible"/>
                                          </p:to>
                                        </p:set>
                                        <p:anim calcmode="lin" valueType="num">
                                          <p:cBhvr>
                                            <p:cTn id="117" dur="300" fill="hold"/>
                                            <p:tgtEl>
                                              <p:spTgt spid="28"/>
                                            </p:tgtEl>
                                            <p:attrNameLst>
                                              <p:attrName>ppt_w</p:attrName>
                                            </p:attrNameLst>
                                          </p:cBhvr>
                                          <p:tavLst>
                                            <p:tav tm="0">
                                              <p:val>
                                                <p:fltVal val="0"/>
                                              </p:val>
                                            </p:tav>
                                            <p:tav tm="100000">
                                              <p:val>
                                                <p:strVal val="#ppt_w"/>
                                              </p:val>
                                            </p:tav>
                                          </p:tavLst>
                                        </p:anim>
                                        <p:anim calcmode="lin" valueType="num">
                                          <p:cBhvr>
                                            <p:cTn id="118" dur="300" fill="hold"/>
                                            <p:tgtEl>
                                              <p:spTgt spid="28"/>
                                            </p:tgtEl>
                                            <p:attrNameLst>
                                              <p:attrName>ppt_h</p:attrName>
                                            </p:attrNameLst>
                                          </p:cBhvr>
                                          <p:tavLst>
                                            <p:tav tm="0">
                                              <p:val>
                                                <p:fltVal val="0"/>
                                              </p:val>
                                            </p:tav>
                                            <p:tav tm="100000">
                                              <p:val>
                                                <p:strVal val="#ppt_h"/>
                                              </p:val>
                                            </p:tav>
                                          </p:tavLst>
                                        </p:anim>
                                        <p:animEffect transition="in" filter="fade">
                                          <p:cBhvr>
                                            <p:cTn id="119" dur="300"/>
                                            <p:tgtEl>
                                              <p:spTgt spid="28"/>
                                            </p:tgtEl>
                                          </p:cBhvr>
                                        </p:animEffect>
                                      </p:childTnLst>
                                    </p:cTn>
                                  </p:par>
                                  <p:par>
                                    <p:cTn id="120" presetID="6" presetClass="emph" presetSubtype="0" autoRev="1" fill="hold" grpId="1" nodeType="withEffect">
                                      <p:stCondLst>
                                        <p:cond delay="2000"/>
                                      </p:stCondLst>
                                      <p:childTnLst>
                                        <p:animScale>
                                          <p:cBhvr>
                                            <p:cTn id="121" dur="150" fill="hold"/>
                                            <p:tgtEl>
                                              <p:spTgt spid="28"/>
                                            </p:tgtEl>
                                          </p:cBhvr>
                                          <p:by x="110000" y="110000"/>
                                        </p:animScale>
                                      </p:childTnLst>
                                    </p:cTn>
                                  </p:par>
                                  <p:par>
                                    <p:cTn id="122" presetID="2" presetClass="entr" presetSubtype="2" fill="hold" grpId="0" nodeType="withEffect">
                                      <p:stCondLst>
                                        <p:cond delay="2000"/>
                                      </p:stCondLst>
                                      <p:childTnLst>
                                        <p:set>
                                          <p:cBhvr>
                                            <p:cTn id="123" dur="1" fill="hold">
                                              <p:stCondLst>
                                                <p:cond delay="0"/>
                                              </p:stCondLst>
                                            </p:cTn>
                                            <p:tgtEl>
                                              <p:spTgt spid="29"/>
                                            </p:tgtEl>
                                            <p:attrNameLst>
                                              <p:attrName>style.visibility</p:attrName>
                                            </p:attrNameLst>
                                          </p:cBhvr>
                                          <p:to>
                                            <p:strVal val="visible"/>
                                          </p:to>
                                        </p:set>
                                        <p:anim calcmode="lin" valueType="num">
                                          <p:cBhvr additive="base">
                                            <p:cTn id="124" dur="600" fill="hold"/>
                                            <p:tgtEl>
                                              <p:spTgt spid="29"/>
                                            </p:tgtEl>
                                            <p:attrNameLst>
                                              <p:attrName>ppt_x</p:attrName>
                                            </p:attrNameLst>
                                          </p:cBhvr>
                                          <p:tavLst>
                                            <p:tav tm="0">
                                              <p:val>
                                                <p:strVal val="1+#ppt_w/2"/>
                                              </p:val>
                                            </p:tav>
                                            <p:tav tm="100000">
                                              <p:val>
                                                <p:strVal val="#ppt_x"/>
                                              </p:val>
                                            </p:tav>
                                          </p:tavLst>
                                        </p:anim>
                                        <p:anim calcmode="lin" valueType="num">
                                          <p:cBhvr additive="base">
                                            <p:cTn id="125" dur="600" fill="hold"/>
                                            <p:tgtEl>
                                              <p:spTgt spid="29"/>
                                            </p:tgtEl>
                                            <p:attrNameLst>
                                              <p:attrName>ppt_y</p:attrName>
                                            </p:attrNameLst>
                                          </p:cBhvr>
                                          <p:tavLst>
                                            <p:tav tm="0">
                                              <p:val>
                                                <p:strVal val="#ppt_y"/>
                                              </p:val>
                                            </p:tav>
                                            <p:tav tm="100000">
                                              <p:val>
                                                <p:strVal val="#ppt_y"/>
                                              </p:val>
                                            </p:tav>
                                          </p:tavLst>
                                        </p:anim>
                                      </p:childTnLst>
                                    </p:cTn>
                                  </p:par>
                                  <p:par>
                                    <p:cTn id="126" presetID="53" presetClass="entr" presetSubtype="16" fill="hold" grpId="0" nodeType="withEffect">
                                      <p:stCondLst>
                                        <p:cond delay="1600"/>
                                      </p:stCondLst>
                                      <p:childTnLst>
                                        <p:set>
                                          <p:cBhvr>
                                            <p:cTn id="127" dur="1" fill="hold">
                                              <p:stCondLst>
                                                <p:cond delay="0"/>
                                              </p:stCondLst>
                                            </p:cTn>
                                            <p:tgtEl>
                                              <p:spTgt spid="30"/>
                                            </p:tgtEl>
                                            <p:attrNameLst>
                                              <p:attrName>style.visibility</p:attrName>
                                            </p:attrNameLst>
                                          </p:cBhvr>
                                          <p:to>
                                            <p:strVal val="visible"/>
                                          </p:to>
                                        </p:set>
                                        <p:anim calcmode="lin" valueType="num">
                                          <p:cBhvr>
                                            <p:cTn id="128" dur="300" fill="hold"/>
                                            <p:tgtEl>
                                              <p:spTgt spid="30"/>
                                            </p:tgtEl>
                                            <p:attrNameLst>
                                              <p:attrName>ppt_w</p:attrName>
                                            </p:attrNameLst>
                                          </p:cBhvr>
                                          <p:tavLst>
                                            <p:tav tm="0">
                                              <p:val>
                                                <p:fltVal val="0"/>
                                              </p:val>
                                            </p:tav>
                                            <p:tav tm="100000">
                                              <p:val>
                                                <p:strVal val="#ppt_w"/>
                                              </p:val>
                                            </p:tav>
                                          </p:tavLst>
                                        </p:anim>
                                        <p:anim calcmode="lin" valueType="num">
                                          <p:cBhvr>
                                            <p:cTn id="129" dur="300" fill="hold"/>
                                            <p:tgtEl>
                                              <p:spTgt spid="30"/>
                                            </p:tgtEl>
                                            <p:attrNameLst>
                                              <p:attrName>ppt_h</p:attrName>
                                            </p:attrNameLst>
                                          </p:cBhvr>
                                          <p:tavLst>
                                            <p:tav tm="0">
                                              <p:val>
                                                <p:fltVal val="0"/>
                                              </p:val>
                                            </p:tav>
                                            <p:tav tm="100000">
                                              <p:val>
                                                <p:strVal val="#ppt_h"/>
                                              </p:val>
                                            </p:tav>
                                          </p:tavLst>
                                        </p:anim>
                                        <p:animEffect transition="in" filter="fade">
                                          <p:cBhvr>
                                            <p:cTn id="130" dur="300"/>
                                            <p:tgtEl>
                                              <p:spTgt spid="30"/>
                                            </p:tgtEl>
                                          </p:cBhvr>
                                        </p:animEffect>
                                      </p:childTnLst>
                                    </p:cTn>
                                  </p:par>
                                  <p:par>
                                    <p:cTn id="131" presetID="6" presetClass="emph" presetSubtype="0" autoRev="1" fill="hold" grpId="1" nodeType="withEffect">
                                      <p:stCondLst>
                                        <p:cond delay="1900"/>
                                      </p:stCondLst>
                                      <p:childTnLst>
                                        <p:animScale>
                                          <p:cBhvr>
                                            <p:cTn id="132" dur="150" fill="hold"/>
                                            <p:tgtEl>
                                              <p:spTgt spid="30"/>
                                            </p:tgtEl>
                                          </p:cBhvr>
                                          <p:by x="110000" y="110000"/>
                                        </p:animScale>
                                      </p:childTnLst>
                                    </p:cTn>
                                  </p:par>
                                  <p:par>
                                    <p:cTn id="133" presetID="53" presetClass="entr" presetSubtype="16" fill="hold" grpId="0" nodeType="withEffect">
                                      <p:stCondLst>
                                        <p:cond delay="1700"/>
                                      </p:stCondLst>
                                      <p:childTnLst>
                                        <p:set>
                                          <p:cBhvr>
                                            <p:cTn id="134" dur="1" fill="hold">
                                              <p:stCondLst>
                                                <p:cond delay="0"/>
                                              </p:stCondLst>
                                            </p:cTn>
                                            <p:tgtEl>
                                              <p:spTgt spid="31"/>
                                            </p:tgtEl>
                                            <p:attrNameLst>
                                              <p:attrName>style.visibility</p:attrName>
                                            </p:attrNameLst>
                                          </p:cBhvr>
                                          <p:to>
                                            <p:strVal val="visible"/>
                                          </p:to>
                                        </p:set>
                                        <p:anim calcmode="lin" valueType="num">
                                          <p:cBhvr>
                                            <p:cTn id="135" dur="300" fill="hold"/>
                                            <p:tgtEl>
                                              <p:spTgt spid="31"/>
                                            </p:tgtEl>
                                            <p:attrNameLst>
                                              <p:attrName>ppt_w</p:attrName>
                                            </p:attrNameLst>
                                          </p:cBhvr>
                                          <p:tavLst>
                                            <p:tav tm="0">
                                              <p:val>
                                                <p:fltVal val="0"/>
                                              </p:val>
                                            </p:tav>
                                            <p:tav tm="100000">
                                              <p:val>
                                                <p:strVal val="#ppt_w"/>
                                              </p:val>
                                            </p:tav>
                                          </p:tavLst>
                                        </p:anim>
                                        <p:anim calcmode="lin" valueType="num">
                                          <p:cBhvr>
                                            <p:cTn id="136" dur="300" fill="hold"/>
                                            <p:tgtEl>
                                              <p:spTgt spid="31"/>
                                            </p:tgtEl>
                                            <p:attrNameLst>
                                              <p:attrName>ppt_h</p:attrName>
                                            </p:attrNameLst>
                                          </p:cBhvr>
                                          <p:tavLst>
                                            <p:tav tm="0">
                                              <p:val>
                                                <p:fltVal val="0"/>
                                              </p:val>
                                            </p:tav>
                                            <p:tav tm="100000">
                                              <p:val>
                                                <p:strVal val="#ppt_h"/>
                                              </p:val>
                                            </p:tav>
                                          </p:tavLst>
                                        </p:anim>
                                        <p:animEffect transition="in" filter="fade">
                                          <p:cBhvr>
                                            <p:cTn id="137" dur="300"/>
                                            <p:tgtEl>
                                              <p:spTgt spid="31"/>
                                            </p:tgtEl>
                                          </p:cBhvr>
                                        </p:animEffect>
                                      </p:childTnLst>
                                    </p:cTn>
                                  </p:par>
                                  <p:par>
                                    <p:cTn id="138" presetID="6" presetClass="emph" presetSubtype="0" autoRev="1" fill="hold" grpId="1" nodeType="withEffect">
                                      <p:stCondLst>
                                        <p:cond delay="2000"/>
                                      </p:stCondLst>
                                      <p:childTnLst>
                                        <p:animScale>
                                          <p:cBhvr>
                                            <p:cTn id="139" dur="150" fill="hold"/>
                                            <p:tgtEl>
                                              <p:spTgt spid="31"/>
                                            </p:tgtEl>
                                          </p:cBhvr>
                                          <p:by x="110000" y="110000"/>
                                        </p:animScale>
                                      </p:childTnLst>
                                    </p:cTn>
                                  </p:par>
                                  <p:par>
                                    <p:cTn id="140" presetID="2" presetClass="entr" presetSubtype="2" fill="hold" grpId="0" nodeType="withEffect">
                                      <p:stCondLst>
                                        <p:cond delay="2000"/>
                                      </p:stCondLst>
                                      <p:childTnLst>
                                        <p:set>
                                          <p:cBhvr>
                                            <p:cTn id="141" dur="1" fill="hold">
                                              <p:stCondLst>
                                                <p:cond delay="0"/>
                                              </p:stCondLst>
                                            </p:cTn>
                                            <p:tgtEl>
                                              <p:spTgt spid="35"/>
                                            </p:tgtEl>
                                            <p:attrNameLst>
                                              <p:attrName>style.visibility</p:attrName>
                                            </p:attrNameLst>
                                          </p:cBhvr>
                                          <p:to>
                                            <p:strVal val="visible"/>
                                          </p:to>
                                        </p:set>
                                        <p:anim calcmode="lin" valueType="num">
                                          <p:cBhvr additive="base">
                                            <p:cTn id="142" dur="600" fill="hold"/>
                                            <p:tgtEl>
                                              <p:spTgt spid="35"/>
                                            </p:tgtEl>
                                            <p:attrNameLst>
                                              <p:attrName>ppt_x</p:attrName>
                                            </p:attrNameLst>
                                          </p:cBhvr>
                                          <p:tavLst>
                                            <p:tav tm="0">
                                              <p:val>
                                                <p:strVal val="1+#ppt_w/2"/>
                                              </p:val>
                                            </p:tav>
                                            <p:tav tm="100000">
                                              <p:val>
                                                <p:strVal val="#ppt_x"/>
                                              </p:val>
                                            </p:tav>
                                          </p:tavLst>
                                        </p:anim>
                                        <p:anim calcmode="lin" valueType="num">
                                          <p:cBhvr additive="base">
                                            <p:cTn id="143" dur="600" fill="hold"/>
                                            <p:tgtEl>
                                              <p:spTgt spid="35"/>
                                            </p:tgtEl>
                                            <p:attrNameLst>
                                              <p:attrName>ppt_y</p:attrName>
                                            </p:attrNameLst>
                                          </p:cBhvr>
                                          <p:tavLst>
                                            <p:tav tm="0">
                                              <p:val>
                                                <p:strVal val="#ppt_y"/>
                                              </p:val>
                                            </p:tav>
                                            <p:tav tm="100000">
                                              <p:val>
                                                <p:strVal val="#ppt_y"/>
                                              </p:val>
                                            </p:tav>
                                          </p:tavLst>
                                        </p:anim>
                                      </p:childTnLst>
                                    </p:cTn>
                                  </p:par>
                                  <p:par>
                                    <p:cTn id="144" presetID="53" presetClass="entr" presetSubtype="16" fill="hold" grpId="0" nodeType="withEffect">
                                      <p:stCondLst>
                                        <p:cond delay="1600"/>
                                      </p:stCondLst>
                                      <p:childTnLst>
                                        <p:set>
                                          <p:cBhvr>
                                            <p:cTn id="145" dur="1" fill="hold">
                                              <p:stCondLst>
                                                <p:cond delay="0"/>
                                              </p:stCondLst>
                                            </p:cTn>
                                            <p:tgtEl>
                                              <p:spTgt spid="36"/>
                                            </p:tgtEl>
                                            <p:attrNameLst>
                                              <p:attrName>style.visibility</p:attrName>
                                            </p:attrNameLst>
                                          </p:cBhvr>
                                          <p:to>
                                            <p:strVal val="visible"/>
                                          </p:to>
                                        </p:set>
                                        <p:anim calcmode="lin" valueType="num">
                                          <p:cBhvr>
                                            <p:cTn id="146" dur="300" fill="hold"/>
                                            <p:tgtEl>
                                              <p:spTgt spid="36"/>
                                            </p:tgtEl>
                                            <p:attrNameLst>
                                              <p:attrName>ppt_w</p:attrName>
                                            </p:attrNameLst>
                                          </p:cBhvr>
                                          <p:tavLst>
                                            <p:tav tm="0">
                                              <p:val>
                                                <p:fltVal val="0"/>
                                              </p:val>
                                            </p:tav>
                                            <p:tav tm="100000">
                                              <p:val>
                                                <p:strVal val="#ppt_w"/>
                                              </p:val>
                                            </p:tav>
                                          </p:tavLst>
                                        </p:anim>
                                        <p:anim calcmode="lin" valueType="num">
                                          <p:cBhvr>
                                            <p:cTn id="147" dur="300" fill="hold"/>
                                            <p:tgtEl>
                                              <p:spTgt spid="36"/>
                                            </p:tgtEl>
                                            <p:attrNameLst>
                                              <p:attrName>ppt_h</p:attrName>
                                            </p:attrNameLst>
                                          </p:cBhvr>
                                          <p:tavLst>
                                            <p:tav tm="0">
                                              <p:val>
                                                <p:fltVal val="0"/>
                                              </p:val>
                                            </p:tav>
                                            <p:tav tm="100000">
                                              <p:val>
                                                <p:strVal val="#ppt_h"/>
                                              </p:val>
                                            </p:tav>
                                          </p:tavLst>
                                        </p:anim>
                                        <p:animEffect transition="in" filter="fade">
                                          <p:cBhvr>
                                            <p:cTn id="148" dur="300"/>
                                            <p:tgtEl>
                                              <p:spTgt spid="36"/>
                                            </p:tgtEl>
                                          </p:cBhvr>
                                        </p:animEffect>
                                      </p:childTnLst>
                                    </p:cTn>
                                  </p:par>
                                  <p:par>
                                    <p:cTn id="149" presetID="6" presetClass="emph" presetSubtype="0" autoRev="1" fill="hold" grpId="1" nodeType="withEffect">
                                      <p:stCondLst>
                                        <p:cond delay="1900"/>
                                      </p:stCondLst>
                                      <p:childTnLst>
                                        <p:animScale>
                                          <p:cBhvr>
                                            <p:cTn id="150" dur="150" fill="hold"/>
                                            <p:tgtEl>
                                              <p:spTgt spid="36"/>
                                            </p:tgtEl>
                                          </p:cBhvr>
                                          <p:by x="110000" y="110000"/>
                                        </p:animScale>
                                      </p:childTnLst>
                                    </p:cTn>
                                  </p:par>
                                  <p:par>
                                    <p:cTn id="151" presetID="53" presetClass="entr" presetSubtype="16" fill="hold" grpId="0" nodeType="withEffect">
                                      <p:stCondLst>
                                        <p:cond delay="1700"/>
                                      </p:stCondLst>
                                      <p:childTnLst>
                                        <p:set>
                                          <p:cBhvr>
                                            <p:cTn id="152" dur="1" fill="hold">
                                              <p:stCondLst>
                                                <p:cond delay="0"/>
                                              </p:stCondLst>
                                            </p:cTn>
                                            <p:tgtEl>
                                              <p:spTgt spid="37"/>
                                            </p:tgtEl>
                                            <p:attrNameLst>
                                              <p:attrName>style.visibility</p:attrName>
                                            </p:attrNameLst>
                                          </p:cBhvr>
                                          <p:to>
                                            <p:strVal val="visible"/>
                                          </p:to>
                                        </p:set>
                                        <p:anim calcmode="lin" valueType="num">
                                          <p:cBhvr>
                                            <p:cTn id="153" dur="300" fill="hold"/>
                                            <p:tgtEl>
                                              <p:spTgt spid="37"/>
                                            </p:tgtEl>
                                            <p:attrNameLst>
                                              <p:attrName>ppt_w</p:attrName>
                                            </p:attrNameLst>
                                          </p:cBhvr>
                                          <p:tavLst>
                                            <p:tav tm="0">
                                              <p:val>
                                                <p:fltVal val="0"/>
                                              </p:val>
                                            </p:tav>
                                            <p:tav tm="100000">
                                              <p:val>
                                                <p:strVal val="#ppt_w"/>
                                              </p:val>
                                            </p:tav>
                                          </p:tavLst>
                                        </p:anim>
                                        <p:anim calcmode="lin" valueType="num">
                                          <p:cBhvr>
                                            <p:cTn id="154" dur="300" fill="hold"/>
                                            <p:tgtEl>
                                              <p:spTgt spid="37"/>
                                            </p:tgtEl>
                                            <p:attrNameLst>
                                              <p:attrName>ppt_h</p:attrName>
                                            </p:attrNameLst>
                                          </p:cBhvr>
                                          <p:tavLst>
                                            <p:tav tm="0">
                                              <p:val>
                                                <p:fltVal val="0"/>
                                              </p:val>
                                            </p:tav>
                                            <p:tav tm="100000">
                                              <p:val>
                                                <p:strVal val="#ppt_h"/>
                                              </p:val>
                                            </p:tav>
                                          </p:tavLst>
                                        </p:anim>
                                        <p:animEffect transition="in" filter="fade">
                                          <p:cBhvr>
                                            <p:cTn id="155" dur="300"/>
                                            <p:tgtEl>
                                              <p:spTgt spid="37"/>
                                            </p:tgtEl>
                                          </p:cBhvr>
                                        </p:animEffect>
                                      </p:childTnLst>
                                    </p:cTn>
                                  </p:par>
                                  <p:par>
                                    <p:cTn id="156" presetID="6" presetClass="emph" presetSubtype="0" autoRev="1" fill="hold" grpId="1" nodeType="withEffect">
                                      <p:stCondLst>
                                        <p:cond delay="2000"/>
                                      </p:stCondLst>
                                      <p:childTnLst>
                                        <p:animScale>
                                          <p:cBhvr>
                                            <p:cTn id="157" dur="150" fill="hold"/>
                                            <p:tgtEl>
                                              <p:spTgt spid="37"/>
                                            </p:tgtEl>
                                          </p:cBhvr>
                                          <p:by x="110000" y="110000"/>
                                        </p:animScale>
                                      </p:childTnLst>
                                    </p:cTn>
                                  </p:par>
                                  <p:par>
                                    <p:cTn id="158" presetID="2" presetClass="entr" presetSubtype="2" fill="hold" grpId="0" nodeType="withEffect">
                                      <p:stCondLst>
                                        <p:cond delay="2000"/>
                                      </p:stCondLst>
                                      <p:childTnLst>
                                        <p:set>
                                          <p:cBhvr>
                                            <p:cTn id="159" dur="1" fill="hold">
                                              <p:stCondLst>
                                                <p:cond delay="0"/>
                                              </p:stCondLst>
                                            </p:cTn>
                                            <p:tgtEl>
                                              <p:spTgt spid="38"/>
                                            </p:tgtEl>
                                            <p:attrNameLst>
                                              <p:attrName>style.visibility</p:attrName>
                                            </p:attrNameLst>
                                          </p:cBhvr>
                                          <p:to>
                                            <p:strVal val="visible"/>
                                          </p:to>
                                        </p:set>
                                        <p:anim calcmode="lin" valueType="num">
                                          <p:cBhvr additive="base">
                                            <p:cTn id="160" dur="600" fill="hold"/>
                                            <p:tgtEl>
                                              <p:spTgt spid="38"/>
                                            </p:tgtEl>
                                            <p:attrNameLst>
                                              <p:attrName>ppt_x</p:attrName>
                                            </p:attrNameLst>
                                          </p:cBhvr>
                                          <p:tavLst>
                                            <p:tav tm="0">
                                              <p:val>
                                                <p:strVal val="1+#ppt_w/2"/>
                                              </p:val>
                                            </p:tav>
                                            <p:tav tm="100000">
                                              <p:val>
                                                <p:strVal val="#ppt_x"/>
                                              </p:val>
                                            </p:tav>
                                          </p:tavLst>
                                        </p:anim>
                                        <p:anim calcmode="lin" valueType="num">
                                          <p:cBhvr additive="base">
                                            <p:cTn id="161" dur="600" fill="hold"/>
                                            <p:tgtEl>
                                              <p:spTgt spid="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19" grpId="0" animBg="1"/>
          <p:bldP spid="19" grpId="1" animBg="1"/>
          <p:bldP spid="3" grpId="0" animBg="1"/>
          <p:bldP spid="3" grpId="1" animBg="1"/>
          <p:bldP spid="4" grpId="0"/>
          <p:bldP spid="4" grpId="1"/>
          <p:bldP spid="6" grpId="0" animBg="1"/>
          <p:bldP spid="6" grpId="1" animBg="1"/>
          <p:bldP spid="7" grpId="0"/>
          <p:bldP spid="7" grpId="1"/>
          <p:bldP spid="22" grpId="0" animBg="1"/>
          <p:bldP spid="22" grpId="1" animBg="1"/>
          <p:bldP spid="23" grpId="0"/>
          <p:bldP spid="23" grpId="1"/>
          <p:bldP spid="25" grpId="0" animBg="1"/>
          <p:bldP spid="25" grpId="1" animBg="1"/>
          <p:bldP spid="26" grpId="0"/>
          <p:bldP spid="26" grpId="1"/>
          <p:bldP spid="32" grpId="0"/>
          <p:bldP spid="33" grpId="0"/>
          <p:bldP spid="34" grpId="0"/>
          <p:bldP spid="21" grpId="0" animBg="1"/>
          <p:bldP spid="21" grpId="1" animBg="1"/>
          <p:bldP spid="24" grpId="0" animBg="1"/>
          <p:bldP spid="24" grpId="1" animBg="1"/>
          <p:bldP spid="27" grpId="0" animBg="1"/>
          <p:bldP spid="27" grpId="1" animBg="1"/>
          <p:bldP spid="20" grpId="0" animBg="1"/>
          <p:bldP spid="20" grpId="1" animBg="1"/>
          <p:bldP spid="28" grpId="0"/>
          <p:bldP spid="28" grpId="1"/>
          <p:bldP spid="29" grpId="0"/>
          <p:bldP spid="30" grpId="0" animBg="1"/>
          <p:bldP spid="30" grpId="1" animBg="1"/>
          <p:bldP spid="31" grpId="0"/>
          <p:bldP spid="31" grpId="1"/>
          <p:bldP spid="35" grpId="0"/>
          <p:bldP spid="36" grpId="0" animBg="1"/>
          <p:bldP spid="36" grpId="1" animBg="1"/>
          <p:bldP spid="37" grpId="0"/>
          <p:bldP spid="37" grpId="1"/>
          <p:bldP spid="38" grpId="0"/>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2793646" y="204238"/>
            <a:ext cx="3482043"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2</a:t>
            </a:r>
            <a:r>
              <a:rPr lang="zh-CN" altLang="en-US" sz="3200" b="1" dirty="0">
                <a:latin typeface="宋体" panose="02010600030101010101" pitchFamily="2" charset="-122"/>
                <a:ea typeface="宋体" panose="02010600030101010101" pitchFamily="2" charset="-122"/>
              </a:rPr>
              <a:t>章 数据预处理</a:t>
            </a:r>
            <a:endParaRPr lang="zh-CN" altLang="en-US" sz="3200" kern="0" dirty="0">
              <a:latin typeface="宋体" panose="02010600030101010101" pitchFamily="2" charset="-122"/>
              <a:ea typeface="宋体" panose="02010600030101010101" pitchFamily="2" charset="-122"/>
            </a:endParaRPr>
          </a:p>
        </p:txBody>
      </p:sp>
      <p:sp>
        <p:nvSpPr>
          <p:cNvPr id="3" name="TextBox 2"/>
          <p:cNvSpPr txBox="1"/>
          <p:nvPr/>
        </p:nvSpPr>
        <p:spPr>
          <a:xfrm>
            <a:off x="395536" y="986780"/>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B8159409-A503-4442-9F2E-FE91B1E77507}"/>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内容占位符 2">
            <a:extLst>
              <a:ext uri="{FF2B5EF4-FFF2-40B4-BE49-F238E27FC236}">
                <a16:creationId xmlns:a16="http://schemas.microsoft.com/office/drawing/2014/main" id="{74CE8942-3B80-4E84-8F42-10C00B7CE526}"/>
              </a:ext>
            </a:extLst>
          </p:cNvPr>
          <p:cNvSpPr txBox="1">
            <a:spLocks/>
          </p:cNvSpPr>
          <p:nvPr/>
        </p:nvSpPr>
        <p:spPr>
          <a:xfrm>
            <a:off x="457200" y="1199780"/>
            <a:ext cx="8229600" cy="3393425"/>
          </a:xfrm>
          <a:prstGeom prst="rect">
            <a:avLst/>
          </a:prstGeom>
        </p:spPr>
        <p:txBody>
          <a:bodyPr>
            <a:normAutofit fontScale="92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 typeface="Wingdings" panose="05000000000000000000" pitchFamily="2" charset="2"/>
              <a:buChar char="Ø"/>
            </a:pPr>
            <a:r>
              <a:rPr lang="zh-CN" altLang="en-US" sz="2800" dirty="0"/>
              <a:t>补充数学知识</a:t>
            </a:r>
            <a:endParaRPr lang="en-US" altLang="zh-CN" sz="2800" dirty="0"/>
          </a:p>
          <a:p>
            <a:pPr lvl="1"/>
            <a:r>
              <a:rPr lang="zh-CN" altLang="en-US" dirty="0"/>
              <a:t>平均值：所有数据之和除以数据点的个数，以此表示数据集的平均大小； </a:t>
            </a:r>
            <a:endParaRPr lang="en-US" altLang="zh-CN" dirty="0"/>
          </a:p>
          <a:p>
            <a:pPr lvl="1"/>
            <a:r>
              <a:rPr lang="zh-CN" altLang="en-US" dirty="0"/>
              <a:t>方差：表示数据集中数据点的离散程度；其数学定义为：</a:t>
            </a:r>
            <a:endParaRPr lang="en-US" altLang="zh-CN" dirty="0"/>
          </a:p>
          <a:p>
            <a:pPr lvl="1"/>
            <a:r>
              <a:rPr lang="zh-CN" altLang="en-US" dirty="0"/>
              <a:t>  </a:t>
            </a:r>
            <a:br>
              <a:rPr lang="zh-CN" altLang="en-US" dirty="0"/>
            </a:br>
            <a:r>
              <a:rPr lang="zh-CN" altLang="en-US" dirty="0"/>
              <a:t>标准差：与方差一样，表示的也是数据点的离散程度；其在数学上定义为方差的平方根： </a:t>
            </a:r>
            <a:br>
              <a:rPr lang="zh-CN" altLang="en-US" dirty="0"/>
            </a:br>
            <a:endParaRPr lang="zh-CN" altLang="en-US" dirty="0"/>
          </a:p>
          <a:p>
            <a:endParaRPr lang="zh-CN" altLang="en-US" sz="2099" dirty="0">
              <a:latin typeface="宋体" panose="02010600030101010101" pitchFamily="2" charset="-122"/>
              <a:ea typeface="宋体" panose="02010600030101010101" pitchFamily="2" charset="-122"/>
            </a:endParaRPr>
          </a:p>
        </p:txBody>
      </p:sp>
      <p:pic>
        <p:nvPicPr>
          <p:cNvPr id="6" name="Picture 2" descr="https://img-blog.csdn.net/20170507172956283?watermark/2/text/aHR0cDovL2Jsb2cuY3Nkbi5uZXQveGlkaWFuY29kZXI=/font/5a6L5L2T/fontsize/400/fill/I0JBQkFCMA==/dissolve/70/gravity/SouthEast">
            <a:extLst>
              <a:ext uri="{FF2B5EF4-FFF2-40B4-BE49-F238E27FC236}">
                <a16:creationId xmlns:a16="http://schemas.microsoft.com/office/drawing/2014/main" id="{D6B3C740-551C-485A-9BB0-E260B8CA20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63028" y="1921934"/>
            <a:ext cx="1712662" cy="41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descr="https://img-blog.csdn.net/20170507173217005?watermark/2/text/aHR0cDovL2Jsb2cuY3Nkbi5uZXQveGlkaWFuY29kZXI=/font/5a6L5L2T/fontsize/400/fill/I0JBQkFCMA==/dissolve/70/gravity/SouthEast">
            <a:extLst>
              <a:ext uri="{FF2B5EF4-FFF2-40B4-BE49-F238E27FC236}">
                <a16:creationId xmlns:a16="http://schemas.microsoft.com/office/drawing/2014/main" id="{72AA1034-EF1C-4EBC-A421-F32565709E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56961" y="2687964"/>
            <a:ext cx="1833800" cy="675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descr="https://img-blog.csdn.net/20170507173255022?watermark/2/text/aHR0cDovL2Jsb2cuY3Nkbi5uZXQveGlkaWFuY29kZXI=/font/5a6L5L2T/fontsize/400/fill/I0JBQkFCMA==/dissolve/70/gravity/SouthEast">
            <a:extLst>
              <a:ext uri="{FF2B5EF4-FFF2-40B4-BE49-F238E27FC236}">
                <a16:creationId xmlns:a16="http://schemas.microsoft.com/office/drawing/2014/main" id="{3FDF6637-736F-4508-BEA3-A160C483281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7904" y="4129074"/>
            <a:ext cx="1892121" cy="675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7207214"/>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椭圆 22"/>
          <p:cNvSpPr/>
          <p:nvPr/>
        </p:nvSpPr>
        <p:spPr>
          <a:xfrm>
            <a:off x="2267744" y="2570163"/>
            <a:ext cx="914846" cy="914846"/>
          </a:xfrm>
          <a:prstGeom prst="ellipse">
            <a:avLst/>
          </a:prstGeom>
          <a:noFill/>
          <a:ln w="9525">
            <a:gradFill>
              <a:gsLst>
                <a:gs pos="100000">
                  <a:srgbClr val="108692"/>
                </a:gs>
                <a:gs pos="0">
                  <a:srgbClr val="16B2C1"/>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9" name="矩形 18"/>
          <p:cNvSpPr/>
          <p:nvPr/>
        </p:nvSpPr>
        <p:spPr>
          <a:xfrm>
            <a:off x="4283968" y="1942882"/>
            <a:ext cx="3312368" cy="646331"/>
          </a:xfrm>
          <a:prstGeom prst="rect">
            <a:avLst/>
          </a:prstGeom>
        </p:spPr>
        <p:txBody>
          <a:bodyPr wrap="square" lIns="0">
            <a:spAutoFit/>
          </a:bodyPr>
          <a:lstStyle/>
          <a:p>
            <a:pPr>
              <a:defRPr/>
            </a:pPr>
            <a:r>
              <a:rPr lang="zh-CN" altLang="en-US" sz="3600" b="1" dirty="0">
                <a:latin typeface="+mn-ea"/>
              </a:rPr>
              <a:t>数据预处理目的</a:t>
            </a:r>
          </a:p>
        </p:txBody>
      </p:sp>
      <p:sp>
        <p:nvSpPr>
          <p:cNvPr id="13" name="椭圆 12"/>
          <p:cNvSpPr/>
          <p:nvPr/>
        </p:nvSpPr>
        <p:spPr>
          <a:xfrm>
            <a:off x="1403648" y="1418828"/>
            <a:ext cx="1580828" cy="1580828"/>
          </a:xfrm>
          <a:prstGeom prst="ellipse">
            <a:avLst/>
          </a:prstGeom>
          <a:noFill/>
          <a:ln w="9525">
            <a:gradFill>
              <a:gsLst>
                <a:gs pos="100000">
                  <a:srgbClr val="89A13D"/>
                </a:gs>
                <a:gs pos="0">
                  <a:srgbClr val="B2D138"/>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4" name="椭圆 13"/>
          <p:cNvSpPr/>
          <p:nvPr/>
        </p:nvSpPr>
        <p:spPr>
          <a:xfrm>
            <a:off x="-828600" y="3867100"/>
            <a:ext cx="2079426" cy="2079426"/>
          </a:xfrm>
          <a:prstGeom prst="ellipse">
            <a:avLst/>
          </a:prstGeom>
          <a:noFill/>
          <a:ln w="9525">
            <a:gradFill>
              <a:gsLst>
                <a:gs pos="100000">
                  <a:srgbClr val="138F81"/>
                </a:gs>
                <a:gs pos="0">
                  <a:srgbClr val="19BAA9"/>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5" name="椭圆 14"/>
          <p:cNvSpPr/>
          <p:nvPr/>
        </p:nvSpPr>
        <p:spPr>
          <a:xfrm>
            <a:off x="971600" y="2138908"/>
            <a:ext cx="628674" cy="628674"/>
          </a:xfrm>
          <a:prstGeom prst="ellipse">
            <a:avLst/>
          </a:prstGeom>
          <a:noFill/>
          <a:ln w="9525">
            <a:gradFill>
              <a:gsLst>
                <a:gs pos="100000">
                  <a:srgbClr val="E33F24"/>
                </a:gs>
                <a:gs pos="0">
                  <a:srgbClr val="F26434"/>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7" name="椭圆 16"/>
          <p:cNvSpPr/>
          <p:nvPr/>
        </p:nvSpPr>
        <p:spPr>
          <a:xfrm>
            <a:off x="7452320" y="4493841"/>
            <a:ext cx="1296144" cy="1296144"/>
          </a:xfrm>
          <a:prstGeom prst="ellipse">
            <a:avLst/>
          </a:prstGeom>
          <a:noFill/>
          <a:ln w="9525">
            <a:gradFill>
              <a:gsLst>
                <a:gs pos="100000">
                  <a:srgbClr val="108692"/>
                </a:gs>
                <a:gs pos="0">
                  <a:srgbClr val="16B2C1"/>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21" name="椭圆 20"/>
          <p:cNvSpPr/>
          <p:nvPr/>
        </p:nvSpPr>
        <p:spPr>
          <a:xfrm>
            <a:off x="3419872" y="1850876"/>
            <a:ext cx="347246" cy="347246"/>
          </a:xfrm>
          <a:prstGeom prst="ellipse">
            <a:avLst/>
          </a:prstGeom>
          <a:noFill/>
          <a:ln w="9525">
            <a:gradFill>
              <a:gsLst>
                <a:gs pos="100000">
                  <a:srgbClr val="E33F24"/>
                </a:gs>
                <a:gs pos="0">
                  <a:srgbClr val="F26434"/>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3" name="椭圆 2"/>
          <p:cNvSpPr/>
          <p:nvPr/>
        </p:nvSpPr>
        <p:spPr>
          <a:xfrm>
            <a:off x="2383207" y="2157663"/>
            <a:ext cx="825000" cy="825000"/>
          </a:xfrm>
          <a:prstGeom prst="ellipse">
            <a:avLst/>
          </a:prstGeom>
          <a:gradFill flip="none" rotWithShape="1">
            <a:gsLst>
              <a:gs pos="90000">
                <a:srgbClr val="138F81"/>
              </a:gs>
              <a:gs pos="30000">
                <a:srgbClr val="19BAA9"/>
              </a:gs>
            </a:gsLst>
            <a:lin ang="2700000" scaled="1"/>
            <a:tileRect/>
          </a:gradFill>
          <a:ln w="25400">
            <a:gradFill>
              <a:gsLst>
                <a:gs pos="0">
                  <a:srgbClr val="138F81"/>
                </a:gs>
                <a:gs pos="100000">
                  <a:srgbClr val="19BAA9"/>
                </a:gs>
              </a:gsLst>
              <a:lin ang="5400000" scaled="0"/>
            </a:gra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4" name="TextBox 3"/>
          <p:cNvSpPr txBox="1"/>
          <p:nvPr/>
        </p:nvSpPr>
        <p:spPr>
          <a:xfrm>
            <a:off x="2339752" y="2216220"/>
            <a:ext cx="911910" cy="707886"/>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22" name="椭圆 21"/>
          <p:cNvSpPr/>
          <p:nvPr/>
        </p:nvSpPr>
        <p:spPr>
          <a:xfrm>
            <a:off x="8621662" y="4803204"/>
            <a:ext cx="864840" cy="864840"/>
          </a:xfrm>
          <a:prstGeom prst="ellipse">
            <a:avLst/>
          </a:prstGeom>
          <a:noFill/>
          <a:ln w="9525">
            <a:gradFill>
              <a:gsLst>
                <a:gs pos="100000">
                  <a:srgbClr val="89A13D"/>
                </a:gs>
                <a:gs pos="0">
                  <a:srgbClr val="B2D138"/>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pic>
        <p:nvPicPr>
          <p:cNvPr id="2" name="图片 1" descr="20100508053929509.png">
            <a:extLst>
              <a:ext uri="{FF2B5EF4-FFF2-40B4-BE49-F238E27FC236}">
                <a16:creationId xmlns:a16="http://schemas.microsoft.com/office/drawing/2014/main" id="{763501F0-BB8D-4803-8605-41A7445A958B}"/>
              </a:ext>
            </a:extLst>
          </p:cNvPr>
          <p:cNvPicPr>
            <a:picLocks noChangeAspect="1"/>
          </p:cNvPicPr>
          <p:nvPr/>
        </p:nvPicPr>
        <p:blipFill>
          <a:blip r:embed="rId3" cstate="print"/>
          <a:stretch>
            <a:fillRect/>
          </a:stretch>
        </p:blipFill>
        <p:spPr>
          <a:xfrm>
            <a:off x="-32" y="64578"/>
            <a:ext cx="864096" cy="864096"/>
          </a:xfrm>
          <a:prstGeom prst="rect">
            <a:avLst/>
          </a:prstGeom>
        </p:spPr>
      </p:pic>
    </p:spTree>
    <p:extLst>
      <p:ext uri="{BB962C8B-B14F-4D97-AF65-F5344CB8AC3E}">
        <p14:creationId xmlns:p14="http://schemas.microsoft.com/office/powerpoint/2010/main" val="880386513"/>
      </p:ext>
    </p:extLst>
  </p:cSld>
  <p:clrMapOvr>
    <a:masterClrMapping/>
  </p:clrMapOvr>
  <mc:AlternateContent xmlns:mc="http://schemas.openxmlformats.org/markup-compatibility/2006" xmlns:p14="http://schemas.microsoft.com/office/powerpoint/2010/main">
    <mc:Choice Requires="p14">
      <p:transition spd="slow" p14:dur="1200" advTm="8494">
        <p14:flip dir="r"/>
      </p:transition>
    </mc:Choice>
    <mc:Fallback xmlns="">
      <p:transition spd="slow" advTm="8494">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 fill="hold"/>
                                            <p:tgtEl>
                                              <p:spTgt spid="3"/>
                                            </p:tgtEl>
                                            <p:attrNameLst>
                                              <p:attrName>ppt_w</p:attrName>
                                            </p:attrNameLst>
                                          </p:cBhvr>
                                          <p:tavLst>
                                            <p:tav tm="0">
                                              <p:val>
                                                <p:fltVal val="0"/>
                                              </p:val>
                                            </p:tav>
                                            <p:tav tm="100000">
                                              <p:val>
                                                <p:strVal val="#ppt_w"/>
                                              </p:val>
                                            </p:tav>
                                          </p:tavLst>
                                        </p:anim>
                                        <p:anim calcmode="lin" valueType="num">
                                          <p:cBhvr>
                                            <p:cTn id="8" dur="300" fill="hold"/>
                                            <p:tgtEl>
                                              <p:spTgt spid="3"/>
                                            </p:tgtEl>
                                            <p:attrNameLst>
                                              <p:attrName>ppt_h</p:attrName>
                                            </p:attrNameLst>
                                          </p:cBhvr>
                                          <p:tavLst>
                                            <p:tav tm="0">
                                              <p:val>
                                                <p:fltVal val="0"/>
                                              </p:val>
                                            </p:tav>
                                            <p:tav tm="100000">
                                              <p:val>
                                                <p:strVal val="#ppt_h"/>
                                              </p:val>
                                            </p:tav>
                                          </p:tavLst>
                                        </p:anim>
                                        <p:animEffect transition="in" filter="fade">
                                          <p:cBhvr>
                                            <p:cTn id="9" dur="300"/>
                                            <p:tgtEl>
                                              <p:spTgt spid="3"/>
                                            </p:tgtEl>
                                          </p:cBhvr>
                                        </p:animEffect>
                                      </p:childTnLst>
                                    </p:cTn>
                                  </p:par>
                                  <p:par>
                                    <p:cTn id="10" presetID="6" presetClass="emph" presetSubtype="0" autoRev="1" fill="hold" grpId="1" nodeType="withEffect">
                                      <p:stCondLst>
                                        <p:cond delay="300"/>
                                      </p:stCondLst>
                                      <p:childTnLst>
                                        <p:animScale>
                                          <p:cBhvr>
                                            <p:cTn id="11" dur="150" fill="hold"/>
                                            <p:tgtEl>
                                              <p:spTgt spid="3"/>
                                            </p:tgtEl>
                                          </p:cBhvr>
                                          <p:by x="110000" y="110000"/>
                                        </p:animScale>
                                      </p:childTnLst>
                                    </p:cTn>
                                  </p:par>
                                  <p:par>
                                    <p:cTn id="12" presetID="53" presetClass="entr" presetSubtype="16" fill="hold" grpId="0" nodeType="withEffect">
                                      <p:stCondLst>
                                        <p:cond delay="200"/>
                                      </p:stCondLst>
                                      <p:childTnLst>
                                        <p:set>
                                          <p:cBhvr>
                                            <p:cTn id="13" dur="1" fill="hold">
                                              <p:stCondLst>
                                                <p:cond delay="0"/>
                                              </p:stCondLst>
                                            </p:cTn>
                                            <p:tgtEl>
                                              <p:spTgt spid="4"/>
                                            </p:tgtEl>
                                            <p:attrNameLst>
                                              <p:attrName>style.visibility</p:attrName>
                                            </p:attrNameLst>
                                          </p:cBhvr>
                                          <p:to>
                                            <p:strVal val="visible"/>
                                          </p:to>
                                        </p:set>
                                        <p:anim calcmode="lin" valueType="num">
                                          <p:cBhvr>
                                            <p:cTn id="14" dur="300" fill="hold"/>
                                            <p:tgtEl>
                                              <p:spTgt spid="4"/>
                                            </p:tgtEl>
                                            <p:attrNameLst>
                                              <p:attrName>ppt_w</p:attrName>
                                            </p:attrNameLst>
                                          </p:cBhvr>
                                          <p:tavLst>
                                            <p:tav tm="0">
                                              <p:val>
                                                <p:fltVal val="0"/>
                                              </p:val>
                                            </p:tav>
                                            <p:tav tm="100000">
                                              <p:val>
                                                <p:strVal val="#ppt_w"/>
                                              </p:val>
                                            </p:tav>
                                          </p:tavLst>
                                        </p:anim>
                                        <p:anim calcmode="lin" valueType="num">
                                          <p:cBhvr>
                                            <p:cTn id="15" dur="300" fill="hold"/>
                                            <p:tgtEl>
                                              <p:spTgt spid="4"/>
                                            </p:tgtEl>
                                            <p:attrNameLst>
                                              <p:attrName>ppt_h</p:attrName>
                                            </p:attrNameLst>
                                          </p:cBhvr>
                                          <p:tavLst>
                                            <p:tav tm="0">
                                              <p:val>
                                                <p:fltVal val="0"/>
                                              </p:val>
                                            </p:tav>
                                            <p:tav tm="100000">
                                              <p:val>
                                                <p:strVal val="#ppt_h"/>
                                              </p:val>
                                            </p:tav>
                                          </p:tavLst>
                                        </p:anim>
                                        <p:animEffect transition="in" filter="fade">
                                          <p:cBhvr>
                                            <p:cTn id="16" dur="300"/>
                                            <p:tgtEl>
                                              <p:spTgt spid="4"/>
                                            </p:tgtEl>
                                          </p:cBhvr>
                                        </p:animEffect>
                                      </p:childTnLst>
                                    </p:cTn>
                                  </p:par>
                                  <p:par>
                                    <p:cTn id="17" presetID="6" presetClass="emph" presetSubtype="0" autoRev="1" fill="hold" grpId="1" nodeType="withEffect">
                                      <p:stCondLst>
                                        <p:cond delay="500"/>
                                      </p:stCondLst>
                                      <p:childTnLst>
                                        <p:animScale>
                                          <p:cBhvr>
                                            <p:cTn id="18" dur="150" fill="hold"/>
                                            <p:tgtEl>
                                              <p:spTgt spid="4"/>
                                            </p:tgtEl>
                                          </p:cBhvr>
                                          <p:by x="110000" y="110000"/>
                                        </p:animScale>
                                      </p:childTnLst>
                                    </p:cTn>
                                  </p:par>
                                  <p:par>
                                    <p:cTn id="19" presetID="2" presetClass="entr" presetSubtype="2" fill="hold" grpId="0" nodeType="withEffect" p14:presetBounceEnd="58333">
                                      <p:stCondLst>
                                        <p:cond delay="600"/>
                                      </p:stCondLst>
                                      <p:childTnLst>
                                        <p:set>
                                          <p:cBhvr>
                                            <p:cTn id="20" dur="1" fill="hold">
                                              <p:stCondLst>
                                                <p:cond delay="0"/>
                                              </p:stCondLst>
                                            </p:cTn>
                                            <p:tgtEl>
                                              <p:spTgt spid="19"/>
                                            </p:tgtEl>
                                            <p:attrNameLst>
                                              <p:attrName>style.visibility</p:attrName>
                                            </p:attrNameLst>
                                          </p:cBhvr>
                                          <p:to>
                                            <p:strVal val="visible"/>
                                          </p:to>
                                        </p:set>
                                        <p:anim calcmode="lin" valueType="num" p14:bounceEnd="58333">
                                          <p:cBhvr additive="base">
                                            <p:cTn id="21" dur="600" fill="hold"/>
                                            <p:tgtEl>
                                              <p:spTgt spid="19"/>
                                            </p:tgtEl>
                                            <p:attrNameLst>
                                              <p:attrName>ppt_x</p:attrName>
                                            </p:attrNameLst>
                                          </p:cBhvr>
                                          <p:tavLst>
                                            <p:tav tm="0">
                                              <p:val>
                                                <p:strVal val="1+#ppt_w/2"/>
                                              </p:val>
                                            </p:tav>
                                            <p:tav tm="100000">
                                              <p:val>
                                                <p:strVal val="#ppt_x"/>
                                              </p:val>
                                            </p:tav>
                                          </p:tavLst>
                                        </p:anim>
                                        <p:anim calcmode="lin" valueType="num" p14:bounceEnd="58333">
                                          <p:cBhvr additive="base">
                                            <p:cTn id="22" dur="600" fill="hold"/>
                                            <p:tgtEl>
                                              <p:spTgt spid="19"/>
                                            </p:tgtEl>
                                            <p:attrNameLst>
                                              <p:attrName>ppt_y</p:attrName>
                                            </p:attrNameLst>
                                          </p:cBhvr>
                                          <p:tavLst>
                                            <p:tav tm="0">
                                              <p:val>
                                                <p:strVal val="#ppt_y"/>
                                              </p:val>
                                            </p:tav>
                                            <p:tav tm="100000">
                                              <p:val>
                                                <p:strVal val="#ppt_y"/>
                                              </p:val>
                                            </p:tav>
                                          </p:tavLst>
                                        </p:anim>
                                      </p:childTnLst>
                                    </p:cTn>
                                  </p:par>
                                  <p:par>
                                    <p:cTn id="23" presetID="53" presetClass="entr" presetSubtype="16"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300" fill="hold"/>
                                            <p:tgtEl>
                                              <p:spTgt spid="15"/>
                                            </p:tgtEl>
                                            <p:attrNameLst>
                                              <p:attrName>ppt_w</p:attrName>
                                            </p:attrNameLst>
                                          </p:cBhvr>
                                          <p:tavLst>
                                            <p:tav tm="0">
                                              <p:val>
                                                <p:fltVal val="0"/>
                                              </p:val>
                                            </p:tav>
                                            <p:tav tm="100000">
                                              <p:val>
                                                <p:strVal val="#ppt_w"/>
                                              </p:val>
                                            </p:tav>
                                          </p:tavLst>
                                        </p:anim>
                                        <p:anim calcmode="lin" valueType="num">
                                          <p:cBhvr>
                                            <p:cTn id="26" dur="300" fill="hold"/>
                                            <p:tgtEl>
                                              <p:spTgt spid="15"/>
                                            </p:tgtEl>
                                            <p:attrNameLst>
                                              <p:attrName>ppt_h</p:attrName>
                                            </p:attrNameLst>
                                          </p:cBhvr>
                                          <p:tavLst>
                                            <p:tav tm="0">
                                              <p:val>
                                                <p:fltVal val="0"/>
                                              </p:val>
                                            </p:tav>
                                            <p:tav tm="100000">
                                              <p:val>
                                                <p:strVal val="#ppt_h"/>
                                              </p:val>
                                            </p:tav>
                                          </p:tavLst>
                                        </p:anim>
                                        <p:animEffect transition="in" filter="fade">
                                          <p:cBhvr>
                                            <p:cTn id="27" dur="300"/>
                                            <p:tgtEl>
                                              <p:spTgt spid="15"/>
                                            </p:tgtEl>
                                          </p:cBhvr>
                                        </p:animEffect>
                                      </p:childTnLst>
                                    </p:cTn>
                                  </p:par>
                                  <p:par>
                                    <p:cTn id="28" presetID="6" presetClass="emph" presetSubtype="0" autoRev="1" fill="hold" grpId="1" nodeType="withEffect">
                                      <p:stCondLst>
                                        <p:cond delay="300"/>
                                      </p:stCondLst>
                                      <p:childTnLst>
                                        <p:animScale>
                                          <p:cBhvr>
                                            <p:cTn id="29" dur="150" fill="hold"/>
                                            <p:tgtEl>
                                              <p:spTgt spid="15"/>
                                            </p:tgtEl>
                                          </p:cBhvr>
                                          <p:by x="110000" y="110000"/>
                                        </p:animScale>
                                      </p:childTnLst>
                                    </p:cTn>
                                  </p:par>
                                  <p:par>
                                    <p:cTn id="30" presetID="53" presetClass="entr" presetSubtype="16" fill="hold" grpId="0" nodeType="withEffect">
                                      <p:stCondLst>
                                        <p:cond delay="300"/>
                                      </p:stCondLst>
                                      <p:childTnLst>
                                        <p:set>
                                          <p:cBhvr>
                                            <p:cTn id="31" dur="1" fill="hold">
                                              <p:stCondLst>
                                                <p:cond delay="0"/>
                                              </p:stCondLst>
                                            </p:cTn>
                                            <p:tgtEl>
                                              <p:spTgt spid="14"/>
                                            </p:tgtEl>
                                            <p:attrNameLst>
                                              <p:attrName>style.visibility</p:attrName>
                                            </p:attrNameLst>
                                          </p:cBhvr>
                                          <p:to>
                                            <p:strVal val="visible"/>
                                          </p:to>
                                        </p:set>
                                        <p:anim calcmode="lin" valueType="num">
                                          <p:cBhvr>
                                            <p:cTn id="32" dur="300" fill="hold"/>
                                            <p:tgtEl>
                                              <p:spTgt spid="14"/>
                                            </p:tgtEl>
                                            <p:attrNameLst>
                                              <p:attrName>ppt_w</p:attrName>
                                            </p:attrNameLst>
                                          </p:cBhvr>
                                          <p:tavLst>
                                            <p:tav tm="0">
                                              <p:val>
                                                <p:fltVal val="0"/>
                                              </p:val>
                                            </p:tav>
                                            <p:tav tm="100000">
                                              <p:val>
                                                <p:strVal val="#ppt_w"/>
                                              </p:val>
                                            </p:tav>
                                          </p:tavLst>
                                        </p:anim>
                                        <p:anim calcmode="lin" valueType="num">
                                          <p:cBhvr>
                                            <p:cTn id="33" dur="300" fill="hold"/>
                                            <p:tgtEl>
                                              <p:spTgt spid="14"/>
                                            </p:tgtEl>
                                            <p:attrNameLst>
                                              <p:attrName>ppt_h</p:attrName>
                                            </p:attrNameLst>
                                          </p:cBhvr>
                                          <p:tavLst>
                                            <p:tav tm="0">
                                              <p:val>
                                                <p:fltVal val="0"/>
                                              </p:val>
                                            </p:tav>
                                            <p:tav tm="100000">
                                              <p:val>
                                                <p:strVal val="#ppt_h"/>
                                              </p:val>
                                            </p:tav>
                                          </p:tavLst>
                                        </p:anim>
                                        <p:animEffect transition="in" filter="fade">
                                          <p:cBhvr>
                                            <p:cTn id="34" dur="300"/>
                                            <p:tgtEl>
                                              <p:spTgt spid="14"/>
                                            </p:tgtEl>
                                          </p:cBhvr>
                                        </p:animEffect>
                                      </p:childTnLst>
                                    </p:cTn>
                                  </p:par>
                                  <p:par>
                                    <p:cTn id="35" presetID="6" presetClass="emph" presetSubtype="0" autoRev="1" fill="hold" grpId="1" nodeType="withEffect">
                                      <p:stCondLst>
                                        <p:cond delay="600"/>
                                      </p:stCondLst>
                                      <p:childTnLst>
                                        <p:animScale>
                                          <p:cBhvr>
                                            <p:cTn id="36" dur="150" fill="hold"/>
                                            <p:tgtEl>
                                              <p:spTgt spid="14"/>
                                            </p:tgtEl>
                                          </p:cBhvr>
                                          <p:by x="110000" y="110000"/>
                                        </p:animScale>
                                      </p:childTnLst>
                                    </p:cTn>
                                  </p:par>
                                  <p:par>
                                    <p:cTn id="37" presetID="53" presetClass="entr" presetSubtype="16" fill="hold" grpId="0" nodeType="withEffect">
                                      <p:stCondLst>
                                        <p:cond delay="100"/>
                                      </p:stCondLst>
                                      <p:childTnLst>
                                        <p:set>
                                          <p:cBhvr>
                                            <p:cTn id="38" dur="1" fill="hold">
                                              <p:stCondLst>
                                                <p:cond delay="0"/>
                                              </p:stCondLst>
                                            </p:cTn>
                                            <p:tgtEl>
                                              <p:spTgt spid="13"/>
                                            </p:tgtEl>
                                            <p:attrNameLst>
                                              <p:attrName>style.visibility</p:attrName>
                                            </p:attrNameLst>
                                          </p:cBhvr>
                                          <p:to>
                                            <p:strVal val="visible"/>
                                          </p:to>
                                        </p:set>
                                        <p:anim calcmode="lin" valueType="num">
                                          <p:cBhvr>
                                            <p:cTn id="39" dur="300" fill="hold"/>
                                            <p:tgtEl>
                                              <p:spTgt spid="13"/>
                                            </p:tgtEl>
                                            <p:attrNameLst>
                                              <p:attrName>ppt_w</p:attrName>
                                            </p:attrNameLst>
                                          </p:cBhvr>
                                          <p:tavLst>
                                            <p:tav tm="0">
                                              <p:val>
                                                <p:fltVal val="0"/>
                                              </p:val>
                                            </p:tav>
                                            <p:tav tm="100000">
                                              <p:val>
                                                <p:strVal val="#ppt_w"/>
                                              </p:val>
                                            </p:tav>
                                          </p:tavLst>
                                        </p:anim>
                                        <p:anim calcmode="lin" valueType="num">
                                          <p:cBhvr>
                                            <p:cTn id="40" dur="300" fill="hold"/>
                                            <p:tgtEl>
                                              <p:spTgt spid="13"/>
                                            </p:tgtEl>
                                            <p:attrNameLst>
                                              <p:attrName>ppt_h</p:attrName>
                                            </p:attrNameLst>
                                          </p:cBhvr>
                                          <p:tavLst>
                                            <p:tav tm="0">
                                              <p:val>
                                                <p:fltVal val="0"/>
                                              </p:val>
                                            </p:tav>
                                            <p:tav tm="100000">
                                              <p:val>
                                                <p:strVal val="#ppt_h"/>
                                              </p:val>
                                            </p:tav>
                                          </p:tavLst>
                                        </p:anim>
                                        <p:animEffect transition="in" filter="fade">
                                          <p:cBhvr>
                                            <p:cTn id="41" dur="300"/>
                                            <p:tgtEl>
                                              <p:spTgt spid="13"/>
                                            </p:tgtEl>
                                          </p:cBhvr>
                                        </p:animEffect>
                                      </p:childTnLst>
                                    </p:cTn>
                                  </p:par>
                                  <p:par>
                                    <p:cTn id="42" presetID="6" presetClass="emph" presetSubtype="0" autoRev="1" fill="hold" grpId="1" nodeType="withEffect">
                                      <p:stCondLst>
                                        <p:cond delay="400"/>
                                      </p:stCondLst>
                                      <p:childTnLst>
                                        <p:animScale>
                                          <p:cBhvr>
                                            <p:cTn id="43" dur="150" fill="hold"/>
                                            <p:tgtEl>
                                              <p:spTgt spid="13"/>
                                            </p:tgtEl>
                                          </p:cBhvr>
                                          <p:by x="110000" y="110000"/>
                                        </p:animScale>
                                      </p:childTnLst>
                                    </p:cTn>
                                  </p:par>
                                  <p:par>
                                    <p:cTn id="44" presetID="53" presetClass="entr" presetSubtype="16" fill="hold" grpId="0" nodeType="withEffect">
                                      <p:stCondLst>
                                        <p:cond delay="400"/>
                                      </p:stCondLst>
                                      <p:childTnLst>
                                        <p:set>
                                          <p:cBhvr>
                                            <p:cTn id="45" dur="1" fill="hold">
                                              <p:stCondLst>
                                                <p:cond delay="0"/>
                                              </p:stCondLst>
                                            </p:cTn>
                                            <p:tgtEl>
                                              <p:spTgt spid="17"/>
                                            </p:tgtEl>
                                            <p:attrNameLst>
                                              <p:attrName>style.visibility</p:attrName>
                                            </p:attrNameLst>
                                          </p:cBhvr>
                                          <p:to>
                                            <p:strVal val="visible"/>
                                          </p:to>
                                        </p:set>
                                        <p:anim calcmode="lin" valueType="num">
                                          <p:cBhvr>
                                            <p:cTn id="46" dur="300" fill="hold"/>
                                            <p:tgtEl>
                                              <p:spTgt spid="17"/>
                                            </p:tgtEl>
                                            <p:attrNameLst>
                                              <p:attrName>ppt_w</p:attrName>
                                            </p:attrNameLst>
                                          </p:cBhvr>
                                          <p:tavLst>
                                            <p:tav tm="0">
                                              <p:val>
                                                <p:fltVal val="0"/>
                                              </p:val>
                                            </p:tav>
                                            <p:tav tm="100000">
                                              <p:val>
                                                <p:strVal val="#ppt_w"/>
                                              </p:val>
                                            </p:tav>
                                          </p:tavLst>
                                        </p:anim>
                                        <p:anim calcmode="lin" valueType="num">
                                          <p:cBhvr>
                                            <p:cTn id="47" dur="300" fill="hold"/>
                                            <p:tgtEl>
                                              <p:spTgt spid="17"/>
                                            </p:tgtEl>
                                            <p:attrNameLst>
                                              <p:attrName>ppt_h</p:attrName>
                                            </p:attrNameLst>
                                          </p:cBhvr>
                                          <p:tavLst>
                                            <p:tav tm="0">
                                              <p:val>
                                                <p:fltVal val="0"/>
                                              </p:val>
                                            </p:tav>
                                            <p:tav tm="100000">
                                              <p:val>
                                                <p:strVal val="#ppt_h"/>
                                              </p:val>
                                            </p:tav>
                                          </p:tavLst>
                                        </p:anim>
                                        <p:animEffect transition="in" filter="fade">
                                          <p:cBhvr>
                                            <p:cTn id="48" dur="300"/>
                                            <p:tgtEl>
                                              <p:spTgt spid="17"/>
                                            </p:tgtEl>
                                          </p:cBhvr>
                                        </p:animEffect>
                                      </p:childTnLst>
                                    </p:cTn>
                                  </p:par>
                                  <p:par>
                                    <p:cTn id="49" presetID="6" presetClass="emph" presetSubtype="0" autoRev="1" fill="hold" grpId="1" nodeType="withEffect">
                                      <p:stCondLst>
                                        <p:cond delay="700"/>
                                      </p:stCondLst>
                                      <p:childTnLst>
                                        <p:animScale>
                                          <p:cBhvr>
                                            <p:cTn id="50" dur="150" fill="hold"/>
                                            <p:tgtEl>
                                              <p:spTgt spid="17"/>
                                            </p:tgtEl>
                                          </p:cBhvr>
                                          <p:by x="110000" y="110000"/>
                                        </p:animScale>
                                      </p:childTnLst>
                                    </p:cTn>
                                  </p:par>
                                  <p:par>
                                    <p:cTn id="51" presetID="53" presetClass="entr" presetSubtype="16" fill="hold" grpId="0" nodeType="withEffect">
                                      <p:stCondLst>
                                        <p:cond delay="400"/>
                                      </p:stCondLst>
                                      <p:childTnLst>
                                        <p:set>
                                          <p:cBhvr>
                                            <p:cTn id="52" dur="1" fill="hold">
                                              <p:stCondLst>
                                                <p:cond delay="0"/>
                                              </p:stCondLst>
                                            </p:cTn>
                                            <p:tgtEl>
                                              <p:spTgt spid="21"/>
                                            </p:tgtEl>
                                            <p:attrNameLst>
                                              <p:attrName>style.visibility</p:attrName>
                                            </p:attrNameLst>
                                          </p:cBhvr>
                                          <p:to>
                                            <p:strVal val="visible"/>
                                          </p:to>
                                        </p:set>
                                        <p:anim calcmode="lin" valueType="num">
                                          <p:cBhvr>
                                            <p:cTn id="53" dur="300" fill="hold"/>
                                            <p:tgtEl>
                                              <p:spTgt spid="21"/>
                                            </p:tgtEl>
                                            <p:attrNameLst>
                                              <p:attrName>ppt_w</p:attrName>
                                            </p:attrNameLst>
                                          </p:cBhvr>
                                          <p:tavLst>
                                            <p:tav tm="0">
                                              <p:val>
                                                <p:fltVal val="0"/>
                                              </p:val>
                                            </p:tav>
                                            <p:tav tm="100000">
                                              <p:val>
                                                <p:strVal val="#ppt_w"/>
                                              </p:val>
                                            </p:tav>
                                          </p:tavLst>
                                        </p:anim>
                                        <p:anim calcmode="lin" valueType="num">
                                          <p:cBhvr>
                                            <p:cTn id="54" dur="300" fill="hold"/>
                                            <p:tgtEl>
                                              <p:spTgt spid="21"/>
                                            </p:tgtEl>
                                            <p:attrNameLst>
                                              <p:attrName>ppt_h</p:attrName>
                                            </p:attrNameLst>
                                          </p:cBhvr>
                                          <p:tavLst>
                                            <p:tav tm="0">
                                              <p:val>
                                                <p:fltVal val="0"/>
                                              </p:val>
                                            </p:tav>
                                            <p:tav tm="100000">
                                              <p:val>
                                                <p:strVal val="#ppt_h"/>
                                              </p:val>
                                            </p:tav>
                                          </p:tavLst>
                                        </p:anim>
                                        <p:animEffect transition="in" filter="fade">
                                          <p:cBhvr>
                                            <p:cTn id="55" dur="300"/>
                                            <p:tgtEl>
                                              <p:spTgt spid="21"/>
                                            </p:tgtEl>
                                          </p:cBhvr>
                                        </p:animEffect>
                                      </p:childTnLst>
                                    </p:cTn>
                                  </p:par>
                                  <p:par>
                                    <p:cTn id="56" presetID="6" presetClass="emph" presetSubtype="0" autoRev="1" fill="hold" grpId="1" nodeType="withEffect">
                                      <p:stCondLst>
                                        <p:cond delay="700"/>
                                      </p:stCondLst>
                                      <p:childTnLst>
                                        <p:animScale>
                                          <p:cBhvr>
                                            <p:cTn id="57" dur="150" fill="hold"/>
                                            <p:tgtEl>
                                              <p:spTgt spid="21"/>
                                            </p:tgtEl>
                                          </p:cBhvr>
                                          <p:by x="110000" y="110000"/>
                                        </p:animScale>
                                      </p:childTnLst>
                                    </p:cTn>
                                  </p:par>
                                  <p:par>
                                    <p:cTn id="58" presetID="53" presetClass="entr" presetSubtype="16" fill="hold" grpId="0" nodeType="withEffect">
                                      <p:stCondLst>
                                        <p:cond delay="100"/>
                                      </p:stCondLst>
                                      <p:childTnLst>
                                        <p:set>
                                          <p:cBhvr>
                                            <p:cTn id="59" dur="1" fill="hold">
                                              <p:stCondLst>
                                                <p:cond delay="0"/>
                                              </p:stCondLst>
                                            </p:cTn>
                                            <p:tgtEl>
                                              <p:spTgt spid="22"/>
                                            </p:tgtEl>
                                            <p:attrNameLst>
                                              <p:attrName>style.visibility</p:attrName>
                                            </p:attrNameLst>
                                          </p:cBhvr>
                                          <p:to>
                                            <p:strVal val="visible"/>
                                          </p:to>
                                        </p:set>
                                        <p:anim calcmode="lin" valueType="num">
                                          <p:cBhvr>
                                            <p:cTn id="60" dur="300" fill="hold"/>
                                            <p:tgtEl>
                                              <p:spTgt spid="22"/>
                                            </p:tgtEl>
                                            <p:attrNameLst>
                                              <p:attrName>ppt_w</p:attrName>
                                            </p:attrNameLst>
                                          </p:cBhvr>
                                          <p:tavLst>
                                            <p:tav tm="0">
                                              <p:val>
                                                <p:fltVal val="0"/>
                                              </p:val>
                                            </p:tav>
                                            <p:tav tm="100000">
                                              <p:val>
                                                <p:strVal val="#ppt_w"/>
                                              </p:val>
                                            </p:tav>
                                          </p:tavLst>
                                        </p:anim>
                                        <p:anim calcmode="lin" valueType="num">
                                          <p:cBhvr>
                                            <p:cTn id="61" dur="300" fill="hold"/>
                                            <p:tgtEl>
                                              <p:spTgt spid="22"/>
                                            </p:tgtEl>
                                            <p:attrNameLst>
                                              <p:attrName>ppt_h</p:attrName>
                                            </p:attrNameLst>
                                          </p:cBhvr>
                                          <p:tavLst>
                                            <p:tav tm="0">
                                              <p:val>
                                                <p:fltVal val="0"/>
                                              </p:val>
                                            </p:tav>
                                            <p:tav tm="100000">
                                              <p:val>
                                                <p:strVal val="#ppt_h"/>
                                              </p:val>
                                            </p:tav>
                                          </p:tavLst>
                                        </p:anim>
                                        <p:animEffect transition="in" filter="fade">
                                          <p:cBhvr>
                                            <p:cTn id="62" dur="300"/>
                                            <p:tgtEl>
                                              <p:spTgt spid="22"/>
                                            </p:tgtEl>
                                          </p:cBhvr>
                                        </p:animEffect>
                                      </p:childTnLst>
                                    </p:cTn>
                                  </p:par>
                                  <p:par>
                                    <p:cTn id="63" presetID="6" presetClass="emph" presetSubtype="0" autoRev="1" fill="hold" grpId="1" nodeType="withEffect">
                                      <p:stCondLst>
                                        <p:cond delay="400"/>
                                      </p:stCondLst>
                                      <p:childTnLst>
                                        <p:animScale>
                                          <p:cBhvr>
                                            <p:cTn id="64" dur="150" fill="hold"/>
                                            <p:tgtEl>
                                              <p:spTgt spid="22"/>
                                            </p:tgtEl>
                                          </p:cBhvr>
                                          <p:by x="110000" y="110000"/>
                                        </p:animScale>
                                      </p:childTnLst>
                                    </p:cTn>
                                  </p:par>
                                  <p:par>
                                    <p:cTn id="65" presetID="53" presetClass="entr" presetSubtype="16" fill="hold" grpId="0" nodeType="withEffect">
                                      <p:stCondLst>
                                        <p:cond delay="400"/>
                                      </p:stCondLst>
                                      <p:childTnLst>
                                        <p:set>
                                          <p:cBhvr>
                                            <p:cTn id="66" dur="1" fill="hold">
                                              <p:stCondLst>
                                                <p:cond delay="0"/>
                                              </p:stCondLst>
                                            </p:cTn>
                                            <p:tgtEl>
                                              <p:spTgt spid="23"/>
                                            </p:tgtEl>
                                            <p:attrNameLst>
                                              <p:attrName>style.visibility</p:attrName>
                                            </p:attrNameLst>
                                          </p:cBhvr>
                                          <p:to>
                                            <p:strVal val="visible"/>
                                          </p:to>
                                        </p:set>
                                        <p:anim calcmode="lin" valueType="num">
                                          <p:cBhvr>
                                            <p:cTn id="67" dur="300" fill="hold"/>
                                            <p:tgtEl>
                                              <p:spTgt spid="23"/>
                                            </p:tgtEl>
                                            <p:attrNameLst>
                                              <p:attrName>ppt_w</p:attrName>
                                            </p:attrNameLst>
                                          </p:cBhvr>
                                          <p:tavLst>
                                            <p:tav tm="0">
                                              <p:val>
                                                <p:fltVal val="0"/>
                                              </p:val>
                                            </p:tav>
                                            <p:tav tm="100000">
                                              <p:val>
                                                <p:strVal val="#ppt_w"/>
                                              </p:val>
                                            </p:tav>
                                          </p:tavLst>
                                        </p:anim>
                                        <p:anim calcmode="lin" valueType="num">
                                          <p:cBhvr>
                                            <p:cTn id="68" dur="300" fill="hold"/>
                                            <p:tgtEl>
                                              <p:spTgt spid="23"/>
                                            </p:tgtEl>
                                            <p:attrNameLst>
                                              <p:attrName>ppt_h</p:attrName>
                                            </p:attrNameLst>
                                          </p:cBhvr>
                                          <p:tavLst>
                                            <p:tav tm="0">
                                              <p:val>
                                                <p:fltVal val="0"/>
                                              </p:val>
                                            </p:tav>
                                            <p:tav tm="100000">
                                              <p:val>
                                                <p:strVal val="#ppt_h"/>
                                              </p:val>
                                            </p:tav>
                                          </p:tavLst>
                                        </p:anim>
                                        <p:animEffect transition="in" filter="fade">
                                          <p:cBhvr>
                                            <p:cTn id="69" dur="300"/>
                                            <p:tgtEl>
                                              <p:spTgt spid="23"/>
                                            </p:tgtEl>
                                          </p:cBhvr>
                                        </p:animEffect>
                                      </p:childTnLst>
                                    </p:cTn>
                                  </p:par>
                                  <p:par>
                                    <p:cTn id="70" presetID="6" presetClass="emph" presetSubtype="0" autoRev="1" fill="hold" grpId="1" nodeType="withEffect">
                                      <p:stCondLst>
                                        <p:cond delay="700"/>
                                      </p:stCondLst>
                                      <p:childTnLst>
                                        <p:animScale>
                                          <p:cBhvr>
                                            <p:cTn id="71" dur="150" fill="hold"/>
                                            <p:tgtEl>
                                              <p:spTgt spid="2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19" grpId="0"/>
          <p:bldP spid="13" grpId="0" animBg="1"/>
          <p:bldP spid="13" grpId="1" animBg="1"/>
          <p:bldP spid="14" grpId="0" animBg="1"/>
          <p:bldP spid="14" grpId="1" animBg="1"/>
          <p:bldP spid="15" grpId="0" animBg="1"/>
          <p:bldP spid="15" grpId="1" animBg="1"/>
          <p:bldP spid="17" grpId="0" animBg="1"/>
          <p:bldP spid="17" grpId="1" animBg="1"/>
          <p:bldP spid="21" grpId="0" animBg="1"/>
          <p:bldP spid="21" grpId="1" animBg="1"/>
          <p:bldP spid="3" grpId="0" animBg="1"/>
          <p:bldP spid="3" grpId="1" animBg="1"/>
          <p:bldP spid="4" grpId="0"/>
          <p:bldP spid="4" grpId="1"/>
          <p:bldP spid="22" grpId="0" animBg="1"/>
          <p:bldP spid="22" grpId="1"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 fill="hold"/>
                                            <p:tgtEl>
                                              <p:spTgt spid="3"/>
                                            </p:tgtEl>
                                            <p:attrNameLst>
                                              <p:attrName>ppt_w</p:attrName>
                                            </p:attrNameLst>
                                          </p:cBhvr>
                                          <p:tavLst>
                                            <p:tav tm="0">
                                              <p:val>
                                                <p:fltVal val="0"/>
                                              </p:val>
                                            </p:tav>
                                            <p:tav tm="100000">
                                              <p:val>
                                                <p:strVal val="#ppt_w"/>
                                              </p:val>
                                            </p:tav>
                                          </p:tavLst>
                                        </p:anim>
                                        <p:anim calcmode="lin" valueType="num">
                                          <p:cBhvr>
                                            <p:cTn id="8" dur="300" fill="hold"/>
                                            <p:tgtEl>
                                              <p:spTgt spid="3"/>
                                            </p:tgtEl>
                                            <p:attrNameLst>
                                              <p:attrName>ppt_h</p:attrName>
                                            </p:attrNameLst>
                                          </p:cBhvr>
                                          <p:tavLst>
                                            <p:tav tm="0">
                                              <p:val>
                                                <p:fltVal val="0"/>
                                              </p:val>
                                            </p:tav>
                                            <p:tav tm="100000">
                                              <p:val>
                                                <p:strVal val="#ppt_h"/>
                                              </p:val>
                                            </p:tav>
                                          </p:tavLst>
                                        </p:anim>
                                        <p:animEffect transition="in" filter="fade">
                                          <p:cBhvr>
                                            <p:cTn id="9" dur="300"/>
                                            <p:tgtEl>
                                              <p:spTgt spid="3"/>
                                            </p:tgtEl>
                                          </p:cBhvr>
                                        </p:animEffect>
                                      </p:childTnLst>
                                    </p:cTn>
                                  </p:par>
                                  <p:par>
                                    <p:cTn id="10" presetID="6" presetClass="emph" presetSubtype="0" autoRev="1" fill="hold" grpId="1" nodeType="withEffect">
                                      <p:stCondLst>
                                        <p:cond delay="300"/>
                                      </p:stCondLst>
                                      <p:childTnLst>
                                        <p:animScale>
                                          <p:cBhvr>
                                            <p:cTn id="11" dur="150" fill="hold"/>
                                            <p:tgtEl>
                                              <p:spTgt spid="3"/>
                                            </p:tgtEl>
                                          </p:cBhvr>
                                          <p:by x="110000" y="110000"/>
                                        </p:animScale>
                                      </p:childTnLst>
                                    </p:cTn>
                                  </p:par>
                                  <p:par>
                                    <p:cTn id="12" presetID="53" presetClass="entr" presetSubtype="16" fill="hold" grpId="0" nodeType="withEffect">
                                      <p:stCondLst>
                                        <p:cond delay="200"/>
                                      </p:stCondLst>
                                      <p:childTnLst>
                                        <p:set>
                                          <p:cBhvr>
                                            <p:cTn id="13" dur="1" fill="hold">
                                              <p:stCondLst>
                                                <p:cond delay="0"/>
                                              </p:stCondLst>
                                            </p:cTn>
                                            <p:tgtEl>
                                              <p:spTgt spid="4"/>
                                            </p:tgtEl>
                                            <p:attrNameLst>
                                              <p:attrName>style.visibility</p:attrName>
                                            </p:attrNameLst>
                                          </p:cBhvr>
                                          <p:to>
                                            <p:strVal val="visible"/>
                                          </p:to>
                                        </p:set>
                                        <p:anim calcmode="lin" valueType="num">
                                          <p:cBhvr>
                                            <p:cTn id="14" dur="300" fill="hold"/>
                                            <p:tgtEl>
                                              <p:spTgt spid="4"/>
                                            </p:tgtEl>
                                            <p:attrNameLst>
                                              <p:attrName>ppt_w</p:attrName>
                                            </p:attrNameLst>
                                          </p:cBhvr>
                                          <p:tavLst>
                                            <p:tav tm="0">
                                              <p:val>
                                                <p:fltVal val="0"/>
                                              </p:val>
                                            </p:tav>
                                            <p:tav tm="100000">
                                              <p:val>
                                                <p:strVal val="#ppt_w"/>
                                              </p:val>
                                            </p:tav>
                                          </p:tavLst>
                                        </p:anim>
                                        <p:anim calcmode="lin" valueType="num">
                                          <p:cBhvr>
                                            <p:cTn id="15" dur="300" fill="hold"/>
                                            <p:tgtEl>
                                              <p:spTgt spid="4"/>
                                            </p:tgtEl>
                                            <p:attrNameLst>
                                              <p:attrName>ppt_h</p:attrName>
                                            </p:attrNameLst>
                                          </p:cBhvr>
                                          <p:tavLst>
                                            <p:tav tm="0">
                                              <p:val>
                                                <p:fltVal val="0"/>
                                              </p:val>
                                            </p:tav>
                                            <p:tav tm="100000">
                                              <p:val>
                                                <p:strVal val="#ppt_h"/>
                                              </p:val>
                                            </p:tav>
                                          </p:tavLst>
                                        </p:anim>
                                        <p:animEffect transition="in" filter="fade">
                                          <p:cBhvr>
                                            <p:cTn id="16" dur="300"/>
                                            <p:tgtEl>
                                              <p:spTgt spid="4"/>
                                            </p:tgtEl>
                                          </p:cBhvr>
                                        </p:animEffect>
                                      </p:childTnLst>
                                    </p:cTn>
                                  </p:par>
                                  <p:par>
                                    <p:cTn id="17" presetID="6" presetClass="emph" presetSubtype="0" autoRev="1" fill="hold" grpId="1" nodeType="withEffect">
                                      <p:stCondLst>
                                        <p:cond delay="500"/>
                                      </p:stCondLst>
                                      <p:childTnLst>
                                        <p:animScale>
                                          <p:cBhvr>
                                            <p:cTn id="18" dur="150" fill="hold"/>
                                            <p:tgtEl>
                                              <p:spTgt spid="4"/>
                                            </p:tgtEl>
                                          </p:cBhvr>
                                          <p:by x="110000" y="110000"/>
                                        </p:animScale>
                                      </p:childTnLst>
                                    </p:cTn>
                                  </p:par>
                                  <p:par>
                                    <p:cTn id="19" presetID="2" presetClass="entr" presetSubtype="2" fill="hold" grpId="0" nodeType="withEffect">
                                      <p:stCondLst>
                                        <p:cond delay="60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600" fill="hold"/>
                                            <p:tgtEl>
                                              <p:spTgt spid="19"/>
                                            </p:tgtEl>
                                            <p:attrNameLst>
                                              <p:attrName>ppt_x</p:attrName>
                                            </p:attrNameLst>
                                          </p:cBhvr>
                                          <p:tavLst>
                                            <p:tav tm="0">
                                              <p:val>
                                                <p:strVal val="1+#ppt_w/2"/>
                                              </p:val>
                                            </p:tav>
                                            <p:tav tm="100000">
                                              <p:val>
                                                <p:strVal val="#ppt_x"/>
                                              </p:val>
                                            </p:tav>
                                          </p:tavLst>
                                        </p:anim>
                                        <p:anim calcmode="lin" valueType="num">
                                          <p:cBhvr additive="base">
                                            <p:cTn id="22" dur="600" fill="hold"/>
                                            <p:tgtEl>
                                              <p:spTgt spid="19"/>
                                            </p:tgtEl>
                                            <p:attrNameLst>
                                              <p:attrName>ppt_y</p:attrName>
                                            </p:attrNameLst>
                                          </p:cBhvr>
                                          <p:tavLst>
                                            <p:tav tm="0">
                                              <p:val>
                                                <p:strVal val="#ppt_y"/>
                                              </p:val>
                                            </p:tav>
                                            <p:tav tm="100000">
                                              <p:val>
                                                <p:strVal val="#ppt_y"/>
                                              </p:val>
                                            </p:tav>
                                          </p:tavLst>
                                        </p:anim>
                                      </p:childTnLst>
                                    </p:cTn>
                                  </p:par>
                                  <p:par>
                                    <p:cTn id="23" presetID="53" presetClass="entr" presetSubtype="16"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300" fill="hold"/>
                                            <p:tgtEl>
                                              <p:spTgt spid="15"/>
                                            </p:tgtEl>
                                            <p:attrNameLst>
                                              <p:attrName>ppt_w</p:attrName>
                                            </p:attrNameLst>
                                          </p:cBhvr>
                                          <p:tavLst>
                                            <p:tav tm="0">
                                              <p:val>
                                                <p:fltVal val="0"/>
                                              </p:val>
                                            </p:tav>
                                            <p:tav tm="100000">
                                              <p:val>
                                                <p:strVal val="#ppt_w"/>
                                              </p:val>
                                            </p:tav>
                                          </p:tavLst>
                                        </p:anim>
                                        <p:anim calcmode="lin" valueType="num">
                                          <p:cBhvr>
                                            <p:cTn id="26" dur="300" fill="hold"/>
                                            <p:tgtEl>
                                              <p:spTgt spid="15"/>
                                            </p:tgtEl>
                                            <p:attrNameLst>
                                              <p:attrName>ppt_h</p:attrName>
                                            </p:attrNameLst>
                                          </p:cBhvr>
                                          <p:tavLst>
                                            <p:tav tm="0">
                                              <p:val>
                                                <p:fltVal val="0"/>
                                              </p:val>
                                            </p:tav>
                                            <p:tav tm="100000">
                                              <p:val>
                                                <p:strVal val="#ppt_h"/>
                                              </p:val>
                                            </p:tav>
                                          </p:tavLst>
                                        </p:anim>
                                        <p:animEffect transition="in" filter="fade">
                                          <p:cBhvr>
                                            <p:cTn id="27" dur="300"/>
                                            <p:tgtEl>
                                              <p:spTgt spid="15"/>
                                            </p:tgtEl>
                                          </p:cBhvr>
                                        </p:animEffect>
                                      </p:childTnLst>
                                    </p:cTn>
                                  </p:par>
                                  <p:par>
                                    <p:cTn id="28" presetID="6" presetClass="emph" presetSubtype="0" autoRev="1" fill="hold" grpId="1" nodeType="withEffect">
                                      <p:stCondLst>
                                        <p:cond delay="300"/>
                                      </p:stCondLst>
                                      <p:childTnLst>
                                        <p:animScale>
                                          <p:cBhvr>
                                            <p:cTn id="29" dur="150" fill="hold"/>
                                            <p:tgtEl>
                                              <p:spTgt spid="15"/>
                                            </p:tgtEl>
                                          </p:cBhvr>
                                          <p:by x="110000" y="110000"/>
                                        </p:animScale>
                                      </p:childTnLst>
                                    </p:cTn>
                                  </p:par>
                                  <p:par>
                                    <p:cTn id="30" presetID="53" presetClass="entr" presetSubtype="16" fill="hold" grpId="0" nodeType="withEffect">
                                      <p:stCondLst>
                                        <p:cond delay="300"/>
                                      </p:stCondLst>
                                      <p:childTnLst>
                                        <p:set>
                                          <p:cBhvr>
                                            <p:cTn id="31" dur="1" fill="hold">
                                              <p:stCondLst>
                                                <p:cond delay="0"/>
                                              </p:stCondLst>
                                            </p:cTn>
                                            <p:tgtEl>
                                              <p:spTgt spid="14"/>
                                            </p:tgtEl>
                                            <p:attrNameLst>
                                              <p:attrName>style.visibility</p:attrName>
                                            </p:attrNameLst>
                                          </p:cBhvr>
                                          <p:to>
                                            <p:strVal val="visible"/>
                                          </p:to>
                                        </p:set>
                                        <p:anim calcmode="lin" valueType="num">
                                          <p:cBhvr>
                                            <p:cTn id="32" dur="300" fill="hold"/>
                                            <p:tgtEl>
                                              <p:spTgt spid="14"/>
                                            </p:tgtEl>
                                            <p:attrNameLst>
                                              <p:attrName>ppt_w</p:attrName>
                                            </p:attrNameLst>
                                          </p:cBhvr>
                                          <p:tavLst>
                                            <p:tav tm="0">
                                              <p:val>
                                                <p:fltVal val="0"/>
                                              </p:val>
                                            </p:tav>
                                            <p:tav tm="100000">
                                              <p:val>
                                                <p:strVal val="#ppt_w"/>
                                              </p:val>
                                            </p:tav>
                                          </p:tavLst>
                                        </p:anim>
                                        <p:anim calcmode="lin" valueType="num">
                                          <p:cBhvr>
                                            <p:cTn id="33" dur="300" fill="hold"/>
                                            <p:tgtEl>
                                              <p:spTgt spid="14"/>
                                            </p:tgtEl>
                                            <p:attrNameLst>
                                              <p:attrName>ppt_h</p:attrName>
                                            </p:attrNameLst>
                                          </p:cBhvr>
                                          <p:tavLst>
                                            <p:tav tm="0">
                                              <p:val>
                                                <p:fltVal val="0"/>
                                              </p:val>
                                            </p:tav>
                                            <p:tav tm="100000">
                                              <p:val>
                                                <p:strVal val="#ppt_h"/>
                                              </p:val>
                                            </p:tav>
                                          </p:tavLst>
                                        </p:anim>
                                        <p:animEffect transition="in" filter="fade">
                                          <p:cBhvr>
                                            <p:cTn id="34" dur="300"/>
                                            <p:tgtEl>
                                              <p:spTgt spid="14"/>
                                            </p:tgtEl>
                                          </p:cBhvr>
                                        </p:animEffect>
                                      </p:childTnLst>
                                    </p:cTn>
                                  </p:par>
                                  <p:par>
                                    <p:cTn id="35" presetID="6" presetClass="emph" presetSubtype="0" autoRev="1" fill="hold" grpId="1" nodeType="withEffect">
                                      <p:stCondLst>
                                        <p:cond delay="600"/>
                                      </p:stCondLst>
                                      <p:childTnLst>
                                        <p:animScale>
                                          <p:cBhvr>
                                            <p:cTn id="36" dur="150" fill="hold"/>
                                            <p:tgtEl>
                                              <p:spTgt spid="14"/>
                                            </p:tgtEl>
                                          </p:cBhvr>
                                          <p:by x="110000" y="110000"/>
                                        </p:animScale>
                                      </p:childTnLst>
                                    </p:cTn>
                                  </p:par>
                                  <p:par>
                                    <p:cTn id="37" presetID="53" presetClass="entr" presetSubtype="16" fill="hold" grpId="0" nodeType="withEffect">
                                      <p:stCondLst>
                                        <p:cond delay="100"/>
                                      </p:stCondLst>
                                      <p:childTnLst>
                                        <p:set>
                                          <p:cBhvr>
                                            <p:cTn id="38" dur="1" fill="hold">
                                              <p:stCondLst>
                                                <p:cond delay="0"/>
                                              </p:stCondLst>
                                            </p:cTn>
                                            <p:tgtEl>
                                              <p:spTgt spid="13"/>
                                            </p:tgtEl>
                                            <p:attrNameLst>
                                              <p:attrName>style.visibility</p:attrName>
                                            </p:attrNameLst>
                                          </p:cBhvr>
                                          <p:to>
                                            <p:strVal val="visible"/>
                                          </p:to>
                                        </p:set>
                                        <p:anim calcmode="lin" valueType="num">
                                          <p:cBhvr>
                                            <p:cTn id="39" dur="300" fill="hold"/>
                                            <p:tgtEl>
                                              <p:spTgt spid="13"/>
                                            </p:tgtEl>
                                            <p:attrNameLst>
                                              <p:attrName>ppt_w</p:attrName>
                                            </p:attrNameLst>
                                          </p:cBhvr>
                                          <p:tavLst>
                                            <p:tav tm="0">
                                              <p:val>
                                                <p:fltVal val="0"/>
                                              </p:val>
                                            </p:tav>
                                            <p:tav tm="100000">
                                              <p:val>
                                                <p:strVal val="#ppt_w"/>
                                              </p:val>
                                            </p:tav>
                                          </p:tavLst>
                                        </p:anim>
                                        <p:anim calcmode="lin" valueType="num">
                                          <p:cBhvr>
                                            <p:cTn id="40" dur="300" fill="hold"/>
                                            <p:tgtEl>
                                              <p:spTgt spid="13"/>
                                            </p:tgtEl>
                                            <p:attrNameLst>
                                              <p:attrName>ppt_h</p:attrName>
                                            </p:attrNameLst>
                                          </p:cBhvr>
                                          <p:tavLst>
                                            <p:tav tm="0">
                                              <p:val>
                                                <p:fltVal val="0"/>
                                              </p:val>
                                            </p:tav>
                                            <p:tav tm="100000">
                                              <p:val>
                                                <p:strVal val="#ppt_h"/>
                                              </p:val>
                                            </p:tav>
                                          </p:tavLst>
                                        </p:anim>
                                        <p:animEffect transition="in" filter="fade">
                                          <p:cBhvr>
                                            <p:cTn id="41" dur="300"/>
                                            <p:tgtEl>
                                              <p:spTgt spid="13"/>
                                            </p:tgtEl>
                                          </p:cBhvr>
                                        </p:animEffect>
                                      </p:childTnLst>
                                    </p:cTn>
                                  </p:par>
                                  <p:par>
                                    <p:cTn id="42" presetID="6" presetClass="emph" presetSubtype="0" autoRev="1" fill="hold" grpId="1" nodeType="withEffect">
                                      <p:stCondLst>
                                        <p:cond delay="400"/>
                                      </p:stCondLst>
                                      <p:childTnLst>
                                        <p:animScale>
                                          <p:cBhvr>
                                            <p:cTn id="43" dur="150" fill="hold"/>
                                            <p:tgtEl>
                                              <p:spTgt spid="13"/>
                                            </p:tgtEl>
                                          </p:cBhvr>
                                          <p:by x="110000" y="110000"/>
                                        </p:animScale>
                                      </p:childTnLst>
                                    </p:cTn>
                                  </p:par>
                                  <p:par>
                                    <p:cTn id="44" presetID="53" presetClass="entr" presetSubtype="16" fill="hold" grpId="0" nodeType="withEffect">
                                      <p:stCondLst>
                                        <p:cond delay="400"/>
                                      </p:stCondLst>
                                      <p:childTnLst>
                                        <p:set>
                                          <p:cBhvr>
                                            <p:cTn id="45" dur="1" fill="hold">
                                              <p:stCondLst>
                                                <p:cond delay="0"/>
                                              </p:stCondLst>
                                            </p:cTn>
                                            <p:tgtEl>
                                              <p:spTgt spid="17"/>
                                            </p:tgtEl>
                                            <p:attrNameLst>
                                              <p:attrName>style.visibility</p:attrName>
                                            </p:attrNameLst>
                                          </p:cBhvr>
                                          <p:to>
                                            <p:strVal val="visible"/>
                                          </p:to>
                                        </p:set>
                                        <p:anim calcmode="lin" valueType="num">
                                          <p:cBhvr>
                                            <p:cTn id="46" dur="300" fill="hold"/>
                                            <p:tgtEl>
                                              <p:spTgt spid="17"/>
                                            </p:tgtEl>
                                            <p:attrNameLst>
                                              <p:attrName>ppt_w</p:attrName>
                                            </p:attrNameLst>
                                          </p:cBhvr>
                                          <p:tavLst>
                                            <p:tav tm="0">
                                              <p:val>
                                                <p:fltVal val="0"/>
                                              </p:val>
                                            </p:tav>
                                            <p:tav tm="100000">
                                              <p:val>
                                                <p:strVal val="#ppt_w"/>
                                              </p:val>
                                            </p:tav>
                                          </p:tavLst>
                                        </p:anim>
                                        <p:anim calcmode="lin" valueType="num">
                                          <p:cBhvr>
                                            <p:cTn id="47" dur="300" fill="hold"/>
                                            <p:tgtEl>
                                              <p:spTgt spid="17"/>
                                            </p:tgtEl>
                                            <p:attrNameLst>
                                              <p:attrName>ppt_h</p:attrName>
                                            </p:attrNameLst>
                                          </p:cBhvr>
                                          <p:tavLst>
                                            <p:tav tm="0">
                                              <p:val>
                                                <p:fltVal val="0"/>
                                              </p:val>
                                            </p:tav>
                                            <p:tav tm="100000">
                                              <p:val>
                                                <p:strVal val="#ppt_h"/>
                                              </p:val>
                                            </p:tav>
                                          </p:tavLst>
                                        </p:anim>
                                        <p:animEffect transition="in" filter="fade">
                                          <p:cBhvr>
                                            <p:cTn id="48" dur="300"/>
                                            <p:tgtEl>
                                              <p:spTgt spid="17"/>
                                            </p:tgtEl>
                                          </p:cBhvr>
                                        </p:animEffect>
                                      </p:childTnLst>
                                    </p:cTn>
                                  </p:par>
                                  <p:par>
                                    <p:cTn id="49" presetID="6" presetClass="emph" presetSubtype="0" autoRev="1" fill="hold" grpId="1" nodeType="withEffect">
                                      <p:stCondLst>
                                        <p:cond delay="700"/>
                                      </p:stCondLst>
                                      <p:childTnLst>
                                        <p:animScale>
                                          <p:cBhvr>
                                            <p:cTn id="50" dur="150" fill="hold"/>
                                            <p:tgtEl>
                                              <p:spTgt spid="17"/>
                                            </p:tgtEl>
                                          </p:cBhvr>
                                          <p:by x="110000" y="110000"/>
                                        </p:animScale>
                                      </p:childTnLst>
                                    </p:cTn>
                                  </p:par>
                                  <p:par>
                                    <p:cTn id="51" presetID="53" presetClass="entr" presetSubtype="16" fill="hold" grpId="0" nodeType="withEffect">
                                      <p:stCondLst>
                                        <p:cond delay="400"/>
                                      </p:stCondLst>
                                      <p:childTnLst>
                                        <p:set>
                                          <p:cBhvr>
                                            <p:cTn id="52" dur="1" fill="hold">
                                              <p:stCondLst>
                                                <p:cond delay="0"/>
                                              </p:stCondLst>
                                            </p:cTn>
                                            <p:tgtEl>
                                              <p:spTgt spid="21"/>
                                            </p:tgtEl>
                                            <p:attrNameLst>
                                              <p:attrName>style.visibility</p:attrName>
                                            </p:attrNameLst>
                                          </p:cBhvr>
                                          <p:to>
                                            <p:strVal val="visible"/>
                                          </p:to>
                                        </p:set>
                                        <p:anim calcmode="lin" valueType="num">
                                          <p:cBhvr>
                                            <p:cTn id="53" dur="300" fill="hold"/>
                                            <p:tgtEl>
                                              <p:spTgt spid="21"/>
                                            </p:tgtEl>
                                            <p:attrNameLst>
                                              <p:attrName>ppt_w</p:attrName>
                                            </p:attrNameLst>
                                          </p:cBhvr>
                                          <p:tavLst>
                                            <p:tav tm="0">
                                              <p:val>
                                                <p:fltVal val="0"/>
                                              </p:val>
                                            </p:tav>
                                            <p:tav tm="100000">
                                              <p:val>
                                                <p:strVal val="#ppt_w"/>
                                              </p:val>
                                            </p:tav>
                                          </p:tavLst>
                                        </p:anim>
                                        <p:anim calcmode="lin" valueType="num">
                                          <p:cBhvr>
                                            <p:cTn id="54" dur="300" fill="hold"/>
                                            <p:tgtEl>
                                              <p:spTgt spid="21"/>
                                            </p:tgtEl>
                                            <p:attrNameLst>
                                              <p:attrName>ppt_h</p:attrName>
                                            </p:attrNameLst>
                                          </p:cBhvr>
                                          <p:tavLst>
                                            <p:tav tm="0">
                                              <p:val>
                                                <p:fltVal val="0"/>
                                              </p:val>
                                            </p:tav>
                                            <p:tav tm="100000">
                                              <p:val>
                                                <p:strVal val="#ppt_h"/>
                                              </p:val>
                                            </p:tav>
                                          </p:tavLst>
                                        </p:anim>
                                        <p:animEffect transition="in" filter="fade">
                                          <p:cBhvr>
                                            <p:cTn id="55" dur="300"/>
                                            <p:tgtEl>
                                              <p:spTgt spid="21"/>
                                            </p:tgtEl>
                                          </p:cBhvr>
                                        </p:animEffect>
                                      </p:childTnLst>
                                    </p:cTn>
                                  </p:par>
                                  <p:par>
                                    <p:cTn id="56" presetID="6" presetClass="emph" presetSubtype="0" autoRev="1" fill="hold" grpId="1" nodeType="withEffect">
                                      <p:stCondLst>
                                        <p:cond delay="700"/>
                                      </p:stCondLst>
                                      <p:childTnLst>
                                        <p:animScale>
                                          <p:cBhvr>
                                            <p:cTn id="57" dur="150" fill="hold"/>
                                            <p:tgtEl>
                                              <p:spTgt spid="21"/>
                                            </p:tgtEl>
                                          </p:cBhvr>
                                          <p:by x="110000" y="110000"/>
                                        </p:animScale>
                                      </p:childTnLst>
                                    </p:cTn>
                                  </p:par>
                                  <p:par>
                                    <p:cTn id="58" presetID="53" presetClass="entr" presetSubtype="16" fill="hold" grpId="0" nodeType="withEffect">
                                      <p:stCondLst>
                                        <p:cond delay="100"/>
                                      </p:stCondLst>
                                      <p:childTnLst>
                                        <p:set>
                                          <p:cBhvr>
                                            <p:cTn id="59" dur="1" fill="hold">
                                              <p:stCondLst>
                                                <p:cond delay="0"/>
                                              </p:stCondLst>
                                            </p:cTn>
                                            <p:tgtEl>
                                              <p:spTgt spid="22"/>
                                            </p:tgtEl>
                                            <p:attrNameLst>
                                              <p:attrName>style.visibility</p:attrName>
                                            </p:attrNameLst>
                                          </p:cBhvr>
                                          <p:to>
                                            <p:strVal val="visible"/>
                                          </p:to>
                                        </p:set>
                                        <p:anim calcmode="lin" valueType="num">
                                          <p:cBhvr>
                                            <p:cTn id="60" dur="300" fill="hold"/>
                                            <p:tgtEl>
                                              <p:spTgt spid="22"/>
                                            </p:tgtEl>
                                            <p:attrNameLst>
                                              <p:attrName>ppt_w</p:attrName>
                                            </p:attrNameLst>
                                          </p:cBhvr>
                                          <p:tavLst>
                                            <p:tav tm="0">
                                              <p:val>
                                                <p:fltVal val="0"/>
                                              </p:val>
                                            </p:tav>
                                            <p:tav tm="100000">
                                              <p:val>
                                                <p:strVal val="#ppt_w"/>
                                              </p:val>
                                            </p:tav>
                                          </p:tavLst>
                                        </p:anim>
                                        <p:anim calcmode="lin" valueType="num">
                                          <p:cBhvr>
                                            <p:cTn id="61" dur="300" fill="hold"/>
                                            <p:tgtEl>
                                              <p:spTgt spid="22"/>
                                            </p:tgtEl>
                                            <p:attrNameLst>
                                              <p:attrName>ppt_h</p:attrName>
                                            </p:attrNameLst>
                                          </p:cBhvr>
                                          <p:tavLst>
                                            <p:tav tm="0">
                                              <p:val>
                                                <p:fltVal val="0"/>
                                              </p:val>
                                            </p:tav>
                                            <p:tav tm="100000">
                                              <p:val>
                                                <p:strVal val="#ppt_h"/>
                                              </p:val>
                                            </p:tav>
                                          </p:tavLst>
                                        </p:anim>
                                        <p:animEffect transition="in" filter="fade">
                                          <p:cBhvr>
                                            <p:cTn id="62" dur="300"/>
                                            <p:tgtEl>
                                              <p:spTgt spid="22"/>
                                            </p:tgtEl>
                                          </p:cBhvr>
                                        </p:animEffect>
                                      </p:childTnLst>
                                    </p:cTn>
                                  </p:par>
                                  <p:par>
                                    <p:cTn id="63" presetID="6" presetClass="emph" presetSubtype="0" autoRev="1" fill="hold" grpId="1" nodeType="withEffect">
                                      <p:stCondLst>
                                        <p:cond delay="400"/>
                                      </p:stCondLst>
                                      <p:childTnLst>
                                        <p:animScale>
                                          <p:cBhvr>
                                            <p:cTn id="64" dur="150" fill="hold"/>
                                            <p:tgtEl>
                                              <p:spTgt spid="22"/>
                                            </p:tgtEl>
                                          </p:cBhvr>
                                          <p:by x="110000" y="110000"/>
                                        </p:animScale>
                                      </p:childTnLst>
                                    </p:cTn>
                                  </p:par>
                                  <p:par>
                                    <p:cTn id="65" presetID="53" presetClass="entr" presetSubtype="16" fill="hold" grpId="0" nodeType="withEffect">
                                      <p:stCondLst>
                                        <p:cond delay="400"/>
                                      </p:stCondLst>
                                      <p:childTnLst>
                                        <p:set>
                                          <p:cBhvr>
                                            <p:cTn id="66" dur="1" fill="hold">
                                              <p:stCondLst>
                                                <p:cond delay="0"/>
                                              </p:stCondLst>
                                            </p:cTn>
                                            <p:tgtEl>
                                              <p:spTgt spid="23"/>
                                            </p:tgtEl>
                                            <p:attrNameLst>
                                              <p:attrName>style.visibility</p:attrName>
                                            </p:attrNameLst>
                                          </p:cBhvr>
                                          <p:to>
                                            <p:strVal val="visible"/>
                                          </p:to>
                                        </p:set>
                                        <p:anim calcmode="lin" valueType="num">
                                          <p:cBhvr>
                                            <p:cTn id="67" dur="300" fill="hold"/>
                                            <p:tgtEl>
                                              <p:spTgt spid="23"/>
                                            </p:tgtEl>
                                            <p:attrNameLst>
                                              <p:attrName>ppt_w</p:attrName>
                                            </p:attrNameLst>
                                          </p:cBhvr>
                                          <p:tavLst>
                                            <p:tav tm="0">
                                              <p:val>
                                                <p:fltVal val="0"/>
                                              </p:val>
                                            </p:tav>
                                            <p:tav tm="100000">
                                              <p:val>
                                                <p:strVal val="#ppt_w"/>
                                              </p:val>
                                            </p:tav>
                                          </p:tavLst>
                                        </p:anim>
                                        <p:anim calcmode="lin" valueType="num">
                                          <p:cBhvr>
                                            <p:cTn id="68" dur="300" fill="hold"/>
                                            <p:tgtEl>
                                              <p:spTgt spid="23"/>
                                            </p:tgtEl>
                                            <p:attrNameLst>
                                              <p:attrName>ppt_h</p:attrName>
                                            </p:attrNameLst>
                                          </p:cBhvr>
                                          <p:tavLst>
                                            <p:tav tm="0">
                                              <p:val>
                                                <p:fltVal val="0"/>
                                              </p:val>
                                            </p:tav>
                                            <p:tav tm="100000">
                                              <p:val>
                                                <p:strVal val="#ppt_h"/>
                                              </p:val>
                                            </p:tav>
                                          </p:tavLst>
                                        </p:anim>
                                        <p:animEffect transition="in" filter="fade">
                                          <p:cBhvr>
                                            <p:cTn id="69" dur="300"/>
                                            <p:tgtEl>
                                              <p:spTgt spid="23"/>
                                            </p:tgtEl>
                                          </p:cBhvr>
                                        </p:animEffect>
                                      </p:childTnLst>
                                    </p:cTn>
                                  </p:par>
                                  <p:par>
                                    <p:cTn id="70" presetID="6" presetClass="emph" presetSubtype="0" autoRev="1" fill="hold" grpId="1" nodeType="withEffect">
                                      <p:stCondLst>
                                        <p:cond delay="700"/>
                                      </p:stCondLst>
                                      <p:childTnLst>
                                        <p:animScale>
                                          <p:cBhvr>
                                            <p:cTn id="71" dur="150" fill="hold"/>
                                            <p:tgtEl>
                                              <p:spTgt spid="2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19" grpId="0"/>
          <p:bldP spid="13" grpId="0" animBg="1"/>
          <p:bldP spid="13" grpId="1" animBg="1"/>
          <p:bldP spid="14" grpId="0" animBg="1"/>
          <p:bldP spid="14" grpId="1" animBg="1"/>
          <p:bldP spid="15" grpId="0" animBg="1"/>
          <p:bldP spid="15" grpId="1" animBg="1"/>
          <p:bldP spid="17" grpId="0" animBg="1"/>
          <p:bldP spid="17" grpId="1" animBg="1"/>
          <p:bldP spid="21" grpId="0" animBg="1"/>
          <p:bldP spid="21" grpId="1" animBg="1"/>
          <p:bldP spid="3" grpId="0" animBg="1"/>
          <p:bldP spid="3" grpId="1" animBg="1"/>
          <p:bldP spid="4" grpId="0"/>
          <p:bldP spid="4" grpId="1"/>
          <p:bldP spid="22" grpId="0" animBg="1"/>
          <p:bldP spid="22" grpId="1" animBg="1"/>
        </p:bld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2948336" y="204238"/>
            <a:ext cx="3057247" cy="584775"/>
          </a:xfrm>
          <a:prstGeom prst="rect">
            <a:avLst/>
          </a:prstGeom>
          <a:noFill/>
        </p:spPr>
        <p:txBody>
          <a:bodyPr wrap="none" rtlCol="0">
            <a:spAutoFit/>
          </a:bodyPr>
          <a:lstStyle/>
          <a:p>
            <a:pPr algn="ctr" defTabSz="822686">
              <a:defRPr/>
            </a:pPr>
            <a:r>
              <a:rPr lang="zh-CN" altLang="en-US" sz="3200" b="1" dirty="0">
                <a:latin typeface="+mn-ea"/>
              </a:rPr>
              <a:t>数据预处理目的</a:t>
            </a:r>
          </a:p>
        </p:txBody>
      </p:sp>
      <p:sp>
        <p:nvSpPr>
          <p:cNvPr id="3" name="TextBox 2"/>
          <p:cNvSpPr txBox="1"/>
          <p:nvPr/>
        </p:nvSpPr>
        <p:spPr>
          <a:xfrm>
            <a:off x="395536" y="986780"/>
            <a:ext cx="8352928" cy="1951303"/>
          </a:xfrm>
          <a:prstGeom prst="rect">
            <a:avLst/>
          </a:prstGeom>
          <a:noFill/>
        </p:spPr>
        <p:txBody>
          <a:bodyPr wrap="square" rtlCol="0">
            <a:spAutoFit/>
          </a:bodyPr>
          <a:lstStyle/>
          <a:p>
            <a:pPr marL="285750" indent="-285750">
              <a:lnSpc>
                <a:spcPct val="90000"/>
              </a:lnSpc>
              <a:buFont typeface="Wingdings" panose="05000000000000000000" pitchFamily="2" charset="2"/>
              <a:buChar char="Ø"/>
            </a:pPr>
            <a:r>
              <a:rPr lang="zh-CN" altLang="en-US" sz="2800" dirty="0">
                <a:latin typeface="华文楷体" panose="02010600040101010101" pitchFamily="2" charset="-122"/>
                <a:ea typeface="华文楷体" panose="02010600040101010101" pitchFamily="2" charset="-122"/>
              </a:rPr>
              <a:t> 数据预处理（Data Preprocessing）是指在对数据进行机器学习模型学习以前，先对原始数据进行必要的清理、集成、转换、离散和归约等一系列的处理工作。</a:t>
            </a:r>
            <a:endParaRPr lang="en-US" altLang="zh-CN" sz="2800" dirty="0"/>
          </a:p>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B8159409-A503-4442-9F2E-FE91B1E77507}"/>
              </a:ext>
            </a:extLst>
          </p:cNvPr>
          <p:cNvPicPr>
            <a:picLocks noChangeAspect="1"/>
          </p:cNvPicPr>
          <p:nvPr/>
        </p:nvPicPr>
        <p:blipFill>
          <a:blip r:embed="rId3" cstate="print"/>
          <a:stretch>
            <a:fillRect/>
          </a:stretch>
        </p:blipFill>
        <p:spPr>
          <a:xfrm>
            <a:off x="-32" y="64578"/>
            <a:ext cx="864096" cy="864096"/>
          </a:xfrm>
          <a:prstGeom prst="rect">
            <a:avLst/>
          </a:prstGeom>
        </p:spPr>
      </p:pic>
    </p:spTree>
    <p:extLst>
      <p:ext uri="{BB962C8B-B14F-4D97-AF65-F5344CB8AC3E}">
        <p14:creationId xmlns:p14="http://schemas.microsoft.com/office/powerpoint/2010/main" val="4139066739"/>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2948336" y="204238"/>
            <a:ext cx="3057247" cy="584775"/>
          </a:xfrm>
          <a:prstGeom prst="rect">
            <a:avLst/>
          </a:prstGeom>
          <a:noFill/>
        </p:spPr>
        <p:txBody>
          <a:bodyPr wrap="none" rtlCol="0">
            <a:spAutoFit/>
          </a:bodyPr>
          <a:lstStyle/>
          <a:p>
            <a:pPr algn="ctr" defTabSz="822686">
              <a:defRPr/>
            </a:pPr>
            <a:r>
              <a:rPr lang="zh-CN" altLang="en-US" sz="3200" b="1" dirty="0">
                <a:latin typeface="+mn-ea"/>
              </a:rPr>
              <a:t>数据预处理目的</a:t>
            </a:r>
          </a:p>
        </p:txBody>
      </p:sp>
      <p:sp>
        <p:nvSpPr>
          <p:cNvPr id="3" name="TextBox 2"/>
          <p:cNvSpPr txBox="1"/>
          <p:nvPr/>
        </p:nvSpPr>
        <p:spPr>
          <a:xfrm>
            <a:off x="395536" y="986780"/>
            <a:ext cx="8352928" cy="3810274"/>
          </a:xfrm>
          <a:prstGeom prst="rect">
            <a:avLst/>
          </a:prstGeom>
          <a:noFill/>
        </p:spPr>
        <p:txBody>
          <a:bodyPr wrap="square" rtlCol="0">
            <a:spAutoFit/>
          </a:bodyPr>
          <a:lstStyle/>
          <a:p>
            <a:pPr marL="285750" indent="-285750">
              <a:lnSpc>
                <a:spcPct val="90000"/>
              </a:lnSpc>
              <a:buFont typeface="Wingdings" panose="05000000000000000000" pitchFamily="2" charset="2"/>
              <a:buChar char="Ø"/>
            </a:pPr>
            <a:r>
              <a:rPr lang="zh-CN" altLang="en-US" sz="2400" dirty="0">
                <a:latin typeface="华文楷体" panose="02010600040101010101" pitchFamily="2" charset="-122"/>
                <a:ea typeface="华文楷体" panose="02010600040101010101" pitchFamily="2" charset="-122"/>
              </a:rPr>
              <a:t>数据结构问题</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数据集成中几乎必然产生的问题（</a:t>
            </a:r>
            <a:r>
              <a:rPr lang="zh-CN" altLang="en-US" sz="2400" dirty="0">
                <a:solidFill>
                  <a:srgbClr val="FF0000"/>
                </a:solidFill>
                <a:highlight>
                  <a:srgbClr val="FFFF00"/>
                </a:highlight>
                <a:latin typeface="华文楷体" panose="02010600040101010101" pitchFamily="2" charset="-122"/>
                <a:ea typeface="华文楷体" panose="02010600040101010101" pitchFamily="2" charset="-122"/>
              </a:rPr>
              <a:t>举例</a:t>
            </a:r>
            <a:r>
              <a:rPr lang="zh-CN" altLang="en-US" sz="2400" dirty="0">
                <a:latin typeface="华文楷体" panose="02010600040101010101" pitchFamily="2" charset="-122"/>
                <a:ea typeface="华文楷体" panose="02010600040101010101" pitchFamily="2" charset="-122"/>
              </a:rPr>
              <a:t>）</a:t>
            </a:r>
            <a:endParaRPr lang="en-US" altLang="zh-CN" sz="2400" dirty="0">
              <a:latin typeface="华文楷体" panose="02010600040101010101" pitchFamily="2" charset="-122"/>
              <a:ea typeface="华文楷体" panose="02010600040101010101" pitchFamily="2" charset="-122"/>
            </a:endParaRPr>
          </a:p>
          <a:p>
            <a:pPr marL="800100" lvl="1" indent="-342900">
              <a:buFont typeface="Wingdings" panose="05000000000000000000" pitchFamily="2" charset="2"/>
              <a:buChar char="Ø"/>
            </a:pPr>
            <a:r>
              <a:rPr lang="zh-CN" altLang="en-US" sz="2000" dirty="0">
                <a:latin typeface="华文楷体" panose="02010600040101010101" pitchFamily="2" charset="-122"/>
                <a:ea typeface="华文楷体" panose="02010600040101010101" pitchFamily="2" charset="-122"/>
              </a:rPr>
              <a:t>字段名称不同。如，同样是存储员工薪水，一个数据源中字段名称是“</a:t>
            </a:r>
            <a:r>
              <a:rPr lang="en-US" altLang="zh-CN" sz="2000" dirty="0">
                <a:latin typeface="华文楷体" panose="02010600040101010101" pitchFamily="2" charset="-122"/>
                <a:ea typeface="华文楷体" panose="02010600040101010101" pitchFamily="2" charset="-122"/>
              </a:rPr>
              <a:t>Salary”</a:t>
            </a:r>
            <a:r>
              <a:rPr lang="zh-CN" altLang="en-US" sz="2000" dirty="0">
                <a:latin typeface="华文楷体" panose="02010600040101010101" pitchFamily="2" charset="-122"/>
                <a:ea typeface="华文楷体" panose="02010600040101010101" pitchFamily="2" charset="-122"/>
              </a:rPr>
              <a:t>，另一个数据源中字段名是“</a:t>
            </a:r>
            <a:r>
              <a:rPr lang="en-US" altLang="zh-CN" sz="2000" dirty="0">
                <a:latin typeface="华文楷体" panose="02010600040101010101" pitchFamily="2" charset="-122"/>
                <a:ea typeface="华文楷体" panose="02010600040101010101" pitchFamily="2" charset="-122"/>
              </a:rPr>
              <a:t>Payment”</a:t>
            </a:r>
            <a:r>
              <a:rPr lang="zh-CN" altLang="en-US" sz="2000" dirty="0">
                <a:latin typeface="华文楷体" panose="02010600040101010101" pitchFamily="2" charset="-122"/>
                <a:ea typeface="华文楷体" panose="02010600040101010101" pitchFamily="2" charset="-122"/>
              </a:rPr>
              <a:t>。</a:t>
            </a:r>
            <a:endParaRPr lang="en-US" altLang="zh-CN" sz="2000" dirty="0">
              <a:latin typeface="华文楷体" panose="02010600040101010101" pitchFamily="2" charset="-122"/>
              <a:ea typeface="华文楷体" panose="02010600040101010101" pitchFamily="2" charset="-122"/>
            </a:endParaRPr>
          </a:p>
          <a:p>
            <a:pPr marL="800100" lvl="1" indent="-342900">
              <a:buFont typeface="Wingdings" panose="05000000000000000000" pitchFamily="2" charset="2"/>
              <a:buChar char="Ø"/>
            </a:pPr>
            <a:r>
              <a:rPr lang="zh-CN" altLang="en-US" sz="2000" dirty="0">
                <a:latin typeface="华文楷体" panose="02010600040101010101" pitchFamily="2" charset="-122"/>
                <a:ea typeface="华文楷体" panose="02010600040101010101" pitchFamily="2" charset="-122"/>
              </a:rPr>
              <a:t>字段数据类型不同。如，同样是存储员工薪水的</a:t>
            </a:r>
            <a:r>
              <a:rPr lang="en-US" altLang="zh-CN" sz="2000" dirty="0">
                <a:latin typeface="华文楷体" panose="02010600040101010101" pitchFamily="2" charset="-122"/>
                <a:ea typeface="华文楷体" panose="02010600040101010101" pitchFamily="2" charset="-122"/>
              </a:rPr>
              <a:t>Payment</a:t>
            </a:r>
            <a:r>
              <a:rPr lang="zh-CN" altLang="en-US" sz="2000" dirty="0">
                <a:latin typeface="华文楷体" panose="02010600040101010101" pitchFamily="2" charset="-122"/>
                <a:ea typeface="华文楷体" panose="02010600040101010101" pitchFamily="2" charset="-122"/>
              </a:rPr>
              <a:t>字段，一个数据源中存为</a:t>
            </a:r>
            <a:r>
              <a:rPr lang="en-US" altLang="zh-CN" sz="2000" dirty="0">
                <a:latin typeface="华文楷体" panose="02010600040101010101" pitchFamily="2" charset="-122"/>
                <a:ea typeface="华文楷体" panose="02010600040101010101" pitchFamily="2" charset="-122"/>
              </a:rPr>
              <a:t>INTEGER</a:t>
            </a:r>
            <a:r>
              <a:rPr lang="zh-CN" altLang="en-US" sz="2000" dirty="0">
                <a:latin typeface="华文楷体" panose="02010600040101010101" pitchFamily="2" charset="-122"/>
                <a:ea typeface="华文楷体" panose="02010600040101010101" pitchFamily="2" charset="-122"/>
              </a:rPr>
              <a:t>型，另一个数据源中存为</a:t>
            </a:r>
            <a:r>
              <a:rPr lang="en-US" altLang="zh-CN" sz="2000" dirty="0">
                <a:latin typeface="华文楷体" panose="02010600040101010101" pitchFamily="2" charset="-122"/>
                <a:ea typeface="华文楷体" panose="02010600040101010101" pitchFamily="2" charset="-122"/>
              </a:rPr>
              <a:t>CHAR</a:t>
            </a:r>
            <a:r>
              <a:rPr lang="zh-CN" altLang="en-US" sz="2000" dirty="0">
                <a:latin typeface="华文楷体" panose="02010600040101010101" pitchFamily="2" charset="-122"/>
                <a:ea typeface="华文楷体" panose="02010600040101010101" pitchFamily="2" charset="-122"/>
              </a:rPr>
              <a:t>型。</a:t>
            </a:r>
            <a:endParaRPr lang="en-US" altLang="zh-CN" sz="2000" dirty="0">
              <a:latin typeface="华文楷体" panose="02010600040101010101" pitchFamily="2" charset="-122"/>
              <a:ea typeface="华文楷体" panose="02010600040101010101" pitchFamily="2" charset="-122"/>
            </a:endParaRPr>
          </a:p>
          <a:p>
            <a:pPr marL="800100" lvl="1" indent="-342900">
              <a:buFont typeface="Wingdings" panose="05000000000000000000" pitchFamily="2" charset="2"/>
              <a:buChar char="Ø"/>
            </a:pPr>
            <a:r>
              <a:rPr lang="zh-CN" altLang="en-US" sz="2000" dirty="0">
                <a:latin typeface="华文楷体" panose="02010600040101010101" pitchFamily="2" charset="-122"/>
                <a:ea typeface="华文楷体" panose="02010600040101010101" pitchFamily="2" charset="-122"/>
              </a:rPr>
              <a:t>字段数据格式不同。如，同样是存储员工薪水的</a:t>
            </a:r>
            <a:r>
              <a:rPr lang="en-US" altLang="zh-CN" sz="2000" dirty="0">
                <a:latin typeface="华文楷体" panose="02010600040101010101" pitchFamily="2" charset="-122"/>
                <a:ea typeface="华文楷体" panose="02010600040101010101" pitchFamily="2" charset="-122"/>
              </a:rPr>
              <a:t>Payment</a:t>
            </a:r>
            <a:r>
              <a:rPr lang="zh-CN" altLang="en-US" sz="2000" dirty="0">
                <a:latin typeface="华文楷体" panose="02010600040101010101" pitchFamily="2" charset="-122"/>
                <a:ea typeface="华文楷体" panose="02010600040101010101" pitchFamily="2" charset="-122"/>
              </a:rPr>
              <a:t>数值型字段，一个数据源中使用逗号分隔，另一个数据源中用科学记数法。</a:t>
            </a:r>
            <a:endParaRPr lang="en-US" altLang="zh-CN" sz="2000" dirty="0">
              <a:latin typeface="华文楷体" panose="02010600040101010101" pitchFamily="2" charset="-122"/>
              <a:ea typeface="华文楷体" panose="02010600040101010101" pitchFamily="2" charset="-122"/>
            </a:endParaRPr>
          </a:p>
          <a:p>
            <a:pPr marL="800100" lvl="1" indent="-342900">
              <a:buFont typeface="Wingdings" panose="05000000000000000000" pitchFamily="2" charset="2"/>
              <a:buChar char="Ø"/>
            </a:pPr>
            <a:r>
              <a:rPr lang="zh-CN" altLang="en-US" sz="2000" dirty="0">
                <a:latin typeface="华文楷体" panose="02010600040101010101" pitchFamily="2" charset="-122"/>
                <a:ea typeface="华文楷体" panose="02010600040101010101" pitchFamily="2" charset="-122"/>
              </a:rPr>
              <a:t>字段单位不同。如，同样是存储员工薪水的</a:t>
            </a:r>
            <a:r>
              <a:rPr lang="en-US" altLang="zh-CN" sz="2000" dirty="0">
                <a:latin typeface="华文楷体" panose="02010600040101010101" pitchFamily="2" charset="-122"/>
                <a:ea typeface="华文楷体" panose="02010600040101010101" pitchFamily="2" charset="-122"/>
              </a:rPr>
              <a:t>Payment</a:t>
            </a:r>
            <a:r>
              <a:rPr lang="zh-CN" altLang="en-US" sz="2000" dirty="0">
                <a:latin typeface="华文楷体" panose="02010600040101010101" pitchFamily="2" charset="-122"/>
                <a:ea typeface="华文楷体" panose="02010600040101010101" pitchFamily="2" charset="-122"/>
              </a:rPr>
              <a:t>数值型字段，一个数据源中单位是一万人民币，另一个数据源中是美元。</a:t>
            </a:r>
            <a:endParaRPr lang="en-US" altLang="zh-CN" sz="2000" dirty="0">
              <a:latin typeface="华文楷体" panose="02010600040101010101" pitchFamily="2" charset="-122"/>
              <a:ea typeface="华文楷体" panose="02010600040101010101" pitchFamily="2" charset="-122"/>
            </a:endParaRPr>
          </a:p>
          <a:p>
            <a:pPr marL="800100" lvl="1" indent="-342900">
              <a:buFont typeface="Wingdings" panose="05000000000000000000" pitchFamily="2" charset="2"/>
              <a:buChar char="Ø"/>
            </a:pPr>
            <a:r>
              <a:rPr lang="zh-CN" altLang="en-US" sz="2000" dirty="0">
                <a:latin typeface="华文楷体" panose="02010600040101010101" pitchFamily="2" charset="-122"/>
                <a:ea typeface="华文楷体" panose="02010600040101010101" pitchFamily="2" charset="-122"/>
              </a:rPr>
              <a:t>字段取值范围不同。如，同样是存储员工薪水的</a:t>
            </a:r>
            <a:r>
              <a:rPr lang="en-US" altLang="zh-CN" sz="2000" dirty="0">
                <a:latin typeface="华文楷体" panose="02010600040101010101" pitchFamily="2" charset="-122"/>
                <a:ea typeface="华文楷体" panose="02010600040101010101" pitchFamily="2" charset="-122"/>
              </a:rPr>
              <a:t>Payment</a:t>
            </a:r>
            <a:r>
              <a:rPr lang="zh-CN" altLang="en-US" sz="2000" dirty="0">
                <a:latin typeface="华文楷体" panose="02010600040101010101" pitchFamily="2" charset="-122"/>
                <a:ea typeface="华文楷体" panose="02010600040101010101" pitchFamily="2" charset="-122"/>
              </a:rPr>
              <a:t>数值型字段，一个数据源中允许空值，</a:t>
            </a:r>
            <a:r>
              <a:rPr lang="en-US" altLang="zh-CN" sz="2000" dirty="0">
                <a:latin typeface="华文楷体" panose="02010600040101010101" pitchFamily="2" charset="-122"/>
                <a:ea typeface="华文楷体" panose="02010600040101010101" pitchFamily="2" charset="-122"/>
              </a:rPr>
              <a:t>NULL</a:t>
            </a:r>
            <a:r>
              <a:rPr lang="zh-CN" altLang="en-US" sz="2000" dirty="0">
                <a:latin typeface="华文楷体" panose="02010600040101010101" pitchFamily="2" charset="-122"/>
                <a:ea typeface="华文楷体" panose="02010600040101010101" pitchFamily="2" charset="-122"/>
              </a:rPr>
              <a:t>值，另一个数据源中不允许。</a:t>
            </a:r>
            <a:endParaRPr lang="en-US" altLang="zh-CN" sz="2000" dirty="0">
              <a:latin typeface="华文楷体" panose="02010600040101010101" pitchFamily="2" charset="-122"/>
              <a:ea typeface="华文楷体" panose="02010600040101010101" pitchFamily="2" charset="-122"/>
            </a:endParaRPr>
          </a:p>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B8159409-A503-4442-9F2E-FE91B1E77507}"/>
              </a:ext>
            </a:extLst>
          </p:cNvPr>
          <p:cNvPicPr>
            <a:picLocks noChangeAspect="1"/>
          </p:cNvPicPr>
          <p:nvPr/>
        </p:nvPicPr>
        <p:blipFill>
          <a:blip r:embed="rId3" cstate="print"/>
          <a:stretch>
            <a:fillRect/>
          </a:stretch>
        </p:blipFill>
        <p:spPr>
          <a:xfrm>
            <a:off x="-32" y="64578"/>
            <a:ext cx="864096" cy="864096"/>
          </a:xfrm>
          <a:prstGeom prst="rect">
            <a:avLst/>
          </a:prstGeom>
        </p:spPr>
      </p:pic>
    </p:spTree>
    <p:extLst>
      <p:ext uri="{BB962C8B-B14F-4D97-AF65-F5344CB8AC3E}">
        <p14:creationId xmlns:p14="http://schemas.microsoft.com/office/powerpoint/2010/main" val="913310770"/>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2948336" y="204238"/>
            <a:ext cx="3057247" cy="584775"/>
          </a:xfrm>
          <a:prstGeom prst="rect">
            <a:avLst/>
          </a:prstGeom>
          <a:noFill/>
        </p:spPr>
        <p:txBody>
          <a:bodyPr wrap="none" rtlCol="0">
            <a:spAutoFit/>
          </a:bodyPr>
          <a:lstStyle/>
          <a:p>
            <a:pPr algn="ctr" defTabSz="822686">
              <a:defRPr/>
            </a:pPr>
            <a:r>
              <a:rPr lang="zh-CN" altLang="en-US" sz="3200" b="1" dirty="0">
                <a:latin typeface="+mn-ea"/>
              </a:rPr>
              <a:t>数据预处理目的</a:t>
            </a:r>
          </a:p>
        </p:txBody>
      </p:sp>
      <p:sp>
        <p:nvSpPr>
          <p:cNvPr id="3" name="TextBox 2"/>
          <p:cNvSpPr txBox="1"/>
          <p:nvPr/>
        </p:nvSpPr>
        <p:spPr>
          <a:xfrm>
            <a:off x="432016" y="894596"/>
            <a:ext cx="8352928" cy="3447098"/>
          </a:xfrm>
          <a:prstGeom prst="rect">
            <a:avLst/>
          </a:prstGeom>
          <a:noFill/>
        </p:spPr>
        <p:txBody>
          <a:bodyPr wrap="square" rtlCol="0">
            <a:spAutoFit/>
          </a:bodyPr>
          <a:lstStyle/>
          <a:p>
            <a:pPr marL="342900" indent="-342900">
              <a:lnSpc>
                <a:spcPct val="90000"/>
              </a:lnSpc>
              <a:buFont typeface="Wingdings" panose="05000000000000000000" pitchFamily="2" charset="2"/>
              <a:buChar char="Ø"/>
            </a:pPr>
            <a:r>
              <a:rPr lang="zh-CN" altLang="en-US" sz="2000" dirty="0">
                <a:latin typeface="楷体" panose="02010609060101010101" pitchFamily="49" charset="-122"/>
                <a:ea typeface="楷体" panose="02010609060101010101" pitchFamily="49" charset="-122"/>
              </a:rPr>
              <a:t>数据多了，什么问题都会出现（</a:t>
            </a:r>
            <a:r>
              <a:rPr lang="zh-CN" altLang="en-US" sz="2000" dirty="0">
                <a:solidFill>
                  <a:srgbClr val="FF0000"/>
                </a:solidFill>
                <a:highlight>
                  <a:srgbClr val="FFFF00"/>
                </a:highlight>
                <a:latin typeface="楷体" panose="02010609060101010101" pitchFamily="49" charset="-122"/>
                <a:ea typeface="楷体" panose="02010609060101010101" pitchFamily="49" charset="-122"/>
              </a:rPr>
              <a:t>问题分类</a:t>
            </a:r>
            <a:r>
              <a:rPr lang="zh-CN" altLang="en-US" sz="2000" dirty="0">
                <a:latin typeface="楷体" panose="02010609060101010101" pitchFamily="49" charset="-122"/>
                <a:ea typeface="楷体" panose="02010609060101010101" pitchFamily="49" charset="-122"/>
              </a:rPr>
              <a:t>）</a:t>
            </a:r>
            <a:endParaRPr lang="en-US" altLang="zh-CN" sz="2000" dirty="0">
              <a:latin typeface="楷体" panose="02010609060101010101" pitchFamily="49" charset="-122"/>
              <a:ea typeface="楷体" panose="02010609060101010101" pitchFamily="49" charset="-122"/>
            </a:endParaRPr>
          </a:p>
          <a:p>
            <a:pPr marL="800100" lvl="1" indent="-342900">
              <a:buFont typeface="Wingdings" panose="05000000000000000000" pitchFamily="2" charset="2"/>
              <a:buChar char="Ø"/>
            </a:pPr>
            <a:r>
              <a:rPr lang="zh-CN" altLang="en-US" sz="2000" dirty="0">
                <a:latin typeface="楷体" panose="02010609060101010101" pitchFamily="49" charset="-122"/>
                <a:ea typeface="楷体" panose="02010609060101010101" pitchFamily="49" charset="-122"/>
              </a:rPr>
              <a:t>不完整</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数据记录中可能会出现有些数据属性的值丢失</a:t>
            </a:r>
            <a:endParaRPr lang="en-US" altLang="zh-CN" sz="2000" dirty="0">
              <a:latin typeface="楷体" panose="02010609060101010101" pitchFamily="49" charset="-122"/>
              <a:ea typeface="楷体" panose="02010609060101010101" pitchFamily="49" charset="-122"/>
            </a:endParaRPr>
          </a:p>
          <a:p>
            <a:pPr marL="800100" lvl="1" indent="-342900">
              <a:buFont typeface="Wingdings" panose="05000000000000000000" pitchFamily="2" charset="2"/>
              <a:buChar char="Ø"/>
            </a:pPr>
            <a:r>
              <a:rPr lang="zh-CN" altLang="en-US" sz="2000" dirty="0">
                <a:latin typeface="楷体" panose="02010609060101010101" pitchFamily="49" charset="-122"/>
                <a:ea typeface="楷体" panose="02010609060101010101" pitchFamily="49" charset="-122"/>
              </a:rPr>
              <a:t>有噪声</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数据具有不正确的属性值，包含错误或存在偏离期望的离群值。</a:t>
            </a:r>
          </a:p>
          <a:p>
            <a:pPr marL="1257300" lvl="2" indent="-342900">
              <a:buFont typeface="Wingdings" panose="05000000000000000000" pitchFamily="2" charset="2"/>
              <a:buChar char="Ø"/>
            </a:pPr>
            <a:r>
              <a:rPr lang="en-US" altLang="zh-CN" sz="2000" dirty="0">
                <a:latin typeface="楷体" panose="02010609060101010101" pitchFamily="49" charset="-122"/>
                <a:ea typeface="楷体" panose="02010609060101010101" pitchFamily="49" charset="-122"/>
              </a:rPr>
              <a:t>e.g. Salary = -10</a:t>
            </a:r>
          </a:p>
          <a:p>
            <a:pPr marL="800100" lvl="1" indent="-342900">
              <a:buFont typeface="Wingdings" panose="05000000000000000000" pitchFamily="2" charset="2"/>
              <a:buChar char="Ø"/>
            </a:pPr>
            <a:r>
              <a:rPr lang="zh-CN" altLang="en-US" sz="2000" dirty="0">
                <a:latin typeface="楷体" panose="02010609060101010101" pitchFamily="49" charset="-122"/>
                <a:ea typeface="楷体" panose="02010609060101010101" pitchFamily="49" charset="-122"/>
              </a:rPr>
              <a:t>数据不一致</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由于各应用系统的数据缺乏统一标准的定义，数据结构也有较大的差异，因此各系统间的数据存在较大的不一致性，往往不能直接拿来使用。同时来自不同的应用系统中的数据，由于合并还普遍存在数据的重复和信息的冗余现象。</a:t>
            </a:r>
          </a:p>
          <a:p>
            <a:pPr marL="1257300" lvl="2" indent="-342900">
              <a:buFont typeface="Wingdings" panose="05000000000000000000" pitchFamily="2" charset="2"/>
              <a:buChar char="Ø"/>
            </a:pPr>
            <a:r>
              <a:rPr lang="en-US" altLang="zh-CN" sz="2000" dirty="0">
                <a:latin typeface="楷体" panose="02010609060101010101" pitchFamily="49" charset="-122"/>
                <a:ea typeface="楷体" panose="02010609060101010101" pitchFamily="49" charset="-122"/>
              </a:rPr>
              <a:t>e.g., </a:t>
            </a:r>
            <a:r>
              <a:rPr lang="zh-CN" altLang="en-US" sz="2000" dirty="0">
                <a:latin typeface="楷体" panose="02010609060101010101" pitchFamily="49" charset="-122"/>
                <a:ea typeface="楷体" panose="02010609060101010101" pitchFamily="49" charset="-122"/>
              </a:rPr>
              <a:t>过去的等级： “</a:t>
            </a:r>
            <a:r>
              <a:rPr lang="en-US" altLang="zh-CN" sz="2000" dirty="0">
                <a:latin typeface="楷体" panose="02010609060101010101" pitchFamily="49" charset="-122"/>
                <a:ea typeface="楷体" panose="02010609060101010101" pitchFamily="49" charset="-122"/>
              </a:rPr>
              <a:t>1,2,3”, </a:t>
            </a:r>
            <a:r>
              <a:rPr lang="zh-CN" altLang="en-US" sz="2000" dirty="0">
                <a:latin typeface="楷体" panose="02010609060101010101" pitchFamily="49" charset="-122"/>
                <a:ea typeface="楷体" panose="02010609060101010101" pitchFamily="49" charset="-122"/>
              </a:rPr>
              <a:t>现在的等级： “</a:t>
            </a:r>
            <a:r>
              <a:rPr lang="en-US" altLang="zh-CN" sz="2000" dirty="0">
                <a:latin typeface="楷体" panose="02010609060101010101" pitchFamily="49" charset="-122"/>
                <a:ea typeface="楷体" panose="02010609060101010101" pitchFamily="49" charset="-122"/>
              </a:rPr>
              <a:t>A, B, C”</a:t>
            </a:r>
          </a:p>
          <a:p>
            <a:pPr marL="1257300" lvl="2" indent="-342900">
              <a:buFont typeface="Wingdings" panose="05000000000000000000" pitchFamily="2" charset="2"/>
              <a:buChar char="Ø"/>
            </a:pPr>
            <a:r>
              <a:rPr lang="en-US" altLang="zh-CN" sz="2000" dirty="0">
                <a:latin typeface="楷体" panose="02010609060101010101" pitchFamily="49" charset="-122"/>
                <a:ea typeface="楷体" panose="02010609060101010101" pitchFamily="49" charset="-122"/>
              </a:rPr>
              <a:t>e.g., Age=“42” Birthday=“03/07/1997”</a:t>
            </a:r>
          </a:p>
        </p:txBody>
      </p:sp>
      <p:pic>
        <p:nvPicPr>
          <p:cNvPr id="2" name="图片 1" descr="20100508053929509.png">
            <a:extLst>
              <a:ext uri="{FF2B5EF4-FFF2-40B4-BE49-F238E27FC236}">
                <a16:creationId xmlns:a16="http://schemas.microsoft.com/office/drawing/2014/main" id="{B8159409-A503-4442-9F2E-FE91B1E77507}"/>
              </a:ext>
            </a:extLst>
          </p:cNvPr>
          <p:cNvPicPr>
            <a:picLocks noChangeAspect="1"/>
          </p:cNvPicPr>
          <p:nvPr/>
        </p:nvPicPr>
        <p:blipFill>
          <a:blip r:embed="rId3" cstate="print"/>
          <a:stretch>
            <a:fillRect/>
          </a:stretch>
        </p:blipFill>
        <p:spPr>
          <a:xfrm>
            <a:off x="-32" y="64578"/>
            <a:ext cx="864096" cy="864096"/>
          </a:xfrm>
          <a:prstGeom prst="rect">
            <a:avLst/>
          </a:prstGeom>
        </p:spPr>
      </p:pic>
    </p:spTree>
    <p:extLst>
      <p:ext uri="{BB962C8B-B14F-4D97-AF65-F5344CB8AC3E}">
        <p14:creationId xmlns:p14="http://schemas.microsoft.com/office/powerpoint/2010/main" val="3428400371"/>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2948336" y="204238"/>
            <a:ext cx="3057247" cy="584775"/>
          </a:xfrm>
          <a:prstGeom prst="rect">
            <a:avLst/>
          </a:prstGeom>
          <a:noFill/>
        </p:spPr>
        <p:txBody>
          <a:bodyPr wrap="none" rtlCol="0">
            <a:spAutoFit/>
          </a:bodyPr>
          <a:lstStyle/>
          <a:p>
            <a:pPr algn="ctr" defTabSz="822686">
              <a:defRPr/>
            </a:pPr>
            <a:r>
              <a:rPr lang="zh-CN" altLang="en-US" sz="3200" b="1" dirty="0">
                <a:latin typeface="+mn-ea"/>
              </a:rPr>
              <a:t>数据预处理目的</a:t>
            </a:r>
          </a:p>
        </p:txBody>
      </p:sp>
      <p:sp>
        <p:nvSpPr>
          <p:cNvPr id="3" name="TextBox 2"/>
          <p:cNvSpPr txBox="1"/>
          <p:nvPr/>
        </p:nvSpPr>
        <p:spPr>
          <a:xfrm>
            <a:off x="539552" y="1015570"/>
            <a:ext cx="7308336" cy="2308324"/>
          </a:xfrm>
          <a:prstGeom prst="rect">
            <a:avLst/>
          </a:prstGeom>
          <a:noFill/>
        </p:spPr>
        <p:txBody>
          <a:bodyPr wrap="square" rtlCol="0">
            <a:spAutoFit/>
          </a:bodyPr>
          <a:lstStyle/>
          <a:p>
            <a:pPr marL="342900" indent="-342900">
              <a:buFont typeface="Wingdings" panose="05000000000000000000" pitchFamily="2" charset="2"/>
              <a:buChar char="Ø"/>
            </a:pPr>
            <a:r>
              <a:rPr lang="zh-CN" altLang="en-US" sz="2400" dirty="0">
                <a:latin typeface="楷体" panose="02010609060101010101" pitchFamily="49" charset="-122"/>
                <a:ea typeface="楷体" panose="02010609060101010101" pitchFamily="49" charset="-122"/>
              </a:rPr>
              <a:t>数据预处理为什么是重要的？</a:t>
            </a:r>
            <a:endParaRPr lang="en-US" altLang="zh-CN" sz="2400" dirty="0">
              <a:latin typeface="楷体" panose="02010609060101010101" pitchFamily="49" charset="-122"/>
              <a:ea typeface="楷体" panose="02010609060101010101" pitchFamily="49" charset="-122"/>
            </a:endParaRPr>
          </a:p>
          <a:p>
            <a:pPr marL="800100" lvl="1" indent="-342900">
              <a:buFont typeface="Wingdings" panose="05000000000000000000" pitchFamily="2" charset="2"/>
              <a:buChar char="Ø"/>
            </a:pPr>
            <a:r>
              <a:rPr lang="zh-CN" altLang="en-US" sz="2400" dirty="0">
                <a:latin typeface="楷体" panose="02010609060101010101" pitchFamily="49" charset="-122"/>
                <a:ea typeface="楷体" panose="02010609060101010101" pitchFamily="49" charset="-122"/>
              </a:rPr>
              <a:t>没有高质量的数据，就没有高质量的结果。（垃圾进，垃圾出）</a:t>
            </a:r>
          </a:p>
          <a:p>
            <a:pPr marL="800100" lvl="1" indent="-342900">
              <a:buFont typeface="Wingdings" panose="05000000000000000000" pitchFamily="2" charset="2"/>
              <a:buChar char="Ø"/>
            </a:pPr>
            <a:r>
              <a:rPr lang="zh-CN" altLang="en-US" sz="2400" dirty="0">
                <a:latin typeface="楷体" panose="02010609060101010101" pitchFamily="49" charset="-122"/>
                <a:ea typeface="楷体" panose="02010609060101010101" pitchFamily="49" charset="-122"/>
              </a:rPr>
              <a:t>重复值或者空缺值将会产生不正确的或者令人误导的统计！</a:t>
            </a:r>
            <a:endParaRPr lang="en-US" altLang="zh-CN" sz="2400" dirty="0">
              <a:latin typeface="楷体" panose="02010609060101010101" pitchFamily="49" charset="-122"/>
              <a:ea typeface="楷体" panose="02010609060101010101" pitchFamily="49" charset="-122"/>
            </a:endParaRPr>
          </a:p>
          <a:p>
            <a:pPr lvl="1"/>
            <a:r>
              <a:rPr lang="zh-CN" altLang="en-US" sz="2400" dirty="0">
                <a:solidFill>
                  <a:srgbClr val="FF0000"/>
                </a:solidFill>
                <a:highlight>
                  <a:srgbClr val="FFFF00"/>
                </a:highlight>
                <a:latin typeface="楷体" panose="02010609060101010101" pitchFamily="49" charset="-122"/>
                <a:ea typeface="楷体" panose="02010609060101010101" pitchFamily="49" charset="-122"/>
              </a:rPr>
              <a:t>数据预处理占整个机器学习</a:t>
            </a:r>
            <a:r>
              <a:rPr lang="en-US" altLang="zh-CN" sz="2400" dirty="0">
                <a:solidFill>
                  <a:srgbClr val="FF0000"/>
                </a:solidFill>
                <a:highlight>
                  <a:srgbClr val="FFFF00"/>
                </a:highlight>
                <a:latin typeface="楷体" panose="02010609060101010101" pitchFamily="49" charset="-122"/>
                <a:ea typeface="楷体" panose="02010609060101010101" pitchFamily="49" charset="-122"/>
              </a:rPr>
              <a:t>60% - 70%</a:t>
            </a:r>
            <a:r>
              <a:rPr lang="zh-CN" altLang="en-US" sz="2400" dirty="0">
                <a:solidFill>
                  <a:srgbClr val="FF0000"/>
                </a:solidFill>
                <a:highlight>
                  <a:srgbClr val="FFFF00"/>
                </a:highlight>
                <a:latin typeface="楷体" panose="02010609060101010101" pitchFamily="49" charset="-122"/>
                <a:ea typeface="楷体" panose="02010609060101010101" pitchFamily="49" charset="-122"/>
              </a:rPr>
              <a:t>的时间！</a:t>
            </a:r>
            <a:endParaRPr lang="en-US" altLang="zh-CN" sz="2400" dirty="0">
              <a:solidFill>
                <a:srgbClr val="FF0000"/>
              </a:solidFill>
              <a:highlight>
                <a:srgbClr val="FFFF00"/>
              </a:highlight>
              <a:latin typeface="楷体" panose="02010609060101010101" pitchFamily="49" charset="-122"/>
              <a:ea typeface="楷体" panose="02010609060101010101" pitchFamily="49" charset="-122"/>
            </a:endParaRPr>
          </a:p>
        </p:txBody>
      </p:sp>
      <p:pic>
        <p:nvPicPr>
          <p:cNvPr id="2" name="图片 1" descr="20100508053929509.png">
            <a:extLst>
              <a:ext uri="{FF2B5EF4-FFF2-40B4-BE49-F238E27FC236}">
                <a16:creationId xmlns:a16="http://schemas.microsoft.com/office/drawing/2014/main" id="{B8159409-A503-4442-9F2E-FE91B1E77507}"/>
              </a:ext>
            </a:extLst>
          </p:cNvPr>
          <p:cNvPicPr>
            <a:picLocks noChangeAspect="1"/>
          </p:cNvPicPr>
          <p:nvPr/>
        </p:nvPicPr>
        <p:blipFill>
          <a:blip r:embed="rId3" cstate="print"/>
          <a:stretch>
            <a:fillRect/>
          </a:stretch>
        </p:blipFill>
        <p:spPr>
          <a:xfrm>
            <a:off x="-32" y="64578"/>
            <a:ext cx="864096" cy="864096"/>
          </a:xfrm>
          <a:prstGeom prst="rect">
            <a:avLst/>
          </a:prstGeom>
        </p:spPr>
      </p:pic>
    </p:spTree>
    <p:extLst>
      <p:ext uri="{BB962C8B-B14F-4D97-AF65-F5344CB8AC3E}">
        <p14:creationId xmlns:p14="http://schemas.microsoft.com/office/powerpoint/2010/main" val="2452298659"/>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椭圆 22"/>
          <p:cNvSpPr/>
          <p:nvPr/>
        </p:nvSpPr>
        <p:spPr>
          <a:xfrm>
            <a:off x="2267744" y="2570163"/>
            <a:ext cx="914846" cy="914846"/>
          </a:xfrm>
          <a:prstGeom prst="ellipse">
            <a:avLst/>
          </a:prstGeom>
          <a:noFill/>
          <a:ln w="9525">
            <a:gradFill>
              <a:gsLst>
                <a:gs pos="100000">
                  <a:srgbClr val="108692"/>
                </a:gs>
                <a:gs pos="0">
                  <a:srgbClr val="16B2C1"/>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9" name="矩形 18"/>
          <p:cNvSpPr/>
          <p:nvPr/>
        </p:nvSpPr>
        <p:spPr>
          <a:xfrm>
            <a:off x="3965523" y="1942882"/>
            <a:ext cx="4998965" cy="646331"/>
          </a:xfrm>
          <a:prstGeom prst="rect">
            <a:avLst/>
          </a:prstGeom>
        </p:spPr>
        <p:txBody>
          <a:bodyPr wrap="square" lIns="0">
            <a:spAutoFit/>
          </a:bodyPr>
          <a:lstStyle/>
          <a:p>
            <a:r>
              <a:rPr lang="zh-CN" altLang="en-US" sz="3600" kern="0" dirty="0">
                <a:solidFill>
                  <a:sysClr val="windowText" lastClr="000000"/>
                </a:solidFill>
              </a:rPr>
              <a:t>数据预处理的主要任务</a:t>
            </a:r>
            <a:endParaRPr lang="zh-CN" altLang="en-US" sz="2800" dirty="0">
              <a:solidFill>
                <a:prstClr val="black">
                  <a:lumMod val="65000"/>
                  <a:lumOff val="35000"/>
                </a:prstClr>
              </a:solidFill>
              <a:latin typeface="Impact" panose="020B0806030902050204" pitchFamily="34" charset="0"/>
              <a:ea typeface="宋体" charset="-122"/>
              <a:cs typeface="Arial" panose="020B0604020202020204" pitchFamily="34" charset="0"/>
            </a:endParaRPr>
          </a:p>
        </p:txBody>
      </p:sp>
      <p:sp>
        <p:nvSpPr>
          <p:cNvPr id="13" name="椭圆 12"/>
          <p:cNvSpPr/>
          <p:nvPr/>
        </p:nvSpPr>
        <p:spPr>
          <a:xfrm>
            <a:off x="1403648" y="1418828"/>
            <a:ext cx="1580828" cy="1580828"/>
          </a:xfrm>
          <a:prstGeom prst="ellipse">
            <a:avLst/>
          </a:prstGeom>
          <a:noFill/>
          <a:ln w="9525">
            <a:gradFill>
              <a:gsLst>
                <a:gs pos="100000">
                  <a:srgbClr val="89A13D"/>
                </a:gs>
                <a:gs pos="0">
                  <a:srgbClr val="B2D138"/>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4" name="椭圆 13"/>
          <p:cNvSpPr/>
          <p:nvPr/>
        </p:nvSpPr>
        <p:spPr>
          <a:xfrm>
            <a:off x="-828600" y="3867100"/>
            <a:ext cx="2079426" cy="2079426"/>
          </a:xfrm>
          <a:prstGeom prst="ellipse">
            <a:avLst/>
          </a:prstGeom>
          <a:noFill/>
          <a:ln w="9525">
            <a:gradFill>
              <a:gsLst>
                <a:gs pos="100000">
                  <a:srgbClr val="138F81"/>
                </a:gs>
                <a:gs pos="0">
                  <a:srgbClr val="19BAA9"/>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5" name="椭圆 14"/>
          <p:cNvSpPr/>
          <p:nvPr/>
        </p:nvSpPr>
        <p:spPr>
          <a:xfrm>
            <a:off x="971600" y="2138908"/>
            <a:ext cx="628674" cy="628674"/>
          </a:xfrm>
          <a:prstGeom prst="ellipse">
            <a:avLst/>
          </a:prstGeom>
          <a:noFill/>
          <a:ln w="9525">
            <a:gradFill>
              <a:gsLst>
                <a:gs pos="100000">
                  <a:srgbClr val="E33F24"/>
                </a:gs>
                <a:gs pos="0">
                  <a:srgbClr val="F26434"/>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7" name="椭圆 16"/>
          <p:cNvSpPr/>
          <p:nvPr/>
        </p:nvSpPr>
        <p:spPr>
          <a:xfrm>
            <a:off x="7452320" y="4493841"/>
            <a:ext cx="1296144" cy="1296144"/>
          </a:xfrm>
          <a:prstGeom prst="ellipse">
            <a:avLst/>
          </a:prstGeom>
          <a:noFill/>
          <a:ln w="9525">
            <a:gradFill>
              <a:gsLst>
                <a:gs pos="100000">
                  <a:srgbClr val="108692"/>
                </a:gs>
                <a:gs pos="0">
                  <a:srgbClr val="16B2C1"/>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21" name="椭圆 20"/>
          <p:cNvSpPr/>
          <p:nvPr/>
        </p:nvSpPr>
        <p:spPr>
          <a:xfrm>
            <a:off x="3419872" y="1850876"/>
            <a:ext cx="347246" cy="347246"/>
          </a:xfrm>
          <a:prstGeom prst="ellipse">
            <a:avLst/>
          </a:prstGeom>
          <a:noFill/>
          <a:ln w="9525">
            <a:gradFill>
              <a:gsLst>
                <a:gs pos="100000">
                  <a:srgbClr val="E33F24"/>
                </a:gs>
                <a:gs pos="0">
                  <a:srgbClr val="F26434"/>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3" name="椭圆 2"/>
          <p:cNvSpPr/>
          <p:nvPr/>
        </p:nvSpPr>
        <p:spPr>
          <a:xfrm>
            <a:off x="2383207" y="2157663"/>
            <a:ext cx="825000" cy="825000"/>
          </a:xfrm>
          <a:prstGeom prst="ellipse">
            <a:avLst/>
          </a:prstGeom>
          <a:gradFill flip="none" rotWithShape="1">
            <a:gsLst>
              <a:gs pos="90000">
                <a:srgbClr val="E33F24"/>
              </a:gs>
              <a:gs pos="30000">
                <a:srgbClr val="F26434"/>
              </a:gs>
            </a:gsLst>
            <a:lin ang="2700000" scaled="1"/>
            <a:tileRect/>
          </a:gradFill>
          <a:ln w="25400">
            <a:gradFill>
              <a:gsLst>
                <a:gs pos="0">
                  <a:srgbClr val="E33F24"/>
                </a:gs>
                <a:gs pos="100000">
                  <a:srgbClr val="F26434"/>
                </a:gs>
              </a:gsLst>
              <a:lin ang="5400000" scaled="0"/>
            </a:gra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4" name="TextBox 3"/>
          <p:cNvSpPr txBox="1"/>
          <p:nvPr/>
        </p:nvSpPr>
        <p:spPr>
          <a:xfrm>
            <a:off x="2339752" y="2216220"/>
            <a:ext cx="911910" cy="707886"/>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22" name="椭圆 21"/>
          <p:cNvSpPr/>
          <p:nvPr/>
        </p:nvSpPr>
        <p:spPr>
          <a:xfrm>
            <a:off x="8621662" y="4803204"/>
            <a:ext cx="864840" cy="864840"/>
          </a:xfrm>
          <a:prstGeom prst="ellipse">
            <a:avLst/>
          </a:prstGeom>
          <a:noFill/>
          <a:ln w="9525">
            <a:gradFill>
              <a:gsLst>
                <a:gs pos="100000">
                  <a:srgbClr val="89A13D"/>
                </a:gs>
                <a:gs pos="0">
                  <a:srgbClr val="B2D138"/>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pic>
        <p:nvPicPr>
          <p:cNvPr id="2" name="图片 1" descr="20100508053929509.png">
            <a:extLst>
              <a:ext uri="{FF2B5EF4-FFF2-40B4-BE49-F238E27FC236}">
                <a16:creationId xmlns:a16="http://schemas.microsoft.com/office/drawing/2014/main" id="{3AE85673-FB18-4010-97FC-E187ADF1F82A}"/>
              </a:ext>
            </a:extLst>
          </p:cNvPr>
          <p:cNvPicPr>
            <a:picLocks noChangeAspect="1"/>
          </p:cNvPicPr>
          <p:nvPr/>
        </p:nvPicPr>
        <p:blipFill>
          <a:blip r:embed="rId3" cstate="print"/>
          <a:stretch>
            <a:fillRect/>
          </a:stretch>
        </p:blipFill>
        <p:spPr>
          <a:xfrm>
            <a:off x="-32" y="64578"/>
            <a:ext cx="864096" cy="864096"/>
          </a:xfrm>
          <a:prstGeom prst="rect">
            <a:avLst/>
          </a:prstGeom>
        </p:spPr>
      </p:pic>
    </p:spTree>
    <p:extLst>
      <p:ext uri="{BB962C8B-B14F-4D97-AF65-F5344CB8AC3E}">
        <p14:creationId xmlns:p14="http://schemas.microsoft.com/office/powerpoint/2010/main" val="3477538173"/>
      </p:ext>
    </p:extLst>
  </p:cSld>
  <p:clrMapOvr>
    <a:masterClrMapping/>
  </p:clrMapOvr>
  <mc:AlternateContent xmlns:mc="http://schemas.openxmlformats.org/markup-compatibility/2006" xmlns:p14="http://schemas.microsoft.com/office/powerpoint/2010/main">
    <mc:Choice Requires="p14">
      <p:transition spd="slow" p14:dur="1200" advTm="3091">
        <p14:flip dir="r"/>
      </p:transition>
    </mc:Choice>
    <mc:Fallback xmlns="">
      <p:transition spd="slow" advTm="3091">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 fill="hold"/>
                                            <p:tgtEl>
                                              <p:spTgt spid="3"/>
                                            </p:tgtEl>
                                            <p:attrNameLst>
                                              <p:attrName>ppt_w</p:attrName>
                                            </p:attrNameLst>
                                          </p:cBhvr>
                                          <p:tavLst>
                                            <p:tav tm="0">
                                              <p:val>
                                                <p:fltVal val="0"/>
                                              </p:val>
                                            </p:tav>
                                            <p:tav tm="100000">
                                              <p:val>
                                                <p:strVal val="#ppt_w"/>
                                              </p:val>
                                            </p:tav>
                                          </p:tavLst>
                                        </p:anim>
                                        <p:anim calcmode="lin" valueType="num">
                                          <p:cBhvr>
                                            <p:cTn id="8" dur="300" fill="hold"/>
                                            <p:tgtEl>
                                              <p:spTgt spid="3"/>
                                            </p:tgtEl>
                                            <p:attrNameLst>
                                              <p:attrName>ppt_h</p:attrName>
                                            </p:attrNameLst>
                                          </p:cBhvr>
                                          <p:tavLst>
                                            <p:tav tm="0">
                                              <p:val>
                                                <p:fltVal val="0"/>
                                              </p:val>
                                            </p:tav>
                                            <p:tav tm="100000">
                                              <p:val>
                                                <p:strVal val="#ppt_h"/>
                                              </p:val>
                                            </p:tav>
                                          </p:tavLst>
                                        </p:anim>
                                        <p:animEffect transition="in" filter="fade">
                                          <p:cBhvr>
                                            <p:cTn id="9" dur="300"/>
                                            <p:tgtEl>
                                              <p:spTgt spid="3"/>
                                            </p:tgtEl>
                                          </p:cBhvr>
                                        </p:animEffect>
                                      </p:childTnLst>
                                    </p:cTn>
                                  </p:par>
                                  <p:par>
                                    <p:cTn id="10" presetID="6" presetClass="emph" presetSubtype="0" autoRev="1" fill="hold" grpId="1" nodeType="withEffect">
                                      <p:stCondLst>
                                        <p:cond delay="300"/>
                                      </p:stCondLst>
                                      <p:childTnLst>
                                        <p:animScale>
                                          <p:cBhvr>
                                            <p:cTn id="11" dur="150" fill="hold"/>
                                            <p:tgtEl>
                                              <p:spTgt spid="3"/>
                                            </p:tgtEl>
                                          </p:cBhvr>
                                          <p:by x="110000" y="110000"/>
                                        </p:animScale>
                                      </p:childTnLst>
                                    </p:cTn>
                                  </p:par>
                                  <p:par>
                                    <p:cTn id="12" presetID="53" presetClass="entr" presetSubtype="16" fill="hold" grpId="0" nodeType="withEffect">
                                      <p:stCondLst>
                                        <p:cond delay="200"/>
                                      </p:stCondLst>
                                      <p:childTnLst>
                                        <p:set>
                                          <p:cBhvr>
                                            <p:cTn id="13" dur="1" fill="hold">
                                              <p:stCondLst>
                                                <p:cond delay="0"/>
                                              </p:stCondLst>
                                            </p:cTn>
                                            <p:tgtEl>
                                              <p:spTgt spid="4"/>
                                            </p:tgtEl>
                                            <p:attrNameLst>
                                              <p:attrName>style.visibility</p:attrName>
                                            </p:attrNameLst>
                                          </p:cBhvr>
                                          <p:to>
                                            <p:strVal val="visible"/>
                                          </p:to>
                                        </p:set>
                                        <p:anim calcmode="lin" valueType="num">
                                          <p:cBhvr>
                                            <p:cTn id="14" dur="300" fill="hold"/>
                                            <p:tgtEl>
                                              <p:spTgt spid="4"/>
                                            </p:tgtEl>
                                            <p:attrNameLst>
                                              <p:attrName>ppt_w</p:attrName>
                                            </p:attrNameLst>
                                          </p:cBhvr>
                                          <p:tavLst>
                                            <p:tav tm="0">
                                              <p:val>
                                                <p:fltVal val="0"/>
                                              </p:val>
                                            </p:tav>
                                            <p:tav tm="100000">
                                              <p:val>
                                                <p:strVal val="#ppt_w"/>
                                              </p:val>
                                            </p:tav>
                                          </p:tavLst>
                                        </p:anim>
                                        <p:anim calcmode="lin" valueType="num">
                                          <p:cBhvr>
                                            <p:cTn id="15" dur="300" fill="hold"/>
                                            <p:tgtEl>
                                              <p:spTgt spid="4"/>
                                            </p:tgtEl>
                                            <p:attrNameLst>
                                              <p:attrName>ppt_h</p:attrName>
                                            </p:attrNameLst>
                                          </p:cBhvr>
                                          <p:tavLst>
                                            <p:tav tm="0">
                                              <p:val>
                                                <p:fltVal val="0"/>
                                              </p:val>
                                            </p:tav>
                                            <p:tav tm="100000">
                                              <p:val>
                                                <p:strVal val="#ppt_h"/>
                                              </p:val>
                                            </p:tav>
                                          </p:tavLst>
                                        </p:anim>
                                        <p:animEffect transition="in" filter="fade">
                                          <p:cBhvr>
                                            <p:cTn id="16" dur="300"/>
                                            <p:tgtEl>
                                              <p:spTgt spid="4"/>
                                            </p:tgtEl>
                                          </p:cBhvr>
                                        </p:animEffect>
                                      </p:childTnLst>
                                    </p:cTn>
                                  </p:par>
                                  <p:par>
                                    <p:cTn id="17" presetID="6" presetClass="emph" presetSubtype="0" autoRev="1" fill="hold" grpId="1" nodeType="withEffect">
                                      <p:stCondLst>
                                        <p:cond delay="500"/>
                                      </p:stCondLst>
                                      <p:childTnLst>
                                        <p:animScale>
                                          <p:cBhvr>
                                            <p:cTn id="18" dur="150" fill="hold"/>
                                            <p:tgtEl>
                                              <p:spTgt spid="4"/>
                                            </p:tgtEl>
                                          </p:cBhvr>
                                          <p:by x="110000" y="110000"/>
                                        </p:animScale>
                                      </p:childTnLst>
                                    </p:cTn>
                                  </p:par>
                                  <p:par>
                                    <p:cTn id="19" presetID="2" presetClass="entr" presetSubtype="2" fill="hold" grpId="0" nodeType="withEffect" p14:presetBounceEnd="58333">
                                      <p:stCondLst>
                                        <p:cond delay="600"/>
                                      </p:stCondLst>
                                      <p:childTnLst>
                                        <p:set>
                                          <p:cBhvr>
                                            <p:cTn id="20" dur="1" fill="hold">
                                              <p:stCondLst>
                                                <p:cond delay="0"/>
                                              </p:stCondLst>
                                            </p:cTn>
                                            <p:tgtEl>
                                              <p:spTgt spid="19"/>
                                            </p:tgtEl>
                                            <p:attrNameLst>
                                              <p:attrName>style.visibility</p:attrName>
                                            </p:attrNameLst>
                                          </p:cBhvr>
                                          <p:to>
                                            <p:strVal val="visible"/>
                                          </p:to>
                                        </p:set>
                                        <p:anim calcmode="lin" valueType="num" p14:bounceEnd="58333">
                                          <p:cBhvr additive="base">
                                            <p:cTn id="21" dur="600" fill="hold"/>
                                            <p:tgtEl>
                                              <p:spTgt spid="19"/>
                                            </p:tgtEl>
                                            <p:attrNameLst>
                                              <p:attrName>ppt_x</p:attrName>
                                            </p:attrNameLst>
                                          </p:cBhvr>
                                          <p:tavLst>
                                            <p:tav tm="0">
                                              <p:val>
                                                <p:strVal val="1+#ppt_w/2"/>
                                              </p:val>
                                            </p:tav>
                                            <p:tav tm="100000">
                                              <p:val>
                                                <p:strVal val="#ppt_x"/>
                                              </p:val>
                                            </p:tav>
                                          </p:tavLst>
                                        </p:anim>
                                        <p:anim calcmode="lin" valueType="num" p14:bounceEnd="58333">
                                          <p:cBhvr additive="base">
                                            <p:cTn id="22" dur="600" fill="hold"/>
                                            <p:tgtEl>
                                              <p:spTgt spid="19"/>
                                            </p:tgtEl>
                                            <p:attrNameLst>
                                              <p:attrName>ppt_y</p:attrName>
                                            </p:attrNameLst>
                                          </p:cBhvr>
                                          <p:tavLst>
                                            <p:tav tm="0">
                                              <p:val>
                                                <p:strVal val="#ppt_y"/>
                                              </p:val>
                                            </p:tav>
                                            <p:tav tm="100000">
                                              <p:val>
                                                <p:strVal val="#ppt_y"/>
                                              </p:val>
                                            </p:tav>
                                          </p:tavLst>
                                        </p:anim>
                                      </p:childTnLst>
                                    </p:cTn>
                                  </p:par>
                                  <p:par>
                                    <p:cTn id="23" presetID="53" presetClass="entr" presetSubtype="16"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300" fill="hold"/>
                                            <p:tgtEl>
                                              <p:spTgt spid="15"/>
                                            </p:tgtEl>
                                            <p:attrNameLst>
                                              <p:attrName>ppt_w</p:attrName>
                                            </p:attrNameLst>
                                          </p:cBhvr>
                                          <p:tavLst>
                                            <p:tav tm="0">
                                              <p:val>
                                                <p:fltVal val="0"/>
                                              </p:val>
                                            </p:tav>
                                            <p:tav tm="100000">
                                              <p:val>
                                                <p:strVal val="#ppt_w"/>
                                              </p:val>
                                            </p:tav>
                                          </p:tavLst>
                                        </p:anim>
                                        <p:anim calcmode="lin" valueType="num">
                                          <p:cBhvr>
                                            <p:cTn id="26" dur="300" fill="hold"/>
                                            <p:tgtEl>
                                              <p:spTgt spid="15"/>
                                            </p:tgtEl>
                                            <p:attrNameLst>
                                              <p:attrName>ppt_h</p:attrName>
                                            </p:attrNameLst>
                                          </p:cBhvr>
                                          <p:tavLst>
                                            <p:tav tm="0">
                                              <p:val>
                                                <p:fltVal val="0"/>
                                              </p:val>
                                            </p:tav>
                                            <p:tav tm="100000">
                                              <p:val>
                                                <p:strVal val="#ppt_h"/>
                                              </p:val>
                                            </p:tav>
                                          </p:tavLst>
                                        </p:anim>
                                        <p:animEffect transition="in" filter="fade">
                                          <p:cBhvr>
                                            <p:cTn id="27" dur="300"/>
                                            <p:tgtEl>
                                              <p:spTgt spid="15"/>
                                            </p:tgtEl>
                                          </p:cBhvr>
                                        </p:animEffect>
                                      </p:childTnLst>
                                    </p:cTn>
                                  </p:par>
                                  <p:par>
                                    <p:cTn id="28" presetID="6" presetClass="emph" presetSubtype="0" autoRev="1" fill="hold" grpId="1" nodeType="withEffect">
                                      <p:stCondLst>
                                        <p:cond delay="300"/>
                                      </p:stCondLst>
                                      <p:childTnLst>
                                        <p:animScale>
                                          <p:cBhvr>
                                            <p:cTn id="29" dur="150" fill="hold"/>
                                            <p:tgtEl>
                                              <p:spTgt spid="15"/>
                                            </p:tgtEl>
                                          </p:cBhvr>
                                          <p:by x="110000" y="110000"/>
                                        </p:animScale>
                                      </p:childTnLst>
                                    </p:cTn>
                                  </p:par>
                                  <p:par>
                                    <p:cTn id="30" presetID="53" presetClass="entr" presetSubtype="16" fill="hold" grpId="0" nodeType="withEffect">
                                      <p:stCondLst>
                                        <p:cond delay="300"/>
                                      </p:stCondLst>
                                      <p:childTnLst>
                                        <p:set>
                                          <p:cBhvr>
                                            <p:cTn id="31" dur="1" fill="hold">
                                              <p:stCondLst>
                                                <p:cond delay="0"/>
                                              </p:stCondLst>
                                            </p:cTn>
                                            <p:tgtEl>
                                              <p:spTgt spid="14"/>
                                            </p:tgtEl>
                                            <p:attrNameLst>
                                              <p:attrName>style.visibility</p:attrName>
                                            </p:attrNameLst>
                                          </p:cBhvr>
                                          <p:to>
                                            <p:strVal val="visible"/>
                                          </p:to>
                                        </p:set>
                                        <p:anim calcmode="lin" valueType="num">
                                          <p:cBhvr>
                                            <p:cTn id="32" dur="300" fill="hold"/>
                                            <p:tgtEl>
                                              <p:spTgt spid="14"/>
                                            </p:tgtEl>
                                            <p:attrNameLst>
                                              <p:attrName>ppt_w</p:attrName>
                                            </p:attrNameLst>
                                          </p:cBhvr>
                                          <p:tavLst>
                                            <p:tav tm="0">
                                              <p:val>
                                                <p:fltVal val="0"/>
                                              </p:val>
                                            </p:tav>
                                            <p:tav tm="100000">
                                              <p:val>
                                                <p:strVal val="#ppt_w"/>
                                              </p:val>
                                            </p:tav>
                                          </p:tavLst>
                                        </p:anim>
                                        <p:anim calcmode="lin" valueType="num">
                                          <p:cBhvr>
                                            <p:cTn id="33" dur="300" fill="hold"/>
                                            <p:tgtEl>
                                              <p:spTgt spid="14"/>
                                            </p:tgtEl>
                                            <p:attrNameLst>
                                              <p:attrName>ppt_h</p:attrName>
                                            </p:attrNameLst>
                                          </p:cBhvr>
                                          <p:tavLst>
                                            <p:tav tm="0">
                                              <p:val>
                                                <p:fltVal val="0"/>
                                              </p:val>
                                            </p:tav>
                                            <p:tav tm="100000">
                                              <p:val>
                                                <p:strVal val="#ppt_h"/>
                                              </p:val>
                                            </p:tav>
                                          </p:tavLst>
                                        </p:anim>
                                        <p:animEffect transition="in" filter="fade">
                                          <p:cBhvr>
                                            <p:cTn id="34" dur="300"/>
                                            <p:tgtEl>
                                              <p:spTgt spid="14"/>
                                            </p:tgtEl>
                                          </p:cBhvr>
                                        </p:animEffect>
                                      </p:childTnLst>
                                    </p:cTn>
                                  </p:par>
                                  <p:par>
                                    <p:cTn id="35" presetID="6" presetClass="emph" presetSubtype="0" autoRev="1" fill="hold" grpId="1" nodeType="withEffect">
                                      <p:stCondLst>
                                        <p:cond delay="600"/>
                                      </p:stCondLst>
                                      <p:childTnLst>
                                        <p:animScale>
                                          <p:cBhvr>
                                            <p:cTn id="36" dur="150" fill="hold"/>
                                            <p:tgtEl>
                                              <p:spTgt spid="14"/>
                                            </p:tgtEl>
                                          </p:cBhvr>
                                          <p:by x="110000" y="110000"/>
                                        </p:animScale>
                                      </p:childTnLst>
                                    </p:cTn>
                                  </p:par>
                                  <p:par>
                                    <p:cTn id="37" presetID="53" presetClass="entr" presetSubtype="16" fill="hold" grpId="0" nodeType="withEffect">
                                      <p:stCondLst>
                                        <p:cond delay="100"/>
                                      </p:stCondLst>
                                      <p:childTnLst>
                                        <p:set>
                                          <p:cBhvr>
                                            <p:cTn id="38" dur="1" fill="hold">
                                              <p:stCondLst>
                                                <p:cond delay="0"/>
                                              </p:stCondLst>
                                            </p:cTn>
                                            <p:tgtEl>
                                              <p:spTgt spid="13"/>
                                            </p:tgtEl>
                                            <p:attrNameLst>
                                              <p:attrName>style.visibility</p:attrName>
                                            </p:attrNameLst>
                                          </p:cBhvr>
                                          <p:to>
                                            <p:strVal val="visible"/>
                                          </p:to>
                                        </p:set>
                                        <p:anim calcmode="lin" valueType="num">
                                          <p:cBhvr>
                                            <p:cTn id="39" dur="300" fill="hold"/>
                                            <p:tgtEl>
                                              <p:spTgt spid="13"/>
                                            </p:tgtEl>
                                            <p:attrNameLst>
                                              <p:attrName>ppt_w</p:attrName>
                                            </p:attrNameLst>
                                          </p:cBhvr>
                                          <p:tavLst>
                                            <p:tav tm="0">
                                              <p:val>
                                                <p:fltVal val="0"/>
                                              </p:val>
                                            </p:tav>
                                            <p:tav tm="100000">
                                              <p:val>
                                                <p:strVal val="#ppt_w"/>
                                              </p:val>
                                            </p:tav>
                                          </p:tavLst>
                                        </p:anim>
                                        <p:anim calcmode="lin" valueType="num">
                                          <p:cBhvr>
                                            <p:cTn id="40" dur="300" fill="hold"/>
                                            <p:tgtEl>
                                              <p:spTgt spid="13"/>
                                            </p:tgtEl>
                                            <p:attrNameLst>
                                              <p:attrName>ppt_h</p:attrName>
                                            </p:attrNameLst>
                                          </p:cBhvr>
                                          <p:tavLst>
                                            <p:tav tm="0">
                                              <p:val>
                                                <p:fltVal val="0"/>
                                              </p:val>
                                            </p:tav>
                                            <p:tav tm="100000">
                                              <p:val>
                                                <p:strVal val="#ppt_h"/>
                                              </p:val>
                                            </p:tav>
                                          </p:tavLst>
                                        </p:anim>
                                        <p:animEffect transition="in" filter="fade">
                                          <p:cBhvr>
                                            <p:cTn id="41" dur="300"/>
                                            <p:tgtEl>
                                              <p:spTgt spid="13"/>
                                            </p:tgtEl>
                                          </p:cBhvr>
                                        </p:animEffect>
                                      </p:childTnLst>
                                    </p:cTn>
                                  </p:par>
                                  <p:par>
                                    <p:cTn id="42" presetID="6" presetClass="emph" presetSubtype="0" autoRev="1" fill="hold" grpId="1" nodeType="withEffect">
                                      <p:stCondLst>
                                        <p:cond delay="400"/>
                                      </p:stCondLst>
                                      <p:childTnLst>
                                        <p:animScale>
                                          <p:cBhvr>
                                            <p:cTn id="43" dur="150" fill="hold"/>
                                            <p:tgtEl>
                                              <p:spTgt spid="13"/>
                                            </p:tgtEl>
                                          </p:cBhvr>
                                          <p:by x="110000" y="110000"/>
                                        </p:animScale>
                                      </p:childTnLst>
                                    </p:cTn>
                                  </p:par>
                                  <p:par>
                                    <p:cTn id="44" presetID="53" presetClass="entr" presetSubtype="16" fill="hold" grpId="0" nodeType="withEffect">
                                      <p:stCondLst>
                                        <p:cond delay="400"/>
                                      </p:stCondLst>
                                      <p:childTnLst>
                                        <p:set>
                                          <p:cBhvr>
                                            <p:cTn id="45" dur="1" fill="hold">
                                              <p:stCondLst>
                                                <p:cond delay="0"/>
                                              </p:stCondLst>
                                            </p:cTn>
                                            <p:tgtEl>
                                              <p:spTgt spid="17"/>
                                            </p:tgtEl>
                                            <p:attrNameLst>
                                              <p:attrName>style.visibility</p:attrName>
                                            </p:attrNameLst>
                                          </p:cBhvr>
                                          <p:to>
                                            <p:strVal val="visible"/>
                                          </p:to>
                                        </p:set>
                                        <p:anim calcmode="lin" valueType="num">
                                          <p:cBhvr>
                                            <p:cTn id="46" dur="300" fill="hold"/>
                                            <p:tgtEl>
                                              <p:spTgt spid="17"/>
                                            </p:tgtEl>
                                            <p:attrNameLst>
                                              <p:attrName>ppt_w</p:attrName>
                                            </p:attrNameLst>
                                          </p:cBhvr>
                                          <p:tavLst>
                                            <p:tav tm="0">
                                              <p:val>
                                                <p:fltVal val="0"/>
                                              </p:val>
                                            </p:tav>
                                            <p:tav tm="100000">
                                              <p:val>
                                                <p:strVal val="#ppt_w"/>
                                              </p:val>
                                            </p:tav>
                                          </p:tavLst>
                                        </p:anim>
                                        <p:anim calcmode="lin" valueType="num">
                                          <p:cBhvr>
                                            <p:cTn id="47" dur="300" fill="hold"/>
                                            <p:tgtEl>
                                              <p:spTgt spid="17"/>
                                            </p:tgtEl>
                                            <p:attrNameLst>
                                              <p:attrName>ppt_h</p:attrName>
                                            </p:attrNameLst>
                                          </p:cBhvr>
                                          <p:tavLst>
                                            <p:tav tm="0">
                                              <p:val>
                                                <p:fltVal val="0"/>
                                              </p:val>
                                            </p:tav>
                                            <p:tav tm="100000">
                                              <p:val>
                                                <p:strVal val="#ppt_h"/>
                                              </p:val>
                                            </p:tav>
                                          </p:tavLst>
                                        </p:anim>
                                        <p:animEffect transition="in" filter="fade">
                                          <p:cBhvr>
                                            <p:cTn id="48" dur="300"/>
                                            <p:tgtEl>
                                              <p:spTgt spid="17"/>
                                            </p:tgtEl>
                                          </p:cBhvr>
                                        </p:animEffect>
                                      </p:childTnLst>
                                    </p:cTn>
                                  </p:par>
                                  <p:par>
                                    <p:cTn id="49" presetID="6" presetClass="emph" presetSubtype="0" autoRev="1" fill="hold" grpId="1" nodeType="withEffect">
                                      <p:stCondLst>
                                        <p:cond delay="700"/>
                                      </p:stCondLst>
                                      <p:childTnLst>
                                        <p:animScale>
                                          <p:cBhvr>
                                            <p:cTn id="50" dur="150" fill="hold"/>
                                            <p:tgtEl>
                                              <p:spTgt spid="17"/>
                                            </p:tgtEl>
                                          </p:cBhvr>
                                          <p:by x="110000" y="110000"/>
                                        </p:animScale>
                                      </p:childTnLst>
                                    </p:cTn>
                                  </p:par>
                                  <p:par>
                                    <p:cTn id="51" presetID="53" presetClass="entr" presetSubtype="16" fill="hold" grpId="0" nodeType="withEffect">
                                      <p:stCondLst>
                                        <p:cond delay="400"/>
                                      </p:stCondLst>
                                      <p:childTnLst>
                                        <p:set>
                                          <p:cBhvr>
                                            <p:cTn id="52" dur="1" fill="hold">
                                              <p:stCondLst>
                                                <p:cond delay="0"/>
                                              </p:stCondLst>
                                            </p:cTn>
                                            <p:tgtEl>
                                              <p:spTgt spid="21"/>
                                            </p:tgtEl>
                                            <p:attrNameLst>
                                              <p:attrName>style.visibility</p:attrName>
                                            </p:attrNameLst>
                                          </p:cBhvr>
                                          <p:to>
                                            <p:strVal val="visible"/>
                                          </p:to>
                                        </p:set>
                                        <p:anim calcmode="lin" valueType="num">
                                          <p:cBhvr>
                                            <p:cTn id="53" dur="300" fill="hold"/>
                                            <p:tgtEl>
                                              <p:spTgt spid="21"/>
                                            </p:tgtEl>
                                            <p:attrNameLst>
                                              <p:attrName>ppt_w</p:attrName>
                                            </p:attrNameLst>
                                          </p:cBhvr>
                                          <p:tavLst>
                                            <p:tav tm="0">
                                              <p:val>
                                                <p:fltVal val="0"/>
                                              </p:val>
                                            </p:tav>
                                            <p:tav tm="100000">
                                              <p:val>
                                                <p:strVal val="#ppt_w"/>
                                              </p:val>
                                            </p:tav>
                                          </p:tavLst>
                                        </p:anim>
                                        <p:anim calcmode="lin" valueType="num">
                                          <p:cBhvr>
                                            <p:cTn id="54" dur="300" fill="hold"/>
                                            <p:tgtEl>
                                              <p:spTgt spid="21"/>
                                            </p:tgtEl>
                                            <p:attrNameLst>
                                              <p:attrName>ppt_h</p:attrName>
                                            </p:attrNameLst>
                                          </p:cBhvr>
                                          <p:tavLst>
                                            <p:tav tm="0">
                                              <p:val>
                                                <p:fltVal val="0"/>
                                              </p:val>
                                            </p:tav>
                                            <p:tav tm="100000">
                                              <p:val>
                                                <p:strVal val="#ppt_h"/>
                                              </p:val>
                                            </p:tav>
                                          </p:tavLst>
                                        </p:anim>
                                        <p:animEffect transition="in" filter="fade">
                                          <p:cBhvr>
                                            <p:cTn id="55" dur="300"/>
                                            <p:tgtEl>
                                              <p:spTgt spid="21"/>
                                            </p:tgtEl>
                                          </p:cBhvr>
                                        </p:animEffect>
                                      </p:childTnLst>
                                    </p:cTn>
                                  </p:par>
                                  <p:par>
                                    <p:cTn id="56" presetID="6" presetClass="emph" presetSubtype="0" autoRev="1" fill="hold" grpId="1" nodeType="withEffect">
                                      <p:stCondLst>
                                        <p:cond delay="700"/>
                                      </p:stCondLst>
                                      <p:childTnLst>
                                        <p:animScale>
                                          <p:cBhvr>
                                            <p:cTn id="57" dur="150" fill="hold"/>
                                            <p:tgtEl>
                                              <p:spTgt spid="21"/>
                                            </p:tgtEl>
                                          </p:cBhvr>
                                          <p:by x="110000" y="110000"/>
                                        </p:animScale>
                                      </p:childTnLst>
                                    </p:cTn>
                                  </p:par>
                                  <p:par>
                                    <p:cTn id="58" presetID="53" presetClass="entr" presetSubtype="16" fill="hold" grpId="0" nodeType="withEffect">
                                      <p:stCondLst>
                                        <p:cond delay="100"/>
                                      </p:stCondLst>
                                      <p:childTnLst>
                                        <p:set>
                                          <p:cBhvr>
                                            <p:cTn id="59" dur="1" fill="hold">
                                              <p:stCondLst>
                                                <p:cond delay="0"/>
                                              </p:stCondLst>
                                            </p:cTn>
                                            <p:tgtEl>
                                              <p:spTgt spid="22"/>
                                            </p:tgtEl>
                                            <p:attrNameLst>
                                              <p:attrName>style.visibility</p:attrName>
                                            </p:attrNameLst>
                                          </p:cBhvr>
                                          <p:to>
                                            <p:strVal val="visible"/>
                                          </p:to>
                                        </p:set>
                                        <p:anim calcmode="lin" valueType="num">
                                          <p:cBhvr>
                                            <p:cTn id="60" dur="300" fill="hold"/>
                                            <p:tgtEl>
                                              <p:spTgt spid="22"/>
                                            </p:tgtEl>
                                            <p:attrNameLst>
                                              <p:attrName>ppt_w</p:attrName>
                                            </p:attrNameLst>
                                          </p:cBhvr>
                                          <p:tavLst>
                                            <p:tav tm="0">
                                              <p:val>
                                                <p:fltVal val="0"/>
                                              </p:val>
                                            </p:tav>
                                            <p:tav tm="100000">
                                              <p:val>
                                                <p:strVal val="#ppt_w"/>
                                              </p:val>
                                            </p:tav>
                                          </p:tavLst>
                                        </p:anim>
                                        <p:anim calcmode="lin" valueType="num">
                                          <p:cBhvr>
                                            <p:cTn id="61" dur="300" fill="hold"/>
                                            <p:tgtEl>
                                              <p:spTgt spid="22"/>
                                            </p:tgtEl>
                                            <p:attrNameLst>
                                              <p:attrName>ppt_h</p:attrName>
                                            </p:attrNameLst>
                                          </p:cBhvr>
                                          <p:tavLst>
                                            <p:tav tm="0">
                                              <p:val>
                                                <p:fltVal val="0"/>
                                              </p:val>
                                            </p:tav>
                                            <p:tav tm="100000">
                                              <p:val>
                                                <p:strVal val="#ppt_h"/>
                                              </p:val>
                                            </p:tav>
                                          </p:tavLst>
                                        </p:anim>
                                        <p:animEffect transition="in" filter="fade">
                                          <p:cBhvr>
                                            <p:cTn id="62" dur="300"/>
                                            <p:tgtEl>
                                              <p:spTgt spid="22"/>
                                            </p:tgtEl>
                                          </p:cBhvr>
                                        </p:animEffect>
                                      </p:childTnLst>
                                    </p:cTn>
                                  </p:par>
                                  <p:par>
                                    <p:cTn id="63" presetID="6" presetClass="emph" presetSubtype="0" autoRev="1" fill="hold" grpId="1" nodeType="withEffect">
                                      <p:stCondLst>
                                        <p:cond delay="400"/>
                                      </p:stCondLst>
                                      <p:childTnLst>
                                        <p:animScale>
                                          <p:cBhvr>
                                            <p:cTn id="64" dur="150" fill="hold"/>
                                            <p:tgtEl>
                                              <p:spTgt spid="22"/>
                                            </p:tgtEl>
                                          </p:cBhvr>
                                          <p:by x="110000" y="110000"/>
                                        </p:animScale>
                                      </p:childTnLst>
                                    </p:cTn>
                                  </p:par>
                                  <p:par>
                                    <p:cTn id="65" presetID="53" presetClass="entr" presetSubtype="16" fill="hold" grpId="0" nodeType="withEffect">
                                      <p:stCondLst>
                                        <p:cond delay="400"/>
                                      </p:stCondLst>
                                      <p:childTnLst>
                                        <p:set>
                                          <p:cBhvr>
                                            <p:cTn id="66" dur="1" fill="hold">
                                              <p:stCondLst>
                                                <p:cond delay="0"/>
                                              </p:stCondLst>
                                            </p:cTn>
                                            <p:tgtEl>
                                              <p:spTgt spid="23"/>
                                            </p:tgtEl>
                                            <p:attrNameLst>
                                              <p:attrName>style.visibility</p:attrName>
                                            </p:attrNameLst>
                                          </p:cBhvr>
                                          <p:to>
                                            <p:strVal val="visible"/>
                                          </p:to>
                                        </p:set>
                                        <p:anim calcmode="lin" valueType="num">
                                          <p:cBhvr>
                                            <p:cTn id="67" dur="300" fill="hold"/>
                                            <p:tgtEl>
                                              <p:spTgt spid="23"/>
                                            </p:tgtEl>
                                            <p:attrNameLst>
                                              <p:attrName>ppt_w</p:attrName>
                                            </p:attrNameLst>
                                          </p:cBhvr>
                                          <p:tavLst>
                                            <p:tav tm="0">
                                              <p:val>
                                                <p:fltVal val="0"/>
                                              </p:val>
                                            </p:tav>
                                            <p:tav tm="100000">
                                              <p:val>
                                                <p:strVal val="#ppt_w"/>
                                              </p:val>
                                            </p:tav>
                                          </p:tavLst>
                                        </p:anim>
                                        <p:anim calcmode="lin" valueType="num">
                                          <p:cBhvr>
                                            <p:cTn id="68" dur="300" fill="hold"/>
                                            <p:tgtEl>
                                              <p:spTgt spid="23"/>
                                            </p:tgtEl>
                                            <p:attrNameLst>
                                              <p:attrName>ppt_h</p:attrName>
                                            </p:attrNameLst>
                                          </p:cBhvr>
                                          <p:tavLst>
                                            <p:tav tm="0">
                                              <p:val>
                                                <p:fltVal val="0"/>
                                              </p:val>
                                            </p:tav>
                                            <p:tav tm="100000">
                                              <p:val>
                                                <p:strVal val="#ppt_h"/>
                                              </p:val>
                                            </p:tav>
                                          </p:tavLst>
                                        </p:anim>
                                        <p:animEffect transition="in" filter="fade">
                                          <p:cBhvr>
                                            <p:cTn id="69" dur="300"/>
                                            <p:tgtEl>
                                              <p:spTgt spid="23"/>
                                            </p:tgtEl>
                                          </p:cBhvr>
                                        </p:animEffect>
                                      </p:childTnLst>
                                    </p:cTn>
                                  </p:par>
                                  <p:par>
                                    <p:cTn id="70" presetID="6" presetClass="emph" presetSubtype="0" autoRev="1" fill="hold" grpId="1" nodeType="withEffect">
                                      <p:stCondLst>
                                        <p:cond delay="700"/>
                                      </p:stCondLst>
                                      <p:childTnLst>
                                        <p:animScale>
                                          <p:cBhvr>
                                            <p:cTn id="71" dur="150" fill="hold"/>
                                            <p:tgtEl>
                                              <p:spTgt spid="2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19" grpId="0"/>
          <p:bldP spid="13" grpId="0" animBg="1"/>
          <p:bldP spid="13" grpId="1" animBg="1"/>
          <p:bldP spid="14" grpId="0" animBg="1"/>
          <p:bldP spid="14" grpId="1" animBg="1"/>
          <p:bldP spid="15" grpId="0" animBg="1"/>
          <p:bldP spid="15" grpId="1" animBg="1"/>
          <p:bldP spid="17" grpId="0" animBg="1"/>
          <p:bldP spid="17" grpId="1" animBg="1"/>
          <p:bldP spid="21" grpId="0" animBg="1"/>
          <p:bldP spid="21" grpId="1" animBg="1"/>
          <p:bldP spid="3" grpId="0" animBg="1"/>
          <p:bldP spid="3" grpId="1" animBg="1"/>
          <p:bldP spid="4" grpId="0"/>
          <p:bldP spid="4" grpId="1"/>
          <p:bldP spid="22" grpId="0" animBg="1"/>
          <p:bldP spid="22" grpId="1"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 fill="hold"/>
                                            <p:tgtEl>
                                              <p:spTgt spid="3"/>
                                            </p:tgtEl>
                                            <p:attrNameLst>
                                              <p:attrName>ppt_w</p:attrName>
                                            </p:attrNameLst>
                                          </p:cBhvr>
                                          <p:tavLst>
                                            <p:tav tm="0">
                                              <p:val>
                                                <p:fltVal val="0"/>
                                              </p:val>
                                            </p:tav>
                                            <p:tav tm="100000">
                                              <p:val>
                                                <p:strVal val="#ppt_w"/>
                                              </p:val>
                                            </p:tav>
                                          </p:tavLst>
                                        </p:anim>
                                        <p:anim calcmode="lin" valueType="num">
                                          <p:cBhvr>
                                            <p:cTn id="8" dur="300" fill="hold"/>
                                            <p:tgtEl>
                                              <p:spTgt spid="3"/>
                                            </p:tgtEl>
                                            <p:attrNameLst>
                                              <p:attrName>ppt_h</p:attrName>
                                            </p:attrNameLst>
                                          </p:cBhvr>
                                          <p:tavLst>
                                            <p:tav tm="0">
                                              <p:val>
                                                <p:fltVal val="0"/>
                                              </p:val>
                                            </p:tav>
                                            <p:tav tm="100000">
                                              <p:val>
                                                <p:strVal val="#ppt_h"/>
                                              </p:val>
                                            </p:tav>
                                          </p:tavLst>
                                        </p:anim>
                                        <p:animEffect transition="in" filter="fade">
                                          <p:cBhvr>
                                            <p:cTn id="9" dur="300"/>
                                            <p:tgtEl>
                                              <p:spTgt spid="3"/>
                                            </p:tgtEl>
                                          </p:cBhvr>
                                        </p:animEffect>
                                      </p:childTnLst>
                                    </p:cTn>
                                  </p:par>
                                  <p:par>
                                    <p:cTn id="10" presetID="6" presetClass="emph" presetSubtype="0" autoRev="1" fill="hold" grpId="1" nodeType="withEffect">
                                      <p:stCondLst>
                                        <p:cond delay="300"/>
                                      </p:stCondLst>
                                      <p:childTnLst>
                                        <p:animScale>
                                          <p:cBhvr>
                                            <p:cTn id="11" dur="150" fill="hold"/>
                                            <p:tgtEl>
                                              <p:spTgt spid="3"/>
                                            </p:tgtEl>
                                          </p:cBhvr>
                                          <p:by x="110000" y="110000"/>
                                        </p:animScale>
                                      </p:childTnLst>
                                    </p:cTn>
                                  </p:par>
                                  <p:par>
                                    <p:cTn id="12" presetID="53" presetClass="entr" presetSubtype="16" fill="hold" grpId="0" nodeType="withEffect">
                                      <p:stCondLst>
                                        <p:cond delay="200"/>
                                      </p:stCondLst>
                                      <p:childTnLst>
                                        <p:set>
                                          <p:cBhvr>
                                            <p:cTn id="13" dur="1" fill="hold">
                                              <p:stCondLst>
                                                <p:cond delay="0"/>
                                              </p:stCondLst>
                                            </p:cTn>
                                            <p:tgtEl>
                                              <p:spTgt spid="4"/>
                                            </p:tgtEl>
                                            <p:attrNameLst>
                                              <p:attrName>style.visibility</p:attrName>
                                            </p:attrNameLst>
                                          </p:cBhvr>
                                          <p:to>
                                            <p:strVal val="visible"/>
                                          </p:to>
                                        </p:set>
                                        <p:anim calcmode="lin" valueType="num">
                                          <p:cBhvr>
                                            <p:cTn id="14" dur="300" fill="hold"/>
                                            <p:tgtEl>
                                              <p:spTgt spid="4"/>
                                            </p:tgtEl>
                                            <p:attrNameLst>
                                              <p:attrName>ppt_w</p:attrName>
                                            </p:attrNameLst>
                                          </p:cBhvr>
                                          <p:tavLst>
                                            <p:tav tm="0">
                                              <p:val>
                                                <p:fltVal val="0"/>
                                              </p:val>
                                            </p:tav>
                                            <p:tav tm="100000">
                                              <p:val>
                                                <p:strVal val="#ppt_w"/>
                                              </p:val>
                                            </p:tav>
                                          </p:tavLst>
                                        </p:anim>
                                        <p:anim calcmode="lin" valueType="num">
                                          <p:cBhvr>
                                            <p:cTn id="15" dur="300" fill="hold"/>
                                            <p:tgtEl>
                                              <p:spTgt spid="4"/>
                                            </p:tgtEl>
                                            <p:attrNameLst>
                                              <p:attrName>ppt_h</p:attrName>
                                            </p:attrNameLst>
                                          </p:cBhvr>
                                          <p:tavLst>
                                            <p:tav tm="0">
                                              <p:val>
                                                <p:fltVal val="0"/>
                                              </p:val>
                                            </p:tav>
                                            <p:tav tm="100000">
                                              <p:val>
                                                <p:strVal val="#ppt_h"/>
                                              </p:val>
                                            </p:tav>
                                          </p:tavLst>
                                        </p:anim>
                                        <p:animEffect transition="in" filter="fade">
                                          <p:cBhvr>
                                            <p:cTn id="16" dur="300"/>
                                            <p:tgtEl>
                                              <p:spTgt spid="4"/>
                                            </p:tgtEl>
                                          </p:cBhvr>
                                        </p:animEffect>
                                      </p:childTnLst>
                                    </p:cTn>
                                  </p:par>
                                  <p:par>
                                    <p:cTn id="17" presetID="6" presetClass="emph" presetSubtype="0" autoRev="1" fill="hold" grpId="1" nodeType="withEffect">
                                      <p:stCondLst>
                                        <p:cond delay="500"/>
                                      </p:stCondLst>
                                      <p:childTnLst>
                                        <p:animScale>
                                          <p:cBhvr>
                                            <p:cTn id="18" dur="150" fill="hold"/>
                                            <p:tgtEl>
                                              <p:spTgt spid="4"/>
                                            </p:tgtEl>
                                          </p:cBhvr>
                                          <p:by x="110000" y="110000"/>
                                        </p:animScale>
                                      </p:childTnLst>
                                    </p:cTn>
                                  </p:par>
                                  <p:par>
                                    <p:cTn id="19" presetID="2" presetClass="entr" presetSubtype="2" fill="hold" grpId="0" nodeType="withEffect">
                                      <p:stCondLst>
                                        <p:cond delay="60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600" fill="hold"/>
                                            <p:tgtEl>
                                              <p:spTgt spid="19"/>
                                            </p:tgtEl>
                                            <p:attrNameLst>
                                              <p:attrName>ppt_x</p:attrName>
                                            </p:attrNameLst>
                                          </p:cBhvr>
                                          <p:tavLst>
                                            <p:tav tm="0">
                                              <p:val>
                                                <p:strVal val="1+#ppt_w/2"/>
                                              </p:val>
                                            </p:tav>
                                            <p:tav tm="100000">
                                              <p:val>
                                                <p:strVal val="#ppt_x"/>
                                              </p:val>
                                            </p:tav>
                                          </p:tavLst>
                                        </p:anim>
                                        <p:anim calcmode="lin" valueType="num">
                                          <p:cBhvr additive="base">
                                            <p:cTn id="22" dur="600" fill="hold"/>
                                            <p:tgtEl>
                                              <p:spTgt spid="19"/>
                                            </p:tgtEl>
                                            <p:attrNameLst>
                                              <p:attrName>ppt_y</p:attrName>
                                            </p:attrNameLst>
                                          </p:cBhvr>
                                          <p:tavLst>
                                            <p:tav tm="0">
                                              <p:val>
                                                <p:strVal val="#ppt_y"/>
                                              </p:val>
                                            </p:tav>
                                            <p:tav tm="100000">
                                              <p:val>
                                                <p:strVal val="#ppt_y"/>
                                              </p:val>
                                            </p:tav>
                                          </p:tavLst>
                                        </p:anim>
                                      </p:childTnLst>
                                    </p:cTn>
                                  </p:par>
                                  <p:par>
                                    <p:cTn id="23" presetID="53" presetClass="entr" presetSubtype="16"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300" fill="hold"/>
                                            <p:tgtEl>
                                              <p:spTgt spid="15"/>
                                            </p:tgtEl>
                                            <p:attrNameLst>
                                              <p:attrName>ppt_w</p:attrName>
                                            </p:attrNameLst>
                                          </p:cBhvr>
                                          <p:tavLst>
                                            <p:tav tm="0">
                                              <p:val>
                                                <p:fltVal val="0"/>
                                              </p:val>
                                            </p:tav>
                                            <p:tav tm="100000">
                                              <p:val>
                                                <p:strVal val="#ppt_w"/>
                                              </p:val>
                                            </p:tav>
                                          </p:tavLst>
                                        </p:anim>
                                        <p:anim calcmode="lin" valueType="num">
                                          <p:cBhvr>
                                            <p:cTn id="26" dur="300" fill="hold"/>
                                            <p:tgtEl>
                                              <p:spTgt spid="15"/>
                                            </p:tgtEl>
                                            <p:attrNameLst>
                                              <p:attrName>ppt_h</p:attrName>
                                            </p:attrNameLst>
                                          </p:cBhvr>
                                          <p:tavLst>
                                            <p:tav tm="0">
                                              <p:val>
                                                <p:fltVal val="0"/>
                                              </p:val>
                                            </p:tav>
                                            <p:tav tm="100000">
                                              <p:val>
                                                <p:strVal val="#ppt_h"/>
                                              </p:val>
                                            </p:tav>
                                          </p:tavLst>
                                        </p:anim>
                                        <p:animEffect transition="in" filter="fade">
                                          <p:cBhvr>
                                            <p:cTn id="27" dur="300"/>
                                            <p:tgtEl>
                                              <p:spTgt spid="15"/>
                                            </p:tgtEl>
                                          </p:cBhvr>
                                        </p:animEffect>
                                      </p:childTnLst>
                                    </p:cTn>
                                  </p:par>
                                  <p:par>
                                    <p:cTn id="28" presetID="6" presetClass="emph" presetSubtype="0" autoRev="1" fill="hold" grpId="1" nodeType="withEffect">
                                      <p:stCondLst>
                                        <p:cond delay="300"/>
                                      </p:stCondLst>
                                      <p:childTnLst>
                                        <p:animScale>
                                          <p:cBhvr>
                                            <p:cTn id="29" dur="150" fill="hold"/>
                                            <p:tgtEl>
                                              <p:spTgt spid="15"/>
                                            </p:tgtEl>
                                          </p:cBhvr>
                                          <p:by x="110000" y="110000"/>
                                        </p:animScale>
                                      </p:childTnLst>
                                    </p:cTn>
                                  </p:par>
                                  <p:par>
                                    <p:cTn id="30" presetID="53" presetClass="entr" presetSubtype="16" fill="hold" grpId="0" nodeType="withEffect">
                                      <p:stCondLst>
                                        <p:cond delay="300"/>
                                      </p:stCondLst>
                                      <p:childTnLst>
                                        <p:set>
                                          <p:cBhvr>
                                            <p:cTn id="31" dur="1" fill="hold">
                                              <p:stCondLst>
                                                <p:cond delay="0"/>
                                              </p:stCondLst>
                                            </p:cTn>
                                            <p:tgtEl>
                                              <p:spTgt spid="14"/>
                                            </p:tgtEl>
                                            <p:attrNameLst>
                                              <p:attrName>style.visibility</p:attrName>
                                            </p:attrNameLst>
                                          </p:cBhvr>
                                          <p:to>
                                            <p:strVal val="visible"/>
                                          </p:to>
                                        </p:set>
                                        <p:anim calcmode="lin" valueType="num">
                                          <p:cBhvr>
                                            <p:cTn id="32" dur="300" fill="hold"/>
                                            <p:tgtEl>
                                              <p:spTgt spid="14"/>
                                            </p:tgtEl>
                                            <p:attrNameLst>
                                              <p:attrName>ppt_w</p:attrName>
                                            </p:attrNameLst>
                                          </p:cBhvr>
                                          <p:tavLst>
                                            <p:tav tm="0">
                                              <p:val>
                                                <p:fltVal val="0"/>
                                              </p:val>
                                            </p:tav>
                                            <p:tav tm="100000">
                                              <p:val>
                                                <p:strVal val="#ppt_w"/>
                                              </p:val>
                                            </p:tav>
                                          </p:tavLst>
                                        </p:anim>
                                        <p:anim calcmode="lin" valueType="num">
                                          <p:cBhvr>
                                            <p:cTn id="33" dur="300" fill="hold"/>
                                            <p:tgtEl>
                                              <p:spTgt spid="14"/>
                                            </p:tgtEl>
                                            <p:attrNameLst>
                                              <p:attrName>ppt_h</p:attrName>
                                            </p:attrNameLst>
                                          </p:cBhvr>
                                          <p:tavLst>
                                            <p:tav tm="0">
                                              <p:val>
                                                <p:fltVal val="0"/>
                                              </p:val>
                                            </p:tav>
                                            <p:tav tm="100000">
                                              <p:val>
                                                <p:strVal val="#ppt_h"/>
                                              </p:val>
                                            </p:tav>
                                          </p:tavLst>
                                        </p:anim>
                                        <p:animEffect transition="in" filter="fade">
                                          <p:cBhvr>
                                            <p:cTn id="34" dur="300"/>
                                            <p:tgtEl>
                                              <p:spTgt spid="14"/>
                                            </p:tgtEl>
                                          </p:cBhvr>
                                        </p:animEffect>
                                      </p:childTnLst>
                                    </p:cTn>
                                  </p:par>
                                  <p:par>
                                    <p:cTn id="35" presetID="6" presetClass="emph" presetSubtype="0" autoRev="1" fill="hold" grpId="1" nodeType="withEffect">
                                      <p:stCondLst>
                                        <p:cond delay="600"/>
                                      </p:stCondLst>
                                      <p:childTnLst>
                                        <p:animScale>
                                          <p:cBhvr>
                                            <p:cTn id="36" dur="150" fill="hold"/>
                                            <p:tgtEl>
                                              <p:spTgt spid="14"/>
                                            </p:tgtEl>
                                          </p:cBhvr>
                                          <p:by x="110000" y="110000"/>
                                        </p:animScale>
                                      </p:childTnLst>
                                    </p:cTn>
                                  </p:par>
                                  <p:par>
                                    <p:cTn id="37" presetID="53" presetClass="entr" presetSubtype="16" fill="hold" grpId="0" nodeType="withEffect">
                                      <p:stCondLst>
                                        <p:cond delay="100"/>
                                      </p:stCondLst>
                                      <p:childTnLst>
                                        <p:set>
                                          <p:cBhvr>
                                            <p:cTn id="38" dur="1" fill="hold">
                                              <p:stCondLst>
                                                <p:cond delay="0"/>
                                              </p:stCondLst>
                                            </p:cTn>
                                            <p:tgtEl>
                                              <p:spTgt spid="13"/>
                                            </p:tgtEl>
                                            <p:attrNameLst>
                                              <p:attrName>style.visibility</p:attrName>
                                            </p:attrNameLst>
                                          </p:cBhvr>
                                          <p:to>
                                            <p:strVal val="visible"/>
                                          </p:to>
                                        </p:set>
                                        <p:anim calcmode="lin" valueType="num">
                                          <p:cBhvr>
                                            <p:cTn id="39" dur="300" fill="hold"/>
                                            <p:tgtEl>
                                              <p:spTgt spid="13"/>
                                            </p:tgtEl>
                                            <p:attrNameLst>
                                              <p:attrName>ppt_w</p:attrName>
                                            </p:attrNameLst>
                                          </p:cBhvr>
                                          <p:tavLst>
                                            <p:tav tm="0">
                                              <p:val>
                                                <p:fltVal val="0"/>
                                              </p:val>
                                            </p:tav>
                                            <p:tav tm="100000">
                                              <p:val>
                                                <p:strVal val="#ppt_w"/>
                                              </p:val>
                                            </p:tav>
                                          </p:tavLst>
                                        </p:anim>
                                        <p:anim calcmode="lin" valueType="num">
                                          <p:cBhvr>
                                            <p:cTn id="40" dur="300" fill="hold"/>
                                            <p:tgtEl>
                                              <p:spTgt spid="13"/>
                                            </p:tgtEl>
                                            <p:attrNameLst>
                                              <p:attrName>ppt_h</p:attrName>
                                            </p:attrNameLst>
                                          </p:cBhvr>
                                          <p:tavLst>
                                            <p:tav tm="0">
                                              <p:val>
                                                <p:fltVal val="0"/>
                                              </p:val>
                                            </p:tav>
                                            <p:tav tm="100000">
                                              <p:val>
                                                <p:strVal val="#ppt_h"/>
                                              </p:val>
                                            </p:tav>
                                          </p:tavLst>
                                        </p:anim>
                                        <p:animEffect transition="in" filter="fade">
                                          <p:cBhvr>
                                            <p:cTn id="41" dur="300"/>
                                            <p:tgtEl>
                                              <p:spTgt spid="13"/>
                                            </p:tgtEl>
                                          </p:cBhvr>
                                        </p:animEffect>
                                      </p:childTnLst>
                                    </p:cTn>
                                  </p:par>
                                  <p:par>
                                    <p:cTn id="42" presetID="6" presetClass="emph" presetSubtype="0" autoRev="1" fill="hold" grpId="1" nodeType="withEffect">
                                      <p:stCondLst>
                                        <p:cond delay="400"/>
                                      </p:stCondLst>
                                      <p:childTnLst>
                                        <p:animScale>
                                          <p:cBhvr>
                                            <p:cTn id="43" dur="150" fill="hold"/>
                                            <p:tgtEl>
                                              <p:spTgt spid="13"/>
                                            </p:tgtEl>
                                          </p:cBhvr>
                                          <p:by x="110000" y="110000"/>
                                        </p:animScale>
                                      </p:childTnLst>
                                    </p:cTn>
                                  </p:par>
                                  <p:par>
                                    <p:cTn id="44" presetID="53" presetClass="entr" presetSubtype="16" fill="hold" grpId="0" nodeType="withEffect">
                                      <p:stCondLst>
                                        <p:cond delay="400"/>
                                      </p:stCondLst>
                                      <p:childTnLst>
                                        <p:set>
                                          <p:cBhvr>
                                            <p:cTn id="45" dur="1" fill="hold">
                                              <p:stCondLst>
                                                <p:cond delay="0"/>
                                              </p:stCondLst>
                                            </p:cTn>
                                            <p:tgtEl>
                                              <p:spTgt spid="17"/>
                                            </p:tgtEl>
                                            <p:attrNameLst>
                                              <p:attrName>style.visibility</p:attrName>
                                            </p:attrNameLst>
                                          </p:cBhvr>
                                          <p:to>
                                            <p:strVal val="visible"/>
                                          </p:to>
                                        </p:set>
                                        <p:anim calcmode="lin" valueType="num">
                                          <p:cBhvr>
                                            <p:cTn id="46" dur="300" fill="hold"/>
                                            <p:tgtEl>
                                              <p:spTgt spid="17"/>
                                            </p:tgtEl>
                                            <p:attrNameLst>
                                              <p:attrName>ppt_w</p:attrName>
                                            </p:attrNameLst>
                                          </p:cBhvr>
                                          <p:tavLst>
                                            <p:tav tm="0">
                                              <p:val>
                                                <p:fltVal val="0"/>
                                              </p:val>
                                            </p:tav>
                                            <p:tav tm="100000">
                                              <p:val>
                                                <p:strVal val="#ppt_w"/>
                                              </p:val>
                                            </p:tav>
                                          </p:tavLst>
                                        </p:anim>
                                        <p:anim calcmode="lin" valueType="num">
                                          <p:cBhvr>
                                            <p:cTn id="47" dur="300" fill="hold"/>
                                            <p:tgtEl>
                                              <p:spTgt spid="17"/>
                                            </p:tgtEl>
                                            <p:attrNameLst>
                                              <p:attrName>ppt_h</p:attrName>
                                            </p:attrNameLst>
                                          </p:cBhvr>
                                          <p:tavLst>
                                            <p:tav tm="0">
                                              <p:val>
                                                <p:fltVal val="0"/>
                                              </p:val>
                                            </p:tav>
                                            <p:tav tm="100000">
                                              <p:val>
                                                <p:strVal val="#ppt_h"/>
                                              </p:val>
                                            </p:tav>
                                          </p:tavLst>
                                        </p:anim>
                                        <p:animEffect transition="in" filter="fade">
                                          <p:cBhvr>
                                            <p:cTn id="48" dur="300"/>
                                            <p:tgtEl>
                                              <p:spTgt spid="17"/>
                                            </p:tgtEl>
                                          </p:cBhvr>
                                        </p:animEffect>
                                      </p:childTnLst>
                                    </p:cTn>
                                  </p:par>
                                  <p:par>
                                    <p:cTn id="49" presetID="6" presetClass="emph" presetSubtype="0" autoRev="1" fill="hold" grpId="1" nodeType="withEffect">
                                      <p:stCondLst>
                                        <p:cond delay="700"/>
                                      </p:stCondLst>
                                      <p:childTnLst>
                                        <p:animScale>
                                          <p:cBhvr>
                                            <p:cTn id="50" dur="150" fill="hold"/>
                                            <p:tgtEl>
                                              <p:spTgt spid="17"/>
                                            </p:tgtEl>
                                          </p:cBhvr>
                                          <p:by x="110000" y="110000"/>
                                        </p:animScale>
                                      </p:childTnLst>
                                    </p:cTn>
                                  </p:par>
                                  <p:par>
                                    <p:cTn id="51" presetID="53" presetClass="entr" presetSubtype="16" fill="hold" grpId="0" nodeType="withEffect">
                                      <p:stCondLst>
                                        <p:cond delay="400"/>
                                      </p:stCondLst>
                                      <p:childTnLst>
                                        <p:set>
                                          <p:cBhvr>
                                            <p:cTn id="52" dur="1" fill="hold">
                                              <p:stCondLst>
                                                <p:cond delay="0"/>
                                              </p:stCondLst>
                                            </p:cTn>
                                            <p:tgtEl>
                                              <p:spTgt spid="21"/>
                                            </p:tgtEl>
                                            <p:attrNameLst>
                                              <p:attrName>style.visibility</p:attrName>
                                            </p:attrNameLst>
                                          </p:cBhvr>
                                          <p:to>
                                            <p:strVal val="visible"/>
                                          </p:to>
                                        </p:set>
                                        <p:anim calcmode="lin" valueType="num">
                                          <p:cBhvr>
                                            <p:cTn id="53" dur="300" fill="hold"/>
                                            <p:tgtEl>
                                              <p:spTgt spid="21"/>
                                            </p:tgtEl>
                                            <p:attrNameLst>
                                              <p:attrName>ppt_w</p:attrName>
                                            </p:attrNameLst>
                                          </p:cBhvr>
                                          <p:tavLst>
                                            <p:tav tm="0">
                                              <p:val>
                                                <p:fltVal val="0"/>
                                              </p:val>
                                            </p:tav>
                                            <p:tav tm="100000">
                                              <p:val>
                                                <p:strVal val="#ppt_w"/>
                                              </p:val>
                                            </p:tav>
                                          </p:tavLst>
                                        </p:anim>
                                        <p:anim calcmode="lin" valueType="num">
                                          <p:cBhvr>
                                            <p:cTn id="54" dur="300" fill="hold"/>
                                            <p:tgtEl>
                                              <p:spTgt spid="21"/>
                                            </p:tgtEl>
                                            <p:attrNameLst>
                                              <p:attrName>ppt_h</p:attrName>
                                            </p:attrNameLst>
                                          </p:cBhvr>
                                          <p:tavLst>
                                            <p:tav tm="0">
                                              <p:val>
                                                <p:fltVal val="0"/>
                                              </p:val>
                                            </p:tav>
                                            <p:tav tm="100000">
                                              <p:val>
                                                <p:strVal val="#ppt_h"/>
                                              </p:val>
                                            </p:tav>
                                          </p:tavLst>
                                        </p:anim>
                                        <p:animEffect transition="in" filter="fade">
                                          <p:cBhvr>
                                            <p:cTn id="55" dur="300"/>
                                            <p:tgtEl>
                                              <p:spTgt spid="21"/>
                                            </p:tgtEl>
                                          </p:cBhvr>
                                        </p:animEffect>
                                      </p:childTnLst>
                                    </p:cTn>
                                  </p:par>
                                  <p:par>
                                    <p:cTn id="56" presetID="6" presetClass="emph" presetSubtype="0" autoRev="1" fill="hold" grpId="1" nodeType="withEffect">
                                      <p:stCondLst>
                                        <p:cond delay="700"/>
                                      </p:stCondLst>
                                      <p:childTnLst>
                                        <p:animScale>
                                          <p:cBhvr>
                                            <p:cTn id="57" dur="150" fill="hold"/>
                                            <p:tgtEl>
                                              <p:spTgt spid="21"/>
                                            </p:tgtEl>
                                          </p:cBhvr>
                                          <p:by x="110000" y="110000"/>
                                        </p:animScale>
                                      </p:childTnLst>
                                    </p:cTn>
                                  </p:par>
                                  <p:par>
                                    <p:cTn id="58" presetID="53" presetClass="entr" presetSubtype="16" fill="hold" grpId="0" nodeType="withEffect">
                                      <p:stCondLst>
                                        <p:cond delay="100"/>
                                      </p:stCondLst>
                                      <p:childTnLst>
                                        <p:set>
                                          <p:cBhvr>
                                            <p:cTn id="59" dur="1" fill="hold">
                                              <p:stCondLst>
                                                <p:cond delay="0"/>
                                              </p:stCondLst>
                                            </p:cTn>
                                            <p:tgtEl>
                                              <p:spTgt spid="22"/>
                                            </p:tgtEl>
                                            <p:attrNameLst>
                                              <p:attrName>style.visibility</p:attrName>
                                            </p:attrNameLst>
                                          </p:cBhvr>
                                          <p:to>
                                            <p:strVal val="visible"/>
                                          </p:to>
                                        </p:set>
                                        <p:anim calcmode="lin" valueType="num">
                                          <p:cBhvr>
                                            <p:cTn id="60" dur="300" fill="hold"/>
                                            <p:tgtEl>
                                              <p:spTgt spid="22"/>
                                            </p:tgtEl>
                                            <p:attrNameLst>
                                              <p:attrName>ppt_w</p:attrName>
                                            </p:attrNameLst>
                                          </p:cBhvr>
                                          <p:tavLst>
                                            <p:tav tm="0">
                                              <p:val>
                                                <p:fltVal val="0"/>
                                              </p:val>
                                            </p:tav>
                                            <p:tav tm="100000">
                                              <p:val>
                                                <p:strVal val="#ppt_w"/>
                                              </p:val>
                                            </p:tav>
                                          </p:tavLst>
                                        </p:anim>
                                        <p:anim calcmode="lin" valueType="num">
                                          <p:cBhvr>
                                            <p:cTn id="61" dur="300" fill="hold"/>
                                            <p:tgtEl>
                                              <p:spTgt spid="22"/>
                                            </p:tgtEl>
                                            <p:attrNameLst>
                                              <p:attrName>ppt_h</p:attrName>
                                            </p:attrNameLst>
                                          </p:cBhvr>
                                          <p:tavLst>
                                            <p:tav tm="0">
                                              <p:val>
                                                <p:fltVal val="0"/>
                                              </p:val>
                                            </p:tav>
                                            <p:tav tm="100000">
                                              <p:val>
                                                <p:strVal val="#ppt_h"/>
                                              </p:val>
                                            </p:tav>
                                          </p:tavLst>
                                        </p:anim>
                                        <p:animEffect transition="in" filter="fade">
                                          <p:cBhvr>
                                            <p:cTn id="62" dur="300"/>
                                            <p:tgtEl>
                                              <p:spTgt spid="22"/>
                                            </p:tgtEl>
                                          </p:cBhvr>
                                        </p:animEffect>
                                      </p:childTnLst>
                                    </p:cTn>
                                  </p:par>
                                  <p:par>
                                    <p:cTn id="63" presetID="6" presetClass="emph" presetSubtype="0" autoRev="1" fill="hold" grpId="1" nodeType="withEffect">
                                      <p:stCondLst>
                                        <p:cond delay="400"/>
                                      </p:stCondLst>
                                      <p:childTnLst>
                                        <p:animScale>
                                          <p:cBhvr>
                                            <p:cTn id="64" dur="150" fill="hold"/>
                                            <p:tgtEl>
                                              <p:spTgt spid="22"/>
                                            </p:tgtEl>
                                          </p:cBhvr>
                                          <p:by x="110000" y="110000"/>
                                        </p:animScale>
                                      </p:childTnLst>
                                    </p:cTn>
                                  </p:par>
                                  <p:par>
                                    <p:cTn id="65" presetID="53" presetClass="entr" presetSubtype="16" fill="hold" grpId="0" nodeType="withEffect">
                                      <p:stCondLst>
                                        <p:cond delay="400"/>
                                      </p:stCondLst>
                                      <p:childTnLst>
                                        <p:set>
                                          <p:cBhvr>
                                            <p:cTn id="66" dur="1" fill="hold">
                                              <p:stCondLst>
                                                <p:cond delay="0"/>
                                              </p:stCondLst>
                                            </p:cTn>
                                            <p:tgtEl>
                                              <p:spTgt spid="23"/>
                                            </p:tgtEl>
                                            <p:attrNameLst>
                                              <p:attrName>style.visibility</p:attrName>
                                            </p:attrNameLst>
                                          </p:cBhvr>
                                          <p:to>
                                            <p:strVal val="visible"/>
                                          </p:to>
                                        </p:set>
                                        <p:anim calcmode="lin" valueType="num">
                                          <p:cBhvr>
                                            <p:cTn id="67" dur="300" fill="hold"/>
                                            <p:tgtEl>
                                              <p:spTgt spid="23"/>
                                            </p:tgtEl>
                                            <p:attrNameLst>
                                              <p:attrName>ppt_w</p:attrName>
                                            </p:attrNameLst>
                                          </p:cBhvr>
                                          <p:tavLst>
                                            <p:tav tm="0">
                                              <p:val>
                                                <p:fltVal val="0"/>
                                              </p:val>
                                            </p:tav>
                                            <p:tav tm="100000">
                                              <p:val>
                                                <p:strVal val="#ppt_w"/>
                                              </p:val>
                                            </p:tav>
                                          </p:tavLst>
                                        </p:anim>
                                        <p:anim calcmode="lin" valueType="num">
                                          <p:cBhvr>
                                            <p:cTn id="68" dur="300" fill="hold"/>
                                            <p:tgtEl>
                                              <p:spTgt spid="23"/>
                                            </p:tgtEl>
                                            <p:attrNameLst>
                                              <p:attrName>ppt_h</p:attrName>
                                            </p:attrNameLst>
                                          </p:cBhvr>
                                          <p:tavLst>
                                            <p:tav tm="0">
                                              <p:val>
                                                <p:fltVal val="0"/>
                                              </p:val>
                                            </p:tav>
                                            <p:tav tm="100000">
                                              <p:val>
                                                <p:strVal val="#ppt_h"/>
                                              </p:val>
                                            </p:tav>
                                          </p:tavLst>
                                        </p:anim>
                                        <p:animEffect transition="in" filter="fade">
                                          <p:cBhvr>
                                            <p:cTn id="69" dur="300"/>
                                            <p:tgtEl>
                                              <p:spTgt spid="23"/>
                                            </p:tgtEl>
                                          </p:cBhvr>
                                        </p:animEffect>
                                      </p:childTnLst>
                                    </p:cTn>
                                  </p:par>
                                  <p:par>
                                    <p:cTn id="70" presetID="6" presetClass="emph" presetSubtype="0" autoRev="1" fill="hold" grpId="1" nodeType="withEffect">
                                      <p:stCondLst>
                                        <p:cond delay="700"/>
                                      </p:stCondLst>
                                      <p:childTnLst>
                                        <p:animScale>
                                          <p:cBhvr>
                                            <p:cTn id="71" dur="150" fill="hold"/>
                                            <p:tgtEl>
                                              <p:spTgt spid="2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19" grpId="0"/>
          <p:bldP spid="13" grpId="0" animBg="1"/>
          <p:bldP spid="13" grpId="1" animBg="1"/>
          <p:bldP spid="14" grpId="0" animBg="1"/>
          <p:bldP spid="14" grpId="1" animBg="1"/>
          <p:bldP spid="15" grpId="0" animBg="1"/>
          <p:bldP spid="15" grpId="1" animBg="1"/>
          <p:bldP spid="17" grpId="0" animBg="1"/>
          <p:bldP spid="17" grpId="1" animBg="1"/>
          <p:bldP spid="21" grpId="0" animBg="1"/>
          <p:bldP spid="21" grpId="1" animBg="1"/>
          <p:bldP spid="3" grpId="0" animBg="1"/>
          <p:bldP spid="3" grpId="1" animBg="1"/>
          <p:bldP spid="4" grpId="0"/>
          <p:bldP spid="4" grpId="1"/>
          <p:bldP spid="22" grpId="0" animBg="1"/>
          <p:bldP spid="22" grpId="1" animBg="1"/>
        </p:bldLst>
      </p:timing>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2324770" y="204238"/>
            <a:ext cx="4304383" cy="584775"/>
          </a:xfrm>
          <a:prstGeom prst="rect">
            <a:avLst/>
          </a:prstGeom>
          <a:noFill/>
        </p:spPr>
        <p:txBody>
          <a:bodyPr wrap="none" rtlCol="0">
            <a:spAutoFit/>
          </a:bodyPr>
          <a:lstStyle/>
          <a:p>
            <a:pPr algn="ctr" defTabSz="822686">
              <a:defRPr/>
            </a:pPr>
            <a:r>
              <a:rPr lang="zh-CN" altLang="en-US" sz="3200" b="1" dirty="0">
                <a:latin typeface="+mn-ea"/>
              </a:rPr>
              <a:t>数据预处理的主要任务</a:t>
            </a:r>
          </a:p>
        </p:txBody>
      </p:sp>
      <p:sp>
        <p:nvSpPr>
          <p:cNvPr id="3" name="TextBox 2"/>
          <p:cNvSpPr txBox="1"/>
          <p:nvPr/>
        </p:nvSpPr>
        <p:spPr>
          <a:xfrm>
            <a:off x="432016" y="894596"/>
            <a:ext cx="8352928" cy="3477875"/>
          </a:xfrm>
          <a:prstGeom prst="rect">
            <a:avLst/>
          </a:prstGeom>
          <a:noFill/>
        </p:spPr>
        <p:txBody>
          <a:bodyPr wrap="square" rtlCol="0">
            <a:spAutoFit/>
          </a:bodyPr>
          <a:lstStyle/>
          <a:p>
            <a:pPr marL="342900" indent="-342900">
              <a:buFont typeface="Wingdings" panose="05000000000000000000" pitchFamily="2" charset="2"/>
              <a:buChar char="Ø"/>
            </a:pPr>
            <a:r>
              <a:rPr lang="zh-CN" altLang="en-US" sz="2000" dirty="0">
                <a:latin typeface="楷体" panose="02010609060101010101" pitchFamily="49" charset="-122"/>
                <a:ea typeface="楷体" panose="02010609060101010101" pitchFamily="49" charset="-122"/>
              </a:rPr>
              <a:t>（1）数据清理（Data Cleaning）：数据清理技术通常包括填补遗漏的数据值、平滑有噪声数据、识别或除去异常值，以及解决不一致问题。</a:t>
            </a:r>
          </a:p>
          <a:p>
            <a:pPr marL="342900" indent="-342900">
              <a:buFont typeface="Wingdings" panose="05000000000000000000" pitchFamily="2" charset="2"/>
              <a:buChar char="Ø"/>
            </a:pPr>
            <a:r>
              <a:rPr lang="zh-CN" altLang="en-US" sz="2000" dirty="0">
                <a:latin typeface="楷体" panose="02010609060101010101" pitchFamily="49" charset="-122"/>
                <a:ea typeface="楷体" panose="02010609060101010101" pitchFamily="49" charset="-122"/>
              </a:rPr>
              <a:t>（2）数据集成（Data Integration）：就是将来自多个数据源的数据合并到一起，形成一致的数据存储，</a:t>
            </a:r>
            <a:r>
              <a:rPr lang="zh-CN" altLang="en-US" sz="2000" dirty="0">
                <a:solidFill>
                  <a:srgbClr val="FF0000"/>
                </a:solidFill>
                <a:latin typeface="楷体" panose="02010609060101010101" pitchFamily="49" charset="-122"/>
                <a:ea typeface="楷体" panose="02010609060101010101" pitchFamily="49" charset="-122"/>
              </a:rPr>
              <a:t>有时数据集成之后还需要进行数据清理以便消除可能存在的数据冗余</a:t>
            </a:r>
            <a:r>
              <a:rPr lang="zh-CN" altLang="en-US" sz="2000" dirty="0">
                <a:latin typeface="楷体" panose="02010609060101010101" pitchFamily="49" charset="-122"/>
                <a:ea typeface="楷体" panose="02010609060101010101" pitchFamily="49" charset="-122"/>
              </a:rPr>
              <a:t>。</a:t>
            </a:r>
          </a:p>
          <a:p>
            <a:pPr marL="342900" indent="-342900">
              <a:buFont typeface="Wingdings" panose="05000000000000000000" pitchFamily="2" charset="2"/>
              <a:buChar char="Ø"/>
            </a:pPr>
            <a:r>
              <a:rPr lang="zh-CN" altLang="en-US" sz="2000" dirty="0">
                <a:latin typeface="楷体" panose="02010609060101010101" pitchFamily="49" charset="-122"/>
                <a:ea typeface="楷体" panose="02010609060101010101" pitchFamily="49" charset="-122"/>
              </a:rPr>
              <a:t>（3）数据变换（Data Transformation）：主要是将数据转换成适合于机器学习的形式，数据变换的具体方法包括平滑处理、聚集处理、数据泛化处理、</a:t>
            </a:r>
            <a:r>
              <a:rPr lang="zh-CN" altLang="en-US" sz="2000" dirty="0">
                <a:solidFill>
                  <a:srgbClr val="FF0000"/>
                </a:solidFill>
                <a:highlight>
                  <a:srgbClr val="FFFF00"/>
                </a:highlight>
                <a:latin typeface="楷体" panose="02010609060101010101" pitchFamily="49" charset="-122"/>
                <a:ea typeface="楷体" panose="02010609060101010101" pitchFamily="49" charset="-122"/>
              </a:rPr>
              <a:t>规格化</a:t>
            </a:r>
            <a:r>
              <a:rPr lang="zh-CN" altLang="en-US" sz="2000" dirty="0">
                <a:latin typeface="楷体" panose="02010609060101010101" pitchFamily="49" charset="-122"/>
                <a:ea typeface="楷体" panose="02010609060101010101" pitchFamily="49" charset="-122"/>
              </a:rPr>
              <a:t>、属性构造。</a:t>
            </a:r>
          </a:p>
          <a:p>
            <a:pPr marL="342900" indent="-342900">
              <a:buFont typeface="Wingdings" panose="05000000000000000000" pitchFamily="2" charset="2"/>
              <a:buChar char="Ø"/>
            </a:pPr>
            <a:r>
              <a:rPr lang="zh-CN" altLang="en-US" sz="2000" dirty="0">
                <a:latin typeface="楷体" panose="02010609060101010101" pitchFamily="49" charset="-122"/>
                <a:ea typeface="楷体" panose="02010609060101010101" pitchFamily="49" charset="-122"/>
              </a:rPr>
              <a:t>（4）数据归约（Data Reduction）：在不影响挖掘结果的前提下，通过数值聚集、删除冗余特性的办法压缩数据，降低时间复杂度。</a:t>
            </a:r>
          </a:p>
        </p:txBody>
      </p:sp>
      <p:pic>
        <p:nvPicPr>
          <p:cNvPr id="2" name="图片 1" descr="20100508053929509.png">
            <a:extLst>
              <a:ext uri="{FF2B5EF4-FFF2-40B4-BE49-F238E27FC236}">
                <a16:creationId xmlns:a16="http://schemas.microsoft.com/office/drawing/2014/main" id="{B8159409-A503-4442-9F2E-FE91B1E77507}"/>
              </a:ext>
            </a:extLst>
          </p:cNvPr>
          <p:cNvPicPr>
            <a:picLocks noChangeAspect="1"/>
          </p:cNvPicPr>
          <p:nvPr/>
        </p:nvPicPr>
        <p:blipFill>
          <a:blip r:embed="rId3" cstate="print"/>
          <a:stretch>
            <a:fillRect/>
          </a:stretch>
        </p:blipFill>
        <p:spPr>
          <a:xfrm>
            <a:off x="-32" y="64578"/>
            <a:ext cx="864096" cy="864096"/>
          </a:xfrm>
          <a:prstGeom prst="rect">
            <a:avLst/>
          </a:prstGeom>
        </p:spPr>
      </p:pic>
    </p:spTree>
    <p:extLst>
      <p:ext uri="{BB962C8B-B14F-4D97-AF65-F5344CB8AC3E}">
        <p14:creationId xmlns:p14="http://schemas.microsoft.com/office/powerpoint/2010/main" val="3977196395"/>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2324770" y="204238"/>
            <a:ext cx="4304383" cy="584775"/>
          </a:xfrm>
          <a:prstGeom prst="rect">
            <a:avLst/>
          </a:prstGeom>
          <a:noFill/>
        </p:spPr>
        <p:txBody>
          <a:bodyPr wrap="none" rtlCol="0">
            <a:spAutoFit/>
          </a:bodyPr>
          <a:lstStyle/>
          <a:p>
            <a:pPr algn="ctr" defTabSz="822686">
              <a:defRPr/>
            </a:pPr>
            <a:r>
              <a:rPr lang="zh-CN" altLang="en-US" sz="3200" b="1" dirty="0">
                <a:latin typeface="+mn-ea"/>
              </a:rPr>
              <a:t>数据预处理的主要任务</a:t>
            </a:r>
          </a:p>
        </p:txBody>
      </p:sp>
      <p:pic>
        <p:nvPicPr>
          <p:cNvPr id="2" name="图片 1" descr="20100508053929509.png">
            <a:extLst>
              <a:ext uri="{FF2B5EF4-FFF2-40B4-BE49-F238E27FC236}">
                <a16:creationId xmlns:a16="http://schemas.microsoft.com/office/drawing/2014/main" id="{B8159409-A503-4442-9F2E-FE91B1E77507}"/>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Rectangle 2">
            <a:extLst>
              <a:ext uri="{FF2B5EF4-FFF2-40B4-BE49-F238E27FC236}">
                <a16:creationId xmlns:a16="http://schemas.microsoft.com/office/drawing/2014/main" id="{4CE1E040-E196-4A44-9590-365AE6D90A5D}"/>
              </a:ext>
            </a:extLst>
          </p:cNvPr>
          <p:cNvSpPr>
            <a:spLocks noChangeArrowheads="1"/>
          </p:cNvSpPr>
          <p:nvPr/>
        </p:nvSpPr>
        <p:spPr bwMode="auto">
          <a:xfrm>
            <a:off x="1332119" y="1544291"/>
            <a:ext cx="493004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a:buFont typeface="Wingdings" panose="05000000000000000000" pitchFamily="2" charset="2"/>
              <a:buNone/>
            </a:pPr>
            <a:endParaRPr lang="zh-CN" altLang="zh-CN" sz="1350">
              <a:solidFill>
                <a:schemeClr val="tx1"/>
              </a:solidFill>
            </a:endParaRPr>
          </a:p>
        </p:txBody>
      </p:sp>
      <p:graphicFrame>
        <p:nvGraphicFramePr>
          <p:cNvPr id="6" name="Picture 1">
            <a:extLst>
              <a:ext uri="{FF2B5EF4-FFF2-40B4-BE49-F238E27FC236}">
                <a16:creationId xmlns:a16="http://schemas.microsoft.com/office/drawing/2014/main" id="{CEE75AE9-E856-4724-9236-CB4A2BF0A619}"/>
              </a:ext>
            </a:extLst>
          </p:cNvPr>
          <p:cNvGraphicFramePr>
            <a:graphicFrameLocks noChangeAspect="1"/>
          </p:cNvGraphicFramePr>
          <p:nvPr>
            <p:extLst>
              <p:ext uri="{D42A27DB-BD31-4B8C-83A1-F6EECF244321}">
                <p14:modId xmlns:p14="http://schemas.microsoft.com/office/powerpoint/2010/main" val="1272061330"/>
              </p:ext>
            </p:extLst>
          </p:nvPr>
        </p:nvGraphicFramePr>
        <p:xfrm>
          <a:off x="864064" y="928674"/>
          <a:ext cx="4175445" cy="4148661"/>
        </p:xfrm>
        <a:graphic>
          <a:graphicData uri="http://schemas.openxmlformats.org/presentationml/2006/ole">
            <mc:AlternateContent xmlns:mc="http://schemas.openxmlformats.org/markup-compatibility/2006">
              <mc:Choice xmlns:v="urn:schemas-microsoft-com:vml" Requires="v">
                <p:oleObj name="Document" r:id="rId4" imgW="3545544" imgH="3525967" progId="Word.Document.8">
                  <p:embed/>
                </p:oleObj>
              </mc:Choice>
              <mc:Fallback>
                <p:oleObj name="Document" r:id="rId4" imgW="3545544" imgH="3525967" progId="Word.Document.8">
                  <p:embed/>
                  <p:pic>
                    <p:nvPicPr>
                      <p:cNvPr id="1026" name="Picture 1">
                        <a:extLst>
                          <a:ext uri="{FF2B5EF4-FFF2-40B4-BE49-F238E27FC236}">
                            <a16:creationId xmlns:a16="http://schemas.microsoft.com/office/drawing/2014/main" id="{2096A4AB-AF40-46F6-8FE0-C3D87F19BC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4064" y="928674"/>
                        <a:ext cx="4175445" cy="4148661"/>
                      </a:xfrm>
                      <a:prstGeom prst="rect">
                        <a:avLst/>
                      </a:prstGeom>
                      <a:noFill/>
                      <a:ln>
                        <a:noFill/>
                      </a:ln>
                    </p:spPr>
                  </p:pic>
                </p:oleObj>
              </mc:Fallback>
            </mc:AlternateContent>
          </a:graphicData>
        </a:graphic>
      </p:graphicFrame>
      <p:sp>
        <p:nvSpPr>
          <p:cNvPr id="8" name="矩形 7">
            <a:extLst>
              <a:ext uri="{FF2B5EF4-FFF2-40B4-BE49-F238E27FC236}">
                <a16:creationId xmlns:a16="http://schemas.microsoft.com/office/drawing/2014/main" id="{7D9AE0BE-BE69-4A50-A904-3E250C53F642}"/>
              </a:ext>
            </a:extLst>
          </p:cNvPr>
          <p:cNvSpPr>
            <a:spLocks noChangeArrowheads="1"/>
          </p:cNvSpPr>
          <p:nvPr/>
        </p:nvSpPr>
        <p:spPr bwMode="auto">
          <a:xfrm>
            <a:off x="5321862" y="1392601"/>
            <a:ext cx="2634514"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r>
              <a:rPr lang="zh-CN" altLang="en-US" dirty="0">
                <a:solidFill>
                  <a:schemeClr val="tx1"/>
                </a:solidFill>
              </a:rPr>
              <a:t>数据预处理并不互斥，冗余数据的删除既是数据清理</a:t>
            </a:r>
            <a:r>
              <a:rPr lang="en-US" altLang="zh-CN" dirty="0">
                <a:solidFill>
                  <a:schemeClr val="tx1"/>
                </a:solidFill>
              </a:rPr>
              <a:t>,</a:t>
            </a:r>
            <a:r>
              <a:rPr lang="zh-CN" altLang="en-US" dirty="0">
                <a:solidFill>
                  <a:schemeClr val="tx1"/>
                </a:solidFill>
              </a:rPr>
              <a:t>也是数据归约</a:t>
            </a:r>
          </a:p>
        </p:txBody>
      </p:sp>
    </p:spTree>
    <p:extLst>
      <p:ext uri="{BB962C8B-B14F-4D97-AF65-F5344CB8AC3E}">
        <p14:creationId xmlns:p14="http://schemas.microsoft.com/office/powerpoint/2010/main" val="282455171"/>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椭圆 22"/>
          <p:cNvSpPr/>
          <p:nvPr/>
        </p:nvSpPr>
        <p:spPr>
          <a:xfrm>
            <a:off x="2267744" y="2570163"/>
            <a:ext cx="914846" cy="914846"/>
          </a:xfrm>
          <a:prstGeom prst="ellipse">
            <a:avLst/>
          </a:prstGeom>
          <a:noFill/>
          <a:ln w="9525">
            <a:gradFill>
              <a:gsLst>
                <a:gs pos="100000">
                  <a:srgbClr val="108692"/>
                </a:gs>
                <a:gs pos="0">
                  <a:srgbClr val="16B2C1"/>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8" name="矩形 17"/>
          <p:cNvSpPr/>
          <p:nvPr/>
        </p:nvSpPr>
        <p:spPr>
          <a:xfrm>
            <a:off x="4499992" y="2569582"/>
            <a:ext cx="3600400" cy="253916"/>
          </a:xfrm>
          <a:prstGeom prst="rect">
            <a:avLst/>
          </a:prstGeom>
        </p:spPr>
        <p:txBody>
          <a:bodyPr wrap="square" lIns="0">
            <a:spAutoFit/>
          </a:bodyPr>
          <a:lstStyle/>
          <a:p>
            <a:pPr lvl="0" fontAlgn="base">
              <a:spcBef>
                <a:spcPct val="0"/>
              </a:spcBef>
              <a:spcAft>
                <a:spcPct val="0"/>
              </a:spcAft>
            </a:pPr>
            <a:r>
              <a:rPr lang="en-US" altLang="en-US" sz="1050" dirty="0">
                <a:solidFill>
                  <a:schemeClr val="bg1">
                    <a:lumMod val="50000"/>
                  </a:schemeClr>
                </a:solidFill>
                <a:latin typeface="Arial" charset="0"/>
                <a:ea typeface="宋体" charset="-122"/>
              </a:rPr>
              <a:t>.</a:t>
            </a:r>
          </a:p>
        </p:txBody>
      </p:sp>
      <p:sp>
        <p:nvSpPr>
          <p:cNvPr id="19" name="矩形 18"/>
          <p:cNvSpPr/>
          <p:nvPr/>
        </p:nvSpPr>
        <p:spPr>
          <a:xfrm>
            <a:off x="3848572" y="1942882"/>
            <a:ext cx="5187923" cy="646331"/>
          </a:xfrm>
          <a:prstGeom prst="rect">
            <a:avLst/>
          </a:prstGeom>
        </p:spPr>
        <p:txBody>
          <a:bodyPr wrap="square" lIns="0">
            <a:spAutoFit/>
          </a:bodyPr>
          <a:lstStyle/>
          <a:p>
            <a:r>
              <a:rPr lang="zh-CN" altLang="en-US" sz="3600" kern="0" dirty="0">
                <a:solidFill>
                  <a:sysClr val="windowText" lastClr="000000"/>
                </a:solidFill>
              </a:rPr>
              <a:t>数据挖掘清理</a:t>
            </a:r>
            <a:endParaRPr lang="zh-CN" altLang="en-US" sz="2800" dirty="0">
              <a:solidFill>
                <a:prstClr val="black">
                  <a:lumMod val="65000"/>
                  <a:lumOff val="35000"/>
                </a:prstClr>
              </a:solidFill>
              <a:latin typeface="Impact" panose="020B0806030902050204" pitchFamily="34" charset="0"/>
              <a:ea typeface="宋体" charset="-122"/>
              <a:cs typeface="Arial" panose="020B0604020202020204" pitchFamily="34" charset="0"/>
            </a:endParaRPr>
          </a:p>
        </p:txBody>
      </p:sp>
      <p:sp>
        <p:nvSpPr>
          <p:cNvPr id="13" name="椭圆 12"/>
          <p:cNvSpPr/>
          <p:nvPr/>
        </p:nvSpPr>
        <p:spPr>
          <a:xfrm>
            <a:off x="1403648" y="1418828"/>
            <a:ext cx="1580828" cy="1580828"/>
          </a:xfrm>
          <a:prstGeom prst="ellipse">
            <a:avLst/>
          </a:prstGeom>
          <a:noFill/>
          <a:ln w="9525">
            <a:gradFill>
              <a:gsLst>
                <a:gs pos="100000">
                  <a:srgbClr val="89A13D"/>
                </a:gs>
                <a:gs pos="0">
                  <a:srgbClr val="B2D138"/>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4" name="椭圆 13"/>
          <p:cNvSpPr/>
          <p:nvPr/>
        </p:nvSpPr>
        <p:spPr>
          <a:xfrm>
            <a:off x="-828600" y="3867100"/>
            <a:ext cx="2079426" cy="2079426"/>
          </a:xfrm>
          <a:prstGeom prst="ellipse">
            <a:avLst/>
          </a:prstGeom>
          <a:noFill/>
          <a:ln w="9525">
            <a:gradFill>
              <a:gsLst>
                <a:gs pos="100000">
                  <a:srgbClr val="138F81"/>
                </a:gs>
                <a:gs pos="0">
                  <a:srgbClr val="19BAA9"/>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5" name="椭圆 14"/>
          <p:cNvSpPr/>
          <p:nvPr/>
        </p:nvSpPr>
        <p:spPr>
          <a:xfrm>
            <a:off x="971600" y="2138908"/>
            <a:ext cx="628674" cy="628674"/>
          </a:xfrm>
          <a:prstGeom prst="ellipse">
            <a:avLst/>
          </a:prstGeom>
          <a:noFill/>
          <a:ln w="9525">
            <a:gradFill>
              <a:gsLst>
                <a:gs pos="100000">
                  <a:srgbClr val="E33F24"/>
                </a:gs>
                <a:gs pos="0">
                  <a:srgbClr val="F26434"/>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7" name="椭圆 16"/>
          <p:cNvSpPr/>
          <p:nvPr/>
        </p:nvSpPr>
        <p:spPr>
          <a:xfrm>
            <a:off x="7452320" y="4493841"/>
            <a:ext cx="1296144" cy="1296144"/>
          </a:xfrm>
          <a:prstGeom prst="ellipse">
            <a:avLst/>
          </a:prstGeom>
          <a:noFill/>
          <a:ln w="9525">
            <a:gradFill>
              <a:gsLst>
                <a:gs pos="100000">
                  <a:srgbClr val="108692"/>
                </a:gs>
                <a:gs pos="0">
                  <a:srgbClr val="16B2C1"/>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21" name="椭圆 20"/>
          <p:cNvSpPr/>
          <p:nvPr/>
        </p:nvSpPr>
        <p:spPr>
          <a:xfrm>
            <a:off x="3419872" y="1850876"/>
            <a:ext cx="347246" cy="347246"/>
          </a:xfrm>
          <a:prstGeom prst="ellipse">
            <a:avLst/>
          </a:prstGeom>
          <a:noFill/>
          <a:ln w="9525">
            <a:gradFill>
              <a:gsLst>
                <a:gs pos="100000">
                  <a:srgbClr val="E33F24"/>
                </a:gs>
                <a:gs pos="0">
                  <a:srgbClr val="F26434"/>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3" name="椭圆 2"/>
          <p:cNvSpPr/>
          <p:nvPr/>
        </p:nvSpPr>
        <p:spPr>
          <a:xfrm>
            <a:off x="2383207" y="2157663"/>
            <a:ext cx="825000" cy="825000"/>
          </a:xfrm>
          <a:prstGeom prst="ellipse">
            <a:avLst/>
          </a:prstGeom>
          <a:gradFill flip="none" rotWithShape="1">
            <a:gsLst>
              <a:gs pos="90000">
                <a:srgbClr val="89A13D"/>
              </a:gs>
              <a:gs pos="30000">
                <a:srgbClr val="B2D138"/>
              </a:gs>
            </a:gsLst>
            <a:lin ang="2700000" scaled="1"/>
            <a:tileRect/>
          </a:gradFill>
          <a:ln w="25400">
            <a:gradFill>
              <a:gsLst>
                <a:gs pos="0">
                  <a:srgbClr val="89A13D"/>
                </a:gs>
                <a:gs pos="100000">
                  <a:srgbClr val="B2D138"/>
                </a:gs>
              </a:gsLst>
              <a:lin ang="5400000" scaled="0"/>
            </a:gra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4" name="TextBox 3"/>
          <p:cNvSpPr txBox="1"/>
          <p:nvPr/>
        </p:nvSpPr>
        <p:spPr>
          <a:xfrm>
            <a:off x="2339752" y="2216220"/>
            <a:ext cx="911910" cy="707886"/>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22" name="椭圆 21"/>
          <p:cNvSpPr/>
          <p:nvPr/>
        </p:nvSpPr>
        <p:spPr>
          <a:xfrm>
            <a:off x="8621662" y="4803204"/>
            <a:ext cx="864840" cy="864840"/>
          </a:xfrm>
          <a:prstGeom prst="ellipse">
            <a:avLst/>
          </a:prstGeom>
          <a:noFill/>
          <a:ln w="9525">
            <a:gradFill>
              <a:gsLst>
                <a:gs pos="100000">
                  <a:srgbClr val="89A13D"/>
                </a:gs>
                <a:gs pos="0">
                  <a:srgbClr val="B2D138"/>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pic>
        <p:nvPicPr>
          <p:cNvPr id="16" name="图片 15" descr="20100508053929509.png">
            <a:extLst>
              <a:ext uri="{FF2B5EF4-FFF2-40B4-BE49-F238E27FC236}">
                <a16:creationId xmlns:a16="http://schemas.microsoft.com/office/drawing/2014/main" id="{83407187-C9FB-4848-8F3A-D006C6AA3658}"/>
              </a:ext>
            </a:extLst>
          </p:cNvPr>
          <p:cNvPicPr>
            <a:picLocks noChangeAspect="1"/>
          </p:cNvPicPr>
          <p:nvPr/>
        </p:nvPicPr>
        <p:blipFill>
          <a:blip r:embed="rId3" cstate="print"/>
          <a:stretch>
            <a:fillRect/>
          </a:stretch>
        </p:blipFill>
        <p:spPr>
          <a:xfrm>
            <a:off x="-32" y="64578"/>
            <a:ext cx="864096" cy="864096"/>
          </a:xfrm>
          <a:prstGeom prst="rect">
            <a:avLst/>
          </a:prstGeom>
        </p:spPr>
      </p:pic>
    </p:spTree>
    <p:extLst>
      <p:ext uri="{BB962C8B-B14F-4D97-AF65-F5344CB8AC3E}">
        <p14:creationId xmlns:p14="http://schemas.microsoft.com/office/powerpoint/2010/main" val="486866071"/>
      </p:ext>
    </p:extLst>
  </p:cSld>
  <p:clrMapOvr>
    <a:masterClrMapping/>
  </p:clrMapOvr>
  <mc:AlternateContent xmlns:mc="http://schemas.openxmlformats.org/markup-compatibility/2006" xmlns:p14="http://schemas.microsoft.com/office/powerpoint/2010/main">
    <mc:Choice Requires="p14">
      <p:transition spd="slow" p14:dur="1200" advTm="0">
        <p14:flip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 fill="hold"/>
                                            <p:tgtEl>
                                              <p:spTgt spid="3"/>
                                            </p:tgtEl>
                                            <p:attrNameLst>
                                              <p:attrName>ppt_w</p:attrName>
                                            </p:attrNameLst>
                                          </p:cBhvr>
                                          <p:tavLst>
                                            <p:tav tm="0">
                                              <p:val>
                                                <p:fltVal val="0"/>
                                              </p:val>
                                            </p:tav>
                                            <p:tav tm="100000">
                                              <p:val>
                                                <p:strVal val="#ppt_w"/>
                                              </p:val>
                                            </p:tav>
                                          </p:tavLst>
                                        </p:anim>
                                        <p:anim calcmode="lin" valueType="num">
                                          <p:cBhvr>
                                            <p:cTn id="8" dur="300" fill="hold"/>
                                            <p:tgtEl>
                                              <p:spTgt spid="3"/>
                                            </p:tgtEl>
                                            <p:attrNameLst>
                                              <p:attrName>ppt_h</p:attrName>
                                            </p:attrNameLst>
                                          </p:cBhvr>
                                          <p:tavLst>
                                            <p:tav tm="0">
                                              <p:val>
                                                <p:fltVal val="0"/>
                                              </p:val>
                                            </p:tav>
                                            <p:tav tm="100000">
                                              <p:val>
                                                <p:strVal val="#ppt_h"/>
                                              </p:val>
                                            </p:tav>
                                          </p:tavLst>
                                        </p:anim>
                                        <p:animEffect transition="in" filter="fade">
                                          <p:cBhvr>
                                            <p:cTn id="9" dur="300"/>
                                            <p:tgtEl>
                                              <p:spTgt spid="3"/>
                                            </p:tgtEl>
                                          </p:cBhvr>
                                        </p:animEffect>
                                      </p:childTnLst>
                                    </p:cTn>
                                  </p:par>
                                  <p:par>
                                    <p:cTn id="10" presetID="6" presetClass="emph" presetSubtype="0" autoRev="1" fill="hold" grpId="1" nodeType="withEffect">
                                      <p:stCondLst>
                                        <p:cond delay="300"/>
                                      </p:stCondLst>
                                      <p:childTnLst>
                                        <p:animScale>
                                          <p:cBhvr>
                                            <p:cTn id="11" dur="150" fill="hold"/>
                                            <p:tgtEl>
                                              <p:spTgt spid="3"/>
                                            </p:tgtEl>
                                          </p:cBhvr>
                                          <p:by x="110000" y="110000"/>
                                        </p:animScale>
                                      </p:childTnLst>
                                    </p:cTn>
                                  </p:par>
                                  <p:par>
                                    <p:cTn id="12" presetID="53" presetClass="entr" presetSubtype="16" fill="hold" grpId="0" nodeType="withEffect">
                                      <p:stCondLst>
                                        <p:cond delay="200"/>
                                      </p:stCondLst>
                                      <p:childTnLst>
                                        <p:set>
                                          <p:cBhvr>
                                            <p:cTn id="13" dur="1" fill="hold">
                                              <p:stCondLst>
                                                <p:cond delay="0"/>
                                              </p:stCondLst>
                                            </p:cTn>
                                            <p:tgtEl>
                                              <p:spTgt spid="4"/>
                                            </p:tgtEl>
                                            <p:attrNameLst>
                                              <p:attrName>style.visibility</p:attrName>
                                            </p:attrNameLst>
                                          </p:cBhvr>
                                          <p:to>
                                            <p:strVal val="visible"/>
                                          </p:to>
                                        </p:set>
                                        <p:anim calcmode="lin" valueType="num">
                                          <p:cBhvr>
                                            <p:cTn id="14" dur="300" fill="hold"/>
                                            <p:tgtEl>
                                              <p:spTgt spid="4"/>
                                            </p:tgtEl>
                                            <p:attrNameLst>
                                              <p:attrName>ppt_w</p:attrName>
                                            </p:attrNameLst>
                                          </p:cBhvr>
                                          <p:tavLst>
                                            <p:tav tm="0">
                                              <p:val>
                                                <p:fltVal val="0"/>
                                              </p:val>
                                            </p:tav>
                                            <p:tav tm="100000">
                                              <p:val>
                                                <p:strVal val="#ppt_w"/>
                                              </p:val>
                                            </p:tav>
                                          </p:tavLst>
                                        </p:anim>
                                        <p:anim calcmode="lin" valueType="num">
                                          <p:cBhvr>
                                            <p:cTn id="15" dur="300" fill="hold"/>
                                            <p:tgtEl>
                                              <p:spTgt spid="4"/>
                                            </p:tgtEl>
                                            <p:attrNameLst>
                                              <p:attrName>ppt_h</p:attrName>
                                            </p:attrNameLst>
                                          </p:cBhvr>
                                          <p:tavLst>
                                            <p:tav tm="0">
                                              <p:val>
                                                <p:fltVal val="0"/>
                                              </p:val>
                                            </p:tav>
                                            <p:tav tm="100000">
                                              <p:val>
                                                <p:strVal val="#ppt_h"/>
                                              </p:val>
                                            </p:tav>
                                          </p:tavLst>
                                        </p:anim>
                                        <p:animEffect transition="in" filter="fade">
                                          <p:cBhvr>
                                            <p:cTn id="16" dur="300"/>
                                            <p:tgtEl>
                                              <p:spTgt spid="4"/>
                                            </p:tgtEl>
                                          </p:cBhvr>
                                        </p:animEffect>
                                      </p:childTnLst>
                                    </p:cTn>
                                  </p:par>
                                  <p:par>
                                    <p:cTn id="17" presetID="6" presetClass="emph" presetSubtype="0" autoRev="1" fill="hold" grpId="1" nodeType="withEffect">
                                      <p:stCondLst>
                                        <p:cond delay="500"/>
                                      </p:stCondLst>
                                      <p:childTnLst>
                                        <p:animScale>
                                          <p:cBhvr>
                                            <p:cTn id="18" dur="150" fill="hold"/>
                                            <p:tgtEl>
                                              <p:spTgt spid="4"/>
                                            </p:tgtEl>
                                          </p:cBhvr>
                                          <p:by x="110000" y="110000"/>
                                        </p:animScale>
                                      </p:childTnLst>
                                    </p:cTn>
                                  </p:par>
                                  <p:par>
                                    <p:cTn id="19" presetID="2" presetClass="entr" presetSubtype="2" fill="hold" grpId="0" nodeType="withEffect" p14:presetBounceEnd="58333">
                                      <p:stCondLst>
                                        <p:cond delay="600"/>
                                      </p:stCondLst>
                                      <p:childTnLst>
                                        <p:set>
                                          <p:cBhvr>
                                            <p:cTn id="20" dur="1" fill="hold">
                                              <p:stCondLst>
                                                <p:cond delay="0"/>
                                              </p:stCondLst>
                                            </p:cTn>
                                            <p:tgtEl>
                                              <p:spTgt spid="19"/>
                                            </p:tgtEl>
                                            <p:attrNameLst>
                                              <p:attrName>style.visibility</p:attrName>
                                            </p:attrNameLst>
                                          </p:cBhvr>
                                          <p:to>
                                            <p:strVal val="visible"/>
                                          </p:to>
                                        </p:set>
                                        <p:anim calcmode="lin" valueType="num" p14:bounceEnd="58333">
                                          <p:cBhvr additive="base">
                                            <p:cTn id="21" dur="600" fill="hold"/>
                                            <p:tgtEl>
                                              <p:spTgt spid="19"/>
                                            </p:tgtEl>
                                            <p:attrNameLst>
                                              <p:attrName>ppt_x</p:attrName>
                                            </p:attrNameLst>
                                          </p:cBhvr>
                                          <p:tavLst>
                                            <p:tav tm="0">
                                              <p:val>
                                                <p:strVal val="1+#ppt_w/2"/>
                                              </p:val>
                                            </p:tav>
                                            <p:tav tm="100000">
                                              <p:val>
                                                <p:strVal val="#ppt_x"/>
                                              </p:val>
                                            </p:tav>
                                          </p:tavLst>
                                        </p:anim>
                                        <p:anim calcmode="lin" valueType="num" p14:bounceEnd="58333">
                                          <p:cBhvr additive="base">
                                            <p:cTn id="22" dur="600" fill="hold"/>
                                            <p:tgtEl>
                                              <p:spTgt spid="19"/>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14:presetBounceEnd="58333">
                                      <p:stCondLst>
                                        <p:cond delay="700"/>
                                      </p:stCondLst>
                                      <p:childTnLst>
                                        <p:set>
                                          <p:cBhvr>
                                            <p:cTn id="24" dur="1" fill="hold">
                                              <p:stCondLst>
                                                <p:cond delay="0"/>
                                              </p:stCondLst>
                                            </p:cTn>
                                            <p:tgtEl>
                                              <p:spTgt spid="18"/>
                                            </p:tgtEl>
                                            <p:attrNameLst>
                                              <p:attrName>style.visibility</p:attrName>
                                            </p:attrNameLst>
                                          </p:cBhvr>
                                          <p:to>
                                            <p:strVal val="visible"/>
                                          </p:to>
                                        </p:set>
                                        <p:anim calcmode="lin" valueType="num" p14:bounceEnd="58333">
                                          <p:cBhvr additive="base">
                                            <p:cTn id="25" dur="600" fill="hold"/>
                                            <p:tgtEl>
                                              <p:spTgt spid="18"/>
                                            </p:tgtEl>
                                            <p:attrNameLst>
                                              <p:attrName>ppt_x</p:attrName>
                                            </p:attrNameLst>
                                          </p:cBhvr>
                                          <p:tavLst>
                                            <p:tav tm="0">
                                              <p:val>
                                                <p:strVal val="1+#ppt_w/2"/>
                                              </p:val>
                                            </p:tav>
                                            <p:tav tm="100000">
                                              <p:val>
                                                <p:strVal val="#ppt_x"/>
                                              </p:val>
                                            </p:tav>
                                          </p:tavLst>
                                        </p:anim>
                                        <p:anim calcmode="lin" valueType="num" p14:bounceEnd="58333">
                                          <p:cBhvr additive="base">
                                            <p:cTn id="26" dur="600" fill="hold"/>
                                            <p:tgtEl>
                                              <p:spTgt spid="18"/>
                                            </p:tgtEl>
                                            <p:attrNameLst>
                                              <p:attrName>ppt_y</p:attrName>
                                            </p:attrNameLst>
                                          </p:cBhvr>
                                          <p:tavLst>
                                            <p:tav tm="0">
                                              <p:val>
                                                <p:strVal val="#ppt_y"/>
                                              </p:val>
                                            </p:tav>
                                            <p:tav tm="100000">
                                              <p:val>
                                                <p:strVal val="#ppt_y"/>
                                              </p:val>
                                            </p:tav>
                                          </p:tavLst>
                                        </p:anim>
                                      </p:childTnLst>
                                    </p:cTn>
                                  </p:par>
                                  <p:par>
                                    <p:cTn id="27" presetID="53" presetClass="entr" presetSubtype="16"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p:cTn id="29" dur="300" fill="hold"/>
                                            <p:tgtEl>
                                              <p:spTgt spid="15"/>
                                            </p:tgtEl>
                                            <p:attrNameLst>
                                              <p:attrName>ppt_w</p:attrName>
                                            </p:attrNameLst>
                                          </p:cBhvr>
                                          <p:tavLst>
                                            <p:tav tm="0">
                                              <p:val>
                                                <p:fltVal val="0"/>
                                              </p:val>
                                            </p:tav>
                                            <p:tav tm="100000">
                                              <p:val>
                                                <p:strVal val="#ppt_w"/>
                                              </p:val>
                                            </p:tav>
                                          </p:tavLst>
                                        </p:anim>
                                        <p:anim calcmode="lin" valueType="num">
                                          <p:cBhvr>
                                            <p:cTn id="30" dur="300" fill="hold"/>
                                            <p:tgtEl>
                                              <p:spTgt spid="15"/>
                                            </p:tgtEl>
                                            <p:attrNameLst>
                                              <p:attrName>ppt_h</p:attrName>
                                            </p:attrNameLst>
                                          </p:cBhvr>
                                          <p:tavLst>
                                            <p:tav tm="0">
                                              <p:val>
                                                <p:fltVal val="0"/>
                                              </p:val>
                                            </p:tav>
                                            <p:tav tm="100000">
                                              <p:val>
                                                <p:strVal val="#ppt_h"/>
                                              </p:val>
                                            </p:tav>
                                          </p:tavLst>
                                        </p:anim>
                                        <p:animEffect transition="in" filter="fade">
                                          <p:cBhvr>
                                            <p:cTn id="31" dur="300"/>
                                            <p:tgtEl>
                                              <p:spTgt spid="15"/>
                                            </p:tgtEl>
                                          </p:cBhvr>
                                        </p:animEffect>
                                      </p:childTnLst>
                                    </p:cTn>
                                  </p:par>
                                  <p:par>
                                    <p:cTn id="32" presetID="6" presetClass="emph" presetSubtype="0" autoRev="1" fill="hold" grpId="1" nodeType="withEffect">
                                      <p:stCondLst>
                                        <p:cond delay="300"/>
                                      </p:stCondLst>
                                      <p:childTnLst>
                                        <p:animScale>
                                          <p:cBhvr>
                                            <p:cTn id="33" dur="150" fill="hold"/>
                                            <p:tgtEl>
                                              <p:spTgt spid="15"/>
                                            </p:tgtEl>
                                          </p:cBhvr>
                                          <p:by x="110000" y="110000"/>
                                        </p:animScale>
                                      </p:childTnLst>
                                    </p:cTn>
                                  </p:par>
                                  <p:par>
                                    <p:cTn id="34" presetID="53" presetClass="entr" presetSubtype="16" fill="hold" grpId="0" nodeType="withEffect">
                                      <p:stCondLst>
                                        <p:cond delay="300"/>
                                      </p:stCondLst>
                                      <p:childTnLst>
                                        <p:set>
                                          <p:cBhvr>
                                            <p:cTn id="35" dur="1" fill="hold">
                                              <p:stCondLst>
                                                <p:cond delay="0"/>
                                              </p:stCondLst>
                                            </p:cTn>
                                            <p:tgtEl>
                                              <p:spTgt spid="14"/>
                                            </p:tgtEl>
                                            <p:attrNameLst>
                                              <p:attrName>style.visibility</p:attrName>
                                            </p:attrNameLst>
                                          </p:cBhvr>
                                          <p:to>
                                            <p:strVal val="visible"/>
                                          </p:to>
                                        </p:set>
                                        <p:anim calcmode="lin" valueType="num">
                                          <p:cBhvr>
                                            <p:cTn id="36" dur="300" fill="hold"/>
                                            <p:tgtEl>
                                              <p:spTgt spid="14"/>
                                            </p:tgtEl>
                                            <p:attrNameLst>
                                              <p:attrName>ppt_w</p:attrName>
                                            </p:attrNameLst>
                                          </p:cBhvr>
                                          <p:tavLst>
                                            <p:tav tm="0">
                                              <p:val>
                                                <p:fltVal val="0"/>
                                              </p:val>
                                            </p:tav>
                                            <p:tav tm="100000">
                                              <p:val>
                                                <p:strVal val="#ppt_w"/>
                                              </p:val>
                                            </p:tav>
                                          </p:tavLst>
                                        </p:anim>
                                        <p:anim calcmode="lin" valueType="num">
                                          <p:cBhvr>
                                            <p:cTn id="37" dur="300" fill="hold"/>
                                            <p:tgtEl>
                                              <p:spTgt spid="14"/>
                                            </p:tgtEl>
                                            <p:attrNameLst>
                                              <p:attrName>ppt_h</p:attrName>
                                            </p:attrNameLst>
                                          </p:cBhvr>
                                          <p:tavLst>
                                            <p:tav tm="0">
                                              <p:val>
                                                <p:fltVal val="0"/>
                                              </p:val>
                                            </p:tav>
                                            <p:tav tm="100000">
                                              <p:val>
                                                <p:strVal val="#ppt_h"/>
                                              </p:val>
                                            </p:tav>
                                          </p:tavLst>
                                        </p:anim>
                                        <p:animEffect transition="in" filter="fade">
                                          <p:cBhvr>
                                            <p:cTn id="38" dur="300"/>
                                            <p:tgtEl>
                                              <p:spTgt spid="14"/>
                                            </p:tgtEl>
                                          </p:cBhvr>
                                        </p:animEffect>
                                      </p:childTnLst>
                                    </p:cTn>
                                  </p:par>
                                  <p:par>
                                    <p:cTn id="39" presetID="6" presetClass="emph" presetSubtype="0" autoRev="1" fill="hold" grpId="1" nodeType="withEffect">
                                      <p:stCondLst>
                                        <p:cond delay="600"/>
                                      </p:stCondLst>
                                      <p:childTnLst>
                                        <p:animScale>
                                          <p:cBhvr>
                                            <p:cTn id="40" dur="150" fill="hold"/>
                                            <p:tgtEl>
                                              <p:spTgt spid="14"/>
                                            </p:tgtEl>
                                          </p:cBhvr>
                                          <p:by x="110000" y="110000"/>
                                        </p:animScale>
                                      </p:childTnLst>
                                    </p:cTn>
                                  </p:par>
                                  <p:par>
                                    <p:cTn id="41" presetID="53" presetClass="entr" presetSubtype="16" fill="hold" grpId="0" nodeType="withEffect">
                                      <p:stCondLst>
                                        <p:cond delay="100"/>
                                      </p:stCondLst>
                                      <p:childTnLst>
                                        <p:set>
                                          <p:cBhvr>
                                            <p:cTn id="42" dur="1" fill="hold">
                                              <p:stCondLst>
                                                <p:cond delay="0"/>
                                              </p:stCondLst>
                                            </p:cTn>
                                            <p:tgtEl>
                                              <p:spTgt spid="13"/>
                                            </p:tgtEl>
                                            <p:attrNameLst>
                                              <p:attrName>style.visibility</p:attrName>
                                            </p:attrNameLst>
                                          </p:cBhvr>
                                          <p:to>
                                            <p:strVal val="visible"/>
                                          </p:to>
                                        </p:set>
                                        <p:anim calcmode="lin" valueType="num">
                                          <p:cBhvr>
                                            <p:cTn id="43" dur="300" fill="hold"/>
                                            <p:tgtEl>
                                              <p:spTgt spid="13"/>
                                            </p:tgtEl>
                                            <p:attrNameLst>
                                              <p:attrName>ppt_w</p:attrName>
                                            </p:attrNameLst>
                                          </p:cBhvr>
                                          <p:tavLst>
                                            <p:tav tm="0">
                                              <p:val>
                                                <p:fltVal val="0"/>
                                              </p:val>
                                            </p:tav>
                                            <p:tav tm="100000">
                                              <p:val>
                                                <p:strVal val="#ppt_w"/>
                                              </p:val>
                                            </p:tav>
                                          </p:tavLst>
                                        </p:anim>
                                        <p:anim calcmode="lin" valueType="num">
                                          <p:cBhvr>
                                            <p:cTn id="44" dur="300" fill="hold"/>
                                            <p:tgtEl>
                                              <p:spTgt spid="13"/>
                                            </p:tgtEl>
                                            <p:attrNameLst>
                                              <p:attrName>ppt_h</p:attrName>
                                            </p:attrNameLst>
                                          </p:cBhvr>
                                          <p:tavLst>
                                            <p:tav tm="0">
                                              <p:val>
                                                <p:fltVal val="0"/>
                                              </p:val>
                                            </p:tav>
                                            <p:tav tm="100000">
                                              <p:val>
                                                <p:strVal val="#ppt_h"/>
                                              </p:val>
                                            </p:tav>
                                          </p:tavLst>
                                        </p:anim>
                                        <p:animEffect transition="in" filter="fade">
                                          <p:cBhvr>
                                            <p:cTn id="45" dur="300"/>
                                            <p:tgtEl>
                                              <p:spTgt spid="13"/>
                                            </p:tgtEl>
                                          </p:cBhvr>
                                        </p:animEffect>
                                      </p:childTnLst>
                                    </p:cTn>
                                  </p:par>
                                  <p:par>
                                    <p:cTn id="46" presetID="6" presetClass="emph" presetSubtype="0" autoRev="1" fill="hold" grpId="1" nodeType="withEffect">
                                      <p:stCondLst>
                                        <p:cond delay="400"/>
                                      </p:stCondLst>
                                      <p:childTnLst>
                                        <p:animScale>
                                          <p:cBhvr>
                                            <p:cTn id="47" dur="150" fill="hold"/>
                                            <p:tgtEl>
                                              <p:spTgt spid="13"/>
                                            </p:tgtEl>
                                          </p:cBhvr>
                                          <p:by x="110000" y="110000"/>
                                        </p:animScale>
                                      </p:childTnLst>
                                    </p:cTn>
                                  </p:par>
                                  <p:par>
                                    <p:cTn id="48" presetID="53" presetClass="entr" presetSubtype="16" fill="hold" grpId="0" nodeType="withEffect">
                                      <p:stCondLst>
                                        <p:cond delay="400"/>
                                      </p:stCondLst>
                                      <p:childTnLst>
                                        <p:set>
                                          <p:cBhvr>
                                            <p:cTn id="49" dur="1" fill="hold">
                                              <p:stCondLst>
                                                <p:cond delay="0"/>
                                              </p:stCondLst>
                                            </p:cTn>
                                            <p:tgtEl>
                                              <p:spTgt spid="17"/>
                                            </p:tgtEl>
                                            <p:attrNameLst>
                                              <p:attrName>style.visibility</p:attrName>
                                            </p:attrNameLst>
                                          </p:cBhvr>
                                          <p:to>
                                            <p:strVal val="visible"/>
                                          </p:to>
                                        </p:set>
                                        <p:anim calcmode="lin" valueType="num">
                                          <p:cBhvr>
                                            <p:cTn id="50" dur="300" fill="hold"/>
                                            <p:tgtEl>
                                              <p:spTgt spid="17"/>
                                            </p:tgtEl>
                                            <p:attrNameLst>
                                              <p:attrName>ppt_w</p:attrName>
                                            </p:attrNameLst>
                                          </p:cBhvr>
                                          <p:tavLst>
                                            <p:tav tm="0">
                                              <p:val>
                                                <p:fltVal val="0"/>
                                              </p:val>
                                            </p:tav>
                                            <p:tav tm="100000">
                                              <p:val>
                                                <p:strVal val="#ppt_w"/>
                                              </p:val>
                                            </p:tav>
                                          </p:tavLst>
                                        </p:anim>
                                        <p:anim calcmode="lin" valueType="num">
                                          <p:cBhvr>
                                            <p:cTn id="51" dur="300" fill="hold"/>
                                            <p:tgtEl>
                                              <p:spTgt spid="17"/>
                                            </p:tgtEl>
                                            <p:attrNameLst>
                                              <p:attrName>ppt_h</p:attrName>
                                            </p:attrNameLst>
                                          </p:cBhvr>
                                          <p:tavLst>
                                            <p:tav tm="0">
                                              <p:val>
                                                <p:fltVal val="0"/>
                                              </p:val>
                                            </p:tav>
                                            <p:tav tm="100000">
                                              <p:val>
                                                <p:strVal val="#ppt_h"/>
                                              </p:val>
                                            </p:tav>
                                          </p:tavLst>
                                        </p:anim>
                                        <p:animEffect transition="in" filter="fade">
                                          <p:cBhvr>
                                            <p:cTn id="52" dur="300"/>
                                            <p:tgtEl>
                                              <p:spTgt spid="17"/>
                                            </p:tgtEl>
                                          </p:cBhvr>
                                        </p:animEffect>
                                      </p:childTnLst>
                                    </p:cTn>
                                  </p:par>
                                  <p:par>
                                    <p:cTn id="53" presetID="6" presetClass="emph" presetSubtype="0" autoRev="1" fill="hold" grpId="1" nodeType="withEffect">
                                      <p:stCondLst>
                                        <p:cond delay="700"/>
                                      </p:stCondLst>
                                      <p:childTnLst>
                                        <p:animScale>
                                          <p:cBhvr>
                                            <p:cTn id="54" dur="150" fill="hold"/>
                                            <p:tgtEl>
                                              <p:spTgt spid="17"/>
                                            </p:tgtEl>
                                          </p:cBhvr>
                                          <p:by x="110000" y="110000"/>
                                        </p:animScale>
                                      </p:childTnLst>
                                    </p:cTn>
                                  </p:par>
                                  <p:par>
                                    <p:cTn id="55" presetID="53" presetClass="entr" presetSubtype="16" fill="hold" grpId="0" nodeType="withEffect">
                                      <p:stCondLst>
                                        <p:cond delay="400"/>
                                      </p:stCondLst>
                                      <p:childTnLst>
                                        <p:set>
                                          <p:cBhvr>
                                            <p:cTn id="56" dur="1" fill="hold">
                                              <p:stCondLst>
                                                <p:cond delay="0"/>
                                              </p:stCondLst>
                                            </p:cTn>
                                            <p:tgtEl>
                                              <p:spTgt spid="21"/>
                                            </p:tgtEl>
                                            <p:attrNameLst>
                                              <p:attrName>style.visibility</p:attrName>
                                            </p:attrNameLst>
                                          </p:cBhvr>
                                          <p:to>
                                            <p:strVal val="visible"/>
                                          </p:to>
                                        </p:set>
                                        <p:anim calcmode="lin" valueType="num">
                                          <p:cBhvr>
                                            <p:cTn id="57" dur="300" fill="hold"/>
                                            <p:tgtEl>
                                              <p:spTgt spid="21"/>
                                            </p:tgtEl>
                                            <p:attrNameLst>
                                              <p:attrName>ppt_w</p:attrName>
                                            </p:attrNameLst>
                                          </p:cBhvr>
                                          <p:tavLst>
                                            <p:tav tm="0">
                                              <p:val>
                                                <p:fltVal val="0"/>
                                              </p:val>
                                            </p:tav>
                                            <p:tav tm="100000">
                                              <p:val>
                                                <p:strVal val="#ppt_w"/>
                                              </p:val>
                                            </p:tav>
                                          </p:tavLst>
                                        </p:anim>
                                        <p:anim calcmode="lin" valueType="num">
                                          <p:cBhvr>
                                            <p:cTn id="58" dur="300" fill="hold"/>
                                            <p:tgtEl>
                                              <p:spTgt spid="21"/>
                                            </p:tgtEl>
                                            <p:attrNameLst>
                                              <p:attrName>ppt_h</p:attrName>
                                            </p:attrNameLst>
                                          </p:cBhvr>
                                          <p:tavLst>
                                            <p:tav tm="0">
                                              <p:val>
                                                <p:fltVal val="0"/>
                                              </p:val>
                                            </p:tav>
                                            <p:tav tm="100000">
                                              <p:val>
                                                <p:strVal val="#ppt_h"/>
                                              </p:val>
                                            </p:tav>
                                          </p:tavLst>
                                        </p:anim>
                                        <p:animEffect transition="in" filter="fade">
                                          <p:cBhvr>
                                            <p:cTn id="59" dur="300"/>
                                            <p:tgtEl>
                                              <p:spTgt spid="21"/>
                                            </p:tgtEl>
                                          </p:cBhvr>
                                        </p:animEffect>
                                      </p:childTnLst>
                                    </p:cTn>
                                  </p:par>
                                  <p:par>
                                    <p:cTn id="60" presetID="6" presetClass="emph" presetSubtype="0" autoRev="1" fill="hold" grpId="1" nodeType="withEffect">
                                      <p:stCondLst>
                                        <p:cond delay="700"/>
                                      </p:stCondLst>
                                      <p:childTnLst>
                                        <p:animScale>
                                          <p:cBhvr>
                                            <p:cTn id="61" dur="150" fill="hold"/>
                                            <p:tgtEl>
                                              <p:spTgt spid="21"/>
                                            </p:tgtEl>
                                          </p:cBhvr>
                                          <p:by x="110000" y="110000"/>
                                        </p:animScale>
                                      </p:childTnLst>
                                    </p:cTn>
                                  </p:par>
                                  <p:par>
                                    <p:cTn id="62" presetID="53" presetClass="entr" presetSubtype="16" fill="hold" grpId="0" nodeType="withEffect">
                                      <p:stCondLst>
                                        <p:cond delay="100"/>
                                      </p:stCondLst>
                                      <p:childTnLst>
                                        <p:set>
                                          <p:cBhvr>
                                            <p:cTn id="63" dur="1" fill="hold">
                                              <p:stCondLst>
                                                <p:cond delay="0"/>
                                              </p:stCondLst>
                                            </p:cTn>
                                            <p:tgtEl>
                                              <p:spTgt spid="22"/>
                                            </p:tgtEl>
                                            <p:attrNameLst>
                                              <p:attrName>style.visibility</p:attrName>
                                            </p:attrNameLst>
                                          </p:cBhvr>
                                          <p:to>
                                            <p:strVal val="visible"/>
                                          </p:to>
                                        </p:set>
                                        <p:anim calcmode="lin" valueType="num">
                                          <p:cBhvr>
                                            <p:cTn id="64" dur="300" fill="hold"/>
                                            <p:tgtEl>
                                              <p:spTgt spid="22"/>
                                            </p:tgtEl>
                                            <p:attrNameLst>
                                              <p:attrName>ppt_w</p:attrName>
                                            </p:attrNameLst>
                                          </p:cBhvr>
                                          <p:tavLst>
                                            <p:tav tm="0">
                                              <p:val>
                                                <p:fltVal val="0"/>
                                              </p:val>
                                            </p:tav>
                                            <p:tav tm="100000">
                                              <p:val>
                                                <p:strVal val="#ppt_w"/>
                                              </p:val>
                                            </p:tav>
                                          </p:tavLst>
                                        </p:anim>
                                        <p:anim calcmode="lin" valueType="num">
                                          <p:cBhvr>
                                            <p:cTn id="65" dur="300" fill="hold"/>
                                            <p:tgtEl>
                                              <p:spTgt spid="22"/>
                                            </p:tgtEl>
                                            <p:attrNameLst>
                                              <p:attrName>ppt_h</p:attrName>
                                            </p:attrNameLst>
                                          </p:cBhvr>
                                          <p:tavLst>
                                            <p:tav tm="0">
                                              <p:val>
                                                <p:fltVal val="0"/>
                                              </p:val>
                                            </p:tav>
                                            <p:tav tm="100000">
                                              <p:val>
                                                <p:strVal val="#ppt_h"/>
                                              </p:val>
                                            </p:tav>
                                          </p:tavLst>
                                        </p:anim>
                                        <p:animEffect transition="in" filter="fade">
                                          <p:cBhvr>
                                            <p:cTn id="66" dur="300"/>
                                            <p:tgtEl>
                                              <p:spTgt spid="22"/>
                                            </p:tgtEl>
                                          </p:cBhvr>
                                        </p:animEffect>
                                      </p:childTnLst>
                                    </p:cTn>
                                  </p:par>
                                  <p:par>
                                    <p:cTn id="67" presetID="6" presetClass="emph" presetSubtype="0" autoRev="1" fill="hold" grpId="1" nodeType="withEffect">
                                      <p:stCondLst>
                                        <p:cond delay="400"/>
                                      </p:stCondLst>
                                      <p:childTnLst>
                                        <p:animScale>
                                          <p:cBhvr>
                                            <p:cTn id="68" dur="150" fill="hold"/>
                                            <p:tgtEl>
                                              <p:spTgt spid="22"/>
                                            </p:tgtEl>
                                          </p:cBhvr>
                                          <p:by x="110000" y="110000"/>
                                        </p:animScale>
                                      </p:childTnLst>
                                    </p:cTn>
                                  </p:par>
                                  <p:par>
                                    <p:cTn id="69" presetID="53" presetClass="entr" presetSubtype="16" fill="hold" grpId="0" nodeType="withEffect">
                                      <p:stCondLst>
                                        <p:cond delay="400"/>
                                      </p:stCondLst>
                                      <p:childTnLst>
                                        <p:set>
                                          <p:cBhvr>
                                            <p:cTn id="70" dur="1" fill="hold">
                                              <p:stCondLst>
                                                <p:cond delay="0"/>
                                              </p:stCondLst>
                                            </p:cTn>
                                            <p:tgtEl>
                                              <p:spTgt spid="23"/>
                                            </p:tgtEl>
                                            <p:attrNameLst>
                                              <p:attrName>style.visibility</p:attrName>
                                            </p:attrNameLst>
                                          </p:cBhvr>
                                          <p:to>
                                            <p:strVal val="visible"/>
                                          </p:to>
                                        </p:set>
                                        <p:anim calcmode="lin" valueType="num">
                                          <p:cBhvr>
                                            <p:cTn id="71" dur="300" fill="hold"/>
                                            <p:tgtEl>
                                              <p:spTgt spid="23"/>
                                            </p:tgtEl>
                                            <p:attrNameLst>
                                              <p:attrName>ppt_w</p:attrName>
                                            </p:attrNameLst>
                                          </p:cBhvr>
                                          <p:tavLst>
                                            <p:tav tm="0">
                                              <p:val>
                                                <p:fltVal val="0"/>
                                              </p:val>
                                            </p:tav>
                                            <p:tav tm="100000">
                                              <p:val>
                                                <p:strVal val="#ppt_w"/>
                                              </p:val>
                                            </p:tav>
                                          </p:tavLst>
                                        </p:anim>
                                        <p:anim calcmode="lin" valueType="num">
                                          <p:cBhvr>
                                            <p:cTn id="72" dur="300" fill="hold"/>
                                            <p:tgtEl>
                                              <p:spTgt spid="23"/>
                                            </p:tgtEl>
                                            <p:attrNameLst>
                                              <p:attrName>ppt_h</p:attrName>
                                            </p:attrNameLst>
                                          </p:cBhvr>
                                          <p:tavLst>
                                            <p:tav tm="0">
                                              <p:val>
                                                <p:fltVal val="0"/>
                                              </p:val>
                                            </p:tav>
                                            <p:tav tm="100000">
                                              <p:val>
                                                <p:strVal val="#ppt_h"/>
                                              </p:val>
                                            </p:tav>
                                          </p:tavLst>
                                        </p:anim>
                                        <p:animEffect transition="in" filter="fade">
                                          <p:cBhvr>
                                            <p:cTn id="73" dur="300"/>
                                            <p:tgtEl>
                                              <p:spTgt spid="23"/>
                                            </p:tgtEl>
                                          </p:cBhvr>
                                        </p:animEffect>
                                      </p:childTnLst>
                                    </p:cTn>
                                  </p:par>
                                  <p:par>
                                    <p:cTn id="74" presetID="6" presetClass="emph" presetSubtype="0" autoRev="1" fill="hold" grpId="1" nodeType="withEffect">
                                      <p:stCondLst>
                                        <p:cond delay="700"/>
                                      </p:stCondLst>
                                      <p:childTnLst>
                                        <p:animScale>
                                          <p:cBhvr>
                                            <p:cTn id="75" dur="150" fill="hold"/>
                                            <p:tgtEl>
                                              <p:spTgt spid="2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18" grpId="0"/>
          <p:bldP spid="19" grpId="0"/>
          <p:bldP spid="13" grpId="0" animBg="1"/>
          <p:bldP spid="13" grpId="1" animBg="1"/>
          <p:bldP spid="14" grpId="0" animBg="1"/>
          <p:bldP spid="14" grpId="1" animBg="1"/>
          <p:bldP spid="15" grpId="0" animBg="1"/>
          <p:bldP spid="15" grpId="1" animBg="1"/>
          <p:bldP spid="17" grpId="0" animBg="1"/>
          <p:bldP spid="17" grpId="1" animBg="1"/>
          <p:bldP spid="21" grpId="0" animBg="1"/>
          <p:bldP spid="21" grpId="1" animBg="1"/>
          <p:bldP spid="3" grpId="0" animBg="1"/>
          <p:bldP spid="3" grpId="1" animBg="1"/>
          <p:bldP spid="4" grpId="0"/>
          <p:bldP spid="4" grpId="1"/>
          <p:bldP spid="22" grpId="0" animBg="1"/>
          <p:bldP spid="22" grpId="1"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 fill="hold"/>
                                            <p:tgtEl>
                                              <p:spTgt spid="3"/>
                                            </p:tgtEl>
                                            <p:attrNameLst>
                                              <p:attrName>ppt_w</p:attrName>
                                            </p:attrNameLst>
                                          </p:cBhvr>
                                          <p:tavLst>
                                            <p:tav tm="0">
                                              <p:val>
                                                <p:fltVal val="0"/>
                                              </p:val>
                                            </p:tav>
                                            <p:tav tm="100000">
                                              <p:val>
                                                <p:strVal val="#ppt_w"/>
                                              </p:val>
                                            </p:tav>
                                          </p:tavLst>
                                        </p:anim>
                                        <p:anim calcmode="lin" valueType="num">
                                          <p:cBhvr>
                                            <p:cTn id="8" dur="300" fill="hold"/>
                                            <p:tgtEl>
                                              <p:spTgt spid="3"/>
                                            </p:tgtEl>
                                            <p:attrNameLst>
                                              <p:attrName>ppt_h</p:attrName>
                                            </p:attrNameLst>
                                          </p:cBhvr>
                                          <p:tavLst>
                                            <p:tav tm="0">
                                              <p:val>
                                                <p:fltVal val="0"/>
                                              </p:val>
                                            </p:tav>
                                            <p:tav tm="100000">
                                              <p:val>
                                                <p:strVal val="#ppt_h"/>
                                              </p:val>
                                            </p:tav>
                                          </p:tavLst>
                                        </p:anim>
                                        <p:animEffect transition="in" filter="fade">
                                          <p:cBhvr>
                                            <p:cTn id="9" dur="300"/>
                                            <p:tgtEl>
                                              <p:spTgt spid="3"/>
                                            </p:tgtEl>
                                          </p:cBhvr>
                                        </p:animEffect>
                                      </p:childTnLst>
                                    </p:cTn>
                                  </p:par>
                                  <p:par>
                                    <p:cTn id="10" presetID="6" presetClass="emph" presetSubtype="0" autoRev="1" fill="hold" grpId="1" nodeType="withEffect">
                                      <p:stCondLst>
                                        <p:cond delay="300"/>
                                      </p:stCondLst>
                                      <p:childTnLst>
                                        <p:animScale>
                                          <p:cBhvr>
                                            <p:cTn id="11" dur="150" fill="hold"/>
                                            <p:tgtEl>
                                              <p:spTgt spid="3"/>
                                            </p:tgtEl>
                                          </p:cBhvr>
                                          <p:by x="110000" y="110000"/>
                                        </p:animScale>
                                      </p:childTnLst>
                                    </p:cTn>
                                  </p:par>
                                  <p:par>
                                    <p:cTn id="12" presetID="53" presetClass="entr" presetSubtype="16" fill="hold" grpId="0" nodeType="withEffect">
                                      <p:stCondLst>
                                        <p:cond delay="200"/>
                                      </p:stCondLst>
                                      <p:childTnLst>
                                        <p:set>
                                          <p:cBhvr>
                                            <p:cTn id="13" dur="1" fill="hold">
                                              <p:stCondLst>
                                                <p:cond delay="0"/>
                                              </p:stCondLst>
                                            </p:cTn>
                                            <p:tgtEl>
                                              <p:spTgt spid="4"/>
                                            </p:tgtEl>
                                            <p:attrNameLst>
                                              <p:attrName>style.visibility</p:attrName>
                                            </p:attrNameLst>
                                          </p:cBhvr>
                                          <p:to>
                                            <p:strVal val="visible"/>
                                          </p:to>
                                        </p:set>
                                        <p:anim calcmode="lin" valueType="num">
                                          <p:cBhvr>
                                            <p:cTn id="14" dur="300" fill="hold"/>
                                            <p:tgtEl>
                                              <p:spTgt spid="4"/>
                                            </p:tgtEl>
                                            <p:attrNameLst>
                                              <p:attrName>ppt_w</p:attrName>
                                            </p:attrNameLst>
                                          </p:cBhvr>
                                          <p:tavLst>
                                            <p:tav tm="0">
                                              <p:val>
                                                <p:fltVal val="0"/>
                                              </p:val>
                                            </p:tav>
                                            <p:tav tm="100000">
                                              <p:val>
                                                <p:strVal val="#ppt_w"/>
                                              </p:val>
                                            </p:tav>
                                          </p:tavLst>
                                        </p:anim>
                                        <p:anim calcmode="lin" valueType="num">
                                          <p:cBhvr>
                                            <p:cTn id="15" dur="300" fill="hold"/>
                                            <p:tgtEl>
                                              <p:spTgt spid="4"/>
                                            </p:tgtEl>
                                            <p:attrNameLst>
                                              <p:attrName>ppt_h</p:attrName>
                                            </p:attrNameLst>
                                          </p:cBhvr>
                                          <p:tavLst>
                                            <p:tav tm="0">
                                              <p:val>
                                                <p:fltVal val="0"/>
                                              </p:val>
                                            </p:tav>
                                            <p:tav tm="100000">
                                              <p:val>
                                                <p:strVal val="#ppt_h"/>
                                              </p:val>
                                            </p:tav>
                                          </p:tavLst>
                                        </p:anim>
                                        <p:animEffect transition="in" filter="fade">
                                          <p:cBhvr>
                                            <p:cTn id="16" dur="300"/>
                                            <p:tgtEl>
                                              <p:spTgt spid="4"/>
                                            </p:tgtEl>
                                          </p:cBhvr>
                                        </p:animEffect>
                                      </p:childTnLst>
                                    </p:cTn>
                                  </p:par>
                                  <p:par>
                                    <p:cTn id="17" presetID="6" presetClass="emph" presetSubtype="0" autoRev="1" fill="hold" grpId="1" nodeType="withEffect">
                                      <p:stCondLst>
                                        <p:cond delay="500"/>
                                      </p:stCondLst>
                                      <p:childTnLst>
                                        <p:animScale>
                                          <p:cBhvr>
                                            <p:cTn id="18" dur="150" fill="hold"/>
                                            <p:tgtEl>
                                              <p:spTgt spid="4"/>
                                            </p:tgtEl>
                                          </p:cBhvr>
                                          <p:by x="110000" y="110000"/>
                                        </p:animScale>
                                      </p:childTnLst>
                                    </p:cTn>
                                  </p:par>
                                  <p:par>
                                    <p:cTn id="19" presetID="2" presetClass="entr" presetSubtype="2" fill="hold" grpId="0" nodeType="withEffect">
                                      <p:stCondLst>
                                        <p:cond delay="60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600" fill="hold"/>
                                            <p:tgtEl>
                                              <p:spTgt spid="19"/>
                                            </p:tgtEl>
                                            <p:attrNameLst>
                                              <p:attrName>ppt_x</p:attrName>
                                            </p:attrNameLst>
                                          </p:cBhvr>
                                          <p:tavLst>
                                            <p:tav tm="0">
                                              <p:val>
                                                <p:strVal val="1+#ppt_w/2"/>
                                              </p:val>
                                            </p:tav>
                                            <p:tav tm="100000">
                                              <p:val>
                                                <p:strVal val="#ppt_x"/>
                                              </p:val>
                                            </p:tav>
                                          </p:tavLst>
                                        </p:anim>
                                        <p:anim calcmode="lin" valueType="num">
                                          <p:cBhvr additive="base">
                                            <p:cTn id="22" dur="600" fill="hold"/>
                                            <p:tgtEl>
                                              <p:spTgt spid="19"/>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70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600" fill="hold"/>
                                            <p:tgtEl>
                                              <p:spTgt spid="18"/>
                                            </p:tgtEl>
                                            <p:attrNameLst>
                                              <p:attrName>ppt_x</p:attrName>
                                            </p:attrNameLst>
                                          </p:cBhvr>
                                          <p:tavLst>
                                            <p:tav tm="0">
                                              <p:val>
                                                <p:strVal val="1+#ppt_w/2"/>
                                              </p:val>
                                            </p:tav>
                                            <p:tav tm="100000">
                                              <p:val>
                                                <p:strVal val="#ppt_x"/>
                                              </p:val>
                                            </p:tav>
                                          </p:tavLst>
                                        </p:anim>
                                        <p:anim calcmode="lin" valueType="num">
                                          <p:cBhvr additive="base">
                                            <p:cTn id="26" dur="600" fill="hold"/>
                                            <p:tgtEl>
                                              <p:spTgt spid="18"/>
                                            </p:tgtEl>
                                            <p:attrNameLst>
                                              <p:attrName>ppt_y</p:attrName>
                                            </p:attrNameLst>
                                          </p:cBhvr>
                                          <p:tavLst>
                                            <p:tav tm="0">
                                              <p:val>
                                                <p:strVal val="#ppt_y"/>
                                              </p:val>
                                            </p:tav>
                                            <p:tav tm="100000">
                                              <p:val>
                                                <p:strVal val="#ppt_y"/>
                                              </p:val>
                                            </p:tav>
                                          </p:tavLst>
                                        </p:anim>
                                      </p:childTnLst>
                                    </p:cTn>
                                  </p:par>
                                  <p:par>
                                    <p:cTn id="27" presetID="53" presetClass="entr" presetSubtype="16"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p:cTn id="29" dur="300" fill="hold"/>
                                            <p:tgtEl>
                                              <p:spTgt spid="15"/>
                                            </p:tgtEl>
                                            <p:attrNameLst>
                                              <p:attrName>ppt_w</p:attrName>
                                            </p:attrNameLst>
                                          </p:cBhvr>
                                          <p:tavLst>
                                            <p:tav tm="0">
                                              <p:val>
                                                <p:fltVal val="0"/>
                                              </p:val>
                                            </p:tav>
                                            <p:tav tm="100000">
                                              <p:val>
                                                <p:strVal val="#ppt_w"/>
                                              </p:val>
                                            </p:tav>
                                          </p:tavLst>
                                        </p:anim>
                                        <p:anim calcmode="lin" valueType="num">
                                          <p:cBhvr>
                                            <p:cTn id="30" dur="300" fill="hold"/>
                                            <p:tgtEl>
                                              <p:spTgt spid="15"/>
                                            </p:tgtEl>
                                            <p:attrNameLst>
                                              <p:attrName>ppt_h</p:attrName>
                                            </p:attrNameLst>
                                          </p:cBhvr>
                                          <p:tavLst>
                                            <p:tav tm="0">
                                              <p:val>
                                                <p:fltVal val="0"/>
                                              </p:val>
                                            </p:tav>
                                            <p:tav tm="100000">
                                              <p:val>
                                                <p:strVal val="#ppt_h"/>
                                              </p:val>
                                            </p:tav>
                                          </p:tavLst>
                                        </p:anim>
                                        <p:animEffect transition="in" filter="fade">
                                          <p:cBhvr>
                                            <p:cTn id="31" dur="300"/>
                                            <p:tgtEl>
                                              <p:spTgt spid="15"/>
                                            </p:tgtEl>
                                          </p:cBhvr>
                                        </p:animEffect>
                                      </p:childTnLst>
                                    </p:cTn>
                                  </p:par>
                                  <p:par>
                                    <p:cTn id="32" presetID="6" presetClass="emph" presetSubtype="0" autoRev="1" fill="hold" grpId="1" nodeType="withEffect">
                                      <p:stCondLst>
                                        <p:cond delay="300"/>
                                      </p:stCondLst>
                                      <p:childTnLst>
                                        <p:animScale>
                                          <p:cBhvr>
                                            <p:cTn id="33" dur="150" fill="hold"/>
                                            <p:tgtEl>
                                              <p:spTgt spid="15"/>
                                            </p:tgtEl>
                                          </p:cBhvr>
                                          <p:by x="110000" y="110000"/>
                                        </p:animScale>
                                      </p:childTnLst>
                                    </p:cTn>
                                  </p:par>
                                  <p:par>
                                    <p:cTn id="34" presetID="53" presetClass="entr" presetSubtype="16" fill="hold" grpId="0" nodeType="withEffect">
                                      <p:stCondLst>
                                        <p:cond delay="300"/>
                                      </p:stCondLst>
                                      <p:childTnLst>
                                        <p:set>
                                          <p:cBhvr>
                                            <p:cTn id="35" dur="1" fill="hold">
                                              <p:stCondLst>
                                                <p:cond delay="0"/>
                                              </p:stCondLst>
                                            </p:cTn>
                                            <p:tgtEl>
                                              <p:spTgt spid="14"/>
                                            </p:tgtEl>
                                            <p:attrNameLst>
                                              <p:attrName>style.visibility</p:attrName>
                                            </p:attrNameLst>
                                          </p:cBhvr>
                                          <p:to>
                                            <p:strVal val="visible"/>
                                          </p:to>
                                        </p:set>
                                        <p:anim calcmode="lin" valueType="num">
                                          <p:cBhvr>
                                            <p:cTn id="36" dur="300" fill="hold"/>
                                            <p:tgtEl>
                                              <p:spTgt spid="14"/>
                                            </p:tgtEl>
                                            <p:attrNameLst>
                                              <p:attrName>ppt_w</p:attrName>
                                            </p:attrNameLst>
                                          </p:cBhvr>
                                          <p:tavLst>
                                            <p:tav tm="0">
                                              <p:val>
                                                <p:fltVal val="0"/>
                                              </p:val>
                                            </p:tav>
                                            <p:tav tm="100000">
                                              <p:val>
                                                <p:strVal val="#ppt_w"/>
                                              </p:val>
                                            </p:tav>
                                          </p:tavLst>
                                        </p:anim>
                                        <p:anim calcmode="lin" valueType="num">
                                          <p:cBhvr>
                                            <p:cTn id="37" dur="300" fill="hold"/>
                                            <p:tgtEl>
                                              <p:spTgt spid="14"/>
                                            </p:tgtEl>
                                            <p:attrNameLst>
                                              <p:attrName>ppt_h</p:attrName>
                                            </p:attrNameLst>
                                          </p:cBhvr>
                                          <p:tavLst>
                                            <p:tav tm="0">
                                              <p:val>
                                                <p:fltVal val="0"/>
                                              </p:val>
                                            </p:tav>
                                            <p:tav tm="100000">
                                              <p:val>
                                                <p:strVal val="#ppt_h"/>
                                              </p:val>
                                            </p:tav>
                                          </p:tavLst>
                                        </p:anim>
                                        <p:animEffect transition="in" filter="fade">
                                          <p:cBhvr>
                                            <p:cTn id="38" dur="300"/>
                                            <p:tgtEl>
                                              <p:spTgt spid="14"/>
                                            </p:tgtEl>
                                          </p:cBhvr>
                                        </p:animEffect>
                                      </p:childTnLst>
                                    </p:cTn>
                                  </p:par>
                                  <p:par>
                                    <p:cTn id="39" presetID="6" presetClass="emph" presetSubtype="0" autoRev="1" fill="hold" grpId="1" nodeType="withEffect">
                                      <p:stCondLst>
                                        <p:cond delay="600"/>
                                      </p:stCondLst>
                                      <p:childTnLst>
                                        <p:animScale>
                                          <p:cBhvr>
                                            <p:cTn id="40" dur="150" fill="hold"/>
                                            <p:tgtEl>
                                              <p:spTgt spid="14"/>
                                            </p:tgtEl>
                                          </p:cBhvr>
                                          <p:by x="110000" y="110000"/>
                                        </p:animScale>
                                      </p:childTnLst>
                                    </p:cTn>
                                  </p:par>
                                  <p:par>
                                    <p:cTn id="41" presetID="53" presetClass="entr" presetSubtype="16" fill="hold" grpId="0" nodeType="withEffect">
                                      <p:stCondLst>
                                        <p:cond delay="100"/>
                                      </p:stCondLst>
                                      <p:childTnLst>
                                        <p:set>
                                          <p:cBhvr>
                                            <p:cTn id="42" dur="1" fill="hold">
                                              <p:stCondLst>
                                                <p:cond delay="0"/>
                                              </p:stCondLst>
                                            </p:cTn>
                                            <p:tgtEl>
                                              <p:spTgt spid="13"/>
                                            </p:tgtEl>
                                            <p:attrNameLst>
                                              <p:attrName>style.visibility</p:attrName>
                                            </p:attrNameLst>
                                          </p:cBhvr>
                                          <p:to>
                                            <p:strVal val="visible"/>
                                          </p:to>
                                        </p:set>
                                        <p:anim calcmode="lin" valueType="num">
                                          <p:cBhvr>
                                            <p:cTn id="43" dur="300" fill="hold"/>
                                            <p:tgtEl>
                                              <p:spTgt spid="13"/>
                                            </p:tgtEl>
                                            <p:attrNameLst>
                                              <p:attrName>ppt_w</p:attrName>
                                            </p:attrNameLst>
                                          </p:cBhvr>
                                          <p:tavLst>
                                            <p:tav tm="0">
                                              <p:val>
                                                <p:fltVal val="0"/>
                                              </p:val>
                                            </p:tav>
                                            <p:tav tm="100000">
                                              <p:val>
                                                <p:strVal val="#ppt_w"/>
                                              </p:val>
                                            </p:tav>
                                          </p:tavLst>
                                        </p:anim>
                                        <p:anim calcmode="lin" valueType="num">
                                          <p:cBhvr>
                                            <p:cTn id="44" dur="300" fill="hold"/>
                                            <p:tgtEl>
                                              <p:spTgt spid="13"/>
                                            </p:tgtEl>
                                            <p:attrNameLst>
                                              <p:attrName>ppt_h</p:attrName>
                                            </p:attrNameLst>
                                          </p:cBhvr>
                                          <p:tavLst>
                                            <p:tav tm="0">
                                              <p:val>
                                                <p:fltVal val="0"/>
                                              </p:val>
                                            </p:tav>
                                            <p:tav tm="100000">
                                              <p:val>
                                                <p:strVal val="#ppt_h"/>
                                              </p:val>
                                            </p:tav>
                                          </p:tavLst>
                                        </p:anim>
                                        <p:animEffect transition="in" filter="fade">
                                          <p:cBhvr>
                                            <p:cTn id="45" dur="300"/>
                                            <p:tgtEl>
                                              <p:spTgt spid="13"/>
                                            </p:tgtEl>
                                          </p:cBhvr>
                                        </p:animEffect>
                                      </p:childTnLst>
                                    </p:cTn>
                                  </p:par>
                                  <p:par>
                                    <p:cTn id="46" presetID="6" presetClass="emph" presetSubtype="0" autoRev="1" fill="hold" grpId="1" nodeType="withEffect">
                                      <p:stCondLst>
                                        <p:cond delay="400"/>
                                      </p:stCondLst>
                                      <p:childTnLst>
                                        <p:animScale>
                                          <p:cBhvr>
                                            <p:cTn id="47" dur="150" fill="hold"/>
                                            <p:tgtEl>
                                              <p:spTgt spid="13"/>
                                            </p:tgtEl>
                                          </p:cBhvr>
                                          <p:by x="110000" y="110000"/>
                                        </p:animScale>
                                      </p:childTnLst>
                                    </p:cTn>
                                  </p:par>
                                  <p:par>
                                    <p:cTn id="48" presetID="53" presetClass="entr" presetSubtype="16" fill="hold" grpId="0" nodeType="withEffect">
                                      <p:stCondLst>
                                        <p:cond delay="400"/>
                                      </p:stCondLst>
                                      <p:childTnLst>
                                        <p:set>
                                          <p:cBhvr>
                                            <p:cTn id="49" dur="1" fill="hold">
                                              <p:stCondLst>
                                                <p:cond delay="0"/>
                                              </p:stCondLst>
                                            </p:cTn>
                                            <p:tgtEl>
                                              <p:spTgt spid="17"/>
                                            </p:tgtEl>
                                            <p:attrNameLst>
                                              <p:attrName>style.visibility</p:attrName>
                                            </p:attrNameLst>
                                          </p:cBhvr>
                                          <p:to>
                                            <p:strVal val="visible"/>
                                          </p:to>
                                        </p:set>
                                        <p:anim calcmode="lin" valueType="num">
                                          <p:cBhvr>
                                            <p:cTn id="50" dur="300" fill="hold"/>
                                            <p:tgtEl>
                                              <p:spTgt spid="17"/>
                                            </p:tgtEl>
                                            <p:attrNameLst>
                                              <p:attrName>ppt_w</p:attrName>
                                            </p:attrNameLst>
                                          </p:cBhvr>
                                          <p:tavLst>
                                            <p:tav tm="0">
                                              <p:val>
                                                <p:fltVal val="0"/>
                                              </p:val>
                                            </p:tav>
                                            <p:tav tm="100000">
                                              <p:val>
                                                <p:strVal val="#ppt_w"/>
                                              </p:val>
                                            </p:tav>
                                          </p:tavLst>
                                        </p:anim>
                                        <p:anim calcmode="lin" valueType="num">
                                          <p:cBhvr>
                                            <p:cTn id="51" dur="300" fill="hold"/>
                                            <p:tgtEl>
                                              <p:spTgt spid="17"/>
                                            </p:tgtEl>
                                            <p:attrNameLst>
                                              <p:attrName>ppt_h</p:attrName>
                                            </p:attrNameLst>
                                          </p:cBhvr>
                                          <p:tavLst>
                                            <p:tav tm="0">
                                              <p:val>
                                                <p:fltVal val="0"/>
                                              </p:val>
                                            </p:tav>
                                            <p:tav tm="100000">
                                              <p:val>
                                                <p:strVal val="#ppt_h"/>
                                              </p:val>
                                            </p:tav>
                                          </p:tavLst>
                                        </p:anim>
                                        <p:animEffect transition="in" filter="fade">
                                          <p:cBhvr>
                                            <p:cTn id="52" dur="300"/>
                                            <p:tgtEl>
                                              <p:spTgt spid="17"/>
                                            </p:tgtEl>
                                          </p:cBhvr>
                                        </p:animEffect>
                                      </p:childTnLst>
                                    </p:cTn>
                                  </p:par>
                                  <p:par>
                                    <p:cTn id="53" presetID="6" presetClass="emph" presetSubtype="0" autoRev="1" fill="hold" grpId="1" nodeType="withEffect">
                                      <p:stCondLst>
                                        <p:cond delay="700"/>
                                      </p:stCondLst>
                                      <p:childTnLst>
                                        <p:animScale>
                                          <p:cBhvr>
                                            <p:cTn id="54" dur="150" fill="hold"/>
                                            <p:tgtEl>
                                              <p:spTgt spid="17"/>
                                            </p:tgtEl>
                                          </p:cBhvr>
                                          <p:by x="110000" y="110000"/>
                                        </p:animScale>
                                      </p:childTnLst>
                                    </p:cTn>
                                  </p:par>
                                  <p:par>
                                    <p:cTn id="55" presetID="53" presetClass="entr" presetSubtype="16" fill="hold" grpId="0" nodeType="withEffect">
                                      <p:stCondLst>
                                        <p:cond delay="400"/>
                                      </p:stCondLst>
                                      <p:childTnLst>
                                        <p:set>
                                          <p:cBhvr>
                                            <p:cTn id="56" dur="1" fill="hold">
                                              <p:stCondLst>
                                                <p:cond delay="0"/>
                                              </p:stCondLst>
                                            </p:cTn>
                                            <p:tgtEl>
                                              <p:spTgt spid="21"/>
                                            </p:tgtEl>
                                            <p:attrNameLst>
                                              <p:attrName>style.visibility</p:attrName>
                                            </p:attrNameLst>
                                          </p:cBhvr>
                                          <p:to>
                                            <p:strVal val="visible"/>
                                          </p:to>
                                        </p:set>
                                        <p:anim calcmode="lin" valueType="num">
                                          <p:cBhvr>
                                            <p:cTn id="57" dur="300" fill="hold"/>
                                            <p:tgtEl>
                                              <p:spTgt spid="21"/>
                                            </p:tgtEl>
                                            <p:attrNameLst>
                                              <p:attrName>ppt_w</p:attrName>
                                            </p:attrNameLst>
                                          </p:cBhvr>
                                          <p:tavLst>
                                            <p:tav tm="0">
                                              <p:val>
                                                <p:fltVal val="0"/>
                                              </p:val>
                                            </p:tav>
                                            <p:tav tm="100000">
                                              <p:val>
                                                <p:strVal val="#ppt_w"/>
                                              </p:val>
                                            </p:tav>
                                          </p:tavLst>
                                        </p:anim>
                                        <p:anim calcmode="lin" valueType="num">
                                          <p:cBhvr>
                                            <p:cTn id="58" dur="300" fill="hold"/>
                                            <p:tgtEl>
                                              <p:spTgt spid="21"/>
                                            </p:tgtEl>
                                            <p:attrNameLst>
                                              <p:attrName>ppt_h</p:attrName>
                                            </p:attrNameLst>
                                          </p:cBhvr>
                                          <p:tavLst>
                                            <p:tav tm="0">
                                              <p:val>
                                                <p:fltVal val="0"/>
                                              </p:val>
                                            </p:tav>
                                            <p:tav tm="100000">
                                              <p:val>
                                                <p:strVal val="#ppt_h"/>
                                              </p:val>
                                            </p:tav>
                                          </p:tavLst>
                                        </p:anim>
                                        <p:animEffect transition="in" filter="fade">
                                          <p:cBhvr>
                                            <p:cTn id="59" dur="300"/>
                                            <p:tgtEl>
                                              <p:spTgt spid="21"/>
                                            </p:tgtEl>
                                          </p:cBhvr>
                                        </p:animEffect>
                                      </p:childTnLst>
                                    </p:cTn>
                                  </p:par>
                                  <p:par>
                                    <p:cTn id="60" presetID="6" presetClass="emph" presetSubtype="0" autoRev="1" fill="hold" grpId="1" nodeType="withEffect">
                                      <p:stCondLst>
                                        <p:cond delay="700"/>
                                      </p:stCondLst>
                                      <p:childTnLst>
                                        <p:animScale>
                                          <p:cBhvr>
                                            <p:cTn id="61" dur="150" fill="hold"/>
                                            <p:tgtEl>
                                              <p:spTgt spid="21"/>
                                            </p:tgtEl>
                                          </p:cBhvr>
                                          <p:by x="110000" y="110000"/>
                                        </p:animScale>
                                      </p:childTnLst>
                                    </p:cTn>
                                  </p:par>
                                  <p:par>
                                    <p:cTn id="62" presetID="53" presetClass="entr" presetSubtype="16" fill="hold" grpId="0" nodeType="withEffect">
                                      <p:stCondLst>
                                        <p:cond delay="100"/>
                                      </p:stCondLst>
                                      <p:childTnLst>
                                        <p:set>
                                          <p:cBhvr>
                                            <p:cTn id="63" dur="1" fill="hold">
                                              <p:stCondLst>
                                                <p:cond delay="0"/>
                                              </p:stCondLst>
                                            </p:cTn>
                                            <p:tgtEl>
                                              <p:spTgt spid="22"/>
                                            </p:tgtEl>
                                            <p:attrNameLst>
                                              <p:attrName>style.visibility</p:attrName>
                                            </p:attrNameLst>
                                          </p:cBhvr>
                                          <p:to>
                                            <p:strVal val="visible"/>
                                          </p:to>
                                        </p:set>
                                        <p:anim calcmode="lin" valueType="num">
                                          <p:cBhvr>
                                            <p:cTn id="64" dur="300" fill="hold"/>
                                            <p:tgtEl>
                                              <p:spTgt spid="22"/>
                                            </p:tgtEl>
                                            <p:attrNameLst>
                                              <p:attrName>ppt_w</p:attrName>
                                            </p:attrNameLst>
                                          </p:cBhvr>
                                          <p:tavLst>
                                            <p:tav tm="0">
                                              <p:val>
                                                <p:fltVal val="0"/>
                                              </p:val>
                                            </p:tav>
                                            <p:tav tm="100000">
                                              <p:val>
                                                <p:strVal val="#ppt_w"/>
                                              </p:val>
                                            </p:tav>
                                          </p:tavLst>
                                        </p:anim>
                                        <p:anim calcmode="lin" valueType="num">
                                          <p:cBhvr>
                                            <p:cTn id="65" dur="300" fill="hold"/>
                                            <p:tgtEl>
                                              <p:spTgt spid="22"/>
                                            </p:tgtEl>
                                            <p:attrNameLst>
                                              <p:attrName>ppt_h</p:attrName>
                                            </p:attrNameLst>
                                          </p:cBhvr>
                                          <p:tavLst>
                                            <p:tav tm="0">
                                              <p:val>
                                                <p:fltVal val="0"/>
                                              </p:val>
                                            </p:tav>
                                            <p:tav tm="100000">
                                              <p:val>
                                                <p:strVal val="#ppt_h"/>
                                              </p:val>
                                            </p:tav>
                                          </p:tavLst>
                                        </p:anim>
                                        <p:animEffect transition="in" filter="fade">
                                          <p:cBhvr>
                                            <p:cTn id="66" dur="300"/>
                                            <p:tgtEl>
                                              <p:spTgt spid="22"/>
                                            </p:tgtEl>
                                          </p:cBhvr>
                                        </p:animEffect>
                                      </p:childTnLst>
                                    </p:cTn>
                                  </p:par>
                                  <p:par>
                                    <p:cTn id="67" presetID="6" presetClass="emph" presetSubtype="0" autoRev="1" fill="hold" grpId="1" nodeType="withEffect">
                                      <p:stCondLst>
                                        <p:cond delay="400"/>
                                      </p:stCondLst>
                                      <p:childTnLst>
                                        <p:animScale>
                                          <p:cBhvr>
                                            <p:cTn id="68" dur="150" fill="hold"/>
                                            <p:tgtEl>
                                              <p:spTgt spid="22"/>
                                            </p:tgtEl>
                                          </p:cBhvr>
                                          <p:by x="110000" y="110000"/>
                                        </p:animScale>
                                      </p:childTnLst>
                                    </p:cTn>
                                  </p:par>
                                  <p:par>
                                    <p:cTn id="69" presetID="53" presetClass="entr" presetSubtype="16" fill="hold" grpId="0" nodeType="withEffect">
                                      <p:stCondLst>
                                        <p:cond delay="400"/>
                                      </p:stCondLst>
                                      <p:childTnLst>
                                        <p:set>
                                          <p:cBhvr>
                                            <p:cTn id="70" dur="1" fill="hold">
                                              <p:stCondLst>
                                                <p:cond delay="0"/>
                                              </p:stCondLst>
                                            </p:cTn>
                                            <p:tgtEl>
                                              <p:spTgt spid="23"/>
                                            </p:tgtEl>
                                            <p:attrNameLst>
                                              <p:attrName>style.visibility</p:attrName>
                                            </p:attrNameLst>
                                          </p:cBhvr>
                                          <p:to>
                                            <p:strVal val="visible"/>
                                          </p:to>
                                        </p:set>
                                        <p:anim calcmode="lin" valueType="num">
                                          <p:cBhvr>
                                            <p:cTn id="71" dur="300" fill="hold"/>
                                            <p:tgtEl>
                                              <p:spTgt spid="23"/>
                                            </p:tgtEl>
                                            <p:attrNameLst>
                                              <p:attrName>ppt_w</p:attrName>
                                            </p:attrNameLst>
                                          </p:cBhvr>
                                          <p:tavLst>
                                            <p:tav tm="0">
                                              <p:val>
                                                <p:fltVal val="0"/>
                                              </p:val>
                                            </p:tav>
                                            <p:tav tm="100000">
                                              <p:val>
                                                <p:strVal val="#ppt_w"/>
                                              </p:val>
                                            </p:tav>
                                          </p:tavLst>
                                        </p:anim>
                                        <p:anim calcmode="lin" valueType="num">
                                          <p:cBhvr>
                                            <p:cTn id="72" dur="300" fill="hold"/>
                                            <p:tgtEl>
                                              <p:spTgt spid="23"/>
                                            </p:tgtEl>
                                            <p:attrNameLst>
                                              <p:attrName>ppt_h</p:attrName>
                                            </p:attrNameLst>
                                          </p:cBhvr>
                                          <p:tavLst>
                                            <p:tav tm="0">
                                              <p:val>
                                                <p:fltVal val="0"/>
                                              </p:val>
                                            </p:tav>
                                            <p:tav tm="100000">
                                              <p:val>
                                                <p:strVal val="#ppt_h"/>
                                              </p:val>
                                            </p:tav>
                                          </p:tavLst>
                                        </p:anim>
                                        <p:animEffect transition="in" filter="fade">
                                          <p:cBhvr>
                                            <p:cTn id="73" dur="300"/>
                                            <p:tgtEl>
                                              <p:spTgt spid="23"/>
                                            </p:tgtEl>
                                          </p:cBhvr>
                                        </p:animEffect>
                                      </p:childTnLst>
                                    </p:cTn>
                                  </p:par>
                                  <p:par>
                                    <p:cTn id="74" presetID="6" presetClass="emph" presetSubtype="0" autoRev="1" fill="hold" grpId="1" nodeType="withEffect">
                                      <p:stCondLst>
                                        <p:cond delay="700"/>
                                      </p:stCondLst>
                                      <p:childTnLst>
                                        <p:animScale>
                                          <p:cBhvr>
                                            <p:cTn id="75" dur="150" fill="hold"/>
                                            <p:tgtEl>
                                              <p:spTgt spid="2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18" grpId="0"/>
          <p:bldP spid="19" grpId="0"/>
          <p:bldP spid="13" grpId="0" animBg="1"/>
          <p:bldP spid="13" grpId="1" animBg="1"/>
          <p:bldP spid="14" grpId="0" animBg="1"/>
          <p:bldP spid="14" grpId="1" animBg="1"/>
          <p:bldP spid="15" grpId="0" animBg="1"/>
          <p:bldP spid="15" grpId="1" animBg="1"/>
          <p:bldP spid="17" grpId="0" animBg="1"/>
          <p:bldP spid="17" grpId="1" animBg="1"/>
          <p:bldP spid="21" grpId="0" animBg="1"/>
          <p:bldP spid="21" grpId="1" animBg="1"/>
          <p:bldP spid="3" grpId="0" animBg="1"/>
          <p:bldP spid="3" grpId="1" animBg="1"/>
          <p:bldP spid="4" grpId="0"/>
          <p:bldP spid="4" grpId="1"/>
          <p:bldP spid="22" grpId="0" animBg="1"/>
          <p:bldP spid="22" grpId="1" animBg="1"/>
        </p:bldLst>
      </p:timing>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3560684" y="204238"/>
            <a:ext cx="1832553" cy="584775"/>
          </a:xfrm>
          <a:prstGeom prst="rect">
            <a:avLst/>
          </a:prstGeom>
          <a:noFill/>
        </p:spPr>
        <p:txBody>
          <a:bodyPr wrap="none" rtlCol="0">
            <a:spAutoFit/>
          </a:bodyPr>
          <a:lstStyle/>
          <a:p>
            <a:pPr algn="ctr" defTabSz="822686">
              <a:defRPr/>
            </a:pPr>
            <a:r>
              <a:rPr lang="zh-CN" altLang="en-US" sz="3200" b="1" dirty="0">
                <a:latin typeface="+mn-ea"/>
              </a:rPr>
              <a:t>数据清理</a:t>
            </a:r>
          </a:p>
        </p:txBody>
      </p:sp>
      <p:sp>
        <p:nvSpPr>
          <p:cNvPr id="3" name="TextBox 2"/>
          <p:cNvSpPr txBox="1"/>
          <p:nvPr/>
        </p:nvSpPr>
        <p:spPr>
          <a:xfrm>
            <a:off x="432016" y="894596"/>
            <a:ext cx="8352928" cy="3416320"/>
          </a:xfrm>
          <a:prstGeom prst="rect">
            <a:avLst/>
          </a:prstGeom>
          <a:noFill/>
        </p:spPr>
        <p:txBody>
          <a:bodyPr wrap="square" rtlCol="0">
            <a:spAutoFit/>
          </a:bodyPr>
          <a:lstStyle/>
          <a:p>
            <a:pPr marL="342900" indent="-342900">
              <a:lnSpc>
                <a:spcPct val="90000"/>
              </a:lnSpc>
              <a:buFont typeface="Wingdings" panose="05000000000000000000" pitchFamily="2" charset="2"/>
              <a:buChar char="Ø"/>
              <a:defRPr/>
            </a:pPr>
            <a:r>
              <a:rPr lang="en-US" altLang="zh-CN" sz="2400" b="1" dirty="0">
                <a:latin typeface="楷体" panose="02010609060101010101" pitchFamily="49" charset="-122"/>
                <a:ea typeface="楷体" panose="02010609060101010101" pitchFamily="49" charset="-122"/>
              </a:rPr>
              <a:t>1</a:t>
            </a:r>
            <a:r>
              <a:rPr lang="zh-CN" altLang="en-US" sz="2400" b="1" dirty="0">
                <a:latin typeface="楷体" panose="02010609060101010101" pitchFamily="49" charset="-122"/>
                <a:ea typeface="楷体" panose="02010609060101010101" pitchFamily="49" charset="-122"/>
              </a:rPr>
              <a:t> 填充缺失值</a:t>
            </a:r>
            <a:endParaRPr lang="en-US" altLang="zh-CN" sz="2400" dirty="0">
              <a:latin typeface="楷体" panose="02010609060101010101" pitchFamily="49" charset="-122"/>
              <a:ea typeface="楷体" panose="02010609060101010101" pitchFamily="49" charset="-122"/>
            </a:endParaRPr>
          </a:p>
          <a:p>
            <a:pPr marL="342900" indent="-342900">
              <a:lnSpc>
                <a:spcPct val="90000"/>
              </a:lnSpc>
              <a:buFont typeface="Wingdings" panose="05000000000000000000" pitchFamily="2" charset="2"/>
              <a:buChar char="Ø"/>
              <a:defRPr/>
            </a:pPr>
            <a:r>
              <a:rPr lang="zh-CN" altLang="en-US" sz="2400" dirty="0">
                <a:latin typeface="楷体" panose="02010609060101010101" pitchFamily="49" charset="-122"/>
                <a:ea typeface="楷体" panose="02010609060101010101" pitchFamily="49" charset="-122"/>
              </a:rPr>
              <a:t>数据并不总是完整的</a:t>
            </a:r>
          </a:p>
          <a:p>
            <a:pPr marL="800100" lvl="1" indent="-342900">
              <a:lnSpc>
                <a:spcPct val="90000"/>
              </a:lnSpc>
              <a:buFont typeface="Wingdings" panose="05000000000000000000" pitchFamily="2" charset="2"/>
              <a:buChar char="Ø"/>
              <a:defRPr/>
            </a:pPr>
            <a:r>
              <a:rPr lang="zh-CN" altLang="en-US" sz="2400" dirty="0">
                <a:latin typeface="楷体" panose="02010609060101010101" pitchFamily="49" charset="-122"/>
                <a:ea typeface="楷体" panose="02010609060101010101" pitchFamily="49" charset="-122"/>
              </a:rPr>
              <a:t>例如：数据库表中，很多条记录的对应字段没有相应值，比如</a:t>
            </a:r>
            <a:r>
              <a:rPr lang="zh-CN" altLang="en-US" sz="2400" dirty="0">
                <a:solidFill>
                  <a:srgbClr val="FF0000"/>
                </a:solidFill>
                <a:latin typeface="楷体" panose="02010609060101010101" pitchFamily="49" charset="-122"/>
                <a:ea typeface="楷体" panose="02010609060101010101" pitchFamily="49" charset="-122"/>
              </a:rPr>
              <a:t>销售表中的顾客收入</a:t>
            </a:r>
          </a:p>
          <a:p>
            <a:pPr marL="342900" indent="-342900">
              <a:lnSpc>
                <a:spcPct val="90000"/>
              </a:lnSpc>
              <a:buFont typeface="Wingdings" panose="05000000000000000000" pitchFamily="2" charset="2"/>
              <a:buChar char="Ø"/>
              <a:defRPr/>
            </a:pPr>
            <a:r>
              <a:rPr lang="zh-CN" altLang="en-US" sz="2400" dirty="0">
                <a:latin typeface="楷体" panose="02010609060101010101" pitchFamily="49" charset="-122"/>
                <a:ea typeface="楷体" panose="02010609060101010101" pitchFamily="49" charset="-122"/>
              </a:rPr>
              <a:t>引起空缺值的原因</a:t>
            </a:r>
          </a:p>
          <a:p>
            <a:pPr marL="800100" lvl="1" indent="-342900">
              <a:lnSpc>
                <a:spcPct val="90000"/>
              </a:lnSpc>
              <a:buFont typeface="Wingdings" panose="05000000000000000000" pitchFamily="2" charset="2"/>
              <a:buChar char="Ø"/>
              <a:defRPr/>
            </a:pPr>
            <a:r>
              <a:rPr lang="zh-CN" altLang="en-US" sz="2400" dirty="0">
                <a:latin typeface="楷体" panose="02010609060101010101" pitchFamily="49" charset="-122"/>
                <a:ea typeface="楷体" panose="02010609060101010101" pitchFamily="49" charset="-122"/>
              </a:rPr>
              <a:t>设备异常</a:t>
            </a:r>
          </a:p>
          <a:p>
            <a:pPr marL="800100" lvl="1" indent="-342900">
              <a:lnSpc>
                <a:spcPct val="90000"/>
              </a:lnSpc>
              <a:buFont typeface="Wingdings" panose="05000000000000000000" pitchFamily="2" charset="2"/>
              <a:buChar char="Ø"/>
              <a:defRPr/>
            </a:pPr>
            <a:r>
              <a:rPr lang="zh-CN" altLang="en-US" sz="2400" dirty="0">
                <a:latin typeface="楷体" panose="02010609060101010101" pitchFamily="49" charset="-122"/>
                <a:ea typeface="楷体" panose="02010609060101010101" pitchFamily="49" charset="-122"/>
              </a:rPr>
              <a:t>与其他已有数据不一致而被删除</a:t>
            </a:r>
          </a:p>
          <a:p>
            <a:pPr marL="800100" lvl="1" indent="-342900">
              <a:lnSpc>
                <a:spcPct val="90000"/>
              </a:lnSpc>
              <a:buFont typeface="Wingdings" panose="05000000000000000000" pitchFamily="2" charset="2"/>
              <a:buChar char="Ø"/>
              <a:defRPr/>
            </a:pPr>
            <a:r>
              <a:rPr lang="zh-CN" altLang="en-US" sz="2400" dirty="0">
                <a:latin typeface="楷体" panose="02010609060101010101" pitchFamily="49" charset="-122"/>
                <a:ea typeface="楷体" panose="02010609060101010101" pitchFamily="49" charset="-122"/>
              </a:rPr>
              <a:t>因为误解而没有被输入的数据</a:t>
            </a:r>
          </a:p>
          <a:p>
            <a:pPr marL="800100" lvl="1" indent="-342900">
              <a:lnSpc>
                <a:spcPct val="90000"/>
              </a:lnSpc>
              <a:buFont typeface="Wingdings" panose="05000000000000000000" pitchFamily="2" charset="2"/>
              <a:buChar char="Ø"/>
              <a:defRPr/>
            </a:pPr>
            <a:r>
              <a:rPr lang="zh-CN" altLang="en-US" sz="2400" dirty="0">
                <a:latin typeface="楷体" panose="02010609060101010101" pitchFamily="49" charset="-122"/>
                <a:ea typeface="楷体" panose="02010609060101010101" pitchFamily="49" charset="-122"/>
              </a:rPr>
              <a:t>在输入时，有些数据应为得不到重视而没有被输入</a:t>
            </a:r>
          </a:p>
          <a:p>
            <a:pPr marL="342900" indent="-342900">
              <a:lnSpc>
                <a:spcPct val="90000"/>
              </a:lnSpc>
              <a:buFont typeface="Wingdings" panose="05000000000000000000" pitchFamily="2" charset="2"/>
              <a:buChar char="Ø"/>
              <a:defRPr/>
            </a:pPr>
            <a:r>
              <a:rPr lang="zh-CN" altLang="en-US" sz="2400" dirty="0">
                <a:latin typeface="楷体" panose="02010609060101010101" pitchFamily="49" charset="-122"/>
                <a:ea typeface="楷体" panose="02010609060101010101" pitchFamily="49" charset="-122"/>
              </a:rPr>
              <a:t>空缺值要经过推断而补上</a:t>
            </a:r>
          </a:p>
        </p:txBody>
      </p:sp>
      <p:pic>
        <p:nvPicPr>
          <p:cNvPr id="2" name="图片 1" descr="20100508053929509.png">
            <a:extLst>
              <a:ext uri="{FF2B5EF4-FFF2-40B4-BE49-F238E27FC236}">
                <a16:creationId xmlns:a16="http://schemas.microsoft.com/office/drawing/2014/main" id="{B8159409-A503-4442-9F2E-FE91B1E77507}"/>
              </a:ext>
            </a:extLst>
          </p:cNvPr>
          <p:cNvPicPr>
            <a:picLocks noChangeAspect="1"/>
          </p:cNvPicPr>
          <p:nvPr/>
        </p:nvPicPr>
        <p:blipFill>
          <a:blip r:embed="rId3" cstate="print"/>
          <a:stretch>
            <a:fillRect/>
          </a:stretch>
        </p:blipFill>
        <p:spPr>
          <a:xfrm>
            <a:off x="-32" y="64578"/>
            <a:ext cx="864096" cy="864096"/>
          </a:xfrm>
          <a:prstGeom prst="rect">
            <a:avLst/>
          </a:prstGeom>
        </p:spPr>
      </p:pic>
    </p:spTree>
    <p:extLst>
      <p:ext uri="{BB962C8B-B14F-4D97-AF65-F5344CB8AC3E}">
        <p14:creationId xmlns:p14="http://schemas.microsoft.com/office/powerpoint/2010/main" val="1076141"/>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3560684" y="204238"/>
            <a:ext cx="1832553" cy="584775"/>
          </a:xfrm>
          <a:prstGeom prst="rect">
            <a:avLst/>
          </a:prstGeom>
          <a:noFill/>
        </p:spPr>
        <p:txBody>
          <a:bodyPr wrap="none" rtlCol="0">
            <a:spAutoFit/>
          </a:bodyPr>
          <a:lstStyle/>
          <a:p>
            <a:pPr algn="ctr" defTabSz="822686">
              <a:defRPr/>
            </a:pPr>
            <a:r>
              <a:rPr lang="zh-CN" altLang="en-US" sz="3200" b="1" dirty="0">
                <a:latin typeface="+mn-ea"/>
              </a:rPr>
              <a:t>数据清理</a:t>
            </a:r>
          </a:p>
        </p:txBody>
      </p:sp>
      <p:sp>
        <p:nvSpPr>
          <p:cNvPr id="3" name="TextBox 2"/>
          <p:cNvSpPr txBox="1"/>
          <p:nvPr/>
        </p:nvSpPr>
        <p:spPr>
          <a:xfrm>
            <a:off x="432016" y="894596"/>
            <a:ext cx="8352928" cy="424732"/>
          </a:xfrm>
          <a:prstGeom prst="rect">
            <a:avLst/>
          </a:prstGeom>
          <a:noFill/>
        </p:spPr>
        <p:txBody>
          <a:bodyPr wrap="square" rtlCol="0">
            <a:spAutoFit/>
          </a:bodyPr>
          <a:lstStyle/>
          <a:p>
            <a:pPr marL="342900" indent="-342900">
              <a:lnSpc>
                <a:spcPct val="90000"/>
              </a:lnSpc>
              <a:buFont typeface="Wingdings" panose="05000000000000000000" pitchFamily="2" charset="2"/>
              <a:buChar char="Ø"/>
              <a:defRPr/>
            </a:pPr>
            <a:endParaRPr lang="zh-CN" altLang="en-US" sz="2400" dirty="0">
              <a:latin typeface="楷体" panose="02010609060101010101" pitchFamily="49" charset="-122"/>
              <a:ea typeface="楷体" panose="02010609060101010101" pitchFamily="49" charset="-122"/>
            </a:endParaRPr>
          </a:p>
        </p:txBody>
      </p:sp>
      <p:pic>
        <p:nvPicPr>
          <p:cNvPr id="2" name="图片 1" descr="20100508053929509.png">
            <a:extLst>
              <a:ext uri="{FF2B5EF4-FFF2-40B4-BE49-F238E27FC236}">
                <a16:creationId xmlns:a16="http://schemas.microsoft.com/office/drawing/2014/main" id="{B8159409-A503-4442-9F2E-FE91B1E77507}"/>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10" name="Rectangle 2">
            <a:extLst>
              <a:ext uri="{FF2B5EF4-FFF2-40B4-BE49-F238E27FC236}">
                <a16:creationId xmlns:a16="http://schemas.microsoft.com/office/drawing/2014/main" id="{A1320BDA-63A4-4C65-AC13-76F5512AAF2C}"/>
              </a:ext>
            </a:extLst>
          </p:cNvPr>
          <p:cNvSpPr txBox="1">
            <a:spLocks noChangeArrowheads="1"/>
          </p:cNvSpPr>
          <p:nvPr/>
        </p:nvSpPr>
        <p:spPr>
          <a:xfrm>
            <a:off x="457200" y="205915"/>
            <a:ext cx="8229600" cy="856986"/>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zh-CN" altLang="en-US" sz="2699" dirty="0">
              <a:ea typeface="宋体" panose="02010600030101010101" pitchFamily="2" charset="-122"/>
            </a:endParaRPr>
          </a:p>
        </p:txBody>
      </p:sp>
      <p:sp>
        <p:nvSpPr>
          <p:cNvPr id="11" name="Rectangle 3">
            <a:extLst>
              <a:ext uri="{FF2B5EF4-FFF2-40B4-BE49-F238E27FC236}">
                <a16:creationId xmlns:a16="http://schemas.microsoft.com/office/drawing/2014/main" id="{123C3B66-4453-4971-98A6-350504EC5F5A}"/>
              </a:ext>
            </a:extLst>
          </p:cNvPr>
          <p:cNvSpPr txBox="1">
            <a:spLocks noChangeArrowheads="1"/>
          </p:cNvSpPr>
          <p:nvPr/>
        </p:nvSpPr>
        <p:spPr>
          <a:xfrm>
            <a:off x="457200" y="1199780"/>
            <a:ext cx="8229600" cy="339342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 typeface="Wingdings" panose="05000000000000000000" pitchFamily="2" charset="2"/>
              <a:buChar char="Ø"/>
            </a:pPr>
            <a:r>
              <a:rPr lang="zh-CN" altLang="en-US" sz="2000" dirty="0">
                <a:latin typeface="楷体" panose="02010609060101010101" pitchFamily="49" charset="-122"/>
                <a:ea typeface="楷体" panose="02010609060101010101" pitchFamily="49" charset="-122"/>
              </a:rPr>
              <a:t>如何处理空缺值</a:t>
            </a:r>
            <a:endParaRPr lang="en-US" altLang="zh-CN" sz="2000" dirty="0">
              <a:latin typeface="楷体" panose="02010609060101010101" pitchFamily="49" charset="-122"/>
              <a:ea typeface="楷体" panose="02010609060101010101" pitchFamily="49" charset="-122"/>
            </a:endParaRPr>
          </a:p>
          <a:p>
            <a:pPr lvl="1">
              <a:buFont typeface="Wingdings" panose="05000000000000000000" pitchFamily="2" charset="2"/>
              <a:buChar char="Ø"/>
            </a:pPr>
            <a:r>
              <a:rPr lang="zh-CN" altLang="en-US" sz="2000" dirty="0">
                <a:latin typeface="楷体" panose="02010609060101010101" pitchFamily="49" charset="-122"/>
                <a:ea typeface="楷体" panose="02010609060101010101" pitchFamily="49" charset="-122"/>
              </a:rPr>
              <a:t>删除样本：当</a:t>
            </a:r>
            <a:r>
              <a:rPr lang="zh-CN" altLang="en-US" sz="2000" dirty="0">
                <a:solidFill>
                  <a:srgbClr val="FF0000"/>
                </a:solidFill>
                <a:latin typeface="楷体" panose="02010609060101010101" pitchFamily="49" charset="-122"/>
                <a:ea typeface="楷体" panose="02010609060101010101" pitchFamily="49" charset="-122"/>
              </a:rPr>
              <a:t>标签</a:t>
            </a:r>
            <a:r>
              <a:rPr lang="zh-CN" altLang="en-US" sz="2000" dirty="0">
                <a:latin typeface="楷体" panose="02010609060101010101" pitchFamily="49" charset="-122"/>
                <a:ea typeface="楷体" panose="02010609060101010101" pitchFamily="49" charset="-122"/>
              </a:rPr>
              <a:t>缺少时通常这么做。</a:t>
            </a:r>
          </a:p>
          <a:p>
            <a:pPr lvl="1">
              <a:buFont typeface="Wingdings" panose="05000000000000000000" pitchFamily="2" charset="2"/>
              <a:buChar char="Ø"/>
            </a:pPr>
            <a:r>
              <a:rPr lang="zh-CN" altLang="en-US" sz="2000" dirty="0">
                <a:latin typeface="楷体" panose="02010609060101010101" pitchFamily="49" charset="-122"/>
                <a:ea typeface="楷体" panose="02010609060101010101" pitchFamily="49" charset="-122"/>
              </a:rPr>
              <a:t>填充缺失内容：</a:t>
            </a:r>
            <a:endParaRPr lang="en-US" altLang="zh-CN" sz="2000" dirty="0">
              <a:latin typeface="楷体" panose="02010609060101010101" pitchFamily="49" charset="-122"/>
              <a:ea typeface="楷体" panose="02010609060101010101" pitchFamily="49" charset="-122"/>
            </a:endParaRPr>
          </a:p>
          <a:p>
            <a:pPr lvl="2">
              <a:buFont typeface="Wingdings" panose="05000000000000000000" pitchFamily="2" charset="2"/>
              <a:buChar char="Ø"/>
            </a:pPr>
            <a:r>
              <a:rPr lang="zh-CN" altLang="en-US" sz="2000" dirty="0">
                <a:latin typeface="楷体" panose="02010609060101010101" pitchFamily="49" charset="-122"/>
                <a:ea typeface="楷体" panose="02010609060101010101" pitchFamily="49" charset="-122"/>
              </a:rPr>
              <a:t>人工填写空缺值：工作量大，可行性低</a:t>
            </a:r>
          </a:p>
          <a:p>
            <a:pPr lvl="2">
              <a:buFont typeface="Wingdings" panose="05000000000000000000" pitchFamily="2" charset="2"/>
              <a:buChar char="Ø"/>
            </a:pPr>
            <a:r>
              <a:rPr lang="zh-CN" altLang="en-US" sz="2000" dirty="0">
                <a:latin typeface="楷体" panose="02010609060101010101" pitchFamily="49" charset="-122"/>
                <a:ea typeface="楷体" panose="02010609060101010101" pitchFamily="49" charset="-122"/>
              </a:rPr>
              <a:t>使用一个全局变量填充空缺值：比如使用</a:t>
            </a:r>
            <a:r>
              <a:rPr lang="en-US" altLang="zh-CN" sz="2000" dirty="0">
                <a:latin typeface="楷体" panose="02010609060101010101" pitchFamily="49" charset="-122"/>
                <a:ea typeface="楷体" panose="02010609060101010101" pitchFamily="49" charset="-122"/>
              </a:rPr>
              <a:t>unknown</a:t>
            </a:r>
            <a:r>
              <a:rPr lang="zh-CN" altLang="en-US" sz="2000" dirty="0">
                <a:latin typeface="楷体" panose="02010609060101010101" pitchFamily="49" charset="-122"/>
                <a:ea typeface="楷体" panose="02010609060101010101" pitchFamily="49" charset="-122"/>
              </a:rPr>
              <a:t>或</a:t>
            </a:r>
            <a:r>
              <a:rPr lang="en-US" altLang="zh-CN" sz="2000" dirty="0">
                <a:latin typeface="楷体" panose="02010609060101010101" pitchFamily="49" charset="-122"/>
                <a:ea typeface="楷体" panose="02010609060101010101" pitchFamily="49" charset="-122"/>
              </a:rPr>
              <a:t>-∞</a:t>
            </a:r>
          </a:p>
          <a:p>
            <a:pPr lvl="2">
              <a:buFont typeface="Wingdings" panose="05000000000000000000" pitchFamily="2" charset="2"/>
              <a:buChar char="Ø"/>
            </a:pPr>
            <a:r>
              <a:rPr lang="zh-CN" altLang="en-US" sz="2000" dirty="0">
                <a:latin typeface="楷体" panose="02010609060101010101" pitchFamily="49" charset="-122"/>
                <a:ea typeface="楷体" panose="02010609060101010101" pitchFamily="49" charset="-122"/>
              </a:rPr>
              <a:t>以业务知识或经验推测填充缺失值</a:t>
            </a:r>
          </a:p>
          <a:p>
            <a:pPr lvl="2">
              <a:buFont typeface="Wingdings" panose="05000000000000000000" pitchFamily="2" charset="2"/>
              <a:buChar char="Ø"/>
            </a:pPr>
            <a:r>
              <a:rPr lang="zh-CN" altLang="en-US" sz="2000" dirty="0">
                <a:latin typeface="楷体" panose="02010609060101010101" pitchFamily="49" charset="-122"/>
                <a:ea typeface="楷体" panose="02010609060101010101" pitchFamily="49" charset="-122"/>
              </a:rPr>
              <a:t>以统计指标的计算结果（均值、中位数、众数等）填充缺失值</a:t>
            </a:r>
          </a:p>
          <a:p>
            <a:pPr lvl="2">
              <a:buFont typeface="Wingdings" panose="05000000000000000000" pitchFamily="2" charset="2"/>
              <a:buChar char="Ø"/>
            </a:pPr>
            <a:r>
              <a:rPr lang="zh-CN" altLang="en-US" sz="2000" dirty="0">
                <a:solidFill>
                  <a:srgbClr val="FF0000"/>
                </a:solidFill>
                <a:highlight>
                  <a:srgbClr val="FFFF00"/>
                </a:highlight>
                <a:latin typeface="楷体" panose="02010609060101010101" pitchFamily="49" charset="-122"/>
                <a:ea typeface="楷体" panose="02010609060101010101" pitchFamily="49" charset="-122"/>
              </a:rPr>
              <a:t>以不同指标的计算结果填充缺失值</a:t>
            </a:r>
          </a:p>
        </p:txBody>
      </p:sp>
    </p:spTree>
    <p:extLst>
      <p:ext uri="{BB962C8B-B14F-4D97-AF65-F5344CB8AC3E}">
        <p14:creationId xmlns:p14="http://schemas.microsoft.com/office/powerpoint/2010/main" val="2068031902"/>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3560684" y="204238"/>
            <a:ext cx="1832553" cy="584775"/>
          </a:xfrm>
          <a:prstGeom prst="rect">
            <a:avLst/>
          </a:prstGeom>
          <a:noFill/>
        </p:spPr>
        <p:txBody>
          <a:bodyPr wrap="none" rtlCol="0">
            <a:spAutoFit/>
          </a:bodyPr>
          <a:lstStyle/>
          <a:p>
            <a:pPr algn="ctr" defTabSz="822686">
              <a:defRPr/>
            </a:pPr>
            <a:r>
              <a:rPr lang="zh-CN" altLang="en-US" sz="3200" b="1" dirty="0">
                <a:latin typeface="+mn-ea"/>
              </a:rPr>
              <a:t>数据清理</a:t>
            </a:r>
          </a:p>
        </p:txBody>
      </p:sp>
      <p:pic>
        <p:nvPicPr>
          <p:cNvPr id="2" name="图片 1" descr="20100508053929509.png">
            <a:extLst>
              <a:ext uri="{FF2B5EF4-FFF2-40B4-BE49-F238E27FC236}">
                <a16:creationId xmlns:a16="http://schemas.microsoft.com/office/drawing/2014/main" id="{B8159409-A503-4442-9F2E-FE91B1E77507}"/>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Rectangle 3">
            <a:extLst>
              <a:ext uri="{FF2B5EF4-FFF2-40B4-BE49-F238E27FC236}">
                <a16:creationId xmlns:a16="http://schemas.microsoft.com/office/drawing/2014/main" id="{8FDEC5F3-9D59-4080-88D6-13CDE6284DE3}"/>
              </a:ext>
            </a:extLst>
          </p:cNvPr>
          <p:cNvSpPr txBox="1">
            <a:spLocks noChangeArrowheads="1"/>
          </p:cNvSpPr>
          <p:nvPr/>
        </p:nvSpPr>
        <p:spPr>
          <a:xfrm>
            <a:off x="251520" y="928674"/>
            <a:ext cx="8229600" cy="339342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 typeface="Wingdings" panose="05000000000000000000" pitchFamily="2" charset="2"/>
              <a:buChar char="Ø"/>
            </a:pPr>
            <a:r>
              <a:rPr lang="zh-CN" altLang="en-US" sz="2400" dirty="0">
                <a:latin typeface="楷体" panose="02010609060101010101" pitchFamily="49" charset="-122"/>
                <a:ea typeface="楷体" panose="02010609060101010101" pitchFamily="49" charset="-122"/>
              </a:rPr>
              <a:t>如何处理空缺值</a:t>
            </a:r>
            <a:endParaRPr lang="en-US" altLang="zh-CN" sz="2400" dirty="0">
              <a:latin typeface="楷体" panose="02010609060101010101" pitchFamily="49" charset="-122"/>
              <a:ea typeface="楷体" panose="02010609060101010101" pitchFamily="49" charset="-122"/>
            </a:endParaRPr>
          </a:p>
          <a:p>
            <a:pPr lvl="1">
              <a:buFont typeface="Wingdings" panose="05000000000000000000" pitchFamily="2" charset="2"/>
              <a:buChar char="Ø"/>
            </a:pPr>
            <a:r>
              <a:rPr lang="zh-CN" altLang="en-US" sz="2400" dirty="0">
                <a:latin typeface="楷体" panose="02010609060101010101" pitchFamily="49" charset="-122"/>
                <a:ea typeface="楷体" panose="02010609060101010101" pitchFamily="49" charset="-122"/>
              </a:rPr>
              <a:t>重新取数：如果某些指标非常重要又缺失率高，那就需要和取数人员或业务人员了解，是否有其他渠道可以取到相关数据。</a:t>
            </a:r>
            <a:endParaRPr lang="en-US" altLang="zh-CN" sz="2400" dirty="0">
              <a:latin typeface="楷体" panose="02010609060101010101" pitchFamily="49" charset="-122"/>
              <a:ea typeface="楷体" panose="02010609060101010101" pitchFamily="49" charset="-122"/>
            </a:endParaRPr>
          </a:p>
          <a:p>
            <a:pPr lvl="1">
              <a:buFont typeface="Wingdings" panose="05000000000000000000" pitchFamily="2" charset="2"/>
              <a:buChar char="Ø"/>
            </a:pPr>
            <a:r>
              <a:rPr lang="zh-CN" altLang="en-US" sz="2400" dirty="0">
                <a:latin typeface="楷体" panose="02010609060101010101" pitchFamily="49" charset="-122"/>
                <a:ea typeface="楷体" panose="02010609060101010101" pitchFamily="49" charset="-122"/>
              </a:rPr>
              <a:t>确定缺失值范围：对每个字段都计算其缺失值比例，然后按照缺失比例和字段重要性。</a:t>
            </a:r>
          </a:p>
          <a:p>
            <a:pPr lvl="1"/>
            <a:endParaRPr lang="zh-CN" altLang="en-US" sz="1650" dirty="0">
              <a:solidFill>
                <a:srgbClr val="FF0000"/>
              </a:solidFill>
            </a:endParaRPr>
          </a:p>
        </p:txBody>
      </p:sp>
      <p:pic>
        <p:nvPicPr>
          <p:cNvPr id="6" name="Picture 2" descr="https://pic2.zhimg.com/20af3ec040211ec769d1b1a4e4ddb43d_r.jpg">
            <a:extLst>
              <a:ext uri="{FF2B5EF4-FFF2-40B4-BE49-F238E27FC236}">
                <a16:creationId xmlns:a16="http://schemas.microsoft.com/office/drawing/2014/main" id="{2F2E670B-6CC8-41B5-90DF-F2EA84F412D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8064" r="4839" b="13979"/>
          <a:stretch>
            <a:fillRect/>
          </a:stretch>
        </p:blipFill>
        <p:spPr bwMode="auto">
          <a:xfrm>
            <a:off x="395536" y="121141"/>
            <a:ext cx="8518884" cy="473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2197854"/>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3560684" y="204238"/>
            <a:ext cx="1832553" cy="584775"/>
          </a:xfrm>
          <a:prstGeom prst="rect">
            <a:avLst/>
          </a:prstGeom>
          <a:noFill/>
        </p:spPr>
        <p:txBody>
          <a:bodyPr wrap="none" rtlCol="0">
            <a:spAutoFit/>
          </a:bodyPr>
          <a:lstStyle/>
          <a:p>
            <a:pPr algn="ctr" defTabSz="822686">
              <a:defRPr/>
            </a:pPr>
            <a:r>
              <a:rPr lang="zh-CN" altLang="en-US" sz="3200" b="1" dirty="0">
                <a:latin typeface="+mn-ea"/>
              </a:rPr>
              <a:t>数据清理</a:t>
            </a:r>
          </a:p>
        </p:txBody>
      </p:sp>
      <p:sp>
        <p:nvSpPr>
          <p:cNvPr id="3" name="TextBox 2"/>
          <p:cNvSpPr txBox="1"/>
          <p:nvPr/>
        </p:nvSpPr>
        <p:spPr>
          <a:xfrm>
            <a:off x="179512" y="789013"/>
            <a:ext cx="8784976" cy="4062651"/>
          </a:xfrm>
          <a:prstGeom prst="rect">
            <a:avLst/>
          </a:prstGeom>
          <a:noFill/>
        </p:spPr>
        <p:txBody>
          <a:bodyPr wrap="square" rtlCol="0">
            <a:spAutoFit/>
          </a:bodyPr>
          <a:lstStyle/>
          <a:p>
            <a:pPr marL="342900" indent="-342900">
              <a:lnSpc>
                <a:spcPct val="90000"/>
              </a:lnSpc>
              <a:buFont typeface="Wingdings" panose="05000000000000000000" pitchFamily="2" charset="2"/>
              <a:buChar char="Ø"/>
              <a:defRPr/>
            </a:pPr>
            <a:r>
              <a:rPr lang="zh-CN" altLang="en-US" sz="2000" b="1" dirty="0">
                <a:latin typeface="华文楷体" panose="02010600040101010101" pitchFamily="2" charset="-122"/>
                <a:ea typeface="华文楷体" panose="02010600040101010101" pitchFamily="2" charset="-122"/>
              </a:rPr>
              <a:t>2 格式内容清洗</a:t>
            </a:r>
          </a:p>
          <a:p>
            <a:pPr>
              <a:defRPr/>
            </a:pPr>
            <a:r>
              <a:rPr lang="zh-CN" altLang="en-US" sz="2000" dirty="0"/>
              <a:t>        如果数据是由人工收集或用户填写而来，则有很大可能性在格式和内容上存在一些问题：</a:t>
            </a:r>
          </a:p>
          <a:p>
            <a:pPr marL="342900" indent="-342900">
              <a:buFont typeface="Wingdings" panose="05000000000000000000" pitchFamily="2" charset="2"/>
              <a:buChar char="Ø"/>
              <a:defRPr/>
            </a:pPr>
            <a:r>
              <a:rPr lang="en-US" altLang="zh-CN" sz="2000" dirty="0"/>
              <a:t>1)</a:t>
            </a:r>
            <a:r>
              <a:rPr lang="zh-CN" altLang="en-US" sz="2000" dirty="0"/>
              <a:t>时间、日期、数值、</a:t>
            </a:r>
            <a:r>
              <a:rPr lang="zh-CN" altLang="en-US" sz="2000" dirty="0">
                <a:solidFill>
                  <a:srgbClr val="FF0000"/>
                </a:solidFill>
              </a:rPr>
              <a:t>全半角</a:t>
            </a:r>
            <a:r>
              <a:rPr lang="zh-CN" altLang="en-US" sz="2000" dirty="0"/>
              <a:t>等显示格式不一致。这种问题通常与输入端有关，在整合多来源数据时也有可能遇到，将其处理成一致的某种格式即可。</a:t>
            </a:r>
          </a:p>
          <a:p>
            <a:pPr marL="342900" indent="-342900">
              <a:buFont typeface="Wingdings" panose="05000000000000000000" pitchFamily="2" charset="2"/>
              <a:buChar char="Ø"/>
              <a:defRPr/>
            </a:pPr>
            <a:r>
              <a:rPr lang="en-US" altLang="zh-CN" sz="2000" dirty="0"/>
              <a:t>2)</a:t>
            </a:r>
            <a:r>
              <a:rPr lang="zh-CN" altLang="en-US" sz="2000" dirty="0"/>
              <a:t>内容中有不该存在的字符。出现姓名中存在数字符号、身份证号中出现汉字等问题。这种情况下，需要以半自动校验半人工方式来找出可能存在的问题，并去除不需要的字符。</a:t>
            </a:r>
            <a:endParaRPr lang="en-US" altLang="zh-CN" sz="2000" dirty="0"/>
          </a:p>
          <a:p>
            <a:pPr marL="342900" indent="-342900">
              <a:buFont typeface="Wingdings" panose="05000000000000000000" pitchFamily="2" charset="2"/>
              <a:buChar char="Ø"/>
              <a:defRPr/>
            </a:pPr>
            <a:r>
              <a:rPr lang="en-US" altLang="zh-CN" sz="2000" dirty="0"/>
              <a:t>3)</a:t>
            </a:r>
            <a:r>
              <a:rPr lang="zh-CN" altLang="en-US" sz="2000" dirty="0"/>
              <a:t>内容与该字段应有内容不符。姓名写了性别，身份证号写了手机号等等，均属这种问题。 但该问题特殊性在于：并不能简单的以删除来处理，因为成因有可能是人工填写错误，也有可能是前端没有校验，还有可能是导入数据时部分或全部存在列没有对齐的问题，因此要详细识别问题类型。</a:t>
            </a:r>
            <a:endParaRPr lang="zh-CN" altLang="en-US" sz="2400" dirty="0">
              <a:latin typeface="楷体" panose="02010609060101010101" pitchFamily="49" charset="-122"/>
              <a:ea typeface="楷体" panose="02010609060101010101" pitchFamily="49" charset="-122"/>
            </a:endParaRPr>
          </a:p>
        </p:txBody>
      </p:sp>
      <p:pic>
        <p:nvPicPr>
          <p:cNvPr id="2" name="图片 1" descr="20100508053929509.png">
            <a:extLst>
              <a:ext uri="{FF2B5EF4-FFF2-40B4-BE49-F238E27FC236}">
                <a16:creationId xmlns:a16="http://schemas.microsoft.com/office/drawing/2014/main" id="{B8159409-A503-4442-9F2E-FE91B1E77507}"/>
              </a:ext>
            </a:extLst>
          </p:cNvPr>
          <p:cNvPicPr>
            <a:picLocks noChangeAspect="1"/>
          </p:cNvPicPr>
          <p:nvPr/>
        </p:nvPicPr>
        <p:blipFill>
          <a:blip r:embed="rId3" cstate="print"/>
          <a:stretch>
            <a:fillRect/>
          </a:stretch>
        </p:blipFill>
        <p:spPr>
          <a:xfrm>
            <a:off x="-32" y="64578"/>
            <a:ext cx="864096" cy="864096"/>
          </a:xfrm>
          <a:prstGeom prst="rect">
            <a:avLst/>
          </a:prstGeom>
        </p:spPr>
      </p:pic>
    </p:spTree>
    <p:extLst>
      <p:ext uri="{BB962C8B-B14F-4D97-AF65-F5344CB8AC3E}">
        <p14:creationId xmlns:p14="http://schemas.microsoft.com/office/powerpoint/2010/main" val="1126617238"/>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3560684" y="204238"/>
            <a:ext cx="1832553" cy="584775"/>
          </a:xfrm>
          <a:prstGeom prst="rect">
            <a:avLst/>
          </a:prstGeom>
          <a:noFill/>
        </p:spPr>
        <p:txBody>
          <a:bodyPr wrap="none" rtlCol="0">
            <a:spAutoFit/>
          </a:bodyPr>
          <a:lstStyle/>
          <a:p>
            <a:pPr algn="ctr" defTabSz="822686">
              <a:defRPr/>
            </a:pPr>
            <a:r>
              <a:rPr lang="zh-CN" altLang="en-US" sz="3200" b="1" dirty="0">
                <a:latin typeface="+mn-ea"/>
              </a:rPr>
              <a:t>数据清理</a:t>
            </a:r>
          </a:p>
        </p:txBody>
      </p:sp>
      <p:pic>
        <p:nvPicPr>
          <p:cNvPr id="2" name="图片 1" descr="20100508053929509.png">
            <a:extLst>
              <a:ext uri="{FF2B5EF4-FFF2-40B4-BE49-F238E27FC236}">
                <a16:creationId xmlns:a16="http://schemas.microsoft.com/office/drawing/2014/main" id="{B8159409-A503-4442-9F2E-FE91B1E77507}"/>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7" name="Rectangle 3">
            <a:extLst>
              <a:ext uri="{FF2B5EF4-FFF2-40B4-BE49-F238E27FC236}">
                <a16:creationId xmlns:a16="http://schemas.microsoft.com/office/drawing/2014/main" id="{5EE3EB08-7ADB-403A-A816-43CA272B49F1}"/>
              </a:ext>
            </a:extLst>
          </p:cNvPr>
          <p:cNvSpPr txBox="1">
            <a:spLocks noChangeArrowheads="1"/>
          </p:cNvSpPr>
          <p:nvPr/>
        </p:nvSpPr>
        <p:spPr>
          <a:xfrm>
            <a:off x="432016" y="874243"/>
            <a:ext cx="8229600" cy="339342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90000"/>
              </a:lnSpc>
              <a:buFont typeface="Wingdings" panose="05000000000000000000" pitchFamily="2" charset="2"/>
              <a:buChar char="Ø"/>
              <a:defRPr/>
            </a:pPr>
            <a:r>
              <a:rPr lang="en-US" altLang="zh-CN" sz="2000" b="1" dirty="0">
                <a:latin typeface="楷体" panose="02010609060101010101" pitchFamily="49" charset="-122"/>
                <a:ea typeface="楷体" panose="02010609060101010101" pitchFamily="49" charset="-122"/>
              </a:rPr>
              <a:t>3</a:t>
            </a:r>
            <a:r>
              <a:rPr lang="zh-CN" altLang="en-US" sz="2000" b="1" dirty="0">
                <a:latin typeface="楷体" panose="02010609060101010101" pitchFamily="49" charset="-122"/>
                <a:ea typeface="楷体" panose="02010609060101010101" pitchFamily="49" charset="-122"/>
              </a:rPr>
              <a:t>逻辑错误清洗</a:t>
            </a:r>
          </a:p>
          <a:p>
            <a:pPr>
              <a:buFont typeface="Wingdings" panose="05000000000000000000" pitchFamily="2" charset="2"/>
              <a:buChar char="Ø"/>
              <a:defRPr/>
            </a:pPr>
            <a:r>
              <a:rPr lang="zh-CN" altLang="en-US" sz="2000" dirty="0">
                <a:latin typeface="楷体" panose="02010609060101010101" pitchFamily="49" charset="-122"/>
                <a:ea typeface="楷体" panose="02010609060101010101" pitchFamily="49" charset="-122"/>
              </a:rPr>
              <a:t>去掉一些使用简单逻辑推理就可以直接发现问题的数据，防止分析结果走偏。</a:t>
            </a:r>
          </a:p>
          <a:p>
            <a:pPr>
              <a:buFont typeface="Wingdings" panose="05000000000000000000" pitchFamily="2" charset="2"/>
              <a:buChar char="Ø"/>
              <a:defRPr/>
            </a:pPr>
            <a:r>
              <a:rPr lang="en-US" altLang="zh-CN" sz="2000" b="1" dirty="0">
                <a:latin typeface="楷体" panose="02010609060101010101" pitchFamily="49" charset="-122"/>
                <a:ea typeface="楷体" panose="02010609060101010101" pitchFamily="49" charset="-122"/>
              </a:rPr>
              <a:t>1)</a:t>
            </a:r>
            <a:r>
              <a:rPr lang="zh-CN" altLang="en-US" sz="2000" b="1" dirty="0">
                <a:latin typeface="楷体" panose="02010609060101010101" pitchFamily="49" charset="-122"/>
                <a:ea typeface="楷体" panose="02010609060101010101" pitchFamily="49" charset="-122"/>
              </a:rPr>
              <a:t>去重。</a:t>
            </a:r>
            <a:r>
              <a:rPr lang="zh-CN" altLang="en-US" sz="2000" dirty="0">
                <a:latin typeface="楷体" panose="02010609060101010101" pitchFamily="49" charset="-122"/>
                <a:ea typeface="楷体" panose="02010609060101010101" pitchFamily="49" charset="-122"/>
              </a:rPr>
              <a:t> “陈丹奕”和“陈 丹奕”不是一个人，去重失败。</a:t>
            </a:r>
            <a:endParaRPr lang="en-US" altLang="zh-CN" sz="2000" dirty="0">
              <a:latin typeface="楷体" panose="02010609060101010101" pitchFamily="49" charset="-122"/>
              <a:ea typeface="楷体" panose="02010609060101010101" pitchFamily="49" charset="-122"/>
            </a:endParaRPr>
          </a:p>
          <a:p>
            <a:pPr lvl="1">
              <a:buFont typeface="Wingdings" panose="05000000000000000000" pitchFamily="2" charset="2"/>
              <a:buChar char="Ø"/>
              <a:defRPr/>
            </a:pPr>
            <a:r>
              <a:rPr lang="zh-CN" altLang="en-US" sz="2000" dirty="0">
                <a:latin typeface="楷体" panose="02010609060101010101" pitchFamily="49" charset="-122"/>
                <a:ea typeface="楷体" panose="02010609060101010101" pitchFamily="49" charset="-122"/>
              </a:rPr>
              <a:t>注意：一家公司叫做“</a:t>
            </a:r>
            <a:r>
              <a:rPr lang="en-US" altLang="zh-CN" sz="2000" dirty="0">
                <a:latin typeface="楷体" panose="02010609060101010101" pitchFamily="49" charset="-122"/>
                <a:ea typeface="楷体" panose="02010609060101010101" pitchFamily="49" charset="-122"/>
              </a:rPr>
              <a:t>ABC</a:t>
            </a:r>
            <a:r>
              <a:rPr lang="zh-CN" altLang="en-US" sz="2000" dirty="0">
                <a:solidFill>
                  <a:srgbClr val="FF0000"/>
                </a:solidFill>
                <a:latin typeface="楷体" panose="02010609060101010101" pitchFamily="49" charset="-122"/>
                <a:ea typeface="楷体" panose="02010609060101010101" pitchFamily="49" charset="-122"/>
              </a:rPr>
              <a:t>管家</a:t>
            </a:r>
            <a:r>
              <a:rPr lang="zh-CN" altLang="en-US" sz="2000" dirty="0">
                <a:latin typeface="楷体" panose="02010609060101010101" pitchFamily="49" charset="-122"/>
                <a:ea typeface="楷体" panose="02010609060101010101" pitchFamily="49" charset="-122"/>
              </a:rPr>
              <a:t>有限公司“，在销售</a:t>
            </a:r>
            <a:r>
              <a:rPr lang="en-US" altLang="zh-CN" sz="2000" dirty="0">
                <a:latin typeface="楷体" panose="02010609060101010101" pitchFamily="49" charset="-122"/>
                <a:ea typeface="楷体" panose="02010609060101010101" pitchFamily="49" charset="-122"/>
              </a:rPr>
              <a:t>A</a:t>
            </a:r>
            <a:r>
              <a:rPr lang="zh-CN" altLang="en-US" sz="2000" dirty="0">
                <a:latin typeface="楷体" panose="02010609060101010101" pitchFamily="49" charset="-122"/>
                <a:ea typeface="楷体" panose="02010609060101010101" pitchFamily="49" charset="-122"/>
              </a:rPr>
              <a:t>手里，然后销售</a:t>
            </a:r>
            <a:r>
              <a:rPr lang="en-US" altLang="zh-CN" sz="2000" dirty="0">
                <a:latin typeface="楷体" panose="02010609060101010101" pitchFamily="49" charset="-122"/>
                <a:ea typeface="楷体" panose="02010609060101010101" pitchFamily="49" charset="-122"/>
              </a:rPr>
              <a:t>B</a:t>
            </a:r>
            <a:r>
              <a:rPr lang="zh-CN" altLang="en-US" sz="2000" dirty="0">
                <a:latin typeface="楷体" panose="02010609060101010101" pitchFamily="49" charset="-122"/>
                <a:ea typeface="楷体" panose="02010609060101010101" pitchFamily="49" charset="-122"/>
              </a:rPr>
              <a:t>为了抢这个客户，在系统里录入一个”</a:t>
            </a:r>
            <a:r>
              <a:rPr lang="en-US" altLang="zh-CN" sz="2000" dirty="0">
                <a:latin typeface="楷体" panose="02010609060101010101" pitchFamily="49" charset="-122"/>
                <a:ea typeface="楷体" panose="02010609060101010101" pitchFamily="49" charset="-122"/>
              </a:rPr>
              <a:t>ABC</a:t>
            </a:r>
            <a:r>
              <a:rPr lang="zh-CN" altLang="en-US" sz="2000" dirty="0">
                <a:solidFill>
                  <a:srgbClr val="FF0000"/>
                </a:solidFill>
                <a:latin typeface="楷体" panose="02010609060101010101" pitchFamily="49" charset="-122"/>
                <a:ea typeface="楷体" panose="02010609060101010101" pitchFamily="49" charset="-122"/>
              </a:rPr>
              <a:t>官家</a:t>
            </a:r>
            <a:r>
              <a:rPr lang="zh-CN" altLang="en-US" sz="2000" dirty="0">
                <a:latin typeface="楷体" panose="02010609060101010101" pitchFamily="49" charset="-122"/>
                <a:ea typeface="楷体" panose="02010609060101010101" pitchFamily="49" charset="-122"/>
              </a:rPr>
              <a:t>有限公司“。</a:t>
            </a:r>
            <a:endParaRPr lang="en-US" altLang="zh-CN" sz="20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179580936"/>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3560684" y="204238"/>
            <a:ext cx="1832553" cy="584775"/>
          </a:xfrm>
          <a:prstGeom prst="rect">
            <a:avLst/>
          </a:prstGeom>
          <a:noFill/>
        </p:spPr>
        <p:txBody>
          <a:bodyPr wrap="none" rtlCol="0">
            <a:spAutoFit/>
          </a:bodyPr>
          <a:lstStyle/>
          <a:p>
            <a:pPr algn="ctr" defTabSz="822686">
              <a:defRPr/>
            </a:pPr>
            <a:r>
              <a:rPr lang="zh-CN" altLang="en-US" sz="3200" b="1" dirty="0">
                <a:latin typeface="+mn-ea"/>
              </a:rPr>
              <a:t>数据清理</a:t>
            </a:r>
          </a:p>
        </p:txBody>
      </p:sp>
      <p:pic>
        <p:nvPicPr>
          <p:cNvPr id="2" name="图片 1" descr="20100508053929509.png">
            <a:extLst>
              <a:ext uri="{FF2B5EF4-FFF2-40B4-BE49-F238E27FC236}">
                <a16:creationId xmlns:a16="http://schemas.microsoft.com/office/drawing/2014/main" id="{B8159409-A503-4442-9F2E-FE91B1E77507}"/>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7" name="Rectangle 3">
            <a:extLst>
              <a:ext uri="{FF2B5EF4-FFF2-40B4-BE49-F238E27FC236}">
                <a16:creationId xmlns:a16="http://schemas.microsoft.com/office/drawing/2014/main" id="{5EE3EB08-7ADB-403A-A816-43CA272B49F1}"/>
              </a:ext>
            </a:extLst>
          </p:cNvPr>
          <p:cNvSpPr txBox="1">
            <a:spLocks noChangeArrowheads="1"/>
          </p:cNvSpPr>
          <p:nvPr/>
        </p:nvSpPr>
        <p:spPr>
          <a:xfrm>
            <a:off x="432016" y="874243"/>
            <a:ext cx="8229600" cy="339342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 typeface="Wingdings" panose="05000000000000000000" pitchFamily="2" charset="2"/>
              <a:buChar char="Ø"/>
              <a:defRPr/>
            </a:pPr>
            <a:r>
              <a:rPr lang="en-US" altLang="zh-CN" sz="2400" b="1" dirty="0">
                <a:latin typeface="楷体" panose="02010609060101010101" pitchFamily="49" charset="-122"/>
                <a:ea typeface="楷体" panose="02010609060101010101" pitchFamily="49" charset="-122"/>
              </a:rPr>
              <a:t>2)</a:t>
            </a:r>
            <a:r>
              <a:rPr lang="zh-CN" altLang="en-US" sz="2400" b="1" dirty="0">
                <a:latin typeface="楷体" panose="02010609060101010101" pitchFamily="49" charset="-122"/>
                <a:ea typeface="楷体" panose="02010609060101010101" pitchFamily="49" charset="-122"/>
              </a:rPr>
              <a:t>去除不合理值。</a:t>
            </a:r>
            <a:r>
              <a:rPr lang="zh-CN" altLang="en-US" sz="2400" dirty="0">
                <a:latin typeface="楷体" panose="02010609060101010101" pitchFamily="49" charset="-122"/>
                <a:ea typeface="楷体" panose="02010609060101010101" pitchFamily="49" charset="-122"/>
              </a:rPr>
              <a:t>有人填表时候瞎填，年龄</a:t>
            </a:r>
            <a:r>
              <a:rPr lang="en-US" altLang="zh-CN" sz="2400" dirty="0">
                <a:latin typeface="楷体" panose="02010609060101010101" pitchFamily="49" charset="-122"/>
                <a:ea typeface="楷体" panose="02010609060101010101" pitchFamily="49" charset="-122"/>
              </a:rPr>
              <a:t>200</a:t>
            </a:r>
            <a:r>
              <a:rPr lang="zh-CN" altLang="en-US" sz="2400" dirty="0">
                <a:latin typeface="楷体" panose="02010609060101010101" pitchFamily="49" charset="-122"/>
                <a:ea typeface="楷体" panose="02010609060101010101" pitchFamily="49" charset="-122"/>
              </a:rPr>
              <a:t>岁，年收入</a:t>
            </a:r>
            <a:r>
              <a:rPr lang="en-US" altLang="zh-CN" sz="2400" dirty="0">
                <a:latin typeface="楷体" panose="02010609060101010101" pitchFamily="49" charset="-122"/>
                <a:ea typeface="楷体" panose="02010609060101010101" pitchFamily="49" charset="-122"/>
              </a:rPr>
              <a:t>100000</a:t>
            </a:r>
            <a:r>
              <a:rPr lang="zh-CN" altLang="en-US" sz="2400" dirty="0">
                <a:latin typeface="楷体" panose="02010609060101010101" pitchFamily="49" charset="-122"/>
                <a:ea typeface="楷体" panose="02010609060101010101" pitchFamily="49" charset="-122"/>
              </a:rPr>
              <a:t>万（估计是没看见”万“字），这种的就要么删掉，要么按缺失值处理。这种值如何发现？提示：可用但不限于箱形图（</a:t>
            </a:r>
            <a:r>
              <a:rPr lang="en-US" altLang="zh-CN" sz="2400" dirty="0">
                <a:latin typeface="楷体" panose="02010609060101010101" pitchFamily="49" charset="-122"/>
                <a:ea typeface="楷体" panose="02010609060101010101" pitchFamily="49" charset="-122"/>
              </a:rPr>
              <a:t>Box-plot</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a:t>
            </a:r>
          </a:p>
          <a:p>
            <a:pPr>
              <a:buFont typeface="Wingdings" panose="05000000000000000000" pitchFamily="2" charset="2"/>
              <a:buChar char="Ø"/>
              <a:defRPr/>
            </a:pPr>
            <a:r>
              <a:rPr lang="en-US" altLang="zh-CN" sz="2400" b="1" dirty="0">
                <a:latin typeface="楷体" panose="02010609060101010101" pitchFamily="49" charset="-122"/>
                <a:ea typeface="楷体" panose="02010609060101010101" pitchFamily="49" charset="-122"/>
              </a:rPr>
              <a:t>3)</a:t>
            </a:r>
            <a:r>
              <a:rPr lang="zh-CN" altLang="en-US" sz="2400" b="1" dirty="0">
                <a:latin typeface="楷体" panose="02010609060101010101" pitchFamily="49" charset="-122"/>
                <a:ea typeface="楷体" panose="02010609060101010101" pitchFamily="49" charset="-122"/>
              </a:rPr>
              <a:t>修正矛盾内容。</a:t>
            </a:r>
            <a:r>
              <a:rPr lang="zh-CN" altLang="en-US" sz="2400" dirty="0">
                <a:latin typeface="楷体" panose="02010609060101010101" pitchFamily="49" charset="-122"/>
                <a:ea typeface="楷体" panose="02010609060101010101" pitchFamily="49" charset="-122"/>
              </a:rPr>
              <a:t>有些字段是可以互相验证的：身份证号是</a:t>
            </a:r>
            <a:r>
              <a:rPr lang="en-US" altLang="zh-CN" sz="2400" dirty="0">
                <a:latin typeface="楷体" panose="02010609060101010101" pitchFamily="49" charset="-122"/>
                <a:ea typeface="楷体" panose="02010609060101010101" pitchFamily="49" charset="-122"/>
              </a:rPr>
              <a:t>1101031980XXXXXXXX</a:t>
            </a:r>
            <a:r>
              <a:rPr lang="zh-CN" altLang="en-US" sz="2400" dirty="0">
                <a:latin typeface="楷体" panose="02010609060101010101" pitchFamily="49" charset="-122"/>
                <a:ea typeface="楷体" panose="02010609060101010101" pitchFamily="49" charset="-122"/>
              </a:rPr>
              <a:t>，然后年龄填</a:t>
            </a:r>
            <a:r>
              <a:rPr lang="en-US" altLang="zh-CN" sz="2400" dirty="0">
                <a:latin typeface="楷体" panose="02010609060101010101" pitchFamily="49" charset="-122"/>
                <a:ea typeface="楷体" panose="02010609060101010101" pitchFamily="49" charset="-122"/>
              </a:rPr>
              <a:t>18</a:t>
            </a:r>
            <a:r>
              <a:rPr lang="zh-CN" altLang="en-US" sz="2400" dirty="0">
                <a:latin typeface="楷体" panose="02010609060101010101" pitchFamily="49" charset="-122"/>
                <a:ea typeface="楷体" panose="02010609060101010101" pitchFamily="49" charset="-122"/>
              </a:rPr>
              <a:t>岁。</a:t>
            </a:r>
            <a:endParaRPr lang="en-US" altLang="zh-CN" sz="2400" dirty="0">
              <a:latin typeface="楷体" panose="02010609060101010101" pitchFamily="49" charset="-122"/>
              <a:ea typeface="楷体" panose="02010609060101010101" pitchFamily="49" charset="-122"/>
            </a:endParaRPr>
          </a:p>
          <a:p>
            <a:pPr lvl="1">
              <a:lnSpc>
                <a:spcPct val="90000"/>
              </a:lnSpc>
              <a:buFont typeface="Wingdings" panose="05000000000000000000" pitchFamily="2" charset="2"/>
              <a:buNone/>
              <a:defRPr/>
            </a:pPr>
            <a:endParaRPr lang="zh-CN" altLang="en-US" sz="1800" dirty="0"/>
          </a:p>
        </p:txBody>
      </p:sp>
    </p:spTree>
    <p:extLst>
      <p:ext uri="{BB962C8B-B14F-4D97-AF65-F5344CB8AC3E}">
        <p14:creationId xmlns:p14="http://schemas.microsoft.com/office/powerpoint/2010/main" val="2777511418"/>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椭圆 22"/>
          <p:cNvSpPr/>
          <p:nvPr/>
        </p:nvSpPr>
        <p:spPr>
          <a:xfrm>
            <a:off x="2267744" y="2570163"/>
            <a:ext cx="914846" cy="914846"/>
          </a:xfrm>
          <a:prstGeom prst="ellipse">
            <a:avLst/>
          </a:prstGeom>
          <a:noFill/>
          <a:ln w="9525">
            <a:gradFill>
              <a:gsLst>
                <a:gs pos="100000">
                  <a:srgbClr val="108692"/>
                </a:gs>
                <a:gs pos="0">
                  <a:srgbClr val="16B2C1"/>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8" name="矩形 17"/>
          <p:cNvSpPr/>
          <p:nvPr/>
        </p:nvSpPr>
        <p:spPr>
          <a:xfrm>
            <a:off x="4499992" y="2569582"/>
            <a:ext cx="3600400" cy="253916"/>
          </a:xfrm>
          <a:prstGeom prst="rect">
            <a:avLst/>
          </a:prstGeom>
        </p:spPr>
        <p:txBody>
          <a:bodyPr wrap="square" lIns="0">
            <a:spAutoFit/>
          </a:bodyPr>
          <a:lstStyle/>
          <a:p>
            <a:pPr lvl="0" fontAlgn="base">
              <a:spcBef>
                <a:spcPct val="0"/>
              </a:spcBef>
              <a:spcAft>
                <a:spcPct val="0"/>
              </a:spcAft>
            </a:pPr>
            <a:r>
              <a:rPr lang="en-US" altLang="en-US" sz="1050" dirty="0">
                <a:solidFill>
                  <a:schemeClr val="bg1">
                    <a:lumMod val="50000"/>
                  </a:schemeClr>
                </a:solidFill>
                <a:latin typeface="Arial" charset="0"/>
                <a:ea typeface="宋体" charset="-122"/>
              </a:rPr>
              <a:t>.</a:t>
            </a:r>
          </a:p>
        </p:txBody>
      </p:sp>
      <p:sp>
        <p:nvSpPr>
          <p:cNvPr id="19" name="矩形 18"/>
          <p:cNvSpPr/>
          <p:nvPr/>
        </p:nvSpPr>
        <p:spPr>
          <a:xfrm>
            <a:off x="3416524" y="1942882"/>
            <a:ext cx="3600400" cy="646331"/>
          </a:xfrm>
          <a:prstGeom prst="rect">
            <a:avLst/>
          </a:prstGeom>
        </p:spPr>
        <p:txBody>
          <a:bodyPr wrap="square" lIns="0">
            <a:spAutoFit/>
          </a:bodyPr>
          <a:lstStyle/>
          <a:p>
            <a:pPr algn="ctr" defTabSz="822686">
              <a:defRPr/>
            </a:pPr>
            <a:r>
              <a:rPr lang="zh-CN" altLang="en-US" sz="3600" dirty="0">
                <a:latin typeface="+mn-ea"/>
              </a:rPr>
              <a:t>数据集成</a:t>
            </a:r>
            <a:endParaRPr lang="zh-CN" altLang="en-US" sz="3600" kern="0" dirty="0">
              <a:latin typeface="+mn-ea"/>
            </a:endParaRPr>
          </a:p>
        </p:txBody>
      </p:sp>
      <p:sp>
        <p:nvSpPr>
          <p:cNvPr id="13" name="椭圆 12"/>
          <p:cNvSpPr/>
          <p:nvPr/>
        </p:nvSpPr>
        <p:spPr>
          <a:xfrm>
            <a:off x="1403648" y="1418828"/>
            <a:ext cx="1580828" cy="1580828"/>
          </a:xfrm>
          <a:prstGeom prst="ellipse">
            <a:avLst/>
          </a:prstGeom>
          <a:noFill/>
          <a:ln w="9525">
            <a:gradFill>
              <a:gsLst>
                <a:gs pos="100000">
                  <a:srgbClr val="89A13D"/>
                </a:gs>
                <a:gs pos="0">
                  <a:srgbClr val="B2D138"/>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4" name="椭圆 13"/>
          <p:cNvSpPr/>
          <p:nvPr/>
        </p:nvSpPr>
        <p:spPr>
          <a:xfrm>
            <a:off x="-828600" y="3867100"/>
            <a:ext cx="2079426" cy="2079426"/>
          </a:xfrm>
          <a:prstGeom prst="ellipse">
            <a:avLst/>
          </a:prstGeom>
          <a:noFill/>
          <a:ln w="9525">
            <a:gradFill>
              <a:gsLst>
                <a:gs pos="100000">
                  <a:srgbClr val="138F81"/>
                </a:gs>
                <a:gs pos="0">
                  <a:srgbClr val="19BAA9"/>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5" name="椭圆 14"/>
          <p:cNvSpPr/>
          <p:nvPr/>
        </p:nvSpPr>
        <p:spPr>
          <a:xfrm>
            <a:off x="971600" y="2138908"/>
            <a:ext cx="628674" cy="628674"/>
          </a:xfrm>
          <a:prstGeom prst="ellipse">
            <a:avLst/>
          </a:prstGeom>
          <a:noFill/>
          <a:ln w="9525">
            <a:gradFill>
              <a:gsLst>
                <a:gs pos="100000">
                  <a:srgbClr val="E33F24"/>
                </a:gs>
                <a:gs pos="0">
                  <a:srgbClr val="F26434"/>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7" name="椭圆 16"/>
          <p:cNvSpPr/>
          <p:nvPr/>
        </p:nvSpPr>
        <p:spPr>
          <a:xfrm>
            <a:off x="7452320" y="4493841"/>
            <a:ext cx="1296144" cy="1296144"/>
          </a:xfrm>
          <a:prstGeom prst="ellipse">
            <a:avLst/>
          </a:prstGeom>
          <a:noFill/>
          <a:ln w="9525">
            <a:gradFill>
              <a:gsLst>
                <a:gs pos="100000">
                  <a:srgbClr val="108692"/>
                </a:gs>
                <a:gs pos="0">
                  <a:srgbClr val="16B2C1"/>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21" name="椭圆 20"/>
          <p:cNvSpPr/>
          <p:nvPr/>
        </p:nvSpPr>
        <p:spPr>
          <a:xfrm>
            <a:off x="3419872" y="1850876"/>
            <a:ext cx="347246" cy="347246"/>
          </a:xfrm>
          <a:prstGeom prst="ellipse">
            <a:avLst/>
          </a:prstGeom>
          <a:noFill/>
          <a:ln w="9525">
            <a:gradFill>
              <a:gsLst>
                <a:gs pos="100000">
                  <a:srgbClr val="E33F24"/>
                </a:gs>
                <a:gs pos="0">
                  <a:srgbClr val="F26434"/>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3" name="椭圆 2"/>
          <p:cNvSpPr/>
          <p:nvPr/>
        </p:nvSpPr>
        <p:spPr>
          <a:xfrm>
            <a:off x="2383207" y="2157663"/>
            <a:ext cx="825000" cy="825000"/>
          </a:xfrm>
          <a:prstGeom prst="ellipse">
            <a:avLst/>
          </a:prstGeom>
          <a:solidFill>
            <a:schemeClr val="accent1"/>
          </a:solidFill>
          <a:ln w="25400">
            <a:solidFill>
              <a:schemeClr val="accent1"/>
            </a:soli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4" name="TextBox 3"/>
          <p:cNvSpPr txBox="1"/>
          <p:nvPr/>
        </p:nvSpPr>
        <p:spPr>
          <a:xfrm>
            <a:off x="2339752" y="2216220"/>
            <a:ext cx="911910" cy="707886"/>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4</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22" name="椭圆 21"/>
          <p:cNvSpPr/>
          <p:nvPr/>
        </p:nvSpPr>
        <p:spPr>
          <a:xfrm>
            <a:off x="8621662" y="4803204"/>
            <a:ext cx="864840" cy="864840"/>
          </a:xfrm>
          <a:prstGeom prst="ellipse">
            <a:avLst/>
          </a:prstGeom>
          <a:noFill/>
          <a:ln w="9525">
            <a:gradFill>
              <a:gsLst>
                <a:gs pos="100000">
                  <a:srgbClr val="89A13D"/>
                </a:gs>
                <a:gs pos="0">
                  <a:srgbClr val="B2D138"/>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pic>
        <p:nvPicPr>
          <p:cNvPr id="16" name="图片 15" descr="20100508053929509.png">
            <a:extLst>
              <a:ext uri="{FF2B5EF4-FFF2-40B4-BE49-F238E27FC236}">
                <a16:creationId xmlns:a16="http://schemas.microsoft.com/office/drawing/2014/main" id="{F8CB7A02-CE05-4B5E-B196-9C45A079F667}"/>
              </a:ext>
            </a:extLst>
          </p:cNvPr>
          <p:cNvPicPr>
            <a:picLocks noChangeAspect="1"/>
          </p:cNvPicPr>
          <p:nvPr/>
        </p:nvPicPr>
        <p:blipFill>
          <a:blip r:embed="rId3" cstate="print"/>
          <a:stretch>
            <a:fillRect/>
          </a:stretch>
        </p:blipFill>
        <p:spPr>
          <a:xfrm>
            <a:off x="-32" y="64578"/>
            <a:ext cx="864096" cy="864096"/>
          </a:xfrm>
          <a:prstGeom prst="rect">
            <a:avLst/>
          </a:prstGeom>
        </p:spPr>
      </p:pic>
    </p:spTree>
    <p:extLst>
      <p:ext uri="{BB962C8B-B14F-4D97-AF65-F5344CB8AC3E}">
        <p14:creationId xmlns:p14="http://schemas.microsoft.com/office/powerpoint/2010/main" val="1731459439"/>
      </p:ext>
    </p:extLst>
  </p:cSld>
  <p:clrMapOvr>
    <a:masterClrMapping/>
  </p:clrMapOvr>
  <mc:AlternateContent xmlns:mc="http://schemas.openxmlformats.org/markup-compatibility/2006" xmlns:p14="http://schemas.microsoft.com/office/powerpoint/2010/main">
    <mc:Choice Requires="p14">
      <p:transition spd="slow" p14:dur="1200" advTm="0">
        <p14:flip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 fill="hold"/>
                                            <p:tgtEl>
                                              <p:spTgt spid="3"/>
                                            </p:tgtEl>
                                            <p:attrNameLst>
                                              <p:attrName>ppt_w</p:attrName>
                                            </p:attrNameLst>
                                          </p:cBhvr>
                                          <p:tavLst>
                                            <p:tav tm="0">
                                              <p:val>
                                                <p:fltVal val="0"/>
                                              </p:val>
                                            </p:tav>
                                            <p:tav tm="100000">
                                              <p:val>
                                                <p:strVal val="#ppt_w"/>
                                              </p:val>
                                            </p:tav>
                                          </p:tavLst>
                                        </p:anim>
                                        <p:anim calcmode="lin" valueType="num">
                                          <p:cBhvr>
                                            <p:cTn id="8" dur="300" fill="hold"/>
                                            <p:tgtEl>
                                              <p:spTgt spid="3"/>
                                            </p:tgtEl>
                                            <p:attrNameLst>
                                              <p:attrName>ppt_h</p:attrName>
                                            </p:attrNameLst>
                                          </p:cBhvr>
                                          <p:tavLst>
                                            <p:tav tm="0">
                                              <p:val>
                                                <p:fltVal val="0"/>
                                              </p:val>
                                            </p:tav>
                                            <p:tav tm="100000">
                                              <p:val>
                                                <p:strVal val="#ppt_h"/>
                                              </p:val>
                                            </p:tav>
                                          </p:tavLst>
                                        </p:anim>
                                        <p:animEffect transition="in" filter="fade">
                                          <p:cBhvr>
                                            <p:cTn id="9" dur="300"/>
                                            <p:tgtEl>
                                              <p:spTgt spid="3"/>
                                            </p:tgtEl>
                                          </p:cBhvr>
                                        </p:animEffect>
                                      </p:childTnLst>
                                    </p:cTn>
                                  </p:par>
                                  <p:par>
                                    <p:cTn id="10" presetID="6" presetClass="emph" presetSubtype="0" autoRev="1" fill="hold" grpId="1" nodeType="withEffect">
                                      <p:stCondLst>
                                        <p:cond delay="300"/>
                                      </p:stCondLst>
                                      <p:childTnLst>
                                        <p:animScale>
                                          <p:cBhvr>
                                            <p:cTn id="11" dur="150" fill="hold"/>
                                            <p:tgtEl>
                                              <p:spTgt spid="3"/>
                                            </p:tgtEl>
                                          </p:cBhvr>
                                          <p:by x="110000" y="110000"/>
                                        </p:animScale>
                                      </p:childTnLst>
                                    </p:cTn>
                                  </p:par>
                                  <p:par>
                                    <p:cTn id="12" presetID="53" presetClass="entr" presetSubtype="16" fill="hold" grpId="0" nodeType="withEffect">
                                      <p:stCondLst>
                                        <p:cond delay="200"/>
                                      </p:stCondLst>
                                      <p:childTnLst>
                                        <p:set>
                                          <p:cBhvr>
                                            <p:cTn id="13" dur="1" fill="hold">
                                              <p:stCondLst>
                                                <p:cond delay="0"/>
                                              </p:stCondLst>
                                            </p:cTn>
                                            <p:tgtEl>
                                              <p:spTgt spid="4"/>
                                            </p:tgtEl>
                                            <p:attrNameLst>
                                              <p:attrName>style.visibility</p:attrName>
                                            </p:attrNameLst>
                                          </p:cBhvr>
                                          <p:to>
                                            <p:strVal val="visible"/>
                                          </p:to>
                                        </p:set>
                                        <p:anim calcmode="lin" valueType="num">
                                          <p:cBhvr>
                                            <p:cTn id="14" dur="300" fill="hold"/>
                                            <p:tgtEl>
                                              <p:spTgt spid="4"/>
                                            </p:tgtEl>
                                            <p:attrNameLst>
                                              <p:attrName>ppt_w</p:attrName>
                                            </p:attrNameLst>
                                          </p:cBhvr>
                                          <p:tavLst>
                                            <p:tav tm="0">
                                              <p:val>
                                                <p:fltVal val="0"/>
                                              </p:val>
                                            </p:tav>
                                            <p:tav tm="100000">
                                              <p:val>
                                                <p:strVal val="#ppt_w"/>
                                              </p:val>
                                            </p:tav>
                                          </p:tavLst>
                                        </p:anim>
                                        <p:anim calcmode="lin" valueType="num">
                                          <p:cBhvr>
                                            <p:cTn id="15" dur="300" fill="hold"/>
                                            <p:tgtEl>
                                              <p:spTgt spid="4"/>
                                            </p:tgtEl>
                                            <p:attrNameLst>
                                              <p:attrName>ppt_h</p:attrName>
                                            </p:attrNameLst>
                                          </p:cBhvr>
                                          <p:tavLst>
                                            <p:tav tm="0">
                                              <p:val>
                                                <p:fltVal val="0"/>
                                              </p:val>
                                            </p:tav>
                                            <p:tav tm="100000">
                                              <p:val>
                                                <p:strVal val="#ppt_h"/>
                                              </p:val>
                                            </p:tav>
                                          </p:tavLst>
                                        </p:anim>
                                        <p:animEffect transition="in" filter="fade">
                                          <p:cBhvr>
                                            <p:cTn id="16" dur="300"/>
                                            <p:tgtEl>
                                              <p:spTgt spid="4"/>
                                            </p:tgtEl>
                                          </p:cBhvr>
                                        </p:animEffect>
                                      </p:childTnLst>
                                    </p:cTn>
                                  </p:par>
                                  <p:par>
                                    <p:cTn id="17" presetID="6" presetClass="emph" presetSubtype="0" autoRev="1" fill="hold" grpId="1" nodeType="withEffect">
                                      <p:stCondLst>
                                        <p:cond delay="500"/>
                                      </p:stCondLst>
                                      <p:childTnLst>
                                        <p:animScale>
                                          <p:cBhvr>
                                            <p:cTn id="18" dur="150" fill="hold"/>
                                            <p:tgtEl>
                                              <p:spTgt spid="4"/>
                                            </p:tgtEl>
                                          </p:cBhvr>
                                          <p:by x="110000" y="110000"/>
                                        </p:animScale>
                                      </p:childTnLst>
                                    </p:cTn>
                                  </p:par>
                                  <p:par>
                                    <p:cTn id="19" presetID="2" presetClass="entr" presetSubtype="2" fill="hold" grpId="0" nodeType="withEffect" p14:presetBounceEnd="58333">
                                      <p:stCondLst>
                                        <p:cond delay="600"/>
                                      </p:stCondLst>
                                      <p:childTnLst>
                                        <p:set>
                                          <p:cBhvr>
                                            <p:cTn id="20" dur="1" fill="hold">
                                              <p:stCondLst>
                                                <p:cond delay="0"/>
                                              </p:stCondLst>
                                            </p:cTn>
                                            <p:tgtEl>
                                              <p:spTgt spid="19"/>
                                            </p:tgtEl>
                                            <p:attrNameLst>
                                              <p:attrName>style.visibility</p:attrName>
                                            </p:attrNameLst>
                                          </p:cBhvr>
                                          <p:to>
                                            <p:strVal val="visible"/>
                                          </p:to>
                                        </p:set>
                                        <p:anim calcmode="lin" valueType="num" p14:bounceEnd="58333">
                                          <p:cBhvr additive="base">
                                            <p:cTn id="21" dur="600" fill="hold"/>
                                            <p:tgtEl>
                                              <p:spTgt spid="19"/>
                                            </p:tgtEl>
                                            <p:attrNameLst>
                                              <p:attrName>ppt_x</p:attrName>
                                            </p:attrNameLst>
                                          </p:cBhvr>
                                          <p:tavLst>
                                            <p:tav tm="0">
                                              <p:val>
                                                <p:strVal val="1+#ppt_w/2"/>
                                              </p:val>
                                            </p:tav>
                                            <p:tav tm="100000">
                                              <p:val>
                                                <p:strVal val="#ppt_x"/>
                                              </p:val>
                                            </p:tav>
                                          </p:tavLst>
                                        </p:anim>
                                        <p:anim calcmode="lin" valueType="num" p14:bounceEnd="58333">
                                          <p:cBhvr additive="base">
                                            <p:cTn id="22" dur="600" fill="hold"/>
                                            <p:tgtEl>
                                              <p:spTgt spid="19"/>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14:presetBounceEnd="58333">
                                      <p:stCondLst>
                                        <p:cond delay="700"/>
                                      </p:stCondLst>
                                      <p:childTnLst>
                                        <p:set>
                                          <p:cBhvr>
                                            <p:cTn id="24" dur="1" fill="hold">
                                              <p:stCondLst>
                                                <p:cond delay="0"/>
                                              </p:stCondLst>
                                            </p:cTn>
                                            <p:tgtEl>
                                              <p:spTgt spid="18"/>
                                            </p:tgtEl>
                                            <p:attrNameLst>
                                              <p:attrName>style.visibility</p:attrName>
                                            </p:attrNameLst>
                                          </p:cBhvr>
                                          <p:to>
                                            <p:strVal val="visible"/>
                                          </p:to>
                                        </p:set>
                                        <p:anim calcmode="lin" valueType="num" p14:bounceEnd="58333">
                                          <p:cBhvr additive="base">
                                            <p:cTn id="25" dur="600" fill="hold"/>
                                            <p:tgtEl>
                                              <p:spTgt spid="18"/>
                                            </p:tgtEl>
                                            <p:attrNameLst>
                                              <p:attrName>ppt_x</p:attrName>
                                            </p:attrNameLst>
                                          </p:cBhvr>
                                          <p:tavLst>
                                            <p:tav tm="0">
                                              <p:val>
                                                <p:strVal val="1+#ppt_w/2"/>
                                              </p:val>
                                            </p:tav>
                                            <p:tav tm="100000">
                                              <p:val>
                                                <p:strVal val="#ppt_x"/>
                                              </p:val>
                                            </p:tav>
                                          </p:tavLst>
                                        </p:anim>
                                        <p:anim calcmode="lin" valueType="num" p14:bounceEnd="58333">
                                          <p:cBhvr additive="base">
                                            <p:cTn id="26" dur="600" fill="hold"/>
                                            <p:tgtEl>
                                              <p:spTgt spid="18"/>
                                            </p:tgtEl>
                                            <p:attrNameLst>
                                              <p:attrName>ppt_y</p:attrName>
                                            </p:attrNameLst>
                                          </p:cBhvr>
                                          <p:tavLst>
                                            <p:tav tm="0">
                                              <p:val>
                                                <p:strVal val="#ppt_y"/>
                                              </p:val>
                                            </p:tav>
                                            <p:tav tm="100000">
                                              <p:val>
                                                <p:strVal val="#ppt_y"/>
                                              </p:val>
                                            </p:tav>
                                          </p:tavLst>
                                        </p:anim>
                                      </p:childTnLst>
                                    </p:cTn>
                                  </p:par>
                                  <p:par>
                                    <p:cTn id="27" presetID="53" presetClass="entr" presetSubtype="16"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p:cTn id="29" dur="300" fill="hold"/>
                                            <p:tgtEl>
                                              <p:spTgt spid="15"/>
                                            </p:tgtEl>
                                            <p:attrNameLst>
                                              <p:attrName>ppt_w</p:attrName>
                                            </p:attrNameLst>
                                          </p:cBhvr>
                                          <p:tavLst>
                                            <p:tav tm="0">
                                              <p:val>
                                                <p:fltVal val="0"/>
                                              </p:val>
                                            </p:tav>
                                            <p:tav tm="100000">
                                              <p:val>
                                                <p:strVal val="#ppt_w"/>
                                              </p:val>
                                            </p:tav>
                                          </p:tavLst>
                                        </p:anim>
                                        <p:anim calcmode="lin" valueType="num">
                                          <p:cBhvr>
                                            <p:cTn id="30" dur="300" fill="hold"/>
                                            <p:tgtEl>
                                              <p:spTgt spid="15"/>
                                            </p:tgtEl>
                                            <p:attrNameLst>
                                              <p:attrName>ppt_h</p:attrName>
                                            </p:attrNameLst>
                                          </p:cBhvr>
                                          <p:tavLst>
                                            <p:tav tm="0">
                                              <p:val>
                                                <p:fltVal val="0"/>
                                              </p:val>
                                            </p:tav>
                                            <p:tav tm="100000">
                                              <p:val>
                                                <p:strVal val="#ppt_h"/>
                                              </p:val>
                                            </p:tav>
                                          </p:tavLst>
                                        </p:anim>
                                        <p:animEffect transition="in" filter="fade">
                                          <p:cBhvr>
                                            <p:cTn id="31" dur="300"/>
                                            <p:tgtEl>
                                              <p:spTgt spid="15"/>
                                            </p:tgtEl>
                                          </p:cBhvr>
                                        </p:animEffect>
                                      </p:childTnLst>
                                    </p:cTn>
                                  </p:par>
                                  <p:par>
                                    <p:cTn id="32" presetID="6" presetClass="emph" presetSubtype="0" autoRev="1" fill="hold" grpId="1" nodeType="withEffect">
                                      <p:stCondLst>
                                        <p:cond delay="300"/>
                                      </p:stCondLst>
                                      <p:childTnLst>
                                        <p:animScale>
                                          <p:cBhvr>
                                            <p:cTn id="33" dur="150" fill="hold"/>
                                            <p:tgtEl>
                                              <p:spTgt spid="15"/>
                                            </p:tgtEl>
                                          </p:cBhvr>
                                          <p:by x="110000" y="110000"/>
                                        </p:animScale>
                                      </p:childTnLst>
                                    </p:cTn>
                                  </p:par>
                                  <p:par>
                                    <p:cTn id="34" presetID="53" presetClass="entr" presetSubtype="16" fill="hold" grpId="0" nodeType="withEffect">
                                      <p:stCondLst>
                                        <p:cond delay="300"/>
                                      </p:stCondLst>
                                      <p:childTnLst>
                                        <p:set>
                                          <p:cBhvr>
                                            <p:cTn id="35" dur="1" fill="hold">
                                              <p:stCondLst>
                                                <p:cond delay="0"/>
                                              </p:stCondLst>
                                            </p:cTn>
                                            <p:tgtEl>
                                              <p:spTgt spid="14"/>
                                            </p:tgtEl>
                                            <p:attrNameLst>
                                              <p:attrName>style.visibility</p:attrName>
                                            </p:attrNameLst>
                                          </p:cBhvr>
                                          <p:to>
                                            <p:strVal val="visible"/>
                                          </p:to>
                                        </p:set>
                                        <p:anim calcmode="lin" valueType="num">
                                          <p:cBhvr>
                                            <p:cTn id="36" dur="300" fill="hold"/>
                                            <p:tgtEl>
                                              <p:spTgt spid="14"/>
                                            </p:tgtEl>
                                            <p:attrNameLst>
                                              <p:attrName>ppt_w</p:attrName>
                                            </p:attrNameLst>
                                          </p:cBhvr>
                                          <p:tavLst>
                                            <p:tav tm="0">
                                              <p:val>
                                                <p:fltVal val="0"/>
                                              </p:val>
                                            </p:tav>
                                            <p:tav tm="100000">
                                              <p:val>
                                                <p:strVal val="#ppt_w"/>
                                              </p:val>
                                            </p:tav>
                                          </p:tavLst>
                                        </p:anim>
                                        <p:anim calcmode="lin" valueType="num">
                                          <p:cBhvr>
                                            <p:cTn id="37" dur="300" fill="hold"/>
                                            <p:tgtEl>
                                              <p:spTgt spid="14"/>
                                            </p:tgtEl>
                                            <p:attrNameLst>
                                              <p:attrName>ppt_h</p:attrName>
                                            </p:attrNameLst>
                                          </p:cBhvr>
                                          <p:tavLst>
                                            <p:tav tm="0">
                                              <p:val>
                                                <p:fltVal val="0"/>
                                              </p:val>
                                            </p:tav>
                                            <p:tav tm="100000">
                                              <p:val>
                                                <p:strVal val="#ppt_h"/>
                                              </p:val>
                                            </p:tav>
                                          </p:tavLst>
                                        </p:anim>
                                        <p:animEffect transition="in" filter="fade">
                                          <p:cBhvr>
                                            <p:cTn id="38" dur="300"/>
                                            <p:tgtEl>
                                              <p:spTgt spid="14"/>
                                            </p:tgtEl>
                                          </p:cBhvr>
                                        </p:animEffect>
                                      </p:childTnLst>
                                    </p:cTn>
                                  </p:par>
                                  <p:par>
                                    <p:cTn id="39" presetID="6" presetClass="emph" presetSubtype="0" autoRev="1" fill="hold" grpId="1" nodeType="withEffect">
                                      <p:stCondLst>
                                        <p:cond delay="600"/>
                                      </p:stCondLst>
                                      <p:childTnLst>
                                        <p:animScale>
                                          <p:cBhvr>
                                            <p:cTn id="40" dur="150" fill="hold"/>
                                            <p:tgtEl>
                                              <p:spTgt spid="14"/>
                                            </p:tgtEl>
                                          </p:cBhvr>
                                          <p:by x="110000" y="110000"/>
                                        </p:animScale>
                                      </p:childTnLst>
                                    </p:cTn>
                                  </p:par>
                                  <p:par>
                                    <p:cTn id="41" presetID="53" presetClass="entr" presetSubtype="16" fill="hold" grpId="0" nodeType="withEffect">
                                      <p:stCondLst>
                                        <p:cond delay="100"/>
                                      </p:stCondLst>
                                      <p:childTnLst>
                                        <p:set>
                                          <p:cBhvr>
                                            <p:cTn id="42" dur="1" fill="hold">
                                              <p:stCondLst>
                                                <p:cond delay="0"/>
                                              </p:stCondLst>
                                            </p:cTn>
                                            <p:tgtEl>
                                              <p:spTgt spid="13"/>
                                            </p:tgtEl>
                                            <p:attrNameLst>
                                              <p:attrName>style.visibility</p:attrName>
                                            </p:attrNameLst>
                                          </p:cBhvr>
                                          <p:to>
                                            <p:strVal val="visible"/>
                                          </p:to>
                                        </p:set>
                                        <p:anim calcmode="lin" valueType="num">
                                          <p:cBhvr>
                                            <p:cTn id="43" dur="300" fill="hold"/>
                                            <p:tgtEl>
                                              <p:spTgt spid="13"/>
                                            </p:tgtEl>
                                            <p:attrNameLst>
                                              <p:attrName>ppt_w</p:attrName>
                                            </p:attrNameLst>
                                          </p:cBhvr>
                                          <p:tavLst>
                                            <p:tav tm="0">
                                              <p:val>
                                                <p:fltVal val="0"/>
                                              </p:val>
                                            </p:tav>
                                            <p:tav tm="100000">
                                              <p:val>
                                                <p:strVal val="#ppt_w"/>
                                              </p:val>
                                            </p:tav>
                                          </p:tavLst>
                                        </p:anim>
                                        <p:anim calcmode="lin" valueType="num">
                                          <p:cBhvr>
                                            <p:cTn id="44" dur="300" fill="hold"/>
                                            <p:tgtEl>
                                              <p:spTgt spid="13"/>
                                            </p:tgtEl>
                                            <p:attrNameLst>
                                              <p:attrName>ppt_h</p:attrName>
                                            </p:attrNameLst>
                                          </p:cBhvr>
                                          <p:tavLst>
                                            <p:tav tm="0">
                                              <p:val>
                                                <p:fltVal val="0"/>
                                              </p:val>
                                            </p:tav>
                                            <p:tav tm="100000">
                                              <p:val>
                                                <p:strVal val="#ppt_h"/>
                                              </p:val>
                                            </p:tav>
                                          </p:tavLst>
                                        </p:anim>
                                        <p:animEffect transition="in" filter="fade">
                                          <p:cBhvr>
                                            <p:cTn id="45" dur="300"/>
                                            <p:tgtEl>
                                              <p:spTgt spid="13"/>
                                            </p:tgtEl>
                                          </p:cBhvr>
                                        </p:animEffect>
                                      </p:childTnLst>
                                    </p:cTn>
                                  </p:par>
                                  <p:par>
                                    <p:cTn id="46" presetID="6" presetClass="emph" presetSubtype="0" autoRev="1" fill="hold" grpId="1" nodeType="withEffect">
                                      <p:stCondLst>
                                        <p:cond delay="400"/>
                                      </p:stCondLst>
                                      <p:childTnLst>
                                        <p:animScale>
                                          <p:cBhvr>
                                            <p:cTn id="47" dur="150" fill="hold"/>
                                            <p:tgtEl>
                                              <p:spTgt spid="13"/>
                                            </p:tgtEl>
                                          </p:cBhvr>
                                          <p:by x="110000" y="110000"/>
                                        </p:animScale>
                                      </p:childTnLst>
                                    </p:cTn>
                                  </p:par>
                                  <p:par>
                                    <p:cTn id="48" presetID="53" presetClass="entr" presetSubtype="16" fill="hold" grpId="0" nodeType="withEffect">
                                      <p:stCondLst>
                                        <p:cond delay="400"/>
                                      </p:stCondLst>
                                      <p:childTnLst>
                                        <p:set>
                                          <p:cBhvr>
                                            <p:cTn id="49" dur="1" fill="hold">
                                              <p:stCondLst>
                                                <p:cond delay="0"/>
                                              </p:stCondLst>
                                            </p:cTn>
                                            <p:tgtEl>
                                              <p:spTgt spid="17"/>
                                            </p:tgtEl>
                                            <p:attrNameLst>
                                              <p:attrName>style.visibility</p:attrName>
                                            </p:attrNameLst>
                                          </p:cBhvr>
                                          <p:to>
                                            <p:strVal val="visible"/>
                                          </p:to>
                                        </p:set>
                                        <p:anim calcmode="lin" valueType="num">
                                          <p:cBhvr>
                                            <p:cTn id="50" dur="300" fill="hold"/>
                                            <p:tgtEl>
                                              <p:spTgt spid="17"/>
                                            </p:tgtEl>
                                            <p:attrNameLst>
                                              <p:attrName>ppt_w</p:attrName>
                                            </p:attrNameLst>
                                          </p:cBhvr>
                                          <p:tavLst>
                                            <p:tav tm="0">
                                              <p:val>
                                                <p:fltVal val="0"/>
                                              </p:val>
                                            </p:tav>
                                            <p:tav tm="100000">
                                              <p:val>
                                                <p:strVal val="#ppt_w"/>
                                              </p:val>
                                            </p:tav>
                                          </p:tavLst>
                                        </p:anim>
                                        <p:anim calcmode="lin" valueType="num">
                                          <p:cBhvr>
                                            <p:cTn id="51" dur="300" fill="hold"/>
                                            <p:tgtEl>
                                              <p:spTgt spid="17"/>
                                            </p:tgtEl>
                                            <p:attrNameLst>
                                              <p:attrName>ppt_h</p:attrName>
                                            </p:attrNameLst>
                                          </p:cBhvr>
                                          <p:tavLst>
                                            <p:tav tm="0">
                                              <p:val>
                                                <p:fltVal val="0"/>
                                              </p:val>
                                            </p:tav>
                                            <p:tav tm="100000">
                                              <p:val>
                                                <p:strVal val="#ppt_h"/>
                                              </p:val>
                                            </p:tav>
                                          </p:tavLst>
                                        </p:anim>
                                        <p:animEffect transition="in" filter="fade">
                                          <p:cBhvr>
                                            <p:cTn id="52" dur="300"/>
                                            <p:tgtEl>
                                              <p:spTgt spid="17"/>
                                            </p:tgtEl>
                                          </p:cBhvr>
                                        </p:animEffect>
                                      </p:childTnLst>
                                    </p:cTn>
                                  </p:par>
                                  <p:par>
                                    <p:cTn id="53" presetID="6" presetClass="emph" presetSubtype="0" autoRev="1" fill="hold" grpId="1" nodeType="withEffect">
                                      <p:stCondLst>
                                        <p:cond delay="700"/>
                                      </p:stCondLst>
                                      <p:childTnLst>
                                        <p:animScale>
                                          <p:cBhvr>
                                            <p:cTn id="54" dur="150" fill="hold"/>
                                            <p:tgtEl>
                                              <p:spTgt spid="17"/>
                                            </p:tgtEl>
                                          </p:cBhvr>
                                          <p:by x="110000" y="110000"/>
                                        </p:animScale>
                                      </p:childTnLst>
                                    </p:cTn>
                                  </p:par>
                                  <p:par>
                                    <p:cTn id="55" presetID="53" presetClass="entr" presetSubtype="16" fill="hold" grpId="0" nodeType="withEffect">
                                      <p:stCondLst>
                                        <p:cond delay="400"/>
                                      </p:stCondLst>
                                      <p:childTnLst>
                                        <p:set>
                                          <p:cBhvr>
                                            <p:cTn id="56" dur="1" fill="hold">
                                              <p:stCondLst>
                                                <p:cond delay="0"/>
                                              </p:stCondLst>
                                            </p:cTn>
                                            <p:tgtEl>
                                              <p:spTgt spid="21"/>
                                            </p:tgtEl>
                                            <p:attrNameLst>
                                              <p:attrName>style.visibility</p:attrName>
                                            </p:attrNameLst>
                                          </p:cBhvr>
                                          <p:to>
                                            <p:strVal val="visible"/>
                                          </p:to>
                                        </p:set>
                                        <p:anim calcmode="lin" valueType="num">
                                          <p:cBhvr>
                                            <p:cTn id="57" dur="300" fill="hold"/>
                                            <p:tgtEl>
                                              <p:spTgt spid="21"/>
                                            </p:tgtEl>
                                            <p:attrNameLst>
                                              <p:attrName>ppt_w</p:attrName>
                                            </p:attrNameLst>
                                          </p:cBhvr>
                                          <p:tavLst>
                                            <p:tav tm="0">
                                              <p:val>
                                                <p:fltVal val="0"/>
                                              </p:val>
                                            </p:tav>
                                            <p:tav tm="100000">
                                              <p:val>
                                                <p:strVal val="#ppt_w"/>
                                              </p:val>
                                            </p:tav>
                                          </p:tavLst>
                                        </p:anim>
                                        <p:anim calcmode="lin" valueType="num">
                                          <p:cBhvr>
                                            <p:cTn id="58" dur="300" fill="hold"/>
                                            <p:tgtEl>
                                              <p:spTgt spid="21"/>
                                            </p:tgtEl>
                                            <p:attrNameLst>
                                              <p:attrName>ppt_h</p:attrName>
                                            </p:attrNameLst>
                                          </p:cBhvr>
                                          <p:tavLst>
                                            <p:tav tm="0">
                                              <p:val>
                                                <p:fltVal val="0"/>
                                              </p:val>
                                            </p:tav>
                                            <p:tav tm="100000">
                                              <p:val>
                                                <p:strVal val="#ppt_h"/>
                                              </p:val>
                                            </p:tav>
                                          </p:tavLst>
                                        </p:anim>
                                        <p:animEffect transition="in" filter="fade">
                                          <p:cBhvr>
                                            <p:cTn id="59" dur="300"/>
                                            <p:tgtEl>
                                              <p:spTgt spid="21"/>
                                            </p:tgtEl>
                                          </p:cBhvr>
                                        </p:animEffect>
                                      </p:childTnLst>
                                    </p:cTn>
                                  </p:par>
                                  <p:par>
                                    <p:cTn id="60" presetID="6" presetClass="emph" presetSubtype="0" autoRev="1" fill="hold" grpId="1" nodeType="withEffect">
                                      <p:stCondLst>
                                        <p:cond delay="700"/>
                                      </p:stCondLst>
                                      <p:childTnLst>
                                        <p:animScale>
                                          <p:cBhvr>
                                            <p:cTn id="61" dur="150" fill="hold"/>
                                            <p:tgtEl>
                                              <p:spTgt spid="21"/>
                                            </p:tgtEl>
                                          </p:cBhvr>
                                          <p:by x="110000" y="110000"/>
                                        </p:animScale>
                                      </p:childTnLst>
                                    </p:cTn>
                                  </p:par>
                                  <p:par>
                                    <p:cTn id="62" presetID="53" presetClass="entr" presetSubtype="16" fill="hold" grpId="0" nodeType="withEffect">
                                      <p:stCondLst>
                                        <p:cond delay="100"/>
                                      </p:stCondLst>
                                      <p:childTnLst>
                                        <p:set>
                                          <p:cBhvr>
                                            <p:cTn id="63" dur="1" fill="hold">
                                              <p:stCondLst>
                                                <p:cond delay="0"/>
                                              </p:stCondLst>
                                            </p:cTn>
                                            <p:tgtEl>
                                              <p:spTgt spid="22"/>
                                            </p:tgtEl>
                                            <p:attrNameLst>
                                              <p:attrName>style.visibility</p:attrName>
                                            </p:attrNameLst>
                                          </p:cBhvr>
                                          <p:to>
                                            <p:strVal val="visible"/>
                                          </p:to>
                                        </p:set>
                                        <p:anim calcmode="lin" valueType="num">
                                          <p:cBhvr>
                                            <p:cTn id="64" dur="300" fill="hold"/>
                                            <p:tgtEl>
                                              <p:spTgt spid="22"/>
                                            </p:tgtEl>
                                            <p:attrNameLst>
                                              <p:attrName>ppt_w</p:attrName>
                                            </p:attrNameLst>
                                          </p:cBhvr>
                                          <p:tavLst>
                                            <p:tav tm="0">
                                              <p:val>
                                                <p:fltVal val="0"/>
                                              </p:val>
                                            </p:tav>
                                            <p:tav tm="100000">
                                              <p:val>
                                                <p:strVal val="#ppt_w"/>
                                              </p:val>
                                            </p:tav>
                                          </p:tavLst>
                                        </p:anim>
                                        <p:anim calcmode="lin" valueType="num">
                                          <p:cBhvr>
                                            <p:cTn id="65" dur="300" fill="hold"/>
                                            <p:tgtEl>
                                              <p:spTgt spid="22"/>
                                            </p:tgtEl>
                                            <p:attrNameLst>
                                              <p:attrName>ppt_h</p:attrName>
                                            </p:attrNameLst>
                                          </p:cBhvr>
                                          <p:tavLst>
                                            <p:tav tm="0">
                                              <p:val>
                                                <p:fltVal val="0"/>
                                              </p:val>
                                            </p:tav>
                                            <p:tav tm="100000">
                                              <p:val>
                                                <p:strVal val="#ppt_h"/>
                                              </p:val>
                                            </p:tav>
                                          </p:tavLst>
                                        </p:anim>
                                        <p:animEffect transition="in" filter="fade">
                                          <p:cBhvr>
                                            <p:cTn id="66" dur="300"/>
                                            <p:tgtEl>
                                              <p:spTgt spid="22"/>
                                            </p:tgtEl>
                                          </p:cBhvr>
                                        </p:animEffect>
                                      </p:childTnLst>
                                    </p:cTn>
                                  </p:par>
                                  <p:par>
                                    <p:cTn id="67" presetID="6" presetClass="emph" presetSubtype="0" autoRev="1" fill="hold" grpId="1" nodeType="withEffect">
                                      <p:stCondLst>
                                        <p:cond delay="400"/>
                                      </p:stCondLst>
                                      <p:childTnLst>
                                        <p:animScale>
                                          <p:cBhvr>
                                            <p:cTn id="68" dur="150" fill="hold"/>
                                            <p:tgtEl>
                                              <p:spTgt spid="22"/>
                                            </p:tgtEl>
                                          </p:cBhvr>
                                          <p:by x="110000" y="110000"/>
                                        </p:animScale>
                                      </p:childTnLst>
                                    </p:cTn>
                                  </p:par>
                                  <p:par>
                                    <p:cTn id="69" presetID="53" presetClass="entr" presetSubtype="16" fill="hold" grpId="0" nodeType="withEffect">
                                      <p:stCondLst>
                                        <p:cond delay="400"/>
                                      </p:stCondLst>
                                      <p:childTnLst>
                                        <p:set>
                                          <p:cBhvr>
                                            <p:cTn id="70" dur="1" fill="hold">
                                              <p:stCondLst>
                                                <p:cond delay="0"/>
                                              </p:stCondLst>
                                            </p:cTn>
                                            <p:tgtEl>
                                              <p:spTgt spid="23"/>
                                            </p:tgtEl>
                                            <p:attrNameLst>
                                              <p:attrName>style.visibility</p:attrName>
                                            </p:attrNameLst>
                                          </p:cBhvr>
                                          <p:to>
                                            <p:strVal val="visible"/>
                                          </p:to>
                                        </p:set>
                                        <p:anim calcmode="lin" valueType="num">
                                          <p:cBhvr>
                                            <p:cTn id="71" dur="300" fill="hold"/>
                                            <p:tgtEl>
                                              <p:spTgt spid="23"/>
                                            </p:tgtEl>
                                            <p:attrNameLst>
                                              <p:attrName>ppt_w</p:attrName>
                                            </p:attrNameLst>
                                          </p:cBhvr>
                                          <p:tavLst>
                                            <p:tav tm="0">
                                              <p:val>
                                                <p:fltVal val="0"/>
                                              </p:val>
                                            </p:tav>
                                            <p:tav tm="100000">
                                              <p:val>
                                                <p:strVal val="#ppt_w"/>
                                              </p:val>
                                            </p:tav>
                                          </p:tavLst>
                                        </p:anim>
                                        <p:anim calcmode="lin" valueType="num">
                                          <p:cBhvr>
                                            <p:cTn id="72" dur="300" fill="hold"/>
                                            <p:tgtEl>
                                              <p:spTgt spid="23"/>
                                            </p:tgtEl>
                                            <p:attrNameLst>
                                              <p:attrName>ppt_h</p:attrName>
                                            </p:attrNameLst>
                                          </p:cBhvr>
                                          <p:tavLst>
                                            <p:tav tm="0">
                                              <p:val>
                                                <p:fltVal val="0"/>
                                              </p:val>
                                            </p:tav>
                                            <p:tav tm="100000">
                                              <p:val>
                                                <p:strVal val="#ppt_h"/>
                                              </p:val>
                                            </p:tav>
                                          </p:tavLst>
                                        </p:anim>
                                        <p:animEffect transition="in" filter="fade">
                                          <p:cBhvr>
                                            <p:cTn id="73" dur="300"/>
                                            <p:tgtEl>
                                              <p:spTgt spid="23"/>
                                            </p:tgtEl>
                                          </p:cBhvr>
                                        </p:animEffect>
                                      </p:childTnLst>
                                    </p:cTn>
                                  </p:par>
                                  <p:par>
                                    <p:cTn id="74" presetID="6" presetClass="emph" presetSubtype="0" autoRev="1" fill="hold" grpId="1" nodeType="withEffect">
                                      <p:stCondLst>
                                        <p:cond delay="700"/>
                                      </p:stCondLst>
                                      <p:childTnLst>
                                        <p:animScale>
                                          <p:cBhvr>
                                            <p:cTn id="75" dur="150" fill="hold"/>
                                            <p:tgtEl>
                                              <p:spTgt spid="2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18" grpId="0"/>
          <p:bldP spid="19" grpId="0"/>
          <p:bldP spid="13" grpId="0" animBg="1"/>
          <p:bldP spid="13" grpId="1" animBg="1"/>
          <p:bldP spid="14" grpId="0" animBg="1"/>
          <p:bldP spid="14" grpId="1" animBg="1"/>
          <p:bldP spid="15" grpId="0" animBg="1"/>
          <p:bldP spid="15" grpId="1" animBg="1"/>
          <p:bldP spid="17" grpId="0" animBg="1"/>
          <p:bldP spid="17" grpId="1" animBg="1"/>
          <p:bldP spid="21" grpId="0" animBg="1"/>
          <p:bldP spid="21" grpId="1" animBg="1"/>
          <p:bldP spid="3" grpId="0" animBg="1"/>
          <p:bldP spid="3" grpId="1" animBg="1"/>
          <p:bldP spid="4" grpId="0"/>
          <p:bldP spid="4" grpId="1"/>
          <p:bldP spid="22" grpId="0" animBg="1"/>
          <p:bldP spid="22" grpId="1"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 fill="hold"/>
                                            <p:tgtEl>
                                              <p:spTgt spid="3"/>
                                            </p:tgtEl>
                                            <p:attrNameLst>
                                              <p:attrName>ppt_w</p:attrName>
                                            </p:attrNameLst>
                                          </p:cBhvr>
                                          <p:tavLst>
                                            <p:tav tm="0">
                                              <p:val>
                                                <p:fltVal val="0"/>
                                              </p:val>
                                            </p:tav>
                                            <p:tav tm="100000">
                                              <p:val>
                                                <p:strVal val="#ppt_w"/>
                                              </p:val>
                                            </p:tav>
                                          </p:tavLst>
                                        </p:anim>
                                        <p:anim calcmode="lin" valueType="num">
                                          <p:cBhvr>
                                            <p:cTn id="8" dur="300" fill="hold"/>
                                            <p:tgtEl>
                                              <p:spTgt spid="3"/>
                                            </p:tgtEl>
                                            <p:attrNameLst>
                                              <p:attrName>ppt_h</p:attrName>
                                            </p:attrNameLst>
                                          </p:cBhvr>
                                          <p:tavLst>
                                            <p:tav tm="0">
                                              <p:val>
                                                <p:fltVal val="0"/>
                                              </p:val>
                                            </p:tav>
                                            <p:tav tm="100000">
                                              <p:val>
                                                <p:strVal val="#ppt_h"/>
                                              </p:val>
                                            </p:tav>
                                          </p:tavLst>
                                        </p:anim>
                                        <p:animEffect transition="in" filter="fade">
                                          <p:cBhvr>
                                            <p:cTn id="9" dur="300"/>
                                            <p:tgtEl>
                                              <p:spTgt spid="3"/>
                                            </p:tgtEl>
                                          </p:cBhvr>
                                        </p:animEffect>
                                      </p:childTnLst>
                                    </p:cTn>
                                  </p:par>
                                  <p:par>
                                    <p:cTn id="10" presetID="6" presetClass="emph" presetSubtype="0" autoRev="1" fill="hold" grpId="1" nodeType="withEffect">
                                      <p:stCondLst>
                                        <p:cond delay="300"/>
                                      </p:stCondLst>
                                      <p:childTnLst>
                                        <p:animScale>
                                          <p:cBhvr>
                                            <p:cTn id="11" dur="150" fill="hold"/>
                                            <p:tgtEl>
                                              <p:spTgt spid="3"/>
                                            </p:tgtEl>
                                          </p:cBhvr>
                                          <p:by x="110000" y="110000"/>
                                        </p:animScale>
                                      </p:childTnLst>
                                    </p:cTn>
                                  </p:par>
                                  <p:par>
                                    <p:cTn id="12" presetID="53" presetClass="entr" presetSubtype="16" fill="hold" grpId="0" nodeType="withEffect">
                                      <p:stCondLst>
                                        <p:cond delay="200"/>
                                      </p:stCondLst>
                                      <p:childTnLst>
                                        <p:set>
                                          <p:cBhvr>
                                            <p:cTn id="13" dur="1" fill="hold">
                                              <p:stCondLst>
                                                <p:cond delay="0"/>
                                              </p:stCondLst>
                                            </p:cTn>
                                            <p:tgtEl>
                                              <p:spTgt spid="4"/>
                                            </p:tgtEl>
                                            <p:attrNameLst>
                                              <p:attrName>style.visibility</p:attrName>
                                            </p:attrNameLst>
                                          </p:cBhvr>
                                          <p:to>
                                            <p:strVal val="visible"/>
                                          </p:to>
                                        </p:set>
                                        <p:anim calcmode="lin" valueType="num">
                                          <p:cBhvr>
                                            <p:cTn id="14" dur="300" fill="hold"/>
                                            <p:tgtEl>
                                              <p:spTgt spid="4"/>
                                            </p:tgtEl>
                                            <p:attrNameLst>
                                              <p:attrName>ppt_w</p:attrName>
                                            </p:attrNameLst>
                                          </p:cBhvr>
                                          <p:tavLst>
                                            <p:tav tm="0">
                                              <p:val>
                                                <p:fltVal val="0"/>
                                              </p:val>
                                            </p:tav>
                                            <p:tav tm="100000">
                                              <p:val>
                                                <p:strVal val="#ppt_w"/>
                                              </p:val>
                                            </p:tav>
                                          </p:tavLst>
                                        </p:anim>
                                        <p:anim calcmode="lin" valueType="num">
                                          <p:cBhvr>
                                            <p:cTn id="15" dur="300" fill="hold"/>
                                            <p:tgtEl>
                                              <p:spTgt spid="4"/>
                                            </p:tgtEl>
                                            <p:attrNameLst>
                                              <p:attrName>ppt_h</p:attrName>
                                            </p:attrNameLst>
                                          </p:cBhvr>
                                          <p:tavLst>
                                            <p:tav tm="0">
                                              <p:val>
                                                <p:fltVal val="0"/>
                                              </p:val>
                                            </p:tav>
                                            <p:tav tm="100000">
                                              <p:val>
                                                <p:strVal val="#ppt_h"/>
                                              </p:val>
                                            </p:tav>
                                          </p:tavLst>
                                        </p:anim>
                                        <p:animEffect transition="in" filter="fade">
                                          <p:cBhvr>
                                            <p:cTn id="16" dur="300"/>
                                            <p:tgtEl>
                                              <p:spTgt spid="4"/>
                                            </p:tgtEl>
                                          </p:cBhvr>
                                        </p:animEffect>
                                      </p:childTnLst>
                                    </p:cTn>
                                  </p:par>
                                  <p:par>
                                    <p:cTn id="17" presetID="6" presetClass="emph" presetSubtype="0" autoRev="1" fill="hold" grpId="1" nodeType="withEffect">
                                      <p:stCondLst>
                                        <p:cond delay="500"/>
                                      </p:stCondLst>
                                      <p:childTnLst>
                                        <p:animScale>
                                          <p:cBhvr>
                                            <p:cTn id="18" dur="150" fill="hold"/>
                                            <p:tgtEl>
                                              <p:spTgt spid="4"/>
                                            </p:tgtEl>
                                          </p:cBhvr>
                                          <p:by x="110000" y="110000"/>
                                        </p:animScale>
                                      </p:childTnLst>
                                    </p:cTn>
                                  </p:par>
                                  <p:par>
                                    <p:cTn id="19" presetID="2" presetClass="entr" presetSubtype="2" fill="hold" grpId="0" nodeType="withEffect">
                                      <p:stCondLst>
                                        <p:cond delay="60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600" fill="hold"/>
                                            <p:tgtEl>
                                              <p:spTgt spid="19"/>
                                            </p:tgtEl>
                                            <p:attrNameLst>
                                              <p:attrName>ppt_x</p:attrName>
                                            </p:attrNameLst>
                                          </p:cBhvr>
                                          <p:tavLst>
                                            <p:tav tm="0">
                                              <p:val>
                                                <p:strVal val="1+#ppt_w/2"/>
                                              </p:val>
                                            </p:tav>
                                            <p:tav tm="100000">
                                              <p:val>
                                                <p:strVal val="#ppt_x"/>
                                              </p:val>
                                            </p:tav>
                                          </p:tavLst>
                                        </p:anim>
                                        <p:anim calcmode="lin" valueType="num">
                                          <p:cBhvr additive="base">
                                            <p:cTn id="22" dur="600" fill="hold"/>
                                            <p:tgtEl>
                                              <p:spTgt spid="19"/>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70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600" fill="hold"/>
                                            <p:tgtEl>
                                              <p:spTgt spid="18"/>
                                            </p:tgtEl>
                                            <p:attrNameLst>
                                              <p:attrName>ppt_x</p:attrName>
                                            </p:attrNameLst>
                                          </p:cBhvr>
                                          <p:tavLst>
                                            <p:tav tm="0">
                                              <p:val>
                                                <p:strVal val="1+#ppt_w/2"/>
                                              </p:val>
                                            </p:tav>
                                            <p:tav tm="100000">
                                              <p:val>
                                                <p:strVal val="#ppt_x"/>
                                              </p:val>
                                            </p:tav>
                                          </p:tavLst>
                                        </p:anim>
                                        <p:anim calcmode="lin" valueType="num">
                                          <p:cBhvr additive="base">
                                            <p:cTn id="26" dur="600" fill="hold"/>
                                            <p:tgtEl>
                                              <p:spTgt spid="18"/>
                                            </p:tgtEl>
                                            <p:attrNameLst>
                                              <p:attrName>ppt_y</p:attrName>
                                            </p:attrNameLst>
                                          </p:cBhvr>
                                          <p:tavLst>
                                            <p:tav tm="0">
                                              <p:val>
                                                <p:strVal val="#ppt_y"/>
                                              </p:val>
                                            </p:tav>
                                            <p:tav tm="100000">
                                              <p:val>
                                                <p:strVal val="#ppt_y"/>
                                              </p:val>
                                            </p:tav>
                                          </p:tavLst>
                                        </p:anim>
                                      </p:childTnLst>
                                    </p:cTn>
                                  </p:par>
                                  <p:par>
                                    <p:cTn id="27" presetID="53" presetClass="entr" presetSubtype="16"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p:cTn id="29" dur="300" fill="hold"/>
                                            <p:tgtEl>
                                              <p:spTgt spid="15"/>
                                            </p:tgtEl>
                                            <p:attrNameLst>
                                              <p:attrName>ppt_w</p:attrName>
                                            </p:attrNameLst>
                                          </p:cBhvr>
                                          <p:tavLst>
                                            <p:tav tm="0">
                                              <p:val>
                                                <p:fltVal val="0"/>
                                              </p:val>
                                            </p:tav>
                                            <p:tav tm="100000">
                                              <p:val>
                                                <p:strVal val="#ppt_w"/>
                                              </p:val>
                                            </p:tav>
                                          </p:tavLst>
                                        </p:anim>
                                        <p:anim calcmode="lin" valueType="num">
                                          <p:cBhvr>
                                            <p:cTn id="30" dur="300" fill="hold"/>
                                            <p:tgtEl>
                                              <p:spTgt spid="15"/>
                                            </p:tgtEl>
                                            <p:attrNameLst>
                                              <p:attrName>ppt_h</p:attrName>
                                            </p:attrNameLst>
                                          </p:cBhvr>
                                          <p:tavLst>
                                            <p:tav tm="0">
                                              <p:val>
                                                <p:fltVal val="0"/>
                                              </p:val>
                                            </p:tav>
                                            <p:tav tm="100000">
                                              <p:val>
                                                <p:strVal val="#ppt_h"/>
                                              </p:val>
                                            </p:tav>
                                          </p:tavLst>
                                        </p:anim>
                                        <p:animEffect transition="in" filter="fade">
                                          <p:cBhvr>
                                            <p:cTn id="31" dur="300"/>
                                            <p:tgtEl>
                                              <p:spTgt spid="15"/>
                                            </p:tgtEl>
                                          </p:cBhvr>
                                        </p:animEffect>
                                      </p:childTnLst>
                                    </p:cTn>
                                  </p:par>
                                  <p:par>
                                    <p:cTn id="32" presetID="6" presetClass="emph" presetSubtype="0" autoRev="1" fill="hold" grpId="1" nodeType="withEffect">
                                      <p:stCondLst>
                                        <p:cond delay="300"/>
                                      </p:stCondLst>
                                      <p:childTnLst>
                                        <p:animScale>
                                          <p:cBhvr>
                                            <p:cTn id="33" dur="150" fill="hold"/>
                                            <p:tgtEl>
                                              <p:spTgt spid="15"/>
                                            </p:tgtEl>
                                          </p:cBhvr>
                                          <p:by x="110000" y="110000"/>
                                        </p:animScale>
                                      </p:childTnLst>
                                    </p:cTn>
                                  </p:par>
                                  <p:par>
                                    <p:cTn id="34" presetID="53" presetClass="entr" presetSubtype="16" fill="hold" grpId="0" nodeType="withEffect">
                                      <p:stCondLst>
                                        <p:cond delay="300"/>
                                      </p:stCondLst>
                                      <p:childTnLst>
                                        <p:set>
                                          <p:cBhvr>
                                            <p:cTn id="35" dur="1" fill="hold">
                                              <p:stCondLst>
                                                <p:cond delay="0"/>
                                              </p:stCondLst>
                                            </p:cTn>
                                            <p:tgtEl>
                                              <p:spTgt spid="14"/>
                                            </p:tgtEl>
                                            <p:attrNameLst>
                                              <p:attrName>style.visibility</p:attrName>
                                            </p:attrNameLst>
                                          </p:cBhvr>
                                          <p:to>
                                            <p:strVal val="visible"/>
                                          </p:to>
                                        </p:set>
                                        <p:anim calcmode="lin" valueType="num">
                                          <p:cBhvr>
                                            <p:cTn id="36" dur="300" fill="hold"/>
                                            <p:tgtEl>
                                              <p:spTgt spid="14"/>
                                            </p:tgtEl>
                                            <p:attrNameLst>
                                              <p:attrName>ppt_w</p:attrName>
                                            </p:attrNameLst>
                                          </p:cBhvr>
                                          <p:tavLst>
                                            <p:tav tm="0">
                                              <p:val>
                                                <p:fltVal val="0"/>
                                              </p:val>
                                            </p:tav>
                                            <p:tav tm="100000">
                                              <p:val>
                                                <p:strVal val="#ppt_w"/>
                                              </p:val>
                                            </p:tav>
                                          </p:tavLst>
                                        </p:anim>
                                        <p:anim calcmode="lin" valueType="num">
                                          <p:cBhvr>
                                            <p:cTn id="37" dur="300" fill="hold"/>
                                            <p:tgtEl>
                                              <p:spTgt spid="14"/>
                                            </p:tgtEl>
                                            <p:attrNameLst>
                                              <p:attrName>ppt_h</p:attrName>
                                            </p:attrNameLst>
                                          </p:cBhvr>
                                          <p:tavLst>
                                            <p:tav tm="0">
                                              <p:val>
                                                <p:fltVal val="0"/>
                                              </p:val>
                                            </p:tav>
                                            <p:tav tm="100000">
                                              <p:val>
                                                <p:strVal val="#ppt_h"/>
                                              </p:val>
                                            </p:tav>
                                          </p:tavLst>
                                        </p:anim>
                                        <p:animEffect transition="in" filter="fade">
                                          <p:cBhvr>
                                            <p:cTn id="38" dur="300"/>
                                            <p:tgtEl>
                                              <p:spTgt spid="14"/>
                                            </p:tgtEl>
                                          </p:cBhvr>
                                        </p:animEffect>
                                      </p:childTnLst>
                                    </p:cTn>
                                  </p:par>
                                  <p:par>
                                    <p:cTn id="39" presetID="6" presetClass="emph" presetSubtype="0" autoRev="1" fill="hold" grpId="1" nodeType="withEffect">
                                      <p:stCondLst>
                                        <p:cond delay="600"/>
                                      </p:stCondLst>
                                      <p:childTnLst>
                                        <p:animScale>
                                          <p:cBhvr>
                                            <p:cTn id="40" dur="150" fill="hold"/>
                                            <p:tgtEl>
                                              <p:spTgt spid="14"/>
                                            </p:tgtEl>
                                          </p:cBhvr>
                                          <p:by x="110000" y="110000"/>
                                        </p:animScale>
                                      </p:childTnLst>
                                    </p:cTn>
                                  </p:par>
                                  <p:par>
                                    <p:cTn id="41" presetID="53" presetClass="entr" presetSubtype="16" fill="hold" grpId="0" nodeType="withEffect">
                                      <p:stCondLst>
                                        <p:cond delay="100"/>
                                      </p:stCondLst>
                                      <p:childTnLst>
                                        <p:set>
                                          <p:cBhvr>
                                            <p:cTn id="42" dur="1" fill="hold">
                                              <p:stCondLst>
                                                <p:cond delay="0"/>
                                              </p:stCondLst>
                                            </p:cTn>
                                            <p:tgtEl>
                                              <p:spTgt spid="13"/>
                                            </p:tgtEl>
                                            <p:attrNameLst>
                                              <p:attrName>style.visibility</p:attrName>
                                            </p:attrNameLst>
                                          </p:cBhvr>
                                          <p:to>
                                            <p:strVal val="visible"/>
                                          </p:to>
                                        </p:set>
                                        <p:anim calcmode="lin" valueType="num">
                                          <p:cBhvr>
                                            <p:cTn id="43" dur="300" fill="hold"/>
                                            <p:tgtEl>
                                              <p:spTgt spid="13"/>
                                            </p:tgtEl>
                                            <p:attrNameLst>
                                              <p:attrName>ppt_w</p:attrName>
                                            </p:attrNameLst>
                                          </p:cBhvr>
                                          <p:tavLst>
                                            <p:tav tm="0">
                                              <p:val>
                                                <p:fltVal val="0"/>
                                              </p:val>
                                            </p:tav>
                                            <p:tav tm="100000">
                                              <p:val>
                                                <p:strVal val="#ppt_w"/>
                                              </p:val>
                                            </p:tav>
                                          </p:tavLst>
                                        </p:anim>
                                        <p:anim calcmode="lin" valueType="num">
                                          <p:cBhvr>
                                            <p:cTn id="44" dur="300" fill="hold"/>
                                            <p:tgtEl>
                                              <p:spTgt spid="13"/>
                                            </p:tgtEl>
                                            <p:attrNameLst>
                                              <p:attrName>ppt_h</p:attrName>
                                            </p:attrNameLst>
                                          </p:cBhvr>
                                          <p:tavLst>
                                            <p:tav tm="0">
                                              <p:val>
                                                <p:fltVal val="0"/>
                                              </p:val>
                                            </p:tav>
                                            <p:tav tm="100000">
                                              <p:val>
                                                <p:strVal val="#ppt_h"/>
                                              </p:val>
                                            </p:tav>
                                          </p:tavLst>
                                        </p:anim>
                                        <p:animEffect transition="in" filter="fade">
                                          <p:cBhvr>
                                            <p:cTn id="45" dur="300"/>
                                            <p:tgtEl>
                                              <p:spTgt spid="13"/>
                                            </p:tgtEl>
                                          </p:cBhvr>
                                        </p:animEffect>
                                      </p:childTnLst>
                                    </p:cTn>
                                  </p:par>
                                  <p:par>
                                    <p:cTn id="46" presetID="6" presetClass="emph" presetSubtype="0" autoRev="1" fill="hold" grpId="1" nodeType="withEffect">
                                      <p:stCondLst>
                                        <p:cond delay="400"/>
                                      </p:stCondLst>
                                      <p:childTnLst>
                                        <p:animScale>
                                          <p:cBhvr>
                                            <p:cTn id="47" dur="150" fill="hold"/>
                                            <p:tgtEl>
                                              <p:spTgt spid="13"/>
                                            </p:tgtEl>
                                          </p:cBhvr>
                                          <p:by x="110000" y="110000"/>
                                        </p:animScale>
                                      </p:childTnLst>
                                    </p:cTn>
                                  </p:par>
                                  <p:par>
                                    <p:cTn id="48" presetID="53" presetClass="entr" presetSubtype="16" fill="hold" grpId="0" nodeType="withEffect">
                                      <p:stCondLst>
                                        <p:cond delay="400"/>
                                      </p:stCondLst>
                                      <p:childTnLst>
                                        <p:set>
                                          <p:cBhvr>
                                            <p:cTn id="49" dur="1" fill="hold">
                                              <p:stCondLst>
                                                <p:cond delay="0"/>
                                              </p:stCondLst>
                                            </p:cTn>
                                            <p:tgtEl>
                                              <p:spTgt spid="17"/>
                                            </p:tgtEl>
                                            <p:attrNameLst>
                                              <p:attrName>style.visibility</p:attrName>
                                            </p:attrNameLst>
                                          </p:cBhvr>
                                          <p:to>
                                            <p:strVal val="visible"/>
                                          </p:to>
                                        </p:set>
                                        <p:anim calcmode="lin" valueType="num">
                                          <p:cBhvr>
                                            <p:cTn id="50" dur="300" fill="hold"/>
                                            <p:tgtEl>
                                              <p:spTgt spid="17"/>
                                            </p:tgtEl>
                                            <p:attrNameLst>
                                              <p:attrName>ppt_w</p:attrName>
                                            </p:attrNameLst>
                                          </p:cBhvr>
                                          <p:tavLst>
                                            <p:tav tm="0">
                                              <p:val>
                                                <p:fltVal val="0"/>
                                              </p:val>
                                            </p:tav>
                                            <p:tav tm="100000">
                                              <p:val>
                                                <p:strVal val="#ppt_w"/>
                                              </p:val>
                                            </p:tav>
                                          </p:tavLst>
                                        </p:anim>
                                        <p:anim calcmode="lin" valueType="num">
                                          <p:cBhvr>
                                            <p:cTn id="51" dur="300" fill="hold"/>
                                            <p:tgtEl>
                                              <p:spTgt spid="17"/>
                                            </p:tgtEl>
                                            <p:attrNameLst>
                                              <p:attrName>ppt_h</p:attrName>
                                            </p:attrNameLst>
                                          </p:cBhvr>
                                          <p:tavLst>
                                            <p:tav tm="0">
                                              <p:val>
                                                <p:fltVal val="0"/>
                                              </p:val>
                                            </p:tav>
                                            <p:tav tm="100000">
                                              <p:val>
                                                <p:strVal val="#ppt_h"/>
                                              </p:val>
                                            </p:tav>
                                          </p:tavLst>
                                        </p:anim>
                                        <p:animEffect transition="in" filter="fade">
                                          <p:cBhvr>
                                            <p:cTn id="52" dur="300"/>
                                            <p:tgtEl>
                                              <p:spTgt spid="17"/>
                                            </p:tgtEl>
                                          </p:cBhvr>
                                        </p:animEffect>
                                      </p:childTnLst>
                                    </p:cTn>
                                  </p:par>
                                  <p:par>
                                    <p:cTn id="53" presetID="6" presetClass="emph" presetSubtype="0" autoRev="1" fill="hold" grpId="1" nodeType="withEffect">
                                      <p:stCondLst>
                                        <p:cond delay="700"/>
                                      </p:stCondLst>
                                      <p:childTnLst>
                                        <p:animScale>
                                          <p:cBhvr>
                                            <p:cTn id="54" dur="150" fill="hold"/>
                                            <p:tgtEl>
                                              <p:spTgt spid="17"/>
                                            </p:tgtEl>
                                          </p:cBhvr>
                                          <p:by x="110000" y="110000"/>
                                        </p:animScale>
                                      </p:childTnLst>
                                    </p:cTn>
                                  </p:par>
                                  <p:par>
                                    <p:cTn id="55" presetID="53" presetClass="entr" presetSubtype="16" fill="hold" grpId="0" nodeType="withEffect">
                                      <p:stCondLst>
                                        <p:cond delay="400"/>
                                      </p:stCondLst>
                                      <p:childTnLst>
                                        <p:set>
                                          <p:cBhvr>
                                            <p:cTn id="56" dur="1" fill="hold">
                                              <p:stCondLst>
                                                <p:cond delay="0"/>
                                              </p:stCondLst>
                                            </p:cTn>
                                            <p:tgtEl>
                                              <p:spTgt spid="21"/>
                                            </p:tgtEl>
                                            <p:attrNameLst>
                                              <p:attrName>style.visibility</p:attrName>
                                            </p:attrNameLst>
                                          </p:cBhvr>
                                          <p:to>
                                            <p:strVal val="visible"/>
                                          </p:to>
                                        </p:set>
                                        <p:anim calcmode="lin" valueType="num">
                                          <p:cBhvr>
                                            <p:cTn id="57" dur="300" fill="hold"/>
                                            <p:tgtEl>
                                              <p:spTgt spid="21"/>
                                            </p:tgtEl>
                                            <p:attrNameLst>
                                              <p:attrName>ppt_w</p:attrName>
                                            </p:attrNameLst>
                                          </p:cBhvr>
                                          <p:tavLst>
                                            <p:tav tm="0">
                                              <p:val>
                                                <p:fltVal val="0"/>
                                              </p:val>
                                            </p:tav>
                                            <p:tav tm="100000">
                                              <p:val>
                                                <p:strVal val="#ppt_w"/>
                                              </p:val>
                                            </p:tav>
                                          </p:tavLst>
                                        </p:anim>
                                        <p:anim calcmode="lin" valueType="num">
                                          <p:cBhvr>
                                            <p:cTn id="58" dur="300" fill="hold"/>
                                            <p:tgtEl>
                                              <p:spTgt spid="21"/>
                                            </p:tgtEl>
                                            <p:attrNameLst>
                                              <p:attrName>ppt_h</p:attrName>
                                            </p:attrNameLst>
                                          </p:cBhvr>
                                          <p:tavLst>
                                            <p:tav tm="0">
                                              <p:val>
                                                <p:fltVal val="0"/>
                                              </p:val>
                                            </p:tav>
                                            <p:tav tm="100000">
                                              <p:val>
                                                <p:strVal val="#ppt_h"/>
                                              </p:val>
                                            </p:tav>
                                          </p:tavLst>
                                        </p:anim>
                                        <p:animEffect transition="in" filter="fade">
                                          <p:cBhvr>
                                            <p:cTn id="59" dur="300"/>
                                            <p:tgtEl>
                                              <p:spTgt spid="21"/>
                                            </p:tgtEl>
                                          </p:cBhvr>
                                        </p:animEffect>
                                      </p:childTnLst>
                                    </p:cTn>
                                  </p:par>
                                  <p:par>
                                    <p:cTn id="60" presetID="6" presetClass="emph" presetSubtype="0" autoRev="1" fill="hold" grpId="1" nodeType="withEffect">
                                      <p:stCondLst>
                                        <p:cond delay="700"/>
                                      </p:stCondLst>
                                      <p:childTnLst>
                                        <p:animScale>
                                          <p:cBhvr>
                                            <p:cTn id="61" dur="150" fill="hold"/>
                                            <p:tgtEl>
                                              <p:spTgt spid="21"/>
                                            </p:tgtEl>
                                          </p:cBhvr>
                                          <p:by x="110000" y="110000"/>
                                        </p:animScale>
                                      </p:childTnLst>
                                    </p:cTn>
                                  </p:par>
                                  <p:par>
                                    <p:cTn id="62" presetID="53" presetClass="entr" presetSubtype="16" fill="hold" grpId="0" nodeType="withEffect">
                                      <p:stCondLst>
                                        <p:cond delay="100"/>
                                      </p:stCondLst>
                                      <p:childTnLst>
                                        <p:set>
                                          <p:cBhvr>
                                            <p:cTn id="63" dur="1" fill="hold">
                                              <p:stCondLst>
                                                <p:cond delay="0"/>
                                              </p:stCondLst>
                                            </p:cTn>
                                            <p:tgtEl>
                                              <p:spTgt spid="22"/>
                                            </p:tgtEl>
                                            <p:attrNameLst>
                                              <p:attrName>style.visibility</p:attrName>
                                            </p:attrNameLst>
                                          </p:cBhvr>
                                          <p:to>
                                            <p:strVal val="visible"/>
                                          </p:to>
                                        </p:set>
                                        <p:anim calcmode="lin" valueType="num">
                                          <p:cBhvr>
                                            <p:cTn id="64" dur="300" fill="hold"/>
                                            <p:tgtEl>
                                              <p:spTgt spid="22"/>
                                            </p:tgtEl>
                                            <p:attrNameLst>
                                              <p:attrName>ppt_w</p:attrName>
                                            </p:attrNameLst>
                                          </p:cBhvr>
                                          <p:tavLst>
                                            <p:tav tm="0">
                                              <p:val>
                                                <p:fltVal val="0"/>
                                              </p:val>
                                            </p:tav>
                                            <p:tav tm="100000">
                                              <p:val>
                                                <p:strVal val="#ppt_w"/>
                                              </p:val>
                                            </p:tav>
                                          </p:tavLst>
                                        </p:anim>
                                        <p:anim calcmode="lin" valueType="num">
                                          <p:cBhvr>
                                            <p:cTn id="65" dur="300" fill="hold"/>
                                            <p:tgtEl>
                                              <p:spTgt spid="22"/>
                                            </p:tgtEl>
                                            <p:attrNameLst>
                                              <p:attrName>ppt_h</p:attrName>
                                            </p:attrNameLst>
                                          </p:cBhvr>
                                          <p:tavLst>
                                            <p:tav tm="0">
                                              <p:val>
                                                <p:fltVal val="0"/>
                                              </p:val>
                                            </p:tav>
                                            <p:tav tm="100000">
                                              <p:val>
                                                <p:strVal val="#ppt_h"/>
                                              </p:val>
                                            </p:tav>
                                          </p:tavLst>
                                        </p:anim>
                                        <p:animEffect transition="in" filter="fade">
                                          <p:cBhvr>
                                            <p:cTn id="66" dur="300"/>
                                            <p:tgtEl>
                                              <p:spTgt spid="22"/>
                                            </p:tgtEl>
                                          </p:cBhvr>
                                        </p:animEffect>
                                      </p:childTnLst>
                                    </p:cTn>
                                  </p:par>
                                  <p:par>
                                    <p:cTn id="67" presetID="6" presetClass="emph" presetSubtype="0" autoRev="1" fill="hold" grpId="1" nodeType="withEffect">
                                      <p:stCondLst>
                                        <p:cond delay="400"/>
                                      </p:stCondLst>
                                      <p:childTnLst>
                                        <p:animScale>
                                          <p:cBhvr>
                                            <p:cTn id="68" dur="150" fill="hold"/>
                                            <p:tgtEl>
                                              <p:spTgt spid="22"/>
                                            </p:tgtEl>
                                          </p:cBhvr>
                                          <p:by x="110000" y="110000"/>
                                        </p:animScale>
                                      </p:childTnLst>
                                    </p:cTn>
                                  </p:par>
                                  <p:par>
                                    <p:cTn id="69" presetID="53" presetClass="entr" presetSubtype="16" fill="hold" grpId="0" nodeType="withEffect">
                                      <p:stCondLst>
                                        <p:cond delay="400"/>
                                      </p:stCondLst>
                                      <p:childTnLst>
                                        <p:set>
                                          <p:cBhvr>
                                            <p:cTn id="70" dur="1" fill="hold">
                                              <p:stCondLst>
                                                <p:cond delay="0"/>
                                              </p:stCondLst>
                                            </p:cTn>
                                            <p:tgtEl>
                                              <p:spTgt spid="23"/>
                                            </p:tgtEl>
                                            <p:attrNameLst>
                                              <p:attrName>style.visibility</p:attrName>
                                            </p:attrNameLst>
                                          </p:cBhvr>
                                          <p:to>
                                            <p:strVal val="visible"/>
                                          </p:to>
                                        </p:set>
                                        <p:anim calcmode="lin" valueType="num">
                                          <p:cBhvr>
                                            <p:cTn id="71" dur="300" fill="hold"/>
                                            <p:tgtEl>
                                              <p:spTgt spid="23"/>
                                            </p:tgtEl>
                                            <p:attrNameLst>
                                              <p:attrName>ppt_w</p:attrName>
                                            </p:attrNameLst>
                                          </p:cBhvr>
                                          <p:tavLst>
                                            <p:tav tm="0">
                                              <p:val>
                                                <p:fltVal val="0"/>
                                              </p:val>
                                            </p:tav>
                                            <p:tav tm="100000">
                                              <p:val>
                                                <p:strVal val="#ppt_w"/>
                                              </p:val>
                                            </p:tav>
                                          </p:tavLst>
                                        </p:anim>
                                        <p:anim calcmode="lin" valueType="num">
                                          <p:cBhvr>
                                            <p:cTn id="72" dur="300" fill="hold"/>
                                            <p:tgtEl>
                                              <p:spTgt spid="23"/>
                                            </p:tgtEl>
                                            <p:attrNameLst>
                                              <p:attrName>ppt_h</p:attrName>
                                            </p:attrNameLst>
                                          </p:cBhvr>
                                          <p:tavLst>
                                            <p:tav tm="0">
                                              <p:val>
                                                <p:fltVal val="0"/>
                                              </p:val>
                                            </p:tav>
                                            <p:tav tm="100000">
                                              <p:val>
                                                <p:strVal val="#ppt_h"/>
                                              </p:val>
                                            </p:tav>
                                          </p:tavLst>
                                        </p:anim>
                                        <p:animEffect transition="in" filter="fade">
                                          <p:cBhvr>
                                            <p:cTn id="73" dur="300"/>
                                            <p:tgtEl>
                                              <p:spTgt spid="23"/>
                                            </p:tgtEl>
                                          </p:cBhvr>
                                        </p:animEffect>
                                      </p:childTnLst>
                                    </p:cTn>
                                  </p:par>
                                  <p:par>
                                    <p:cTn id="74" presetID="6" presetClass="emph" presetSubtype="0" autoRev="1" fill="hold" grpId="1" nodeType="withEffect">
                                      <p:stCondLst>
                                        <p:cond delay="700"/>
                                      </p:stCondLst>
                                      <p:childTnLst>
                                        <p:animScale>
                                          <p:cBhvr>
                                            <p:cTn id="75" dur="150" fill="hold"/>
                                            <p:tgtEl>
                                              <p:spTgt spid="2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18" grpId="0"/>
          <p:bldP spid="19" grpId="0"/>
          <p:bldP spid="13" grpId="0" animBg="1"/>
          <p:bldP spid="13" grpId="1" animBg="1"/>
          <p:bldP spid="14" grpId="0" animBg="1"/>
          <p:bldP spid="14" grpId="1" animBg="1"/>
          <p:bldP spid="15" grpId="0" animBg="1"/>
          <p:bldP spid="15" grpId="1" animBg="1"/>
          <p:bldP spid="17" grpId="0" animBg="1"/>
          <p:bldP spid="17" grpId="1" animBg="1"/>
          <p:bldP spid="21" grpId="0" animBg="1"/>
          <p:bldP spid="21" grpId="1" animBg="1"/>
          <p:bldP spid="3" grpId="0" animBg="1"/>
          <p:bldP spid="3" grpId="1" animBg="1"/>
          <p:bldP spid="4" grpId="0"/>
          <p:bldP spid="4" grpId="1"/>
          <p:bldP spid="22" grpId="0" animBg="1"/>
          <p:bldP spid="22" grpId="1" animBg="1"/>
        </p:bldLst>
      </p:timing>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3630539" y="192198"/>
            <a:ext cx="1832553" cy="584775"/>
          </a:xfrm>
          <a:prstGeom prst="rect">
            <a:avLst/>
          </a:prstGeom>
          <a:noFill/>
        </p:spPr>
        <p:txBody>
          <a:bodyPr wrap="none" rtlCol="0">
            <a:spAutoFit/>
          </a:bodyPr>
          <a:lstStyle/>
          <a:p>
            <a:pPr algn="ctr" defTabSz="822686">
              <a:defRPr/>
            </a:pPr>
            <a:r>
              <a:rPr lang="zh-CN" altLang="en-US" sz="3200" b="1" dirty="0">
                <a:latin typeface="+mn-ea"/>
              </a:rPr>
              <a:t>数据集成</a:t>
            </a:r>
          </a:p>
        </p:txBody>
      </p:sp>
      <p:pic>
        <p:nvPicPr>
          <p:cNvPr id="2" name="图片 1" descr="20100508053929509.png">
            <a:extLst>
              <a:ext uri="{FF2B5EF4-FFF2-40B4-BE49-F238E27FC236}">
                <a16:creationId xmlns:a16="http://schemas.microsoft.com/office/drawing/2014/main" id="{B8159409-A503-4442-9F2E-FE91B1E77507}"/>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7" name="Rectangle 3">
            <a:extLst>
              <a:ext uri="{FF2B5EF4-FFF2-40B4-BE49-F238E27FC236}">
                <a16:creationId xmlns:a16="http://schemas.microsoft.com/office/drawing/2014/main" id="{5EE3EB08-7ADB-403A-A816-43CA272B49F1}"/>
              </a:ext>
            </a:extLst>
          </p:cNvPr>
          <p:cNvSpPr txBox="1">
            <a:spLocks noChangeArrowheads="1"/>
          </p:cNvSpPr>
          <p:nvPr/>
        </p:nvSpPr>
        <p:spPr>
          <a:xfrm>
            <a:off x="432016" y="789013"/>
            <a:ext cx="8229600" cy="339342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90000"/>
              </a:lnSpc>
              <a:spcBef>
                <a:spcPct val="20000"/>
              </a:spcBef>
              <a:buClr>
                <a:schemeClr val="folHlink"/>
              </a:buClr>
              <a:buSzPct val="60000"/>
              <a:buFont typeface="Wingdings" panose="05000000000000000000" pitchFamily="2" charset="2"/>
              <a:buChar char="Ø"/>
            </a:pPr>
            <a:endParaRPr lang="zh-CN" altLang="en-US" sz="1800" dirty="0"/>
          </a:p>
        </p:txBody>
      </p:sp>
      <p:sp>
        <p:nvSpPr>
          <p:cNvPr id="5" name="矩形 2">
            <a:extLst>
              <a:ext uri="{FF2B5EF4-FFF2-40B4-BE49-F238E27FC236}">
                <a16:creationId xmlns:a16="http://schemas.microsoft.com/office/drawing/2014/main" id="{6158F2DD-69CE-41BC-AF86-220B67E7CE5E}"/>
              </a:ext>
            </a:extLst>
          </p:cNvPr>
          <p:cNvSpPr>
            <a:spLocks noChangeArrowheads="1"/>
          </p:cNvSpPr>
          <p:nvPr/>
        </p:nvSpPr>
        <p:spPr bwMode="auto">
          <a:xfrm>
            <a:off x="1115616" y="655047"/>
            <a:ext cx="5884633" cy="3831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dirty="0">
                <a:solidFill>
                  <a:schemeClr val="tx1"/>
                </a:solidFill>
                <a:latin typeface="华文楷体" panose="02010600040101010101" pitchFamily="2" charset="-122"/>
                <a:ea typeface="华文楷体" panose="02010600040101010101" pitchFamily="2" charset="-122"/>
              </a:rPr>
              <a:t>1</a:t>
            </a:r>
            <a:r>
              <a:rPr lang="zh-CN" altLang="en-US" sz="1800" dirty="0">
                <a:solidFill>
                  <a:schemeClr val="tx1"/>
                </a:solidFill>
                <a:latin typeface="华文楷体" panose="02010600040101010101" pitchFamily="2" charset="-122"/>
                <a:ea typeface="华文楷体" panose="02010600040101010101" pitchFamily="2" charset="-122"/>
              </a:rPr>
              <a:t>.冗余问题</a:t>
            </a:r>
            <a:r>
              <a:rPr lang="en-US" altLang="zh-CN" sz="1800" dirty="0">
                <a:solidFill>
                  <a:schemeClr val="tx1"/>
                </a:solidFill>
                <a:latin typeface="华文楷体" panose="02010600040101010101" pitchFamily="2" charset="-122"/>
                <a:ea typeface="华文楷体" panose="02010600040101010101" pitchFamily="2" charset="-122"/>
              </a:rPr>
              <a:t>:</a:t>
            </a:r>
            <a:endParaRPr lang="en-US" altLang="zh-CN" sz="1800" dirty="0">
              <a:solidFill>
                <a:schemeClr val="tx1"/>
              </a:solidFill>
              <a:latin typeface="Tahoma" panose="020B0604030504040204" pitchFamily="34" charset="0"/>
            </a:endParaRPr>
          </a:p>
          <a:p>
            <a:pPr eaLnBrk="1" hangingPunct="1">
              <a:buFont typeface="Wingdings" panose="05000000000000000000" pitchFamily="2" charset="2"/>
              <a:buNone/>
            </a:pPr>
            <a:r>
              <a:rPr lang="zh-CN" altLang="en-US" sz="1800" dirty="0">
                <a:solidFill>
                  <a:schemeClr val="tx1"/>
                </a:solidFill>
                <a:latin typeface="Tahoma" panose="020B0604030504040204" pitchFamily="34" charset="0"/>
              </a:rPr>
              <a:t>集成多个数据库时，经常会出现冗余数据</a:t>
            </a:r>
            <a:endParaRPr lang="en-US" altLang="zh-CN" sz="1800" dirty="0">
              <a:solidFill>
                <a:schemeClr val="tx1"/>
              </a:solidFill>
              <a:latin typeface="Tahoma" panose="020B0604030504040204" pitchFamily="34" charset="0"/>
            </a:endParaRPr>
          </a:p>
          <a:p>
            <a:pPr lvl="1">
              <a:lnSpc>
                <a:spcPct val="90000"/>
              </a:lnSpc>
              <a:spcBef>
                <a:spcPct val="20000"/>
              </a:spcBef>
              <a:buClr>
                <a:schemeClr val="hlink"/>
              </a:buClr>
              <a:buSzPct val="55000"/>
              <a:buFont typeface="Wingdings" panose="05000000000000000000" pitchFamily="2" charset="2"/>
              <a:buChar char="n"/>
            </a:pPr>
            <a:r>
              <a:rPr lang="zh-CN" altLang="en-US" sz="1800" dirty="0">
                <a:solidFill>
                  <a:schemeClr val="tx1"/>
                </a:solidFill>
                <a:latin typeface="Tahoma" panose="020B0604030504040204" pitchFamily="34" charset="0"/>
              </a:rPr>
              <a:t>对象识别：同一属性或对象在不同的数据库中会有不同的字段名</a:t>
            </a:r>
          </a:p>
          <a:p>
            <a:pPr lvl="1">
              <a:lnSpc>
                <a:spcPct val="90000"/>
              </a:lnSpc>
              <a:spcBef>
                <a:spcPct val="20000"/>
              </a:spcBef>
              <a:buClr>
                <a:schemeClr val="hlink"/>
              </a:buClr>
              <a:buSzPct val="55000"/>
              <a:buFont typeface="Wingdings" panose="05000000000000000000" pitchFamily="2" charset="2"/>
              <a:buChar char="n"/>
            </a:pPr>
            <a:r>
              <a:rPr lang="zh-CN" altLang="en-US" sz="1800" dirty="0">
                <a:solidFill>
                  <a:schemeClr val="tx1"/>
                </a:solidFill>
                <a:latin typeface="Tahoma" panose="020B0604030504040204" pitchFamily="34" charset="0"/>
              </a:rPr>
              <a:t>可导出数据：一个属性可以由另外一个表导出，如“年薪”可以由“月薪”得出</a:t>
            </a:r>
            <a:endParaRPr lang="zh-CN" altLang="en-US" sz="1800" dirty="0">
              <a:solidFill>
                <a:schemeClr val="tx1"/>
              </a:solidFill>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zh-CN" altLang="en-US" sz="1350" dirty="0">
                <a:solidFill>
                  <a:schemeClr val="tx1"/>
                </a:solidFill>
                <a:latin typeface="华文楷体" panose="02010600040101010101" pitchFamily="2" charset="-122"/>
                <a:ea typeface="华文楷体" panose="02010600040101010101" pitchFamily="2" charset="-122"/>
              </a:rPr>
              <a:t>        一个属性如果能由另一个或另一组属性“导出”，那么该属性是冗余的，另外，属性的不一致也可能导致结果数据集中的冗余。</a:t>
            </a:r>
          </a:p>
          <a:p>
            <a:pPr eaLnBrk="1" hangingPunct="1">
              <a:buFont typeface="Wingdings" panose="05000000000000000000" pitchFamily="2" charset="2"/>
              <a:buNone/>
            </a:pPr>
            <a:r>
              <a:rPr lang="zh-CN" altLang="en-US" sz="1350" dirty="0">
                <a:solidFill>
                  <a:schemeClr val="tx1"/>
                </a:solidFill>
                <a:latin typeface="华文楷体" panose="02010600040101010101" pitchFamily="2" charset="-122"/>
                <a:ea typeface="华文楷体" panose="02010600040101010101" pitchFamily="2" charset="-122"/>
              </a:rPr>
              <a:t>         对于数值属性，通过计算属性A和B之间的相关系数来估计这两个属性的相关度      。即</a:t>
            </a:r>
          </a:p>
          <a:p>
            <a:pPr eaLnBrk="1" hangingPunct="1">
              <a:buFont typeface="Wingdings" panose="05000000000000000000" pitchFamily="2" charset="2"/>
              <a:buNone/>
            </a:pPr>
            <a:endParaRPr lang="zh-CN" altLang="en-US" sz="1350" dirty="0">
              <a:solidFill>
                <a:schemeClr val="tx1"/>
              </a:solidFill>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zh-CN" altLang="en-US" sz="1350" dirty="0">
                <a:solidFill>
                  <a:schemeClr val="tx1"/>
                </a:solidFill>
                <a:latin typeface="华文楷体" panose="02010600040101010101" pitchFamily="2" charset="-122"/>
                <a:ea typeface="华文楷体" panose="02010600040101010101" pitchFamily="2" charset="-122"/>
              </a:rPr>
              <a:t>                                </a:t>
            </a:r>
          </a:p>
          <a:p>
            <a:pPr eaLnBrk="1" hangingPunct="1">
              <a:buFont typeface="Wingdings" panose="05000000000000000000" pitchFamily="2" charset="2"/>
              <a:buNone/>
            </a:pPr>
            <a:r>
              <a:rPr lang="zh-CN" altLang="en-US" sz="1350" dirty="0">
                <a:solidFill>
                  <a:schemeClr val="tx1"/>
                </a:solidFill>
                <a:latin typeface="华文楷体" panose="02010600040101010101" pitchFamily="2" charset="-122"/>
                <a:ea typeface="华文楷体" panose="02010600040101010101" pitchFamily="2" charset="-122"/>
              </a:rPr>
              <a:t>其中N是元组个数，    和     分别是元组i中A和B的值，   和     分别是A和B的均值，           分别是A和B的标准差，而        是AB叉积的和（即，对于每个元组，A的值乘以该元组B的值）。注意：                。如果大于0，则A和B是正相关的。因此，一个较高       的值表明A（或B）可以作为冗余而被去掉。</a:t>
            </a:r>
          </a:p>
        </p:txBody>
      </p:sp>
      <p:graphicFrame>
        <p:nvGraphicFramePr>
          <p:cNvPr id="6" name="Object 15">
            <a:extLst>
              <a:ext uri="{FF2B5EF4-FFF2-40B4-BE49-F238E27FC236}">
                <a16:creationId xmlns:a16="http://schemas.microsoft.com/office/drawing/2014/main" id="{F070137D-7CF6-4225-B641-8438733FAE5A}"/>
              </a:ext>
            </a:extLst>
          </p:cNvPr>
          <p:cNvGraphicFramePr>
            <a:graphicFrameLocks noChangeAspect="1"/>
          </p:cNvGraphicFramePr>
          <p:nvPr>
            <p:extLst>
              <p:ext uri="{D42A27DB-BD31-4B8C-83A1-F6EECF244321}">
                <p14:modId xmlns:p14="http://schemas.microsoft.com/office/powerpoint/2010/main" val="3602456667"/>
              </p:ext>
            </p:extLst>
          </p:nvPr>
        </p:nvGraphicFramePr>
        <p:xfrm>
          <a:off x="1871429" y="2907015"/>
          <a:ext cx="270189" cy="268998"/>
        </p:xfrm>
        <a:graphic>
          <a:graphicData uri="http://schemas.openxmlformats.org/presentationml/2006/ole">
            <mc:AlternateContent xmlns:mc="http://schemas.openxmlformats.org/markup-compatibility/2006">
              <mc:Choice xmlns:v="urn:schemas-microsoft-com:vml" Requires="v">
                <p:oleObj r:id="rId4" imgW="242775" imgH="242775" progId="">
                  <p:embed/>
                </p:oleObj>
              </mc:Choice>
              <mc:Fallback>
                <p:oleObj r:id="rId4" imgW="242775" imgH="242775" progId="">
                  <p:embed/>
                  <p:pic>
                    <p:nvPicPr>
                      <p:cNvPr id="2050" name="Object 15">
                        <a:extLst>
                          <a:ext uri="{FF2B5EF4-FFF2-40B4-BE49-F238E27FC236}">
                            <a16:creationId xmlns:a16="http://schemas.microsoft.com/office/drawing/2014/main" id="{14A3B67A-5DDD-4710-93B3-3858DA06C1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1429" y="2907015"/>
                        <a:ext cx="270189" cy="268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6">
            <a:extLst>
              <a:ext uri="{FF2B5EF4-FFF2-40B4-BE49-F238E27FC236}">
                <a16:creationId xmlns:a16="http://schemas.microsoft.com/office/drawing/2014/main" id="{BBAED040-8A99-4508-8248-74BF0ED6A864}"/>
              </a:ext>
            </a:extLst>
          </p:cNvPr>
          <p:cNvGraphicFramePr>
            <a:graphicFrameLocks noChangeAspect="1"/>
          </p:cNvGraphicFramePr>
          <p:nvPr>
            <p:extLst>
              <p:ext uri="{D42A27DB-BD31-4B8C-83A1-F6EECF244321}">
                <p14:modId xmlns:p14="http://schemas.microsoft.com/office/powerpoint/2010/main" val="794047831"/>
              </p:ext>
            </p:extLst>
          </p:nvPr>
        </p:nvGraphicFramePr>
        <p:xfrm>
          <a:off x="3197225" y="2938463"/>
          <a:ext cx="1884363" cy="620712"/>
        </p:xfrm>
        <a:graphic>
          <a:graphicData uri="http://schemas.openxmlformats.org/presentationml/2006/ole">
            <mc:AlternateContent xmlns:mc="http://schemas.openxmlformats.org/markup-compatibility/2006">
              <mc:Choice xmlns:v="urn:schemas-microsoft-com:vml" Requires="v">
                <p:oleObj name="Equation" r:id="rId6" imgW="1523880" imgH="647640" progId="Equation.DSMT4">
                  <p:embed/>
                </p:oleObj>
              </mc:Choice>
              <mc:Fallback>
                <p:oleObj name="Equation" r:id="rId6" imgW="1523880" imgH="647640" progId="Equation.DSMT4">
                  <p:embed/>
                  <p:pic>
                    <p:nvPicPr>
                      <p:cNvPr id="2051" name="Object 16">
                        <a:extLst>
                          <a:ext uri="{FF2B5EF4-FFF2-40B4-BE49-F238E27FC236}">
                            <a16:creationId xmlns:a16="http://schemas.microsoft.com/office/drawing/2014/main" id="{FC54D9E9-E40F-4882-96C7-5936465E67CF}"/>
                          </a:ext>
                        </a:extLst>
                      </p:cNvPr>
                      <p:cNvPicPr>
                        <a:picLocks noChangeAspect="1" noChangeArrowheads="1"/>
                      </p:cNvPicPr>
                      <p:nvPr/>
                    </p:nvPicPr>
                    <p:blipFill>
                      <a:blip r:embed="rId7"/>
                      <a:srcRect/>
                      <a:stretch>
                        <a:fillRect/>
                      </a:stretch>
                    </p:blipFill>
                    <p:spPr bwMode="auto">
                      <a:xfrm>
                        <a:off x="3197225" y="2938463"/>
                        <a:ext cx="1884363" cy="620712"/>
                      </a:xfrm>
                      <a:prstGeom prst="rect">
                        <a:avLst/>
                      </a:prstGeom>
                      <a:noFill/>
                      <a:ln>
                        <a:noFill/>
                      </a:ln>
                    </p:spPr>
                  </p:pic>
                </p:oleObj>
              </mc:Fallback>
            </mc:AlternateContent>
          </a:graphicData>
        </a:graphic>
      </p:graphicFrame>
      <p:graphicFrame>
        <p:nvGraphicFramePr>
          <p:cNvPr id="9" name="Object 17">
            <a:extLst>
              <a:ext uri="{FF2B5EF4-FFF2-40B4-BE49-F238E27FC236}">
                <a16:creationId xmlns:a16="http://schemas.microsoft.com/office/drawing/2014/main" id="{89C53266-480C-45ED-9584-8A65FB677ADE}"/>
              </a:ext>
            </a:extLst>
          </p:cNvPr>
          <p:cNvGraphicFramePr>
            <a:graphicFrameLocks noChangeAspect="1"/>
          </p:cNvGraphicFramePr>
          <p:nvPr>
            <p:extLst>
              <p:ext uri="{D42A27DB-BD31-4B8C-83A1-F6EECF244321}">
                <p14:modId xmlns:p14="http://schemas.microsoft.com/office/powerpoint/2010/main" val="3793240979"/>
              </p:ext>
            </p:extLst>
          </p:nvPr>
        </p:nvGraphicFramePr>
        <p:xfrm>
          <a:off x="2681995" y="3554514"/>
          <a:ext cx="161875" cy="244003"/>
        </p:xfrm>
        <a:graphic>
          <a:graphicData uri="http://schemas.openxmlformats.org/presentationml/2006/ole">
            <mc:AlternateContent xmlns:mc="http://schemas.openxmlformats.org/markup-compatibility/2006">
              <mc:Choice xmlns:v="urn:schemas-microsoft-com:vml" Requires="v">
                <p:oleObj r:id="rId8" imgW="153399" imgH="230098" progId="">
                  <p:embed/>
                </p:oleObj>
              </mc:Choice>
              <mc:Fallback>
                <p:oleObj r:id="rId8" imgW="153399" imgH="230098" progId="">
                  <p:embed/>
                  <p:pic>
                    <p:nvPicPr>
                      <p:cNvPr id="2052" name="Object 17">
                        <a:extLst>
                          <a:ext uri="{FF2B5EF4-FFF2-40B4-BE49-F238E27FC236}">
                            <a16:creationId xmlns:a16="http://schemas.microsoft.com/office/drawing/2014/main" id="{0AC26C1F-7B55-4385-B467-E0A39D38E5A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81995" y="3554514"/>
                        <a:ext cx="161875" cy="244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18">
            <a:extLst>
              <a:ext uri="{FF2B5EF4-FFF2-40B4-BE49-F238E27FC236}">
                <a16:creationId xmlns:a16="http://schemas.microsoft.com/office/drawing/2014/main" id="{6D266335-3BC7-4027-B0F4-D24D7F6CBDE9}"/>
              </a:ext>
            </a:extLst>
          </p:cNvPr>
          <p:cNvGraphicFramePr>
            <a:graphicFrameLocks noChangeAspect="1"/>
          </p:cNvGraphicFramePr>
          <p:nvPr>
            <p:extLst>
              <p:ext uri="{D42A27DB-BD31-4B8C-83A1-F6EECF244321}">
                <p14:modId xmlns:p14="http://schemas.microsoft.com/office/powerpoint/2010/main" val="1233815406"/>
              </p:ext>
            </p:extLst>
          </p:nvPr>
        </p:nvGraphicFramePr>
        <p:xfrm>
          <a:off x="3059306" y="3554515"/>
          <a:ext cx="166636" cy="268998"/>
        </p:xfrm>
        <a:graphic>
          <a:graphicData uri="http://schemas.openxmlformats.org/presentationml/2006/ole">
            <mc:AlternateContent xmlns:mc="http://schemas.openxmlformats.org/markup-compatibility/2006">
              <mc:Choice xmlns:v="urn:schemas-microsoft-com:vml" Requires="v">
                <p:oleObj r:id="rId10" imgW="140677" imgH="230199" progId="">
                  <p:embed/>
                </p:oleObj>
              </mc:Choice>
              <mc:Fallback>
                <p:oleObj r:id="rId10" imgW="140677" imgH="230199" progId="">
                  <p:embed/>
                  <p:pic>
                    <p:nvPicPr>
                      <p:cNvPr id="2053" name="Object 18">
                        <a:extLst>
                          <a:ext uri="{FF2B5EF4-FFF2-40B4-BE49-F238E27FC236}">
                            <a16:creationId xmlns:a16="http://schemas.microsoft.com/office/drawing/2014/main" id="{06FB16C6-E1FD-4E2F-8454-F59235E7998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59306" y="3554515"/>
                        <a:ext cx="166636" cy="268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9">
            <a:extLst>
              <a:ext uri="{FF2B5EF4-FFF2-40B4-BE49-F238E27FC236}">
                <a16:creationId xmlns:a16="http://schemas.microsoft.com/office/drawing/2014/main" id="{BA6886A2-EE11-4CF0-8640-73AA14848416}"/>
              </a:ext>
            </a:extLst>
          </p:cNvPr>
          <p:cNvGraphicFramePr>
            <a:graphicFrameLocks noChangeAspect="1"/>
          </p:cNvGraphicFramePr>
          <p:nvPr>
            <p:extLst>
              <p:ext uri="{D42A27DB-BD31-4B8C-83A1-F6EECF244321}">
                <p14:modId xmlns:p14="http://schemas.microsoft.com/office/powerpoint/2010/main" val="763550220"/>
              </p:ext>
            </p:extLst>
          </p:nvPr>
        </p:nvGraphicFramePr>
        <p:xfrm>
          <a:off x="5157789" y="3554514"/>
          <a:ext cx="187484" cy="240578"/>
        </p:xfrm>
        <a:graphic>
          <a:graphicData uri="http://schemas.openxmlformats.org/presentationml/2006/ole">
            <mc:AlternateContent xmlns:mc="http://schemas.openxmlformats.org/markup-compatibility/2006">
              <mc:Choice xmlns:v="urn:schemas-microsoft-com:vml" Requires="v">
                <p:oleObj name="Equation" r:id="rId12" imgW="139680" imgH="177480" progId="Equation.DSMT4">
                  <p:embed/>
                </p:oleObj>
              </mc:Choice>
              <mc:Fallback>
                <p:oleObj name="Equation" r:id="rId12" imgW="139680" imgH="177480" progId="Equation.DSMT4">
                  <p:embed/>
                  <p:pic>
                    <p:nvPicPr>
                      <p:cNvPr id="2054" name="Object 19">
                        <a:extLst>
                          <a:ext uri="{FF2B5EF4-FFF2-40B4-BE49-F238E27FC236}">
                            <a16:creationId xmlns:a16="http://schemas.microsoft.com/office/drawing/2014/main" id="{973E2BE7-E98D-4D12-AE3F-18A9972E54E6}"/>
                          </a:ext>
                        </a:extLst>
                      </p:cNvPr>
                      <p:cNvPicPr>
                        <a:picLocks noChangeAspect="1" noChangeArrowheads="1"/>
                      </p:cNvPicPr>
                      <p:nvPr/>
                    </p:nvPicPr>
                    <p:blipFill>
                      <a:blip r:embed="rId13"/>
                      <a:srcRect/>
                      <a:stretch>
                        <a:fillRect/>
                      </a:stretch>
                    </p:blipFill>
                    <p:spPr bwMode="auto">
                      <a:xfrm>
                        <a:off x="5157789" y="3554514"/>
                        <a:ext cx="187484" cy="240578"/>
                      </a:xfrm>
                      <a:prstGeom prst="rect">
                        <a:avLst/>
                      </a:prstGeom>
                      <a:noFill/>
                      <a:ln>
                        <a:noFill/>
                      </a:ln>
                    </p:spPr>
                  </p:pic>
                </p:oleObj>
              </mc:Fallback>
            </mc:AlternateContent>
          </a:graphicData>
        </a:graphic>
      </p:graphicFrame>
      <p:graphicFrame>
        <p:nvGraphicFramePr>
          <p:cNvPr id="13" name="Object 21">
            <a:extLst>
              <a:ext uri="{FF2B5EF4-FFF2-40B4-BE49-F238E27FC236}">
                <a16:creationId xmlns:a16="http://schemas.microsoft.com/office/drawing/2014/main" id="{ABEEFD56-8F7A-4991-A784-8EA8C13375E8}"/>
              </a:ext>
            </a:extLst>
          </p:cNvPr>
          <p:cNvGraphicFramePr>
            <a:graphicFrameLocks noChangeAspect="1"/>
          </p:cNvGraphicFramePr>
          <p:nvPr>
            <p:extLst>
              <p:ext uri="{D42A27DB-BD31-4B8C-83A1-F6EECF244321}">
                <p14:modId xmlns:p14="http://schemas.microsoft.com/office/powerpoint/2010/main" val="1399528761"/>
              </p:ext>
            </p:extLst>
          </p:nvPr>
        </p:nvGraphicFramePr>
        <p:xfrm>
          <a:off x="1602431" y="3771141"/>
          <a:ext cx="648691" cy="215437"/>
        </p:xfrm>
        <a:graphic>
          <a:graphicData uri="http://schemas.openxmlformats.org/presentationml/2006/ole">
            <mc:AlternateContent xmlns:mc="http://schemas.openxmlformats.org/markup-compatibility/2006">
              <mc:Choice xmlns:v="urn:schemas-microsoft-com:vml" Requires="v">
                <p:oleObj r:id="rId14" imgW="534560" imgH="229097" progId="">
                  <p:embed/>
                </p:oleObj>
              </mc:Choice>
              <mc:Fallback>
                <p:oleObj r:id="rId14" imgW="534560" imgH="229097" progId="">
                  <p:embed/>
                  <p:pic>
                    <p:nvPicPr>
                      <p:cNvPr id="2056" name="Object 21">
                        <a:extLst>
                          <a:ext uri="{FF2B5EF4-FFF2-40B4-BE49-F238E27FC236}">
                            <a16:creationId xmlns:a16="http://schemas.microsoft.com/office/drawing/2014/main" id="{8D32214D-09EC-4D23-B8B5-5D774CC663B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02431" y="3771141"/>
                        <a:ext cx="648691" cy="21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22">
            <a:extLst>
              <a:ext uri="{FF2B5EF4-FFF2-40B4-BE49-F238E27FC236}">
                <a16:creationId xmlns:a16="http://schemas.microsoft.com/office/drawing/2014/main" id="{52585D35-CC2B-4730-9B8E-7A527D4FE8F9}"/>
              </a:ext>
            </a:extLst>
          </p:cNvPr>
          <p:cNvGraphicFramePr>
            <a:graphicFrameLocks noChangeAspect="1"/>
          </p:cNvGraphicFramePr>
          <p:nvPr>
            <p:extLst>
              <p:ext uri="{D42A27DB-BD31-4B8C-83A1-F6EECF244321}">
                <p14:modId xmlns:p14="http://schemas.microsoft.com/office/powerpoint/2010/main" val="3561912428"/>
              </p:ext>
            </p:extLst>
          </p:nvPr>
        </p:nvGraphicFramePr>
        <p:xfrm>
          <a:off x="4140060" y="3771141"/>
          <a:ext cx="335653" cy="191632"/>
        </p:xfrm>
        <a:graphic>
          <a:graphicData uri="http://schemas.openxmlformats.org/presentationml/2006/ole">
            <mc:AlternateContent xmlns:mc="http://schemas.openxmlformats.org/markup-compatibility/2006">
              <mc:Choice xmlns:v="urn:schemas-microsoft-com:vml" Requires="v">
                <p:oleObj r:id="rId16" imgW="446049" imgH="254885" progId="">
                  <p:embed/>
                </p:oleObj>
              </mc:Choice>
              <mc:Fallback>
                <p:oleObj r:id="rId16" imgW="446049" imgH="254885" progId="">
                  <p:embed/>
                  <p:pic>
                    <p:nvPicPr>
                      <p:cNvPr id="2057" name="Object 22">
                        <a:extLst>
                          <a:ext uri="{FF2B5EF4-FFF2-40B4-BE49-F238E27FC236}">
                            <a16:creationId xmlns:a16="http://schemas.microsoft.com/office/drawing/2014/main" id="{1B7374A9-9269-40CC-9271-E739040C0298}"/>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40060" y="3771141"/>
                        <a:ext cx="335653" cy="191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23">
            <a:extLst>
              <a:ext uri="{FF2B5EF4-FFF2-40B4-BE49-F238E27FC236}">
                <a16:creationId xmlns:a16="http://schemas.microsoft.com/office/drawing/2014/main" id="{22D7B77B-3E96-47EE-9ACF-1D10CCC3ED36}"/>
              </a:ext>
            </a:extLst>
          </p:cNvPr>
          <p:cNvGraphicFramePr>
            <a:graphicFrameLocks noChangeAspect="1"/>
          </p:cNvGraphicFramePr>
          <p:nvPr>
            <p:extLst>
              <p:ext uri="{D42A27DB-BD31-4B8C-83A1-F6EECF244321}">
                <p14:modId xmlns:p14="http://schemas.microsoft.com/office/powerpoint/2010/main" val="2796883365"/>
              </p:ext>
            </p:extLst>
          </p:nvPr>
        </p:nvGraphicFramePr>
        <p:xfrm>
          <a:off x="4211960" y="4011964"/>
          <a:ext cx="875850" cy="191632"/>
        </p:xfrm>
        <a:graphic>
          <a:graphicData uri="http://schemas.openxmlformats.org/presentationml/2006/ole">
            <mc:AlternateContent xmlns:mc="http://schemas.openxmlformats.org/markup-compatibility/2006">
              <mc:Choice xmlns:v="urn:schemas-microsoft-com:vml" Requires="v">
                <p:oleObj r:id="rId18" imgW="852380" imgH="241720" progId="">
                  <p:embed/>
                </p:oleObj>
              </mc:Choice>
              <mc:Fallback>
                <p:oleObj r:id="rId18" imgW="852380" imgH="241720" progId="">
                  <p:embed/>
                  <p:pic>
                    <p:nvPicPr>
                      <p:cNvPr id="2058" name="Object 23">
                        <a:extLst>
                          <a:ext uri="{FF2B5EF4-FFF2-40B4-BE49-F238E27FC236}">
                            <a16:creationId xmlns:a16="http://schemas.microsoft.com/office/drawing/2014/main" id="{7DF8F46A-4B36-4D05-8974-2FD6E7A7956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211960" y="4011964"/>
                        <a:ext cx="875850" cy="191632"/>
                      </a:xfrm>
                      <a:prstGeom prst="rect">
                        <a:avLst/>
                      </a:prstGeom>
                      <a:noFill/>
                      <a:ln>
                        <a:noFill/>
                      </a:ln>
                    </p:spPr>
                  </p:pic>
                </p:oleObj>
              </mc:Fallback>
            </mc:AlternateContent>
          </a:graphicData>
        </a:graphic>
      </p:graphicFrame>
      <p:graphicFrame>
        <p:nvGraphicFramePr>
          <p:cNvPr id="16" name="Object 24">
            <a:extLst>
              <a:ext uri="{FF2B5EF4-FFF2-40B4-BE49-F238E27FC236}">
                <a16:creationId xmlns:a16="http://schemas.microsoft.com/office/drawing/2014/main" id="{04398924-24A5-4A2E-862C-569619AE394B}"/>
              </a:ext>
            </a:extLst>
          </p:cNvPr>
          <p:cNvGraphicFramePr>
            <a:graphicFrameLocks noChangeAspect="1"/>
          </p:cNvGraphicFramePr>
          <p:nvPr>
            <p:extLst>
              <p:ext uri="{D42A27DB-BD31-4B8C-83A1-F6EECF244321}">
                <p14:modId xmlns:p14="http://schemas.microsoft.com/office/powerpoint/2010/main" val="4290983575"/>
              </p:ext>
            </p:extLst>
          </p:nvPr>
        </p:nvGraphicFramePr>
        <p:xfrm>
          <a:off x="3252037" y="4178842"/>
          <a:ext cx="378502" cy="232100"/>
        </p:xfrm>
        <a:graphic>
          <a:graphicData uri="http://schemas.openxmlformats.org/presentationml/2006/ole">
            <mc:AlternateContent xmlns:mc="http://schemas.openxmlformats.org/markup-compatibility/2006">
              <mc:Choice xmlns:v="urn:schemas-microsoft-com:vml" Requires="v">
                <p:oleObj r:id="rId20" imgW="242775" imgH="242775" progId="">
                  <p:embed/>
                </p:oleObj>
              </mc:Choice>
              <mc:Fallback>
                <p:oleObj r:id="rId20" imgW="242775" imgH="242775" progId="">
                  <p:embed/>
                  <p:pic>
                    <p:nvPicPr>
                      <p:cNvPr id="2059" name="Object 24">
                        <a:extLst>
                          <a:ext uri="{FF2B5EF4-FFF2-40B4-BE49-F238E27FC236}">
                            <a16:creationId xmlns:a16="http://schemas.microsoft.com/office/drawing/2014/main" id="{95C6EF7A-F313-4691-86A0-0B55CAA4DF2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252037" y="4178842"/>
                        <a:ext cx="378502" cy="23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19">
            <a:extLst>
              <a:ext uri="{FF2B5EF4-FFF2-40B4-BE49-F238E27FC236}">
                <a16:creationId xmlns:a16="http://schemas.microsoft.com/office/drawing/2014/main" id="{CB14C61B-EBE8-2F27-ABF2-ABCBCE274FF1}"/>
              </a:ext>
            </a:extLst>
          </p:cNvPr>
          <p:cNvGraphicFramePr>
            <a:graphicFrameLocks noChangeAspect="1"/>
          </p:cNvGraphicFramePr>
          <p:nvPr>
            <p:extLst>
              <p:ext uri="{D42A27DB-BD31-4B8C-83A1-F6EECF244321}">
                <p14:modId xmlns:p14="http://schemas.microsoft.com/office/powerpoint/2010/main" val="2327568996"/>
              </p:ext>
            </p:extLst>
          </p:nvPr>
        </p:nvGraphicFramePr>
        <p:xfrm>
          <a:off x="5557838" y="3554413"/>
          <a:ext cx="169862" cy="241300"/>
        </p:xfrm>
        <a:graphic>
          <a:graphicData uri="http://schemas.openxmlformats.org/presentationml/2006/ole">
            <mc:AlternateContent xmlns:mc="http://schemas.openxmlformats.org/markup-compatibility/2006">
              <mc:Choice xmlns:v="urn:schemas-microsoft-com:vml" Requires="v">
                <p:oleObj name="Equation" r:id="rId22" imgW="126720" imgH="177480" progId="Equation.DSMT4">
                  <p:embed/>
                </p:oleObj>
              </mc:Choice>
              <mc:Fallback>
                <p:oleObj name="Equation" r:id="rId22" imgW="126720" imgH="177480" progId="Equation.DSMT4">
                  <p:embed/>
                  <p:pic>
                    <p:nvPicPr>
                      <p:cNvPr id="11" name="Object 19">
                        <a:extLst>
                          <a:ext uri="{FF2B5EF4-FFF2-40B4-BE49-F238E27FC236}">
                            <a16:creationId xmlns:a16="http://schemas.microsoft.com/office/drawing/2014/main" id="{BA6886A2-EE11-4CF0-8640-73AA14848416}"/>
                          </a:ext>
                        </a:extLst>
                      </p:cNvPr>
                      <p:cNvPicPr>
                        <a:picLocks noChangeAspect="1" noChangeArrowheads="1"/>
                      </p:cNvPicPr>
                      <p:nvPr/>
                    </p:nvPicPr>
                    <p:blipFill>
                      <a:blip r:embed="rId23"/>
                      <a:srcRect/>
                      <a:stretch>
                        <a:fillRect/>
                      </a:stretch>
                    </p:blipFill>
                    <p:spPr bwMode="auto">
                      <a:xfrm>
                        <a:off x="5557838" y="3554413"/>
                        <a:ext cx="169862" cy="24130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147796476"/>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3563888" y="163500"/>
            <a:ext cx="1832553" cy="584775"/>
          </a:xfrm>
          <a:prstGeom prst="rect">
            <a:avLst/>
          </a:prstGeom>
          <a:noFill/>
        </p:spPr>
        <p:txBody>
          <a:bodyPr wrap="none" rtlCol="0">
            <a:spAutoFit/>
          </a:bodyPr>
          <a:lstStyle/>
          <a:p>
            <a:pPr algn="ctr" defTabSz="822686">
              <a:defRPr/>
            </a:pPr>
            <a:r>
              <a:rPr lang="zh-CN" altLang="en-US" sz="3200" b="1" dirty="0">
                <a:latin typeface="+mn-ea"/>
              </a:rPr>
              <a:t>数据集成</a:t>
            </a:r>
          </a:p>
        </p:txBody>
      </p:sp>
      <p:pic>
        <p:nvPicPr>
          <p:cNvPr id="2" name="图片 1" descr="20100508053929509.png">
            <a:extLst>
              <a:ext uri="{FF2B5EF4-FFF2-40B4-BE49-F238E27FC236}">
                <a16:creationId xmlns:a16="http://schemas.microsoft.com/office/drawing/2014/main" id="{B8159409-A503-4442-9F2E-FE91B1E77507}"/>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7" name="Rectangle 3">
            <a:extLst>
              <a:ext uri="{FF2B5EF4-FFF2-40B4-BE49-F238E27FC236}">
                <a16:creationId xmlns:a16="http://schemas.microsoft.com/office/drawing/2014/main" id="{5EE3EB08-7ADB-403A-A816-43CA272B49F1}"/>
              </a:ext>
            </a:extLst>
          </p:cNvPr>
          <p:cNvSpPr txBox="1">
            <a:spLocks noChangeArrowheads="1"/>
          </p:cNvSpPr>
          <p:nvPr/>
        </p:nvSpPr>
        <p:spPr>
          <a:xfrm>
            <a:off x="432016" y="789013"/>
            <a:ext cx="8229600" cy="394218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ct val="20000"/>
              </a:spcBef>
              <a:buClr>
                <a:schemeClr val="folHlink"/>
              </a:buClr>
              <a:buSzPct val="60000"/>
              <a:buFont typeface="Wingdings" panose="05000000000000000000" pitchFamily="2" charset="2"/>
              <a:buChar char="Ø"/>
            </a:pPr>
            <a:r>
              <a:rPr lang="en-US" altLang="zh-CN" sz="2000" dirty="0">
                <a:solidFill>
                  <a:schemeClr val="tx1"/>
                </a:solidFill>
                <a:latin typeface="楷体" panose="02010609060101010101" pitchFamily="49" charset="-122"/>
                <a:ea typeface="楷体" panose="02010609060101010101" pitchFamily="49" charset="-122"/>
              </a:rPr>
              <a:t>1</a:t>
            </a:r>
            <a:r>
              <a:rPr lang="zh-CN" altLang="en-US" sz="2000" dirty="0">
                <a:solidFill>
                  <a:schemeClr val="tx1"/>
                </a:solidFill>
                <a:latin typeface="楷体" panose="02010609060101010101" pitchFamily="49" charset="-122"/>
                <a:ea typeface="楷体" panose="02010609060101010101" pitchFamily="49" charset="-122"/>
              </a:rPr>
              <a:t>.冗余问题</a:t>
            </a:r>
            <a:r>
              <a:rPr lang="en-US" altLang="zh-CN" sz="2000" dirty="0">
                <a:solidFill>
                  <a:schemeClr val="tx1"/>
                </a:solidFill>
                <a:latin typeface="楷体" panose="02010609060101010101" pitchFamily="49" charset="-122"/>
                <a:ea typeface="楷体" panose="02010609060101010101" pitchFamily="49" charset="-122"/>
              </a:rPr>
              <a:t>:</a:t>
            </a:r>
          </a:p>
          <a:p>
            <a:pPr>
              <a:spcBef>
                <a:spcPct val="20000"/>
              </a:spcBef>
              <a:buClr>
                <a:schemeClr val="folHlink"/>
              </a:buClr>
              <a:buSzPct val="60000"/>
              <a:buFont typeface="Wingdings" panose="05000000000000000000" pitchFamily="2" charset="2"/>
              <a:buChar char="Ø"/>
            </a:pPr>
            <a:r>
              <a:rPr lang="zh-CN" altLang="en-US" sz="2000" dirty="0">
                <a:solidFill>
                  <a:schemeClr val="tx1"/>
                </a:solidFill>
                <a:latin typeface="楷体" panose="02010609060101010101" pitchFamily="49" charset="-122"/>
                <a:ea typeface="楷体" panose="02010609060101010101" pitchFamily="49" charset="-122"/>
              </a:rPr>
              <a:t>相关性不意味着因果关系</a:t>
            </a:r>
          </a:p>
          <a:p>
            <a:pPr lvl="1">
              <a:spcBef>
                <a:spcPct val="20000"/>
              </a:spcBef>
              <a:buClr>
                <a:schemeClr val="hlink"/>
              </a:buClr>
              <a:buSzPct val="55000"/>
              <a:buFont typeface="Wingdings" panose="05000000000000000000" pitchFamily="2" charset="2"/>
              <a:buChar char="Ø"/>
            </a:pPr>
            <a:r>
              <a:rPr lang="en-US" altLang="zh-CN" sz="2000" dirty="0">
                <a:solidFill>
                  <a:schemeClr val="tx1"/>
                </a:solidFill>
                <a:latin typeface="楷体" panose="02010609060101010101" pitchFamily="49" charset="-122"/>
                <a:ea typeface="楷体" panose="02010609060101010101" pitchFamily="49" charset="-122"/>
              </a:rPr>
              <a:t>e.g. </a:t>
            </a:r>
            <a:r>
              <a:rPr lang="zh-CN" altLang="en-US" sz="2000" dirty="0">
                <a:solidFill>
                  <a:schemeClr val="tx1"/>
                </a:solidFill>
                <a:latin typeface="楷体" panose="02010609060101010101" pitchFamily="49" charset="-122"/>
                <a:ea typeface="楷体" panose="02010609060101010101" pitchFamily="49" charset="-122"/>
              </a:rPr>
              <a:t>我们发现一个地区的医院数和汽车盗窃数相关</a:t>
            </a:r>
            <a:endParaRPr lang="en-US" altLang="zh-CN" sz="2000" dirty="0">
              <a:solidFill>
                <a:schemeClr val="tx1"/>
              </a:solidFill>
              <a:latin typeface="楷体" panose="02010609060101010101" pitchFamily="49" charset="-122"/>
              <a:ea typeface="楷体" panose="02010609060101010101" pitchFamily="49" charset="-122"/>
            </a:endParaRPr>
          </a:p>
          <a:p>
            <a:pPr marL="457200" lvl="1" indent="0">
              <a:spcBef>
                <a:spcPct val="20000"/>
              </a:spcBef>
              <a:buClr>
                <a:schemeClr val="hlink"/>
              </a:buClr>
              <a:buSzPct val="55000"/>
              <a:buNone/>
            </a:pPr>
            <a:r>
              <a:rPr lang="en-US" altLang="zh-CN" sz="2000" dirty="0">
                <a:latin typeface="楷体" panose="02010609060101010101" pitchFamily="49" charset="-122"/>
                <a:ea typeface="楷体" panose="02010609060101010101" pitchFamily="49" charset="-122"/>
              </a:rPr>
              <a:t>	    </a:t>
            </a:r>
            <a:r>
              <a:rPr lang="zh-CN" altLang="en-US" sz="2000" dirty="0">
                <a:solidFill>
                  <a:schemeClr val="tx1"/>
                </a:solidFill>
                <a:latin typeface="楷体" panose="02010609060101010101" pitchFamily="49" charset="-122"/>
                <a:ea typeface="楷体" panose="02010609060101010101" pitchFamily="49" charset="-122"/>
              </a:rPr>
              <a:t>两者都必然的关联到第三个属性：人口</a:t>
            </a:r>
            <a:endParaRPr lang="en-US" altLang="zh-CN" sz="2000" dirty="0">
              <a:solidFill>
                <a:schemeClr val="tx1"/>
              </a:solidFill>
              <a:latin typeface="楷体" panose="02010609060101010101" pitchFamily="49" charset="-122"/>
              <a:ea typeface="楷体" panose="02010609060101010101" pitchFamily="49" charset="-122"/>
            </a:endParaRPr>
          </a:p>
          <a:p>
            <a:pPr marL="457200" lvl="1" indent="0">
              <a:spcBef>
                <a:spcPct val="20000"/>
              </a:spcBef>
              <a:buClr>
                <a:schemeClr val="hlink"/>
              </a:buClr>
              <a:buSzPct val="55000"/>
              <a:buNone/>
            </a:pPr>
            <a:r>
              <a:rPr lang="zh-CN" altLang="en-US" sz="2000" dirty="0">
                <a:solidFill>
                  <a:schemeClr val="tx1"/>
                </a:solidFill>
                <a:latin typeface="楷体" panose="02010609060101010101" pitchFamily="49" charset="-122"/>
                <a:ea typeface="楷体" panose="02010609060101010101" pitchFamily="49" charset="-122"/>
              </a:rPr>
              <a:t>如果A和B是相关的，这并不意味A导致B或B导致A。</a:t>
            </a:r>
            <a:endParaRPr lang="en-US" altLang="zh-CN" sz="2000" dirty="0">
              <a:solidFill>
                <a:schemeClr val="tx1"/>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474334440"/>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3563888" y="163500"/>
            <a:ext cx="1832553" cy="584775"/>
          </a:xfrm>
          <a:prstGeom prst="rect">
            <a:avLst/>
          </a:prstGeom>
          <a:noFill/>
        </p:spPr>
        <p:txBody>
          <a:bodyPr wrap="none" rtlCol="0">
            <a:spAutoFit/>
          </a:bodyPr>
          <a:lstStyle/>
          <a:p>
            <a:pPr algn="ctr" defTabSz="822686">
              <a:defRPr/>
            </a:pPr>
            <a:r>
              <a:rPr lang="zh-CN" altLang="en-US" sz="3200" b="1" dirty="0">
                <a:latin typeface="+mn-ea"/>
              </a:rPr>
              <a:t>数据集成</a:t>
            </a:r>
          </a:p>
        </p:txBody>
      </p:sp>
      <p:pic>
        <p:nvPicPr>
          <p:cNvPr id="2" name="图片 1" descr="20100508053929509.png">
            <a:extLst>
              <a:ext uri="{FF2B5EF4-FFF2-40B4-BE49-F238E27FC236}">
                <a16:creationId xmlns:a16="http://schemas.microsoft.com/office/drawing/2014/main" id="{B8159409-A503-4442-9F2E-FE91B1E77507}"/>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7" name="Rectangle 3">
            <a:extLst>
              <a:ext uri="{FF2B5EF4-FFF2-40B4-BE49-F238E27FC236}">
                <a16:creationId xmlns:a16="http://schemas.microsoft.com/office/drawing/2014/main" id="{5EE3EB08-7ADB-403A-A816-43CA272B49F1}"/>
              </a:ext>
            </a:extLst>
          </p:cNvPr>
          <p:cNvSpPr txBox="1">
            <a:spLocks noChangeArrowheads="1"/>
          </p:cNvSpPr>
          <p:nvPr/>
        </p:nvSpPr>
        <p:spPr>
          <a:xfrm>
            <a:off x="432016" y="789013"/>
            <a:ext cx="8229600" cy="339342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buFont typeface="Wingdings" panose="05000000000000000000" pitchFamily="2" charset="2"/>
              <a:buChar char="Ø"/>
            </a:pPr>
            <a:r>
              <a:rPr lang="en-US" altLang="zh-CN" sz="2400" dirty="0">
                <a:solidFill>
                  <a:schemeClr val="tx1"/>
                </a:solidFill>
                <a:latin typeface="楷体" panose="02010609060101010101" pitchFamily="49" charset="-122"/>
                <a:ea typeface="楷体" panose="02010609060101010101" pitchFamily="49" charset="-122"/>
              </a:rPr>
              <a:t>2</a:t>
            </a:r>
            <a:r>
              <a:rPr lang="zh-CN" altLang="en-US" sz="2400" dirty="0">
                <a:solidFill>
                  <a:schemeClr val="tx1"/>
                </a:solidFill>
                <a:latin typeface="楷体" panose="02010609060101010101" pitchFamily="49" charset="-122"/>
                <a:ea typeface="楷体" panose="02010609060101010101" pitchFamily="49" charset="-122"/>
              </a:rPr>
              <a:t>. 数据值冲突的检测与处理</a:t>
            </a:r>
          </a:p>
          <a:p>
            <a:pPr eaLnBrk="1" hangingPunct="1">
              <a:buFont typeface="Wingdings" panose="05000000000000000000" pitchFamily="2" charset="2"/>
              <a:buChar char="Ø"/>
            </a:pPr>
            <a:r>
              <a:rPr lang="zh-CN" altLang="en-US" sz="2400" dirty="0">
                <a:solidFill>
                  <a:schemeClr val="tx1"/>
                </a:solidFill>
                <a:latin typeface="楷体" panose="02010609060101010101" pitchFamily="49" charset="-122"/>
                <a:ea typeface="楷体" panose="02010609060101010101" pitchFamily="49" charset="-122"/>
              </a:rPr>
              <a:t> </a:t>
            </a:r>
            <a:r>
              <a:rPr lang="zh-CN" altLang="en-US" sz="2400" b="0" i="0" dirty="0">
                <a:solidFill>
                  <a:srgbClr val="333333"/>
                </a:solidFill>
                <a:effectLst/>
                <a:latin typeface="楷体" panose="02010609060101010101" pitchFamily="49" charset="-122"/>
                <a:ea typeface="楷体" panose="02010609060101010101" pitchFamily="49" charset="-122"/>
              </a:rPr>
              <a:t> 对于现实世界的同一实体，来自不同数据源的属性值可能不同，这可能是因为表示、尺度或编码不同。例如重量、尺寸等</a:t>
            </a:r>
            <a:r>
              <a:rPr lang="zh-CN" altLang="en-US" sz="2400" b="0" i="0" dirty="0">
                <a:solidFill>
                  <a:srgbClr val="FF0000"/>
                </a:solidFill>
                <a:effectLst/>
                <a:latin typeface="楷体" panose="02010609060101010101" pitchFamily="49" charset="-122"/>
                <a:ea typeface="楷体" panose="02010609060101010101" pitchFamily="49" charset="-122"/>
              </a:rPr>
              <a:t>度量单位</a:t>
            </a:r>
            <a:r>
              <a:rPr lang="zh-CN" altLang="en-US" sz="2400" b="0" i="0" dirty="0">
                <a:solidFill>
                  <a:srgbClr val="333333"/>
                </a:solidFill>
                <a:effectLst/>
                <a:latin typeface="楷体" panose="02010609060101010101" pitchFamily="49" charset="-122"/>
                <a:ea typeface="楷体" panose="02010609060101010101" pitchFamily="49" charset="-122"/>
              </a:rPr>
              <a:t>。</a:t>
            </a:r>
            <a:endParaRPr lang="zh-CN" altLang="en-US" sz="2400" dirty="0">
              <a:solidFill>
                <a:schemeClr val="tx1"/>
              </a:solidFill>
              <a:latin typeface="楷体" panose="02010609060101010101" pitchFamily="49" charset="-122"/>
              <a:ea typeface="楷体" panose="02010609060101010101" pitchFamily="49" charset="-122"/>
            </a:endParaRPr>
          </a:p>
          <a:p>
            <a:pPr lvl="1">
              <a:lnSpc>
                <a:spcPct val="90000"/>
              </a:lnSpc>
              <a:buFont typeface="Wingdings" panose="05000000000000000000" pitchFamily="2" charset="2"/>
              <a:buNone/>
              <a:defRPr/>
            </a:pPr>
            <a:endParaRPr lang="zh-CN" altLang="en-US" sz="1800" dirty="0"/>
          </a:p>
        </p:txBody>
      </p:sp>
    </p:spTree>
    <p:extLst>
      <p:ext uri="{BB962C8B-B14F-4D97-AF65-F5344CB8AC3E}">
        <p14:creationId xmlns:p14="http://schemas.microsoft.com/office/powerpoint/2010/main" val="1438853557"/>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椭圆 22"/>
          <p:cNvSpPr/>
          <p:nvPr/>
        </p:nvSpPr>
        <p:spPr>
          <a:xfrm>
            <a:off x="2267744" y="2570163"/>
            <a:ext cx="914846" cy="914846"/>
          </a:xfrm>
          <a:prstGeom prst="ellipse">
            <a:avLst/>
          </a:prstGeom>
          <a:noFill/>
          <a:ln w="9525">
            <a:gradFill>
              <a:gsLst>
                <a:gs pos="100000">
                  <a:srgbClr val="108692"/>
                </a:gs>
                <a:gs pos="0">
                  <a:srgbClr val="16B2C1"/>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8" name="矩形 17"/>
          <p:cNvSpPr/>
          <p:nvPr/>
        </p:nvSpPr>
        <p:spPr>
          <a:xfrm>
            <a:off x="4499992" y="2569582"/>
            <a:ext cx="3600400" cy="253916"/>
          </a:xfrm>
          <a:prstGeom prst="rect">
            <a:avLst/>
          </a:prstGeom>
        </p:spPr>
        <p:txBody>
          <a:bodyPr wrap="square" lIns="0">
            <a:spAutoFit/>
          </a:bodyPr>
          <a:lstStyle/>
          <a:p>
            <a:pPr lvl="0" fontAlgn="base">
              <a:spcBef>
                <a:spcPct val="0"/>
              </a:spcBef>
              <a:spcAft>
                <a:spcPct val="0"/>
              </a:spcAft>
            </a:pPr>
            <a:r>
              <a:rPr lang="en-US" altLang="en-US" sz="1050" dirty="0">
                <a:solidFill>
                  <a:schemeClr val="bg1">
                    <a:lumMod val="50000"/>
                  </a:schemeClr>
                </a:solidFill>
                <a:latin typeface="Arial" charset="0"/>
                <a:ea typeface="宋体" charset="-122"/>
              </a:rPr>
              <a:t>.</a:t>
            </a:r>
          </a:p>
        </p:txBody>
      </p:sp>
      <p:sp>
        <p:nvSpPr>
          <p:cNvPr id="19" name="矩形 18"/>
          <p:cNvSpPr/>
          <p:nvPr/>
        </p:nvSpPr>
        <p:spPr>
          <a:xfrm>
            <a:off x="4046686" y="1942882"/>
            <a:ext cx="4701778" cy="646331"/>
          </a:xfrm>
          <a:prstGeom prst="rect">
            <a:avLst/>
          </a:prstGeom>
        </p:spPr>
        <p:txBody>
          <a:bodyPr wrap="square" lIns="0">
            <a:spAutoFit/>
          </a:bodyPr>
          <a:lstStyle/>
          <a:p>
            <a:r>
              <a:rPr lang="zh-CN" altLang="en-US" sz="3600" dirty="0">
                <a:latin typeface="宋体" panose="02010600030101010101" pitchFamily="2" charset="-122"/>
              </a:rPr>
              <a:t>数据变换</a:t>
            </a:r>
          </a:p>
        </p:txBody>
      </p:sp>
      <p:sp>
        <p:nvSpPr>
          <p:cNvPr id="13" name="椭圆 12"/>
          <p:cNvSpPr/>
          <p:nvPr/>
        </p:nvSpPr>
        <p:spPr>
          <a:xfrm>
            <a:off x="1403648" y="1418828"/>
            <a:ext cx="1580828" cy="1580828"/>
          </a:xfrm>
          <a:prstGeom prst="ellipse">
            <a:avLst/>
          </a:prstGeom>
          <a:noFill/>
          <a:ln w="9525">
            <a:gradFill>
              <a:gsLst>
                <a:gs pos="100000">
                  <a:srgbClr val="89A13D"/>
                </a:gs>
                <a:gs pos="0">
                  <a:srgbClr val="B2D138"/>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4" name="椭圆 13"/>
          <p:cNvSpPr/>
          <p:nvPr/>
        </p:nvSpPr>
        <p:spPr>
          <a:xfrm>
            <a:off x="-828600" y="3867100"/>
            <a:ext cx="2079426" cy="2079426"/>
          </a:xfrm>
          <a:prstGeom prst="ellipse">
            <a:avLst/>
          </a:prstGeom>
          <a:noFill/>
          <a:ln w="9525">
            <a:gradFill>
              <a:gsLst>
                <a:gs pos="100000">
                  <a:srgbClr val="138F81"/>
                </a:gs>
                <a:gs pos="0">
                  <a:srgbClr val="19BAA9"/>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5" name="椭圆 14"/>
          <p:cNvSpPr/>
          <p:nvPr/>
        </p:nvSpPr>
        <p:spPr>
          <a:xfrm>
            <a:off x="971600" y="2138908"/>
            <a:ext cx="628674" cy="628674"/>
          </a:xfrm>
          <a:prstGeom prst="ellipse">
            <a:avLst/>
          </a:prstGeom>
          <a:noFill/>
          <a:ln w="9525">
            <a:gradFill>
              <a:gsLst>
                <a:gs pos="100000">
                  <a:srgbClr val="E33F24"/>
                </a:gs>
                <a:gs pos="0">
                  <a:srgbClr val="F26434"/>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7" name="椭圆 16"/>
          <p:cNvSpPr/>
          <p:nvPr/>
        </p:nvSpPr>
        <p:spPr>
          <a:xfrm>
            <a:off x="7452320" y="4493841"/>
            <a:ext cx="1296144" cy="1296144"/>
          </a:xfrm>
          <a:prstGeom prst="ellipse">
            <a:avLst/>
          </a:prstGeom>
          <a:noFill/>
          <a:ln w="9525">
            <a:gradFill>
              <a:gsLst>
                <a:gs pos="100000">
                  <a:srgbClr val="108692"/>
                </a:gs>
                <a:gs pos="0">
                  <a:srgbClr val="16B2C1"/>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21" name="椭圆 20"/>
          <p:cNvSpPr/>
          <p:nvPr/>
        </p:nvSpPr>
        <p:spPr>
          <a:xfrm>
            <a:off x="3419872" y="1850876"/>
            <a:ext cx="347246" cy="347246"/>
          </a:xfrm>
          <a:prstGeom prst="ellipse">
            <a:avLst/>
          </a:prstGeom>
          <a:noFill/>
          <a:ln w="9525">
            <a:gradFill>
              <a:gsLst>
                <a:gs pos="100000">
                  <a:srgbClr val="E33F24"/>
                </a:gs>
                <a:gs pos="0">
                  <a:srgbClr val="F26434"/>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3" name="椭圆 2"/>
          <p:cNvSpPr/>
          <p:nvPr/>
        </p:nvSpPr>
        <p:spPr>
          <a:xfrm>
            <a:off x="2383207" y="2157663"/>
            <a:ext cx="825000" cy="825000"/>
          </a:xfrm>
          <a:prstGeom prst="ellipse">
            <a:avLst/>
          </a:prstGeom>
          <a:solidFill>
            <a:schemeClr val="accent6">
              <a:lumMod val="75000"/>
            </a:schemeClr>
          </a:solidFill>
          <a:ln w="25400">
            <a:solidFill>
              <a:schemeClr val="accent6">
                <a:lumMod val="60000"/>
                <a:lumOff val="40000"/>
              </a:schemeClr>
            </a:soli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4" name="TextBox 3"/>
          <p:cNvSpPr txBox="1"/>
          <p:nvPr/>
        </p:nvSpPr>
        <p:spPr>
          <a:xfrm>
            <a:off x="2339752" y="2216220"/>
            <a:ext cx="911910" cy="707886"/>
          </a:xfrm>
          <a:prstGeom prst="rect">
            <a:avLst/>
          </a:prstGeom>
          <a:noFill/>
          <a:ln>
            <a:solidFill>
              <a:schemeClr val="accent6"/>
            </a:solidFill>
          </a:ln>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5</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22" name="椭圆 21"/>
          <p:cNvSpPr/>
          <p:nvPr/>
        </p:nvSpPr>
        <p:spPr>
          <a:xfrm>
            <a:off x="8621662" y="4803204"/>
            <a:ext cx="864840" cy="864840"/>
          </a:xfrm>
          <a:prstGeom prst="ellipse">
            <a:avLst/>
          </a:prstGeom>
          <a:noFill/>
          <a:ln w="9525">
            <a:gradFill>
              <a:gsLst>
                <a:gs pos="100000">
                  <a:srgbClr val="89A13D"/>
                </a:gs>
                <a:gs pos="0">
                  <a:srgbClr val="B2D138"/>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pic>
        <p:nvPicPr>
          <p:cNvPr id="16" name="图片 15" descr="20100508053929509.png">
            <a:extLst>
              <a:ext uri="{FF2B5EF4-FFF2-40B4-BE49-F238E27FC236}">
                <a16:creationId xmlns:a16="http://schemas.microsoft.com/office/drawing/2014/main" id="{F8CB7A02-CE05-4B5E-B196-9C45A079F667}"/>
              </a:ext>
            </a:extLst>
          </p:cNvPr>
          <p:cNvPicPr>
            <a:picLocks noChangeAspect="1"/>
          </p:cNvPicPr>
          <p:nvPr/>
        </p:nvPicPr>
        <p:blipFill>
          <a:blip r:embed="rId3" cstate="print"/>
          <a:stretch>
            <a:fillRect/>
          </a:stretch>
        </p:blipFill>
        <p:spPr>
          <a:xfrm>
            <a:off x="-32" y="64578"/>
            <a:ext cx="864096" cy="864096"/>
          </a:xfrm>
          <a:prstGeom prst="rect">
            <a:avLst/>
          </a:prstGeom>
        </p:spPr>
      </p:pic>
    </p:spTree>
    <p:extLst>
      <p:ext uri="{BB962C8B-B14F-4D97-AF65-F5344CB8AC3E}">
        <p14:creationId xmlns:p14="http://schemas.microsoft.com/office/powerpoint/2010/main" val="3018843774"/>
      </p:ext>
    </p:extLst>
  </p:cSld>
  <p:clrMapOvr>
    <a:masterClrMapping/>
  </p:clrMapOvr>
  <mc:AlternateContent xmlns:mc="http://schemas.openxmlformats.org/markup-compatibility/2006" xmlns:p14="http://schemas.microsoft.com/office/powerpoint/2010/main">
    <mc:Choice Requires="p14">
      <p:transition spd="slow" p14:dur="1200" advTm="0">
        <p14:flip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 fill="hold"/>
                                            <p:tgtEl>
                                              <p:spTgt spid="3"/>
                                            </p:tgtEl>
                                            <p:attrNameLst>
                                              <p:attrName>ppt_w</p:attrName>
                                            </p:attrNameLst>
                                          </p:cBhvr>
                                          <p:tavLst>
                                            <p:tav tm="0">
                                              <p:val>
                                                <p:fltVal val="0"/>
                                              </p:val>
                                            </p:tav>
                                            <p:tav tm="100000">
                                              <p:val>
                                                <p:strVal val="#ppt_w"/>
                                              </p:val>
                                            </p:tav>
                                          </p:tavLst>
                                        </p:anim>
                                        <p:anim calcmode="lin" valueType="num">
                                          <p:cBhvr>
                                            <p:cTn id="8" dur="300" fill="hold"/>
                                            <p:tgtEl>
                                              <p:spTgt spid="3"/>
                                            </p:tgtEl>
                                            <p:attrNameLst>
                                              <p:attrName>ppt_h</p:attrName>
                                            </p:attrNameLst>
                                          </p:cBhvr>
                                          <p:tavLst>
                                            <p:tav tm="0">
                                              <p:val>
                                                <p:fltVal val="0"/>
                                              </p:val>
                                            </p:tav>
                                            <p:tav tm="100000">
                                              <p:val>
                                                <p:strVal val="#ppt_h"/>
                                              </p:val>
                                            </p:tav>
                                          </p:tavLst>
                                        </p:anim>
                                        <p:animEffect transition="in" filter="fade">
                                          <p:cBhvr>
                                            <p:cTn id="9" dur="300"/>
                                            <p:tgtEl>
                                              <p:spTgt spid="3"/>
                                            </p:tgtEl>
                                          </p:cBhvr>
                                        </p:animEffect>
                                      </p:childTnLst>
                                    </p:cTn>
                                  </p:par>
                                  <p:par>
                                    <p:cTn id="10" presetID="6" presetClass="emph" presetSubtype="0" autoRev="1" fill="hold" grpId="1" nodeType="withEffect">
                                      <p:stCondLst>
                                        <p:cond delay="300"/>
                                      </p:stCondLst>
                                      <p:childTnLst>
                                        <p:animScale>
                                          <p:cBhvr>
                                            <p:cTn id="11" dur="150" fill="hold"/>
                                            <p:tgtEl>
                                              <p:spTgt spid="3"/>
                                            </p:tgtEl>
                                          </p:cBhvr>
                                          <p:by x="110000" y="110000"/>
                                        </p:animScale>
                                      </p:childTnLst>
                                    </p:cTn>
                                  </p:par>
                                  <p:par>
                                    <p:cTn id="12" presetID="53" presetClass="entr" presetSubtype="16" fill="hold" grpId="0" nodeType="withEffect">
                                      <p:stCondLst>
                                        <p:cond delay="200"/>
                                      </p:stCondLst>
                                      <p:childTnLst>
                                        <p:set>
                                          <p:cBhvr>
                                            <p:cTn id="13" dur="1" fill="hold">
                                              <p:stCondLst>
                                                <p:cond delay="0"/>
                                              </p:stCondLst>
                                            </p:cTn>
                                            <p:tgtEl>
                                              <p:spTgt spid="4"/>
                                            </p:tgtEl>
                                            <p:attrNameLst>
                                              <p:attrName>style.visibility</p:attrName>
                                            </p:attrNameLst>
                                          </p:cBhvr>
                                          <p:to>
                                            <p:strVal val="visible"/>
                                          </p:to>
                                        </p:set>
                                        <p:anim calcmode="lin" valueType="num">
                                          <p:cBhvr>
                                            <p:cTn id="14" dur="300" fill="hold"/>
                                            <p:tgtEl>
                                              <p:spTgt spid="4"/>
                                            </p:tgtEl>
                                            <p:attrNameLst>
                                              <p:attrName>ppt_w</p:attrName>
                                            </p:attrNameLst>
                                          </p:cBhvr>
                                          <p:tavLst>
                                            <p:tav tm="0">
                                              <p:val>
                                                <p:fltVal val="0"/>
                                              </p:val>
                                            </p:tav>
                                            <p:tav tm="100000">
                                              <p:val>
                                                <p:strVal val="#ppt_w"/>
                                              </p:val>
                                            </p:tav>
                                          </p:tavLst>
                                        </p:anim>
                                        <p:anim calcmode="lin" valueType="num">
                                          <p:cBhvr>
                                            <p:cTn id="15" dur="300" fill="hold"/>
                                            <p:tgtEl>
                                              <p:spTgt spid="4"/>
                                            </p:tgtEl>
                                            <p:attrNameLst>
                                              <p:attrName>ppt_h</p:attrName>
                                            </p:attrNameLst>
                                          </p:cBhvr>
                                          <p:tavLst>
                                            <p:tav tm="0">
                                              <p:val>
                                                <p:fltVal val="0"/>
                                              </p:val>
                                            </p:tav>
                                            <p:tav tm="100000">
                                              <p:val>
                                                <p:strVal val="#ppt_h"/>
                                              </p:val>
                                            </p:tav>
                                          </p:tavLst>
                                        </p:anim>
                                        <p:animEffect transition="in" filter="fade">
                                          <p:cBhvr>
                                            <p:cTn id="16" dur="300"/>
                                            <p:tgtEl>
                                              <p:spTgt spid="4"/>
                                            </p:tgtEl>
                                          </p:cBhvr>
                                        </p:animEffect>
                                      </p:childTnLst>
                                    </p:cTn>
                                  </p:par>
                                  <p:par>
                                    <p:cTn id="17" presetID="6" presetClass="emph" presetSubtype="0" autoRev="1" fill="hold" grpId="1" nodeType="withEffect">
                                      <p:stCondLst>
                                        <p:cond delay="500"/>
                                      </p:stCondLst>
                                      <p:childTnLst>
                                        <p:animScale>
                                          <p:cBhvr>
                                            <p:cTn id="18" dur="150" fill="hold"/>
                                            <p:tgtEl>
                                              <p:spTgt spid="4"/>
                                            </p:tgtEl>
                                          </p:cBhvr>
                                          <p:by x="110000" y="110000"/>
                                        </p:animScale>
                                      </p:childTnLst>
                                    </p:cTn>
                                  </p:par>
                                  <p:par>
                                    <p:cTn id="19" presetID="2" presetClass="entr" presetSubtype="2" fill="hold" grpId="0" nodeType="withEffect" p14:presetBounceEnd="58333">
                                      <p:stCondLst>
                                        <p:cond delay="600"/>
                                      </p:stCondLst>
                                      <p:childTnLst>
                                        <p:set>
                                          <p:cBhvr>
                                            <p:cTn id="20" dur="1" fill="hold">
                                              <p:stCondLst>
                                                <p:cond delay="0"/>
                                              </p:stCondLst>
                                            </p:cTn>
                                            <p:tgtEl>
                                              <p:spTgt spid="19"/>
                                            </p:tgtEl>
                                            <p:attrNameLst>
                                              <p:attrName>style.visibility</p:attrName>
                                            </p:attrNameLst>
                                          </p:cBhvr>
                                          <p:to>
                                            <p:strVal val="visible"/>
                                          </p:to>
                                        </p:set>
                                        <p:anim calcmode="lin" valueType="num" p14:bounceEnd="58333">
                                          <p:cBhvr additive="base">
                                            <p:cTn id="21" dur="600" fill="hold"/>
                                            <p:tgtEl>
                                              <p:spTgt spid="19"/>
                                            </p:tgtEl>
                                            <p:attrNameLst>
                                              <p:attrName>ppt_x</p:attrName>
                                            </p:attrNameLst>
                                          </p:cBhvr>
                                          <p:tavLst>
                                            <p:tav tm="0">
                                              <p:val>
                                                <p:strVal val="1+#ppt_w/2"/>
                                              </p:val>
                                            </p:tav>
                                            <p:tav tm="100000">
                                              <p:val>
                                                <p:strVal val="#ppt_x"/>
                                              </p:val>
                                            </p:tav>
                                          </p:tavLst>
                                        </p:anim>
                                        <p:anim calcmode="lin" valueType="num" p14:bounceEnd="58333">
                                          <p:cBhvr additive="base">
                                            <p:cTn id="22" dur="600" fill="hold"/>
                                            <p:tgtEl>
                                              <p:spTgt spid="19"/>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14:presetBounceEnd="58333">
                                      <p:stCondLst>
                                        <p:cond delay="700"/>
                                      </p:stCondLst>
                                      <p:childTnLst>
                                        <p:set>
                                          <p:cBhvr>
                                            <p:cTn id="24" dur="1" fill="hold">
                                              <p:stCondLst>
                                                <p:cond delay="0"/>
                                              </p:stCondLst>
                                            </p:cTn>
                                            <p:tgtEl>
                                              <p:spTgt spid="18"/>
                                            </p:tgtEl>
                                            <p:attrNameLst>
                                              <p:attrName>style.visibility</p:attrName>
                                            </p:attrNameLst>
                                          </p:cBhvr>
                                          <p:to>
                                            <p:strVal val="visible"/>
                                          </p:to>
                                        </p:set>
                                        <p:anim calcmode="lin" valueType="num" p14:bounceEnd="58333">
                                          <p:cBhvr additive="base">
                                            <p:cTn id="25" dur="600" fill="hold"/>
                                            <p:tgtEl>
                                              <p:spTgt spid="18"/>
                                            </p:tgtEl>
                                            <p:attrNameLst>
                                              <p:attrName>ppt_x</p:attrName>
                                            </p:attrNameLst>
                                          </p:cBhvr>
                                          <p:tavLst>
                                            <p:tav tm="0">
                                              <p:val>
                                                <p:strVal val="1+#ppt_w/2"/>
                                              </p:val>
                                            </p:tav>
                                            <p:tav tm="100000">
                                              <p:val>
                                                <p:strVal val="#ppt_x"/>
                                              </p:val>
                                            </p:tav>
                                          </p:tavLst>
                                        </p:anim>
                                        <p:anim calcmode="lin" valueType="num" p14:bounceEnd="58333">
                                          <p:cBhvr additive="base">
                                            <p:cTn id="26" dur="600" fill="hold"/>
                                            <p:tgtEl>
                                              <p:spTgt spid="18"/>
                                            </p:tgtEl>
                                            <p:attrNameLst>
                                              <p:attrName>ppt_y</p:attrName>
                                            </p:attrNameLst>
                                          </p:cBhvr>
                                          <p:tavLst>
                                            <p:tav tm="0">
                                              <p:val>
                                                <p:strVal val="#ppt_y"/>
                                              </p:val>
                                            </p:tav>
                                            <p:tav tm="100000">
                                              <p:val>
                                                <p:strVal val="#ppt_y"/>
                                              </p:val>
                                            </p:tav>
                                          </p:tavLst>
                                        </p:anim>
                                      </p:childTnLst>
                                    </p:cTn>
                                  </p:par>
                                  <p:par>
                                    <p:cTn id="27" presetID="53" presetClass="entr" presetSubtype="16"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p:cTn id="29" dur="300" fill="hold"/>
                                            <p:tgtEl>
                                              <p:spTgt spid="15"/>
                                            </p:tgtEl>
                                            <p:attrNameLst>
                                              <p:attrName>ppt_w</p:attrName>
                                            </p:attrNameLst>
                                          </p:cBhvr>
                                          <p:tavLst>
                                            <p:tav tm="0">
                                              <p:val>
                                                <p:fltVal val="0"/>
                                              </p:val>
                                            </p:tav>
                                            <p:tav tm="100000">
                                              <p:val>
                                                <p:strVal val="#ppt_w"/>
                                              </p:val>
                                            </p:tav>
                                          </p:tavLst>
                                        </p:anim>
                                        <p:anim calcmode="lin" valueType="num">
                                          <p:cBhvr>
                                            <p:cTn id="30" dur="300" fill="hold"/>
                                            <p:tgtEl>
                                              <p:spTgt spid="15"/>
                                            </p:tgtEl>
                                            <p:attrNameLst>
                                              <p:attrName>ppt_h</p:attrName>
                                            </p:attrNameLst>
                                          </p:cBhvr>
                                          <p:tavLst>
                                            <p:tav tm="0">
                                              <p:val>
                                                <p:fltVal val="0"/>
                                              </p:val>
                                            </p:tav>
                                            <p:tav tm="100000">
                                              <p:val>
                                                <p:strVal val="#ppt_h"/>
                                              </p:val>
                                            </p:tav>
                                          </p:tavLst>
                                        </p:anim>
                                        <p:animEffect transition="in" filter="fade">
                                          <p:cBhvr>
                                            <p:cTn id="31" dur="300"/>
                                            <p:tgtEl>
                                              <p:spTgt spid="15"/>
                                            </p:tgtEl>
                                          </p:cBhvr>
                                        </p:animEffect>
                                      </p:childTnLst>
                                    </p:cTn>
                                  </p:par>
                                  <p:par>
                                    <p:cTn id="32" presetID="6" presetClass="emph" presetSubtype="0" autoRev="1" fill="hold" grpId="1" nodeType="withEffect">
                                      <p:stCondLst>
                                        <p:cond delay="300"/>
                                      </p:stCondLst>
                                      <p:childTnLst>
                                        <p:animScale>
                                          <p:cBhvr>
                                            <p:cTn id="33" dur="150" fill="hold"/>
                                            <p:tgtEl>
                                              <p:spTgt spid="15"/>
                                            </p:tgtEl>
                                          </p:cBhvr>
                                          <p:by x="110000" y="110000"/>
                                        </p:animScale>
                                      </p:childTnLst>
                                    </p:cTn>
                                  </p:par>
                                  <p:par>
                                    <p:cTn id="34" presetID="53" presetClass="entr" presetSubtype="16" fill="hold" grpId="0" nodeType="withEffect">
                                      <p:stCondLst>
                                        <p:cond delay="300"/>
                                      </p:stCondLst>
                                      <p:childTnLst>
                                        <p:set>
                                          <p:cBhvr>
                                            <p:cTn id="35" dur="1" fill="hold">
                                              <p:stCondLst>
                                                <p:cond delay="0"/>
                                              </p:stCondLst>
                                            </p:cTn>
                                            <p:tgtEl>
                                              <p:spTgt spid="14"/>
                                            </p:tgtEl>
                                            <p:attrNameLst>
                                              <p:attrName>style.visibility</p:attrName>
                                            </p:attrNameLst>
                                          </p:cBhvr>
                                          <p:to>
                                            <p:strVal val="visible"/>
                                          </p:to>
                                        </p:set>
                                        <p:anim calcmode="lin" valueType="num">
                                          <p:cBhvr>
                                            <p:cTn id="36" dur="300" fill="hold"/>
                                            <p:tgtEl>
                                              <p:spTgt spid="14"/>
                                            </p:tgtEl>
                                            <p:attrNameLst>
                                              <p:attrName>ppt_w</p:attrName>
                                            </p:attrNameLst>
                                          </p:cBhvr>
                                          <p:tavLst>
                                            <p:tav tm="0">
                                              <p:val>
                                                <p:fltVal val="0"/>
                                              </p:val>
                                            </p:tav>
                                            <p:tav tm="100000">
                                              <p:val>
                                                <p:strVal val="#ppt_w"/>
                                              </p:val>
                                            </p:tav>
                                          </p:tavLst>
                                        </p:anim>
                                        <p:anim calcmode="lin" valueType="num">
                                          <p:cBhvr>
                                            <p:cTn id="37" dur="300" fill="hold"/>
                                            <p:tgtEl>
                                              <p:spTgt spid="14"/>
                                            </p:tgtEl>
                                            <p:attrNameLst>
                                              <p:attrName>ppt_h</p:attrName>
                                            </p:attrNameLst>
                                          </p:cBhvr>
                                          <p:tavLst>
                                            <p:tav tm="0">
                                              <p:val>
                                                <p:fltVal val="0"/>
                                              </p:val>
                                            </p:tav>
                                            <p:tav tm="100000">
                                              <p:val>
                                                <p:strVal val="#ppt_h"/>
                                              </p:val>
                                            </p:tav>
                                          </p:tavLst>
                                        </p:anim>
                                        <p:animEffect transition="in" filter="fade">
                                          <p:cBhvr>
                                            <p:cTn id="38" dur="300"/>
                                            <p:tgtEl>
                                              <p:spTgt spid="14"/>
                                            </p:tgtEl>
                                          </p:cBhvr>
                                        </p:animEffect>
                                      </p:childTnLst>
                                    </p:cTn>
                                  </p:par>
                                  <p:par>
                                    <p:cTn id="39" presetID="6" presetClass="emph" presetSubtype="0" autoRev="1" fill="hold" grpId="1" nodeType="withEffect">
                                      <p:stCondLst>
                                        <p:cond delay="600"/>
                                      </p:stCondLst>
                                      <p:childTnLst>
                                        <p:animScale>
                                          <p:cBhvr>
                                            <p:cTn id="40" dur="150" fill="hold"/>
                                            <p:tgtEl>
                                              <p:spTgt spid="14"/>
                                            </p:tgtEl>
                                          </p:cBhvr>
                                          <p:by x="110000" y="110000"/>
                                        </p:animScale>
                                      </p:childTnLst>
                                    </p:cTn>
                                  </p:par>
                                  <p:par>
                                    <p:cTn id="41" presetID="53" presetClass="entr" presetSubtype="16" fill="hold" grpId="0" nodeType="withEffect">
                                      <p:stCondLst>
                                        <p:cond delay="100"/>
                                      </p:stCondLst>
                                      <p:childTnLst>
                                        <p:set>
                                          <p:cBhvr>
                                            <p:cTn id="42" dur="1" fill="hold">
                                              <p:stCondLst>
                                                <p:cond delay="0"/>
                                              </p:stCondLst>
                                            </p:cTn>
                                            <p:tgtEl>
                                              <p:spTgt spid="13"/>
                                            </p:tgtEl>
                                            <p:attrNameLst>
                                              <p:attrName>style.visibility</p:attrName>
                                            </p:attrNameLst>
                                          </p:cBhvr>
                                          <p:to>
                                            <p:strVal val="visible"/>
                                          </p:to>
                                        </p:set>
                                        <p:anim calcmode="lin" valueType="num">
                                          <p:cBhvr>
                                            <p:cTn id="43" dur="300" fill="hold"/>
                                            <p:tgtEl>
                                              <p:spTgt spid="13"/>
                                            </p:tgtEl>
                                            <p:attrNameLst>
                                              <p:attrName>ppt_w</p:attrName>
                                            </p:attrNameLst>
                                          </p:cBhvr>
                                          <p:tavLst>
                                            <p:tav tm="0">
                                              <p:val>
                                                <p:fltVal val="0"/>
                                              </p:val>
                                            </p:tav>
                                            <p:tav tm="100000">
                                              <p:val>
                                                <p:strVal val="#ppt_w"/>
                                              </p:val>
                                            </p:tav>
                                          </p:tavLst>
                                        </p:anim>
                                        <p:anim calcmode="lin" valueType="num">
                                          <p:cBhvr>
                                            <p:cTn id="44" dur="300" fill="hold"/>
                                            <p:tgtEl>
                                              <p:spTgt spid="13"/>
                                            </p:tgtEl>
                                            <p:attrNameLst>
                                              <p:attrName>ppt_h</p:attrName>
                                            </p:attrNameLst>
                                          </p:cBhvr>
                                          <p:tavLst>
                                            <p:tav tm="0">
                                              <p:val>
                                                <p:fltVal val="0"/>
                                              </p:val>
                                            </p:tav>
                                            <p:tav tm="100000">
                                              <p:val>
                                                <p:strVal val="#ppt_h"/>
                                              </p:val>
                                            </p:tav>
                                          </p:tavLst>
                                        </p:anim>
                                        <p:animEffect transition="in" filter="fade">
                                          <p:cBhvr>
                                            <p:cTn id="45" dur="300"/>
                                            <p:tgtEl>
                                              <p:spTgt spid="13"/>
                                            </p:tgtEl>
                                          </p:cBhvr>
                                        </p:animEffect>
                                      </p:childTnLst>
                                    </p:cTn>
                                  </p:par>
                                  <p:par>
                                    <p:cTn id="46" presetID="6" presetClass="emph" presetSubtype="0" autoRev="1" fill="hold" grpId="1" nodeType="withEffect">
                                      <p:stCondLst>
                                        <p:cond delay="400"/>
                                      </p:stCondLst>
                                      <p:childTnLst>
                                        <p:animScale>
                                          <p:cBhvr>
                                            <p:cTn id="47" dur="150" fill="hold"/>
                                            <p:tgtEl>
                                              <p:spTgt spid="13"/>
                                            </p:tgtEl>
                                          </p:cBhvr>
                                          <p:by x="110000" y="110000"/>
                                        </p:animScale>
                                      </p:childTnLst>
                                    </p:cTn>
                                  </p:par>
                                  <p:par>
                                    <p:cTn id="48" presetID="53" presetClass="entr" presetSubtype="16" fill="hold" grpId="0" nodeType="withEffect">
                                      <p:stCondLst>
                                        <p:cond delay="400"/>
                                      </p:stCondLst>
                                      <p:childTnLst>
                                        <p:set>
                                          <p:cBhvr>
                                            <p:cTn id="49" dur="1" fill="hold">
                                              <p:stCondLst>
                                                <p:cond delay="0"/>
                                              </p:stCondLst>
                                            </p:cTn>
                                            <p:tgtEl>
                                              <p:spTgt spid="17"/>
                                            </p:tgtEl>
                                            <p:attrNameLst>
                                              <p:attrName>style.visibility</p:attrName>
                                            </p:attrNameLst>
                                          </p:cBhvr>
                                          <p:to>
                                            <p:strVal val="visible"/>
                                          </p:to>
                                        </p:set>
                                        <p:anim calcmode="lin" valueType="num">
                                          <p:cBhvr>
                                            <p:cTn id="50" dur="300" fill="hold"/>
                                            <p:tgtEl>
                                              <p:spTgt spid="17"/>
                                            </p:tgtEl>
                                            <p:attrNameLst>
                                              <p:attrName>ppt_w</p:attrName>
                                            </p:attrNameLst>
                                          </p:cBhvr>
                                          <p:tavLst>
                                            <p:tav tm="0">
                                              <p:val>
                                                <p:fltVal val="0"/>
                                              </p:val>
                                            </p:tav>
                                            <p:tav tm="100000">
                                              <p:val>
                                                <p:strVal val="#ppt_w"/>
                                              </p:val>
                                            </p:tav>
                                          </p:tavLst>
                                        </p:anim>
                                        <p:anim calcmode="lin" valueType="num">
                                          <p:cBhvr>
                                            <p:cTn id="51" dur="300" fill="hold"/>
                                            <p:tgtEl>
                                              <p:spTgt spid="17"/>
                                            </p:tgtEl>
                                            <p:attrNameLst>
                                              <p:attrName>ppt_h</p:attrName>
                                            </p:attrNameLst>
                                          </p:cBhvr>
                                          <p:tavLst>
                                            <p:tav tm="0">
                                              <p:val>
                                                <p:fltVal val="0"/>
                                              </p:val>
                                            </p:tav>
                                            <p:tav tm="100000">
                                              <p:val>
                                                <p:strVal val="#ppt_h"/>
                                              </p:val>
                                            </p:tav>
                                          </p:tavLst>
                                        </p:anim>
                                        <p:animEffect transition="in" filter="fade">
                                          <p:cBhvr>
                                            <p:cTn id="52" dur="300"/>
                                            <p:tgtEl>
                                              <p:spTgt spid="17"/>
                                            </p:tgtEl>
                                          </p:cBhvr>
                                        </p:animEffect>
                                      </p:childTnLst>
                                    </p:cTn>
                                  </p:par>
                                  <p:par>
                                    <p:cTn id="53" presetID="6" presetClass="emph" presetSubtype="0" autoRev="1" fill="hold" grpId="1" nodeType="withEffect">
                                      <p:stCondLst>
                                        <p:cond delay="700"/>
                                      </p:stCondLst>
                                      <p:childTnLst>
                                        <p:animScale>
                                          <p:cBhvr>
                                            <p:cTn id="54" dur="150" fill="hold"/>
                                            <p:tgtEl>
                                              <p:spTgt spid="17"/>
                                            </p:tgtEl>
                                          </p:cBhvr>
                                          <p:by x="110000" y="110000"/>
                                        </p:animScale>
                                      </p:childTnLst>
                                    </p:cTn>
                                  </p:par>
                                  <p:par>
                                    <p:cTn id="55" presetID="53" presetClass="entr" presetSubtype="16" fill="hold" grpId="0" nodeType="withEffect">
                                      <p:stCondLst>
                                        <p:cond delay="400"/>
                                      </p:stCondLst>
                                      <p:childTnLst>
                                        <p:set>
                                          <p:cBhvr>
                                            <p:cTn id="56" dur="1" fill="hold">
                                              <p:stCondLst>
                                                <p:cond delay="0"/>
                                              </p:stCondLst>
                                            </p:cTn>
                                            <p:tgtEl>
                                              <p:spTgt spid="21"/>
                                            </p:tgtEl>
                                            <p:attrNameLst>
                                              <p:attrName>style.visibility</p:attrName>
                                            </p:attrNameLst>
                                          </p:cBhvr>
                                          <p:to>
                                            <p:strVal val="visible"/>
                                          </p:to>
                                        </p:set>
                                        <p:anim calcmode="lin" valueType="num">
                                          <p:cBhvr>
                                            <p:cTn id="57" dur="300" fill="hold"/>
                                            <p:tgtEl>
                                              <p:spTgt spid="21"/>
                                            </p:tgtEl>
                                            <p:attrNameLst>
                                              <p:attrName>ppt_w</p:attrName>
                                            </p:attrNameLst>
                                          </p:cBhvr>
                                          <p:tavLst>
                                            <p:tav tm="0">
                                              <p:val>
                                                <p:fltVal val="0"/>
                                              </p:val>
                                            </p:tav>
                                            <p:tav tm="100000">
                                              <p:val>
                                                <p:strVal val="#ppt_w"/>
                                              </p:val>
                                            </p:tav>
                                          </p:tavLst>
                                        </p:anim>
                                        <p:anim calcmode="lin" valueType="num">
                                          <p:cBhvr>
                                            <p:cTn id="58" dur="300" fill="hold"/>
                                            <p:tgtEl>
                                              <p:spTgt spid="21"/>
                                            </p:tgtEl>
                                            <p:attrNameLst>
                                              <p:attrName>ppt_h</p:attrName>
                                            </p:attrNameLst>
                                          </p:cBhvr>
                                          <p:tavLst>
                                            <p:tav tm="0">
                                              <p:val>
                                                <p:fltVal val="0"/>
                                              </p:val>
                                            </p:tav>
                                            <p:tav tm="100000">
                                              <p:val>
                                                <p:strVal val="#ppt_h"/>
                                              </p:val>
                                            </p:tav>
                                          </p:tavLst>
                                        </p:anim>
                                        <p:animEffect transition="in" filter="fade">
                                          <p:cBhvr>
                                            <p:cTn id="59" dur="300"/>
                                            <p:tgtEl>
                                              <p:spTgt spid="21"/>
                                            </p:tgtEl>
                                          </p:cBhvr>
                                        </p:animEffect>
                                      </p:childTnLst>
                                    </p:cTn>
                                  </p:par>
                                  <p:par>
                                    <p:cTn id="60" presetID="6" presetClass="emph" presetSubtype="0" autoRev="1" fill="hold" grpId="1" nodeType="withEffect">
                                      <p:stCondLst>
                                        <p:cond delay="700"/>
                                      </p:stCondLst>
                                      <p:childTnLst>
                                        <p:animScale>
                                          <p:cBhvr>
                                            <p:cTn id="61" dur="150" fill="hold"/>
                                            <p:tgtEl>
                                              <p:spTgt spid="21"/>
                                            </p:tgtEl>
                                          </p:cBhvr>
                                          <p:by x="110000" y="110000"/>
                                        </p:animScale>
                                      </p:childTnLst>
                                    </p:cTn>
                                  </p:par>
                                  <p:par>
                                    <p:cTn id="62" presetID="53" presetClass="entr" presetSubtype="16" fill="hold" grpId="0" nodeType="withEffect">
                                      <p:stCondLst>
                                        <p:cond delay="100"/>
                                      </p:stCondLst>
                                      <p:childTnLst>
                                        <p:set>
                                          <p:cBhvr>
                                            <p:cTn id="63" dur="1" fill="hold">
                                              <p:stCondLst>
                                                <p:cond delay="0"/>
                                              </p:stCondLst>
                                            </p:cTn>
                                            <p:tgtEl>
                                              <p:spTgt spid="22"/>
                                            </p:tgtEl>
                                            <p:attrNameLst>
                                              <p:attrName>style.visibility</p:attrName>
                                            </p:attrNameLst>
                                          </p:cBhvr>
                                          <p:to>
                                            <p:strVal val="visible"/>
                                          </p:to>
                                        </p:set>
                                        <p:anim calcmode="lin" valueType="num">
                                          <p:cBhvr>
                                            <p:cTn id="64" dur="300" fill="hold"/>
                                            <p:tgtEl>
                                              <p:spTgt spid="22"/>
                                            </p:tgtEl>
                                            <p:attrNameLst>
                                              <p:attrName>ppt_w</p:attrName>
                                            </p:attrNameLst>
                                          </p:cBhvr>
                                          <p:tavLst>
                                            <p:tav tm="0">
                                              <p:val>
                                                <p:fltVal val="0"/>
                                              </p:val>
                                            </p:tav>
                                            <p:tav tm="100000">
                                              <p:val>
                                                <p:strVal val="#ppt_w"/>
                                              </p:val>
                                            </p:tav>
                                          </p:tavLst>
                                        </p:anim>
                                        <p:anim calcmode="lin" valueType="num">
                                          <p:cBhvr>
                                            <p:cTn id="65" dur="300" fill="hold"/>
                                            <p:tgtEl>
                                              <p:spTgt spid="22"/>
                                            </p:tgtEl>
                                            <p:attrNameLst>
                                              <p:attrName>ppt_h</p:attrName>
                                            </p:attrNameLst>
                                          </p:cBhvr>
                                          <p:tavLst>
                                            <p:tav tm="0">
                                              <p:val>
                                                <p:fltVal val="0"/>
                                              </p:val>
                                            </p:tav>
                                            <p:tav tm="100000">
                                              <p:val>
                                                <p:strVal val="#ppt_h"/>
                                              </p:val>
                                            </p:tav>
                                          </p:tavLst>
                                        </p:anim>
                                        <p:animEffect transition="in" filter="fade">
                                          <p:cBhvr>
                                            <p:cTn id="66" dur="300"/>
                                            <p:tgtEl>
                                              <p:spTgt spid="22"/>
                                            </p:tgtEl>
                                          </p:cBhvr>
                                        </p:animEffect>
                                      </p:childTnLst>
                                    </p:cTn>
                                  </p:par>
                                  <p:par>
                                    <p:cTn id="67" presetID="6" presetClass="emph" presetSubtype="0" autoRev="1" fill="hold" grpId="1" nodeType="withEffect">
                                      <p:stCondLst>
                                        <p:cond delay="400"/>
                                      </p:stCondLst>
                                      <p:childTnLst>
                                        <p:animScale>
                                          <p:cBhvr>
                                            <p:cTn id="68" dur="150" fill="hold"/>
                                            <p:tgtEl>
                                              <p:spTgt spid="22"/>
                                            </p:tgtEl>
                                          </p:cBhvr>
                                          <p:by x="110000" y="110000"/>
                                        </p:animScale>
                                      </p:childTnLst>
                                    </p:cTn>
                                  </p:par>
                                  <p:par>
                                    <p:cTn id="69" presetID="53" presetClass="entr" presetSubtype="16" fill="hold" grpId="0" nodeType="withEffect">
                                      <p:stCondLst>
                                        <p:cond delay="400"/>
                                      </p:stCondLst>
                                      <p:childTnLst>
                                        <p:set>
                                          <p:cBhvr>
                                            <p:cTn id="70" dur="1" fill="hold">
                                              <p:stCondLst>
                                                <p:cond delay="0"/>
                                              </p:stCondLst>
                                            </p:cTn>
                                            <p:tgtEl>
                                              <p:spTgt spid="23"/>
                                            </p:tgtEl>
                                            <p:attrNameLst>
                                              <p:attrName>style.visibility</p:attrName>
                                            </p:attrNameLst>
                                          </p:cBhvr>
                                          <p:to>
                                            <p:strVal val="visible"/>
                                          </p:to>
                                        </p:set>
                                        <p:anim calcmode="lin" valueType="num">
                                          <p:cBhvr>
                                            <p:cTn id="71" dur="300" fill="hold"/>
                                            <p:tgtEl>
                                              <p:spTgt spid="23"/>
                                            </p:tgtEl>
                                            <p:attrNameLst>
                                              <p:attrName>ppt_w</p:attrName>
                                            </p:attrNameLst>
                                          </p:cBhvr>
                                          <p:tavLst>
                                            <p:tav tm="0">
                                              <p:val>
                                                <p:fltVal val="0"/>
                                              </p:val>
                                            </p:tav>
                                            <p:tav tm="100000">
                                              <p:val>
                                                <p:strVal val="#ppt_w"/>
                                              </p:val>
                                            </p:tav>
                                          </p:tavLst>
                                        </p:anim>
                                        <p:anim calcmode="lin" valueType="num">
                                          <p:cBhvr>
                                            <p:cTn id="72" dur="300" fill="hold"/>
                                            <p:tgtEl>
                                              <p:spTgt spid="23"/>
                                            </p:tgtEl>
                                            <p:attrNameLst>
                                              <p:attrName>ppt_h</p:attrName>
                                            </p:attrNameLst>
                                          </p:cBhvr>
                                          <p:tavLst>
                                            <p:tav tm="0">
                                              <p:val>
                                                <p:fltVal val="0"/>
                                              </p:val>
                                            </p:tav>
                                            <p:tav tm="100000">
                                              <p:val>
                                                <p:strVal val="#ppt_h"/>
                                              </p:val>
                                            </p:tav>
                                          </p:tavLst>
                                        </p:anim>
                                        <p:animEffect transition="in" filter="fade">
                                          <p:cBhvr>
                                            <p:cTn id="73" dur="300"/>
                                            <p:tgtEl>
                                              <p:spTgt spid="23"/>
                                            </p:tgtEl>
                                          </p:cBhvr>
                                        </p:animEffect>
                                      </p:childTnLst>
                                    </p:cTn>
                                  </p:par>
                                  <p:par>
                                    <p:cTn id="74" presetID="6" presetClass="emph" presetSubtype="0" autoRev="1" fill="hold" grpId="1" nodeType="withEffect">
                                      <p:stCondLst>
                                        <p:cond delay="700"/>
                                      </p:stCondLst>
                                      <p:childTnLst>
                                        <p:animScale>
                                          <p:cBhvr>
                                            <p:cTn id="75" dur="150" fill="hold"/>
                                            <p:tgtEl>
                                              <p:spTgt spid="2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18" grpId="0"/>
          <p:bldP spid="19" grpId="0"/>
          <p:bldP spid="13" grpId="0" animBg="1"/>
          <p:bldP spid="13" grpId="1" animBg="1"/>
          <p:bldP spid="14" grpId="0" animBg="1"/>
          <p:bldP spid="14" grpId="1" animBg="1"/>
          <p:bldP spid="15" grpId="0" animBg="1"/>
          <p:bldP spid="15" grpId="1" animBg="1"/>
          <p:bldP spid="17" grpId="0" animBg="1"/>
          <p:bldP spid="17" grpId="1" animBg="1"/>
          <p:bldP spid="21" grpId="0" animBg="1"/>
          <p:bldP spid="21" grpId="1" animBg="1"/>
          <p:bldP spid="3" grpId="0" animBg="1"/>
          <p:bldP spid="3" grpId="1" animBg="1"/>
          <p:bldP spid="4" grpId="0" animBg="1"/>
          <p:bldP spid="4" grpId="1" animBg="1"/>
          <p:bldP spid="22" grpId="0" animBg="1"/>
          <p:bldP spid="22" grpId="1"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 fill="hold"/>
                                            <p:tgtEl>
                                              <p:spTgt spid="3"/>
                                            </p:tgtEl>
                                            <p:attrNameLst>
                                              <p:attrName>ppt_w</p:attrName>
                                            </p:attrNameLst>
                                          </p:cBhvr>
                                          <p:tavLst>
                                            <p:tav tm="0">
                                              <p:val>
                                                <p:fltVal val="0"/>
                                              </p:val>
                                            </p:tav>
                                            <p:tav tm="100000">
                                              <p:val>
                                                <p:strVal val="#ppt_w"/>
                                              </p:val>
                                            </p:tav>
                                          </p:tavLst>
                                        </p:anim>
                                        <p:anim calcmode="lin" valueType="num">
                                          <p:cBhvr>
                                            <p:cTn id="8" dur="300" fill="hold"/>
                                            <p:tgtEl>
                                              <p:spTgt spid="3"/>
                                            </p:tgtEl>
                                            <p:attrNameLst>
                                              <p:attrName>ppt_h</p:attrName>
                                            </p:attrNameLst>
                                          </p:cBhvr>
                                          <p:tavLst>
                                            <p:tav tm="0">
                                              <p:val>
                                                <p:fltVal val="0"/>
                                              </p:val>
                                            </p:tav>
                                            <p:tav tm="100000">
                                              <p:val>
                                                <p:strVal val="#ppt_h"/>
                                              </p:val>
                                            </p:tav>
                                          </p:tavLst>
                                        </p:anim>
                                        <p:animEffect transition="in" filter="fade">
                                          <p:cBhvr>
                                            <p:cTn id="9" dur="300"/>
                                            <p:tgtEl>
                                              <p:spTgt spid="3"/>
                                            </p:tgtEl>
                                          </p:cBhvr>
                                        </p:animEffect>
                                      </p:childTnLst>
                                    </p:cTn>
                                  </p:par>
                                  <p:par>
                                    <p:cTn id="10" presetID="6" presetClass="emph" presetSubtype="0" autoRev="1" fill="hold" grpId="1" nodeType="withEffect">
                                      <p:stCondLst>
                                        <p:cond delay="300"/>
                                      </p:stCondLst>
                                      <p:childTnLst>
                                        <p:animScale>
                                          <p:cBhvr>
                                            <p:cTn id="11" dur="150" fill="hold"/>
                                            <p:tgtEl>
                                              <p:spTgt spid="3"/>
                                            </p:tgtEl>
                                          </p:cBhvr>
                                          <p:by x="110000" y="110000"/>
                                        </p:animScale>
                                      </p:childTnLst>
                                    </p:cTn>
                                  </p:par>
                                  <p:par>
                                    <p:cTn id="12" presetID="53" presetClass="entr" presetSubtype="16" fill="hold" grpId="0" nodeType="withEffect">
                                      <p:stCondLst>
                                        <p:cond delay="200"/>
                                      </p:stCondLst>
                                      <p:childTnLst>
                                        <p:set>
                                          <p:cBhvr>
                                            <p:cTn id="13" dur="1" fill="hold">
                                              <p:stCondLst>
                                                <p:cond delay="0"/>
                                              </p:stCondLst>
                                            </p:cTn>
                                            <p:tgtEl>
                                              <p:spTgt spid="4"/>
                                            </p:tgtEl>
                                            <p:attrNameLst>
                                              <p:attrName>style.visibility</p:attrName>
                                            </p:attrNameLst>
                                          </p:cBhvr>
                                          <p:to>
                                            <p:strVal val="visible"/>
                                          </p:to>
                                        </p:set>
                                        <p:anim calcmode="lin" valueType="num">
                                          <p:cBhvr>
                                            <p:cTn id="14" dur="300" fill="hold"/>
                                            <p:tgtEl>
                                              <p:spTgt spid="4"/>
                                            </p:tgtEl>
                                            <p:attrNameLst>
                                              <p:attrName>ppt_w</p:attrName>
                                            </p:attrNameLst>
                                          </p:cBhvr>
                                          <p:tavLst>
                                            <p:tav tm="0">
                                              <p:val>
                                                <p:fltVal val="0"/>
                                              </p:val>
                                            </p:tav>
                                            <p:tav tm="100000">
                                              <p:val>
                                                <p:strVal val="#ppt_w"/>
                                              </p:val>
                                            </p:tav>
                                          </p:tavLst>
                                        </p:anim>
                                        <p:anim calcmode="lin" valueType="num">
                                          <p:cBhvr>
                                            <p:cTn id="15" dur="300" fill="hold"/>
                                            <p:tgtEl>
                                              <p:spTgt spid="4"/>
                                            </p:tgtEl>
                                            <p:attrNameLst>
                                              <p:attrName>ppt_h</p:attrName>
                                            </p:attrNameLst>
                                          </p:cBhvr>
                                          <p:tavLst>
                                            <p:tav tm="0">
                                              <p:val>
                                                <p:fltVal val="0"/>
                                              </p:val>
                                            </p:tav>
                                            <p:tav tm="100000">
                                              <p:val>
                                                <p:strVal val="#ppt_h"/>
                                              </p:val>
                                            </p:tav>
                                          </p:tavLst>
                                        </p:anim>
                                        <p:animEffect transition="in" filter="fade">
                                          <p:cBhvr>
                                            <p:cTn id="16" dur="300"/>
                                            <p:tgtEl>
                                              <p:spTgt spid="4"/>
                                            </p:tgtEl>
                                          </p:cBhvr>
                                        </p:animEffect>
                                      </p:childTnLst>
                                    </p:cTn>
                                  </p:par>
                                  <p:par>
                                    <p:cTn id="17" presetID="6" presetClass="emph" presetSubtype="0" autoRev="1" fill="hold" grpId="1" nodeType="withEffect">
                                      <p:stCondLst>
                                        <p:cond delay="500"/>
                                      </p:stCondLst>
                                      <p:childTnLst>
                                        <p:animScale>
                                          <p:cBhvr>
                                            <p:cTn id="18" dur="150" fill="hold"/>
                                            <p:tgtEl>
                                              <p:spTgt spid="4"/>
                                            </p:tgtEl>
                                          </p:cBhvr>
                                          <p:by x="110000" y="110000"/>
                                        </p:animScale>
                                      </p:childTnLst>
                                    </p:cTn>
                                  </p:par>
                                  <p:par>
                                    <p:cTn id="19" presetID="2" presetClass="entr" presetSubtype="2" fill="hold" grpId="0" nodeType="withEffect">
                                      <p:stCondLst>
                                        <p:cond delay="60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600" fill="hold"/>
                                            <p:tgtEl>
                                              <p:spTgt spid="19"/>
                                            </p:tgtEl>
                                            <p:attrNameLst>
                                              <p:attrName>ppt_x</p:attrName>
                                            </p:attrNameLst>
                                          </p:cBhvr>
                                          <p:tavLst>
                                            <p:tav tm="0">
                                              <p:val>
                                                <p:strVal val="1+#ppt_w/2"/>
                                              </p:val>
                                            </p:tav>
                                            <p:tav tm="100000">
                                              <p:val>
                                                <p:strVal val="#ppt_x"/>
                                              </p:val>
                                            </p:tav>
                                          </p:tavLst>
                                        </p:anim>
                                        <p:anim calcmode="lin" valueType="num">
                                          <p:cBhvr additive="base">
                                            <p:cTn id="22" dur="600" fill="hold"/>
                                            <p:tgtEl>
                                              <p:spTgt spid="19"/>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70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600" fill="hold"/>
                                            <p:tgtEl>
                                              <p:spTgt spid="18"/>
                                            </p:tgtEl>
                                            <p:attrNameLst>
                                              <p:attrName>ppt_x</p:attrName>
                                            </p:attrNameLst>
                                          </p:cBhvr>
                                          <p:tavLst>
                                            <p:tav tm="0">
                                              <p:val>
                                                <p:strVal val="1+#ppt_w/2"/>
                                              </p:val>
                                            </p:tav>
                                            <p:tav tm="100000">
                                              <p:val>
                                                <p:strVal val="#ppt_x"/>
                                              </p:val>
                                            </p:tav>
                                          </p:tavLst>
                                        </p:anim>
                                        <p:anim calcmode="lin" valueType="num">
                                          <p:cBhvr additive="base">
                                            <p:cTn id="26" dur="600" fill="hold"/>
                                            <p:tgtEl>
                                              <p:spTgt spid="18"/>
                                            </p:tgtEl>
                                            <p:attrNameLst>
                                              <p:attrName>ppt_y</p:attrName>
                                            </p:attrNameLst>
                                          </p:cBhvr>
                                          <p:tavLst>
                                            <p:tav tm="0">
                                              <p:val>
                                                <p:strVal val="#ppt_y"/>
                                              </p:val>
                                            </p:tav>
                                            <p:tav tm="100000">
                                              <p:val>
                                                <p:strVal val="#ppt_y"/>
                                              </p:val>
                                            </p:tav>
                                          </p:tavLst>
                                        </p:anim>
                                      </p:childTnLst>
                                    </p:cTn>
                                  </p:par>
                                  <p:par>
                                    <p:cTn id="27" presetID="53" presetClass="entr" presetSubtype="16"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p:cTn id="29" dur="300" fill="hold"/>
                                            <p:tgtEl>
                                              <p:spTgt spid="15"/>
                                            </p:tgtEl>
                                            <p:attrNameLst>
                                              <p:attrName>ppt_w</p:attrName>
                                            </p:attrNameLst>
                                          </p:cBhvr>
                                          <p:tavLst>
                                            <p:tav tm="0">
                                              <p:val>
                                                <p:fltVal val="0"/>
                                              </p:val>
                                            </p:tav>
                                            <p:tav tm="100000">
                                              <p:val>
                                                <p:strVal val="#ppt_w"/>
                                              </p:val>
                                            </p:tav>
                                          </p:tavLst>
                                        </p:anim>
                                        <p:anim calcmode="lin" valueType="num">
                                          <p:cBhvr>
                                            <p:cTn id="30" dur="300" fill="hold"/>
                                            <p:tgtEl>
                                              <p:spTgt spid="15"/>
                                            </p:tgtEl>
                                            <p:attrNameLst>
                                              <p:attrName>ppt_h</p:attrName>
                                            </p:attrNameLst>
                                          </p:cBhvr>
                                          <p:tavLst>
                                            <p:tav tm="0">
                                              <p:val>
                                                <p:fltVal val="0"/>
                                              </p:val>
                                            </p:tav>
                                            <p:tav tm="100000">
                                              <p:val>
                                                <p:strVal val="#ppt_h"/>
                                              </p:val>
                                            </p:tav>
                                          </p:tavLst>
                                        </p:anim>
                                        <p:animEffect transition="in" filter="fade">
                                          <p:cBhvr>
                                            <p:cTn id="31" dur="300"/>
                                            <p:tgtEl>
                                              <p:spTgt spid="15"/>
                                            </p:tgtEl>
                                          </p:cBhvr>
                                        </p:animEffect>
                                      </p:childTnLst>
                                    </p:cTn>
                                  </p:par>
                                  <p:par>
                                    <p:cTn id="32" presetID="6" presetClass="emph" presetSubtype="0" autoRev="1" fill="hold" grpId="1" nodeType="withEffect">
                                      <p:stCondLst>
                                        <p:cond delay="300"/>
                                      </p:stCondLst>
                                      <p:childTnLst>
                                        <p:animScale>
                                          <p:cBhvr>
                                            <p:cTn id="33" dur="150" fill="hold"/>
                                            <p:tgtEl>
                                              <p:spTgt spid="15"/>
                                            </p:tgtEl>
                                          </p:cBhvr>
                                          <p:by x="110000" y="110000"/>
                                        </p:animScale>
                                      </p:childTnLst>
                                    </p:cTn>
                                  </p:par>
                                  <p:par>
                                    <p:cTn id="34" presetID="53" presetClass="entr" presetSubtype="16" fill="hold" grpId="0" nodeType="withEffect">
                                      <p:stCondLst>
                                        <p:cond delay="300"/>
                                      </p:stCondLst>
                                      <p:childTnLst>
                                        <p:set>
                                          <p:cBhvr>
                                            <p:cTn id="35" dur="1" fill="hold">
                                              <p:stCondLst>
                                                <p:cond delay="0"/>
                                              </p:stCondLst>
                                            </p:cTn>
                                            <p:tgtEl>
                                              <p:spTgt spid="14"/>
                                            </p:tgtEl>
                                            <p:attrNameLst>
                                              <p:attrName>style.visibility</p:attrName>
                                            </p:attrNameLst>
                                          </p:cBhvr>
                                          <p:to>
                                            <p:strVal val="visible"/>
                                          </p:to>
                                        </p:set>
                                        <p:anim calcmode="lin" valueType="num">
                                          <p:cBhvr>
                                            <p:cTn id="36" dur="300" fill="hold"/>
                                            <p:tgtEl>
                                              <p:spTgt spid="14"/>
                                            </p:tgtEl>
                                            <p:attrNameLst>
                                              <p:attrName>ppt_w</p:attrName>
                                            </p:attrNameLst>
                                          </p:cBhvr>
                                          <p:tavLst>
                                            <p:tav tm="0">
                                              <p:val>
                                                <p:fltVal val="0"/>
                                              </p:val>
                                            </p:tav>
                                            <p:tav tm="100000">
                                              <p:val>
                                                <p:strVal val="#ppt_w"/>
                                              </p:val>
                                            </p:tav>
                                          </p:tavLst>
                                        </p:anim>
                                        <p:anim calcmode="lin" valueType="num">
                                          <p:cBhvr>
                                            <p:cTn id="37" dur="300" fill="hold"/>
                                            <p:tgtEl>
                                              <p:spTgt spid="14"/>
                                            </p:tgtEl>
                                            <p:attrNameLst>
                                              <p:attrName>ppt_h</p:attrName>
                                            </p:attrNameLst>
                                          </p:cBhvr>
                                          <p:tavLst>
                                            <p:tav tm="0">
                                              <p:val>
                                                <p:fltVal val="0"/>
                                              </p:val>
                                            </p:tav>
                                            <p:tav tm="100000">
                                              <p:val>
                                                <p:strVal val="#ppt_h"/>
                                              </p:val>
                                            </p:tav>
                                          </p:tavLst>
                                        </p:anim>
                                        <p:animEffect transition="in" filter="fade">
                                          <p:cBhvr>
                                            <p:cTn id="38" dur="300"/>
                                            <p:tgtEl>
                                              <p:spTgt spid="14"/>
                                            </p:tgtEl>
                                          </p:cBhvr>
                                        </p:animEffect>
                                      </p:childTnLst>
                                    </p:cTn>
                                  </p:par>
                                  <p:par>
                                    <p:cTn id="39" presetID="6" presetClass="emph" presetSubtype="0" autoRev="1" fill="hold" grpId="1" nodeType="withEffect">
                                      <p:stCondLst>
                                        <p:cond delay="600"/>
                                      </p:stCondLst>
                                      <p:childTnLst>
                                        <p:animScale>
                                          <p:cBhvr>
                                            <p:cTn id="40" dur="150" fill="hold"/>
                                            <p:tgtEl>
                                              <p:spTgt spid="14"/>
                                            </p:tgtEl>
                                          </p:cBhvr>
                                          <p:by x="110000" y="110000"/>
                                        </p:animScale>
                                      </p:childTnLst>
                                    </p:cTn>
                                  </p:par>
                                  <p:par>
                                    <p:cTn id="41" presetID="53" presetClass="entr" presetSubtype="16" fill="hold" grpId="0" nodeType="withEffect">
                                      <p:stCondLst>
                                        <p:cond delay="100"/>
                                      </p:stCondLst>
                                      <p:childTnLst>
                                        <p:set>
                                          <p:cBhvr>
                                            <p:cTn id="42" dur="1" fill="hold">
                                              <p:stCondLst>
                                                <p:cond delay="0"/>
                                              </p:stCondLst>
                                            </p:cTn>
                                            <p:tgtEl>
                                              <p:spTgt spid="13"/>
                                            </p:tgtEl>
                                            <p:attrNameLst>
                                              <p:attrName>style.visibility</p:attrName>
                                            </p:attrNameLst>
                                          </p:cBhvr>
                                          <p:to>
                                            <p:strVal val="visible"/>
                                          </p:to>
                                        </p:set>
                                        <p:anim calcmode="lin" valueType="num">
                                          <p:cBhvr>
                                            <p:cTn id="43" dur="300" fill="hold"/>
                                            <p:tgtEl>
                                              <p:spTgt spid="13"/>
                                            </p:tgtEl>
                                            <p:attrNameLst>
                                              <p:attrName>ppt_w</p:attrName>
                                            </p:attrNameLst>
                                          </p:cBhvr>
                                          <p:tavLst>
                                            <p:tav tm="0">
                                              <p:val>
                                                <p:fltVal val="0"/>
                                              </p:val>
                                            </p:tav>
                                            <p:tav tm="100000">
                                              <p:val>
                                                <p:strVal val="#ppt_w"/>
                                              </p:val>
                                            </p:tav>
                                          </p:tavLst>
                                        </p:anim>
                                        <p:anim calcmode="lin" valueType="num">
                                          <p:cBhvr>
                                            <p:cTn id="44" dur="300" fill="hold"/>
                                            <p:tgtEl>
                                              <p:spTgt spid="13"/>
                                            </p:tgtEl>
                                            <p:attrNameLst>
                                              <p:attrName>ppt_h</p:attrName>
                                            </p:attrNameLst>
                                          </p:cBhvr>
                                          <p:tavLst>
                                            <p:tav tm="0">
                                              <p:val>
                                                <p:fltVal val="0"/>
                                              </p:val>
                                            </p:tav>
                                            <p:tav tm="100000">
                                              <p:val>
                                                <p:strVal val="#ppt_h"/>
                                              </p:val>
                                            </p:tav>
                                          </p:tavLst>
                                        </p:anim>
                                        <p:animEffect transition="in" filter="fade">
                                          <p:cBhvr>
                                            <p:cTn id="45" dur="300"/>
                                            <p:tgtEl>
                                              <p:spTgt spid="13"/>
                                            </p:tgtEl>
                                          </p:cBhvr>
                                        </p:animEffect>
                                      </p:childTnLst>
                                    </p:cTn>
                                  </p:par>
                                  <p:par>
                                    <p:cTn id="46" presetID="6" presetClass="emph" presetSubtype="0" autoRev="1" fill="hold" grpId="1" nodeType="withEffect">
                                      <p:stCondLst>
                                        <p:cond delay="400"/>
                                      </p:stCondLst>
                                      <p:childTnLst>
                                        <p:animScale>
                                          <p:cBhvr>
                                            <p:cTn id="47" dur="150" fill="hold"/>
                                            <p:tgtEl>
                                              <p:spTgt spid="13"/>
                                            </p:tgtEl>
                                          </p:cBhvr>
                                          <p:by x="110000" y="110000"/>
                                        </p:animScale>
                                      </p:childTnLst>
                                    </p:cTn>
                                  </p:par>
                                  <p:par>
                                    <p:cTn id="48" presetID="53" presetClass="entr" presetSubtype="16" fill="hold" grpId="0" nodeType="withEffect">
                                      <p:stCondLst>
                                        <p:cond delay="400"/>
                                      </p:stCondLst>
                                      <p:childTnLst>
                                        <p:set>
                                          <p:cBhvr>
                                            <p:cTn id="49" dur="1" fill="hold">
                                              <p:stCondLst>
                                                <p:cond delay="0"/>
                                              </p:stCondLst>
                                            </p:cTn>
                                            <p:tgtEl>
                                              <p:spTgt spid="17"/>
                                            </p:tgtEl>
                                            <p:attrNameLst>
                                              <p:attrName>style.visibility</p:attrName>
                                            </p:attrNameLst>
                                          </p:cBhvr>
                                          <p:to>
                                            <p:strVal val="visible"/>
                                          </p:to>
                                        </p:set>
                                        <p:anim calcmode="lin" valueType="num">
                                          <p:cBhvr>
                                            <p:cTn id="50" dur="300" fill="hold"/>
                                            <p:tgtEl>
                                              <p:spTgt spid="17"/>
                                            </p:tgtEl>
                                            <p:attrNameLst>
                                              <p:attrName>ppt_w</p:attrName>
                                            </p:attrNameLst>
                                          </p:cBhvr>
                                          <p:tavLst>
                                            <p:tav tm="0">
                                              <p:val>
                                                <p:fltVal val="0"/>
                                              </p:val>
                                            </p:tav>
                                            <p:tav tm="100000">
                                              <p:val>
                                                <p:strVal val="#ppt_w"/>
                                              </p:val>
                                            </p:tav>
                                          </p:tavLst>
                                        </p:anim>
                                        <p:anim calcmode="lin" valueType="num">
                                          <p:cBhvr>
                                            <p:cTn id="51" dur="300" fill="hold"/>
                                            <p:tgtEl>
                                              <p:spTgt spid="17"/>
                                            </p:tgtEl>
                                            <p:attrNameLst>
                                              <p:attrName>ppt_h</p:attrName>
                                            </p:attrNameLst>
                                          </p:cBhvr>
                                          <p:tavLst>
                                            <p:tav tm="0">
                                              <p:val>
                                                <p:fltVal val="0"/>
                                              </p:val>
                                            </p:tav>
                                            <p:tav tm="100000">
                                              <p:val>
                                                <p:strVal val="#ppt_h"/>
                                              </p:val>
                                            </p:tav>
                                          </p:tavLst>
                                        </p:anim>
                                        <p:animEffect transition="in" filter="fade">
                                          <p:cBhvr>
                                            <p:cTn id="52" dur="300"/>
                                            <p:tgtEl>
                                              <p:spTgt spid="17"/>
                                            </p:tgtEl>
                                          </p:cBhvr>
                                        </p:animEffect>
                                      </p:childTnLst>
                                    </p:cTn>
                                  </p:par>
                                  <p:par>
                                    <p:cTn id="53" presetID="6" presetClass="emph" presetSubtype="0" autoRev="1" fill="hold" grpId="1" nodeType="withEffect">
                                      <p:stCondLst>
                                        <p:cond delay="700"/>
                                      </p:stCondLst>
                                      <p:childTnLst>
                                        <p:animScale>
                                          <p:cBhvr>
                                            <p:cTn id="54" dur="150" fill="hold"/>
                                            <p:tgtEl>
                                              <p:spTgt spid="17"/>
                                            </p:tgtEl>
                                          </p:cBhvr>
                                          <p:by x="110000" y="110000"/>
                                        </p:animScale>
                                      </p:childTnLst>
                                    </p:cTn>
                                  </p:par>
                                  <p:par>
                                    <p:cTn id="55" presetID="53" presetClass="entr" presetSubtype="16" fill="hold" grpId="0" nodeType="withEffect">
                                      <p:stCondLst>
                                        <p:cond delay="400"/>
                                      </p:stCondLst>
                                      <p:childTnLst>
                                        <p:set>
                                          <p:cBhvr>
                                            <p:cTn id="56" dur="1" fill="hold">
                                              <p:stCondLst>
                                                <p:cond delay="0"/>
                                              </p:stCondLst>
                                            </p:cTn>
                                            <p:tgtEl>
                                              <p:spTgt spid="21"/>
                                            </p:tgtEl>
                                            <p:attrNameLst>
                                              <p:attrName>style.visibility</p:attrName>
                                            </p:attrNameLst>
                                          </p:cBhvr>
                                          <p:to>
                                            <p:strVal val="visible"/>
                                          </p:to>
                                        </p:set>
                                        <p:anim calcmode="lin" valueType="num">
                                          <p:cBhvr>
                                            <p:cTn id="57" dur="300" fill="hold"/>
                                            <p:tgtEl>
                                              <p:spTgt spid="21"/>
                                            </p:tgtEl>
                                            <p:attrNameLst>
                                              <p:attrName>ppt_w</p:attrName>
                                            </p:attrNameLst>
                                          </p:cBhvr>
                                          <p:tavLst>
                                            <p:tav tm="0">
                                              <p:val>
                                                <p:fltVal val="0"/>
                                              </p:val>
                                            </p:tav>
                                            <p:tav tm="100000">
                                              <p:val>
                                                <p:strVal val="#ppt_w"/>
                                              </p:val>
                                            </p:tav>
                                          </p:tavLst>
                                        </p:anim>
                                        <p:anim calcmode="lin" valueType="num">
                                          <p:cBhvr>
                                            <p:cTn id="58" dur="300" fill="hold"/>
                                            <p:tgtEl>
                                              <p:spTgt spid="21"/>
                                            </p:tgtEl>
                                            <p:attrNameLst>
                                              <p:attrName>ppt_h</p:attrName>
                                            </p:attrNameLst>
                                          </p:cBhvr>
                                          <p:tavLst>
                                            <p:tav tm="0">
                                              <p:val>
                                                <p:fltVal val="0"/>
                                              </p:val>
                                            </p:tav>
                                            <p:tav tm="100000">
                                              <p:val>
                                                <p:strVal val="#ppt_h"/>
                                              </p:val>
                                            </p:tav>
                                          </p:tavLst>
                                        </p:anim>
                                        <p:animEffect transition="in" filter="fade">
                                          <p:cBhvr>
                                            <p:cTn id="59" dur="300"/>
                                            <p:tgtEl>
                                              <p:spTgt spid="21"/>
                                            </p:tgtEl>
                                          </p:cBhvr>
                                        </p:animEffect>
                                      </p:childTnLst>
                                    </p:cTn>
                                  </p:par>
                                  <p:par>
                                    <p:cTn id="60" presetID="6" presetClass="emph" presetSubtype="0" autoRev="1" fill="hold" grpId="1" nodeType="withEffect">
                                      <p:stCondLst>
                                        <p:cond delay="700"/>
                                      </p:stCondLst>
                                      <p:childTnLst>
                                        <p:animScale>
                                          <p:cBhvr>
                                            <p:cTn id="61" dur="150" fill="hold"/>
                                            <p:tgtEl>
                                              <p:spTgt spid="21"/>
                                            </p:tgtEl>
                                          </p:cBhvr>
                                          <p:by x="110000" y="110000"/>
                                        </p:animScale>
                                      </p:childTnLst>
                                    </p:cTn>
                                  </p:par>
                                  <p:par>
                                    <p:cTn id="62" presetID="53" presetClass="entr" presetSubtype="16" fill="hold" grpId="0" nodeType="withEffect">
                                      <p:stCondLst>
                                        <p:cond delay="100"/>
                                      </p:stCondLst>
                                      <p:childTnLst>
                                        <p:set>
                                          <p:cBhvr>
                                            <p:cTn id="63" dur="1" fill="hold">
                                              <p:stCondLst>
                                                <p:cond delay="0"/>
                                              </p:stCondLst>
                                            </p:cTn>
                                            <p:tgtEl>
                                              <p:spTgt spid="22"/>
                                            </p:tgtEl>
                                            <p:attrNameLst>
                                              <p:attrName>style.visibility</p:attrName>
                                            </p:attrNameLst>
                                          </p:cBhvr>
                                          <p:to>
                                            <p:strVal val="visible"/>
                                          </p:to>
                                        </p:set>
                                        <p:anim calcmode="lin" valueType="num">
                                          <p:cBhvr>
                                            <p:cTn id="64" dur="300" fill="hold"/>
                                            <p:tgtEl>
                                              <p:spTgt spid="22"/>
                                            </p:tgtEl>
                                            <p:attrNameLst>
                                              <p:attrName>ppt_w</p:attrName>
                                            </p:attrNameLst>
                                          </p:cBhvr>
                                          <p:tavLst>
                                            <p:tav tm="0">
                                              <p:val>
                                                <p:fltVal val="0"/>
                                              </p:val>
                                            </p:tav>
                                            <p:tav tm="100000">
                                              <p:val>
                                                <p:strVal val="#ppt_w"/>
                                              </p:val>
                                            </p:tav>
                                          </p:tavLst>
                                        </p:anim>
                                        <p:anim calcmode="lin" valueType="num">
                                          <p:cBhvr>
                                            <p:cTn id="65" dur="300" fill="hold"/>
                                            <p:tgtEl>
                                              <p:spTgt spid="22"/>
                                            </p:tgtEl>
                                            <p:attrNameLst>
                                              <p:attrName>ppt_h</p:attrName>
                                            </p:attrNameLst>
                                          </p:cBhvr>
                                          <p:tavLst>
                                            <p:tav tm="0">
                                              <p:val>
                                                <p:fltVal val="0"/>
                                              </p:val>
                                            </p:tav>
                                            <p:tav tm="100000">
                                              <p:val>
                                                <p:strVal val="#ppt_h"/>
                                              </p:val>
                                            </p:tav>
                                          </p:tavLst>
                                        </p:anim>
                                        <p:animEffect transition="in" filter="fade">
                                          <p:cBhvr>
                                            <p:cTn id="66" dur="300"/>
                                            <p:tgtEl>
                                              <p:spTgt spid="22"/>
                                            </p:tgtEl>
                                          </p:cBhvr>
                                        </p:animEffect>
                                      </p:childTnLst>
                                    </p:cTn>
                                  </p:par>
                                  <p:par>
                                    <p:cTn id="67" presetID="6" presetClass="emph" presetSubtype="0" autoRev="1" fill="hold" grpId="1" nodeType="withEffect">
                                      <p:stCondLst>
                                        <p:cond delay="400"/>
                                      </p:stCondLst>
                                      <p:childTnLst>
                                        <p:animScale>
                                          <p:cBhvr>
                                            <p:cTn id="68" dur="150" fill="hold"/>
                                            <p:tgtEl>
                                              <p:spTgt spid="22"/>
                                            </p:tgtEl>
                                          </p:cBhvr>
                                          <p:by x="110000" y="110000"/>
                                        </p:animScale>
                                      </p:childTnLst>
                                    </p:cTn>
                                  </p:par>
                                  <p:par>
                                    <p:cTn id="69" presetID="53" presetClass="entr" presetSubtype="16" fill="hold" grpId="0" nodeType="withEffect">
                                      <p:stCondLst>
                                        <p:cond delay="400"/>
                                      </p:stCondLst>
                                      <p:childTnLst>
                                        <p:set>
                                          <p:cBhvr>
                                            <p:cTn id="70" dur="1" fill="hold">
                                              <p:stCondLst>
                                                <p:cond delay="0"/>
                                              </p:stCondLst>
                                            </p:cTn>
                                            <p:tgtEl>
                                              <p:spTgt spid="23"/>
                                            </p:tgtEl>
                                            <p:attrNameLst>
                                              <p:attrName>style.visibility</p:attrName>
                                            </p:attrNameLst>
                                          </p:cBhvr>
                                          <p:to>
                                            <p:strVal val="visible"/>
                                          </p:to>
                                        </p:set>
                                        <p:anim calcmode="lin" valueType="num">
                                          <p:cBhvr>
                                            <p:cTn id="71" dur="300" fill="hold"/>
                                            <p:tgtEl>
                                              <p:spTgt spid="23"/>
                                            </p:tgtEl>
                                            <p:attrNameLst>
                                              <p:attrName>ppt_w</p:attrName>
                                            </p:attrNameLst>
                                          </p:cBhvr>
                                          <p:tavLst>
                                            <p:tav tm="0">
                                              <p:val>
                                                <p:fltVal val="0"/>
                                              </p:val>
                                            </p:tav>
                                            <p:tav tm="100000">
                                              <p:val>
                                                <p:strVal val="#ppt_w"/>
                                              </p:val>
                                            </p:tav>
                                          </p:tavLst>
                                        </p:anim>
                                        <p:anim calcmode="lin" valueType="num">
                                          <p:cBhvr>
                                            <p:cTn id="72" dur="300" fill="hold"/>
                                            <p:tgtEl>
                                              <p:spTgt spid="23"/>
                                            </p:tgtEl>
                                            <p:attrNameLst>
                                              <p:attrName>ppt_h</p:attrName>
                                            </p:attrNameLst>
                                          </p:cBhvr>
                                          <p:tavLst>
                                            <p:tav tm="0">
                                              <p:val>
                                                <p:fltVal val="0"/>
                                              </p:val>
                                            </p:tav>
                                            <p:tav tm="100000">
                                              <p:val>
                                                <p:strVal val="#ppt_h"/>
                                              </p:val>
                                            </p:tav>
                                          </p:tavLst>
                                        </p:anim>
                                        <p:animEffect transition="in" filter="fade">
                                          <p:cBhvr>
                                            <p:cTn id="73" dur="300"/>
                                            <p:tgtEl>
                                              <p:spTgt spid="23"/>
                                            </p:tgtEl>
                                          </p:cBhvr>
                                        </p:animEffect>
                                      </p:childTnLst>
                                    </p:cTn>
                                  </p:par>
                                  <p:par>
                                    <p:cTn id="74" presetID="6" presetClass="emph" presetSubtype="0" autoRev="1" fill="hold" grpId="1" nodeType="withEffect">
                                      <p:stCondLst>
                                        <p:cond delay="700"/>
                                      </p:stCondLst>
                                      <p:childTnLst>
                                        <p:animScale>
                                          <p:cBhvr>
                                            <p:cTn id="75" dur="150" fill="hold"/>
                                            <p:tgtEl>
                                              <p:spTgt spid="2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18" grpId="0"/>
          <p:bldP spid="19" grpId="0"/>
          <p:bldP spid="13" grpId="0" animBg="1"/>
          <p:bldP spid="13" grpId="1" animBg="1"/>
          <p:bldP spid="14" grpId="0" animBg="1"/>
          <p:bldP spid="14" grpId="1" animBg="1"/>
          <p:bldP spid="15" grpId="0" animBg="1"/>
          <p:bldP spid="15" grpId="1" animBg="1"/>
          <p:bldP spid="17" grpId="0" animBg="1"/>
          <p:bldP spid="17" grpId="1" animBg="1"/>
          <p:bldP spid="21" grpId="0" animBg="1"/>
          <p:bldP spid="21" grpId="1" animBg="1"/>
          <p:bldP spid="3" grpId="0" animBg="1"/>
          <p:bldP spid="3" grpId="1" animBg="1"/>
          <p:bldP spid="4" grpId="0"/>
          <p:bldP spid="4" grpId="1"/>
          <p:bldP spid="22" grpId="0" animBg="1"/>
          <p:bldP spid="22" grpId="1" animBg="1"/>
        </p:bldLst>
      </p:timing>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3630539" y="204238"/>
            <a:ext cx="1832553" cy="584775"/>
          </a:xfrm>
          <a:prstGeom prst="rect">
            <a:avLst/>
          </a:prstGeom>
          <a:noFill/>
        </p:spPr>
        <p:txBody>
          <a:bodyPr wrap="none" rtlCol="0">
            <a:spAutoFit/>
          </a:bodyPr>
          <a:lstStyle/>
          <a:p>
            <a:pPr eaLnBrk="1" hangingPunct="1"/>
            <a:r>
              <a:rPr lang="zh-CN" altLang="en-US" sz="3200" b="1" dirty="0">
                <a:solidFill>
                  <a:schemeClr val="tx2"/>
                </a:solidFill>
                <a:latin typeface="华文楷体" panose="02010600040101010101" pitchFamily="2" charset="-122"/>
                <a:ea typeface="华文楷体" panose="02010600040101010101" pitchFamily="2" charset="-122"/>
              </a:rPr>
              <a:t>数据变换</a:t>
            </a:r>
            <a:endParaRPr lang="zh-CN" altLang="zh-CN" sz="3200" dirty="0">
              <a:solidFill>
                <a:schemeClr val="tx2"/>
              </a:solidFill>
              <a:latin typeface="Tahoma" panose="020B0604030504040204" pitchFamily="34" charset="0"/>
            </a:endParaRPr>
          </a:p>
        </p:txBody>
      </p:sp>
      <p:pic>
        <p:nvPicPr>
          <p:cNvPr id="2" name="图片 1" descr="20100508053929509.png">
            <a:extLst>
              <a:ext uri="{FF2B5EF4-FFF2-40B4-BE49-F238E27FC236}">
                <a16:creationId xmlns:a16="http://schemas.microsoft.com/office/drawing/2014/main" id="{B8159409-A503-4442-9F2E-FE91B1E77507}"/>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7" name="Rectangle 3">
            <a:extLst>
              <a:ext uri="{FF2B5EF4-FFF2-40B4-BE49-F238E27FC236}">
                <a16:creationId xmlns:a16="http://schemas.microsoft.com/office/drawing/2014/main" id="{5EE3EB08-7ADB-403A-A816-43CA272B49F1}"/>
              </a:ext>
            </a:extLst>
          </p:cNvPr>
          <p:cNvSpPr txBox="1">
            <a:spLocks noChangeArrowheads="1"/>
          </p:cNvSpPr>
          <p:nvPr/>
        </p:nvSpPr>
        <p:spPr>
          <a:xfrm>
            <a:off x="432016" y="929667"/>
            <a:ext cx="8229600" cy="207333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ct val="0"/>
              </a:spcBef>
              <a:buClrTx/>
              <a:buSzTx/>
              <a:buNone/>
              <a:defRPr/>
            </a:pPr>
            <a:r>
              <a:rPr lang="zh-CN" altLang="en-US" sz="2400" dirty="0">
                <a:latin typeface="楷体" panose="02010609060101010101" pitchFamily="49" charset="-122"/>
                <a:ea typeface="楷体" panose="02010609060101010101" pitchFamily="49" charset="-122"/>
              </a:rPr>
              <a:t>数据变换的目的是将数据转换成适合于机器学习的形式</a:t>
            </a:r>
          </a:p>
          <a:p>
            <a:pPr marL="0" indent="0">
              <a:buNone/>
              <a:defRPr/>
            </a:pPr>
            <a:r>
              <a:rPr lang="zh-CN" altLang="en-US" sz="2000" dirty="0">
                <a:latin typeface="楷体" panose="02010609060101010101" pitchFamily="49" charset="-122"/>
                <a:ea typeface="楷体" panose="02010609060101010101" pitchFamily="49" charset="-122"/>
              </a:rPr>
              <a:t>一、分箱</a:t>
            </a:r>
            <a:r>
              <a:rPr lang="en-US" altLang="zh-CN" sz="2000" dirty="0">
                <a:latin typeface="楷体" panose="02010609060101010101" pitchFamily="49" charset="-122"/>
                <a:ea typeface="楷体" panose="02010609060101010101" pitchFamily="49" charset="-122"/>
              </a:rPr>
              <a:t>(binning):</a:t>
            </a:r>
            <a:r>
              <a:rPr lang="zh-CN" altLang="en-US" sz="2000" dirty="0">
                <a:latin typeface="楷体" panose="02010609060101010101" pitchFamily="49" charset="-122"/>
                <a:ea typeface="楷体" panose="02010609060101010101" pitchFamily="49" charset="-122"/>
              </a:rPr>
              <a:t>分箱方法通过考察数据的“近邻”（即周围的值）来光滑有序数据的值，有序值通常分布到一些“桶”或箱中</a:t>
            </a:r>
            <a:endParaRPr lang="en-US" altLang="zh-CN" sz="2000" dirty="0">
              <a:latin typeface="楷体" panose="02010609060101010101" pitchFamily="49" charset="-122"/>
              <a:ea typeface="楷体" panose="02010609060101010101" pitchFamily="49" charset="-122"/>
            </a:endParaRPr>
          </a:p>
          <a:p>
            <a:pPr lvl="1">
              <a:buFont typeface="Wingdings" panose="05000000000000000000" pitchFamily="2" charset="2"/>
              <a:buChar char="Ø"/>
              <a:defRPr/>
            </a:pPr>
            <a:r>
              <a:rPr lang="zh-CN" altLang="en-US" sz="2000" dirty="0">
                <a:latin typeface="楷体" panose="02010609060101010101" pitchFamily="49" charset="-122"/>
                <a:ea typeface="楷体" panose="02010609060101010101" pitchFamily="49" charset="-122"/>
              </a:rPr>
              <a:t>首先排序数据，并将他们分到等深的箱中</a:t>
            </a:r>
          </a:p>
          <a:p>
            <a:pPr lvl="1">
              <a:buFont typeface="Wingdings" panose="05000000000000000000" pitchFamily="2" charset="2"/>
              <a:buChar char="Ø"/>
              <a:defRPr/>
            </a:pPr>
            <a:r>
              <a:rPr lang="zh-CN" altLang="en-US" sz="2000" dirty="0">
                <a:latin typeface="楷体" panose="02010609060101010101" pitchFamily="49" charset="-122"/>
                <a:ea typeface="楷体" panose="02010609060101010101" pitchFamily="49" charset="-122"/>
              </a:rPr>
              <a:t>然后可以按箱的平均值平滑、按箱中值平滑、按箱的边界平滑等</a:t>
            </a:r>
            <a:endParaRPr lang="en-US" altLang="zh-CN" sz="20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362678000"/>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3630539" y="204238"/>
            <a:ext cx="1832553" cy="584775"/>
          </a:xfrm>
          <a:prstGeom prst="rect">
            <a:avLst/>
          </a:prstGeom>
          <a:noFill/>
        </p:spPr>
        <p:txBody>
          <a:bodyPr wrap="none" rtlCol="0">
            <a:spAutoFit/>
          </a:bodyPr>
          <a:lstStyle/>
          <a:p>
            <a:pPr eaLnBrk="1" hangingPunct="1"/>
            <a:r>
              <a:rPr lang="zh-CN" altLang="en-US" sz="3200" b="1" dirty="0">
                <a:solidFill>
                  <a:schemeClr val="tx2"/>
                </a:solidFill>
                <a:latin typeface="华文楷体" panose="02010600040101010101" pitchFamily="2" charset="-122"/>
                <a:ea typeface="华文楷体" panose="02010600040101010101" pitchFamily="2" charset="-122"/>
              </a:rPr>
              <a:t>数据变换</a:t>
            </a:r>
            <a:endParaRPr lang="zh-CN" altLang="zh-CN" sz="3200" dirty="0">
              <a:solidFill>
                <a:schemeClr val="tx2"/>
              </a:solidFill>
              <a:latin typeface="Tahoma" panose="020B0604030504040204" pitchFamily="34" charset="0"/>
            </a:endParaRPr>
          </a:p>
        </p:txBody>
      </p:sp>
      <p:pic>
        <p:nvPicPr>
          <p:cNvPr id="2" name="图片 1" descr="20100508053929509.png">
            <a:extLst>
              <a:ext uri="{FF2B5EF4-FFF2-40B4-BE49-F238E27FC236}">
                <a16:creationId xmlns:a16="http://schemas.microsoft.com/office/drawing/2014/main" id="{B8159409-A503-4442-9F2E-FE91B1E77507}"/>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7" name="Rectangle 3">
            <a:extLst>
              <a:ext uri="{FF2B5EF4-FFF2-40B4-BE49-F238E27FC236}">
                <a16:creationId xmlns:a16="http://schemas.microsoft.com/office/drawing/2014/main" id="{5EE3EB08-7ADB-403A-A816-43CA272B49F1}"/>
              </a:ext>
            </a:extLst>
          </p:cNvPr>
          <p:cNvSpPr txBox="1">
            <a:spLocks noChangeArrowheads="1"/>
          </p:cNvSpPr>
          <p:nvPr/>
        </p:nvSpPr>
        <p:spPr>
          <a:xfrm>
            <a:off x="432016" y="789013"/>
            <a:ext cx="8229600" cy="414866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80000"/>
              </a:lnSpc>
              <a:buFont typeface="Wingdings" panose="05000000000000000000" pitchFamily="2" charset="2"/>
              <a:buChar char="Ø"/>
              <a:defRPr/>
            </a:pPr>
            <a:r>
              <a:rPr lang="zh-CN" altLang="en-US" sz="1800" dirty="0">
                <a:latin typeface="楷体" panose="02010609060101010101" pitchFamily="49" charset="-122"/>
                <a:ea typeface="楷体" panose="02010609060101010101" pitchFamily="49" charset="-122"/>
              </a:rPr>
              <a:t>数据平滑的分箱方法</a:t>
            </a:r>
            <a:endParaRPr lang="en-US" altLang="zh-CN" sz="1800" dirty="0">
              <a:latin typeface="楷体" panose="02010609060101010101" pitchFamily="49" charset="-122"/>
              <a:ea typeface="楷体" panose="02010609060101010101" pitchFamily="49" charset="-122"/>
            </a:endParaRPr>
          </a:p>
          <a:p>
            <a:pPr>
              <a:lnSpc>
                <a:spcPct val="80000"/>
              </a:lnSpc>
              <a:buFont typeface="Wingdings" panose="05000000000000000000" pitchFamily="2" charset="2"/>
              <a:buChar char="Ø"/>
              <a:defRPr/>
            </a:pPr>
            <a:r>
              <a:rPr lang="en-US" altLang="zh-CN" sz="1800" dirty="0">
                <a:latin typeface="楷体" panose="02010609060101010101" pitchFamily="49" charset="-122"/>
                <a:ea typeface="楷体" panose="02010609060101010101" pitchFamily="49" charset="-122"/>
              </a:rPr>
              <a:t>price</a:t>
            </a:r>
            <a:r>
              <a:rPr lang="zh-CN" altLang="en-US" sz="1800" dirty="0">
                <a:latin typeface="楷体" panose="02010609060101010101" pitchFamily="49" charset="-122"/>
                <a:ea typeface="楷体" panose="02010609060101010101" pitchFamily="49" charset="-122"/>
              </a:rPr>
              <a:t>的排序后数据（单位：美元）：</a:t>
            </a:r>
            <a:r>
              <a:rPr lang="en-US" altLang="zh-CN" sz="1800" dirty="0">
                <a:latin typeface="楷体" panose="02010609060101010101" pitchFamily="49" charset="-122"/>
                <a:ea typeface="楷体" panose="02010609060101010101" pitchFamily="49" charset="-122"/>
              </a:rPr>
              <a:t>4</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8</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15</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21</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21</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24</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25</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28</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34</a:t>
            </a:r>
          </a:p>
          <a:p>
            <a:pPr>
              <a:lnSpc>
                <a:spcPct val="80000"/>
              </a:lnSpc>
              <a:buFont typeface="Wingdings" panose="05000000000000000000" pitchFamily="2" charset="2"/>
              <a:buChar char="Ø"/>
              <a:defRPr/>
            </a:pPr>
            <a:r>
              <a:rPr lang="zh-CN" altLang="en-US" sz="1800" dirty="0">
                <a:latin typeface="楷体" panose="02010609060101010101" pitchFamily="49" charset="-122"/>
                <a:ea typeface="楷体" panose="02010609060101010101" pitchFamily="49" charset="-122"/>
              </a:rPr>
              <a:t>划分为（等深的）箱：</a:t>
            </a:r>
          </a:p>
          <a:p>
            <a:pPr lvl="1">
              <a:lnSpc>
                <a:spcPct val="80000"/>
              </a:lnSpc>
              <a:buFont typeface="Wingdings" panose="05000000000000000000" pitchFamily="2" charset="2"/>
              <a:buChar char="Ø"/>
              <a:defRPr/>
            </a:pPr>
            <a:r>
              <a:rPr lang="zh-CN" altLang="en-US" sz="1800" dirty="0">
                <a:latin typeface="楷体" panose="02010609060101010101" pitchFamily="49" charset="-122"/>
                <a:ea typeface="楷体" panose="02010609060101010101" pitchFamily="49" charset="-122"/>
              </a:rPr>
              <a:t>箱</a:t>
            </a:r>
            <a:r>
              <a:rPr lang="en-US" altLang="zh-CN" sz="1800" dirty="0">
                <a:latin typeface="楷体" panose="02010609060101010101" pitchFamily="49" charset="-122"/>
                <a:ea typeface="楷体" panose="02010609060101010101" pitchFamily="49" charset="-122"/>
              </a:rPr>
              <a:t>1</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4</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8</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15</a:t>
            </a:r>
          </a:p>
          <a:p>
            <a:pPr lvl="1">
              <a:lnSpc>
                <a:spcPct val="80000"/>
              </a:lnSpc>
              <a:buFont typeface="Wingdings" panose="05000000000000000000" pitchFamily="2" charset="2"/>
              <a:buChar char="Ø"/>
              <a:defRPr/>
            </a:pPr>
            <a:r>
              <a:rPr lang="zh-CN" altLang="en-US" sz="1800" dirty="0">
                <a:latin typeface="楷体" panose="02010609060101010101" pitchFamily="49" charset="-122"/>
                <a:ea typeface="楷体" panose="02010609060101010101" pitchFamily="49" charset="-122"/>
              </a:rPr>
              <a:t>箱</a:t>
            </a:r>
            <a:r>
              <a:rPr lang="en-US" altLang="zh-CN" sz="1800" dirty="0">
                <a:latin typeface="楷体" panose="02010609060101010101" pitchFamily="49" charset="-122"/>
                <a:ea typeface="楷体" panose="02010609060101010101" pitchFamily="49" charset="-122"/>
              </a:rPr>
              <a:t>2</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21</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21</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24</a:t>
            </a:r>
          </a:p>
          <a:p>
            <a:pPr lvl="1">
              <a:lnSpc>
                <a:spcPct val="80000"/>
              </a:lnSpc>
              <a:buFont typeface="Wingdings" panose="05000000000000000000" pitchFamily="2" charset="2"/>
              <a:buChar char="Ø"/>
              <a:defRPr/>
            </a:pPr>
            <a:r>
              <a:rPr lang="zh-CN" altLang="en-US" sz="1800" dirty="0">
                <a:latin typeface="楷体" panose="02010609060101010101" pitchFamily="49" charset="-122"/>
                <a:ea typeface="楷体" panose="02010609060101010101" pitchFamily="49" charset="-122"/>
              </a:rPr>
              <a:t>箱</a:t>
            </a:r>
            <a:r>
              <a:rPr lang="en-US" altLang="zh-CN" sz="1800" dirty="0">
                <a:latin typeface="楷体" panose="02010609060101010101" pitchFamily="49" charset="-122"/>
                <a:ea typeface="楷体" panose="02010609060101010101" pitchFamily="49" charset="-122"/>
              </a:rPr>
              <a:t>3</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25</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28</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34</a:t>
            </a:r>
          </a:p>
          <a:p>
            <a:pPr>
              <a:lnSpc>
                <a:spcPct val="80000"/>
              </a:lnSpc>
              <a:buFont typeface="Wingdings" panose="05000000000000000000" pitchFamily="2" charset="2"/>
              <a:buChar char="Ø"/>
              <a:defRPr/>
            </a:pPr>
            <a:r>
              <a:rPr lang="zh-CN" altLang="en-US" sz="1800" dirty="0">
                <a:latin typeface="楷体" panose="02010609060101010101" pitchFamily="49" charset="-122"/>
                <a:ea typeface="楷体" panose="02010609060101010101" pitchFamily="49" charset="-122"/>
              </a:rPr>
              <a:t>用箱平均值平滑：</a:t>
            </a:r>
          </a:p>
          <a:p>
            <a:pPr lvl="1">
              <a:lnSpc>
                <a:spcPct val="80000"/>
              </a:lnSpc>
              <a:buFont typeface="Wingdings" panose="05000000000000000000" pitchFamily="2" charset="2"/>
              <a:buChar char="Ø"/>
              <a:defRPr/>
            </a:pPr>
            <a:r>
              <a:rPr lang="zh-CN" altLang="en-US" sz="1800" dirty="0">
                <a:latin typeface="楷体" panose="02010609060101010101" pitchFamily="49" charset="-122"/>
                <a:ea typeface="楷体" panose="02010609060101010101" pitchFamily="49" charset="-122"/>
              </a:rPr>
              <a:t>箱</a:t>
            </a:r>
            <a:r>
              <a:rPr lang="en-US" altLang="zh-CN" sz="1800" dirty="0">
                <a:latin typeface="楷体" panose="02010609060101010101" pitchFamily="49" charset="-122"/>
                <a:ea typeface="楷体" panose="02010609060101010101" pitchFamily="49" charset="-122"/>
              </a:rPr>
              <a:t>1</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9</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9</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9</a:t>
            </a:r>
          </a:p>
          <a:p>
            <a:pPr lvl="1">
              <a:lnSpc>
                <a:spcPct val="80000"/>
              </a:lnSpc>
              <a:buFont typeface="Wingdings" panose="05000000000000000000" pitchFamily="2" charset="2"/>
              <a:buChar char="Ø"/>
              <a:defRPr/>
            </a:pPr>
            <a:r>
              <a:rPr lang="zh-CN" altLang="en-US" sz="1800" dirty="0">
                <a:latin typeface="楷体" panose="02010609060101010101" pitchFamily="49" charset="-122"/>
                <a:ea typeface="楷体" panose="02010609060101010101" pitchFamily="49" charset="-122"/>
              </a:rPr>
              <a:t>箱</a:t>
            </a:r>
            <a:r>
              <a:rPr lang="en-US" altLang="zh-CN" sz="1800" dirty="0">
                <a:latin typeface="楷体" panose="02010609060101010101" pitchFamily="49" charset="-122"/>
                <a:ea typeface="楷体" panose="02010609060101010101" pitchFamily="49" charset="-122"/>
              </a:rPr>
              <a:t>2</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22</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22</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22</a:t>
            </a:r>
          </a:p>
          <a:p>
            <a:pPr lvl="1">
              <a:lnSpc>
                <a:spcPct val="80000"/>
              </a:lnSpc>
              <a:buFont typeface="Wingdings" panose="05000000000000000000" pitchFamily="2" charset="2"/>
              <a:buChar char="Ø"/>
              <a:defRPr/>
            </a:pPr>
            <a:r>
              <a:rPr lang="zh-CN" altLang="en-US" sz="1800" dirty="0">
                <a:latin typeface="楷体" panose="02010609060101010101" pitchFamily="49" charset="-122"/>
                <a:ea typeface="楷体" panose="02010609060101010101" pitchFamily="49" charset="-122"/>
              </a:rPr>
              <a:t>箱</a:t>
            </a:r>
            <a:r>
              <a:rPr lang="en-US" altLang="zh-CN" sz="1800" dirty="0">
                <a:latin typeface="楷体" panose="02010609060101010101" pitchFamily="49" charset="-122"/>
                <a:ea typeface="楷体" panose="02010609060101010101" pitchFamily="49" charset="-122"/>
              </a:rPr>
              <a:t>3</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29</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29</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29</a:t>
            </a:r>
          </a:p>
          <a:p>
            <a:pPr>
              <a:lnSpc>
                <a:spcPct val="80000"/>
              </a:lnSpc>
              <a:buFont typeface="Wingdings" panose="05000000000000000000" pitchFamily="2" charset="2"/>
              <a:buChar char="Ø"/>
              <a:defRPr/>
            </a:pPr>
            <a:r>
              <a:rPr lang="zh-CN" altLang="en-US" sz="1800" dirty="0">
                <a:latin typeface="楷体" panose="02010609060101010101" pitchFamily="49" charset="-122"/>
                <a:ea typeface="楷体" panose="02010609060101010101" pitchFamily="49" charset="-122"/>
              </a:rPr>
              <a:t>用箱边界平滑：</a:t>
            </a:r>
          </a:p>
          <a:p>
            <a:pPr lvl="1">
              <a:lnSpc>
                <a:spcPct val="80000"/>
              </a:lnSpc>
              <a:buFont typeface="Wingdings" panose="05000000000000000000" pitchFamily="2" charset="2"/>
              <a:buChar char="Ø"/>
              <a:defRPr/>
            </a:pPr>
            <a:r>
              <a:rPr lang="zh-CN" altLang="en-US" sz="1800" dirty="0">
                <a:latin typeface="楷体" panose="02010609060101010101" pitchFamily="49" charset="-122"/>
                <a:ea typeface="楷体" panose="02010609060101010101" pitchFamily="49" charset="-122"/>
              </a:rPr>
              <a:t>箱</a:t>
            </a:r>
            <a:r>
              <a:rPr lang="en-US" altLang="zh-CN" sz="1800" dirty="0">
                <a:latin typeface="楷体" panose="02010609060101010101" pitchFamily="49" charset="-122"/>
                <a:ea typeface="楷体" panose="02010609060101010101" pitchFamily="49" charset="-122"/>
              </a:rPr>
              <a:t>1</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4</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4</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15</a:t>
            </a:r>
          </a:p>
          <a:p>
            <a:pPr lvl="1">
              <a:lnSpc>
                <a:spcPct val="80000"/>
              </a:lnSpc>
              <a:buFont typeface="Wingdings" panose="05000000000000000000" pitchFamily="2" charset="2"/>
              <a:buChar char="Ø"/>
              <a:defRPr/>
            </a:pPr>
            <a:r>
              <a:rPr lang="zh-CN" altLang="en-US" sz="1800" dirty="0">
                <a:latin typeface="楷体" panose="02010609060101010101" pitchFamily="49" charset="-122"/>
                <a:ea typeface="楷体" panose="02010609060101010101" pitchFamily="49" charset="-122"/>
              </a:rPr>
              <a:t>箱</a:t>
            </a:r>
            <a:r>
              <a:rPr lang="en-US" altLang="zh-CN" sz="1800" dirty="0">
                <a:latin typeface="楷体" panose="02010609060101010101" pitchFamily="49" charset="-122"/>
                <a:ea typeface="楷体" panose="02010609060101010101" pitchFamily="49" charset="-122"/>
              </a:rPr>
              <a:t>2</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21</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21</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24</a:t>
            </a:r>
          </a:p>
          <a:p>
            <a:pPr lvl="1">
              <a:lnSpc>
                <a:spcPct val="80000"/>
              </a:lnSpc>
              <a:buFont typeface="Wingdings" panose="05000000000000000000" pitchFamily="2" charset="2"/>
              <a:buChar char="Ø"/>
              <a:defRPr/>
            </a:pPr>
            <a:r>
              <a:rPr lang="zh-CN" altLang="en-US" sz="1800" dirty="0">
                <a:latin typeface="楷体" panose="02010609060101010101" pitchFamily="49" charset="-122"/>
                <a:ea typeface="楷体" panose="02010609060101010101" pitchFamily="49" charset="-122"/>
              </a:rPr>
              <a:t>箱</a:t>
            </a:r>
            <a:r>
              <a:rPr lang="en-US" altLang="zh-CN" sz="1800" dirty="0">
                <a:latin typeface="楷体" panose="02010609060101010101" pitchFamily="49" charset="-122"/>
                <a:ea typeface="楷体" panose="02010609060101010101" pitchFamily="49" charset="-122"/>
              </a:rPr>
              <a:t>3</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25</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25</a:t>
            </a:r>
            <a:r>
              <a:rPr lang="zh-CN" altLang="en-US" sz="1800" dirty="0">
                <a:latin typeface="楷体" panose="02010609060101010101" pitchFamily="49" charset="-122"/>
                <a:ea typeface="楷体" panose="02010609060101010101" pitchFamily="49" charset="-122"/>
              </a:rPr>
              <a:t>，</a:t>
            </a:r>
            <a:r>
              <a:rPr lang="en-US" altLang="zh-CN" sz="1800" dirty="0">
                <a:latin typeface="楷体" panose="02010609060101010101" pitchFamily="49" charset="-122"/>
                <a:ea typeface="楷体" panose="02010609060101010101" pitchFamily="49" charset="-122"/>
              </a:rPr>
              <a:t>34</a:t>
            </a:r>
          </a:p>
          <a:p>
            <a:pPr>
              <a:lnSpc>
                <a:spcPct val="80000"/>
              </a:lnSpc>
              <a:buFont typeface="Wingdings" panose="05000000000000000000" pitchFamily="2" charset="2"/>
              <a:buChar char="Ø"/>
              <a:defRPr/>
            </a:pPr>
            <a:r>
              <a:rPr lang="zh-CN" altLang="en-US" sz="1800" dirty="0">
                <a:latin typeface="楷体" panose="02010609060101010101" pitchFamily="49" charset="-122"/>
                <a:ea typeface="楷体" panose="02010609060101010101" pitchFamily="49" charset="-122"/>
              </a:rPr>
              <a:t>由于分箱方法考察近邻的值，因此它进行局部的光滑。</a:t>
            </a:r>
            <a:endParaRPr lang="en-US" altLang="zh-CN" sz="1800" dirty="0">
              <a:latin typeface="楷体" panose="02010609060101010101" pitchFamily="49" charset="-122"/>
              <a:ea typeface="楷体" panose="02010609060101010101" pitchFamily="49" charset="-122"/>
            </a:endParaRPr>
          </a:p>
          <a:p>
            <a:pPr lvl="1">
              <a:lnSpc>
                <a:spcPct val="90000"/>
              </a:lnSpc>
              <a:buFont typeface="Wingdings" panose="05000000000000000000" pitchFamily="2" charset="2"/>
              <a:buNone/>
              <a:defRPr/>
            </a:pPr>
            <a:endParaRPr lang="zh-CN" altLang="en-US" sz="1800" dirty="0"/>
          </a:p>
        </p:txBody>
      </p:sp>
    </p:spTree>
    <p:extLst>
      <p:ext uri="{BB962C8B-B14F-4D97-AF65-F5344CB8AC3E}">
        <p14:creationId xmlns:p14="http://schemas.microsoft.com/office/powerpoint/2010/main" val="1061133154"/>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3630539" y="204238"/>
            <a:ext cx="1832553" cy="584775"/>
          </a:xfrm>
          <a:prstGeom prst="rect">
            <a:avLst/>
          </a:prstGeom>
          <a:noFill/>
        </p:spPr>
        <p:txBody>
          <a:bodyPr wrap="none" rtlCol="0">
            <a:spAutoFit/>
          </a:bodyPr>
          <a:lstStyle/>
          <a:p>
            <a:pPr eaLnBrk="1" hangingPunct="1"/>
            <a:r>
              <a:rPr lang="zh-CN" altLang="en-US" sz="3200" b="1" dirty="0">
                <a:solidFill>
                  <a:schemeClr val="tx2"/>
                </a:solidFill>
                <a:latin typeface="华文楷体" panose="02010600040101010101" pitchFamily="2" charset="-122"/>
                <a:ea typeface="华文楷体" panose="02010600040101010101" pitchFamily="2" charset="-122"/>
              </a:rPr>
              <a:t>数据变换</a:t>
            </a:r>
            <a:endParaRPr lang="zh-CN" altLang="zh-CN" sz="3200" dirty="0">
              <a:solidFill>
                <a:schemeClr val="tx2"/>
              </a:solidFill>
              <a:latin typeface="Tahoma" panose="020B0604030504040204" pitchFamily="34" charset="0"/>
            </a:endParaRPr>
          </a:p>
        </p:txBody>
      </p:sp>
      <p:pic>
        <p:nvPicPr>
          <p:cNvPr id="2" name="图片 1" descr="20100508053929509.png">
            <a:extLst>
              <a:ext uri="{FF2B5EF4-FFF2-40B4-BE49-F238E27FC236}">
                <a16:creationId xmlns:a16="http://schemas.microsoft.com/office/drawing/2014/main" id="{B8159409-A503-4442-9F2E-FE91B1E77507}"/>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7" name="Rectangle 3">
            <a:extLst>
              <a:ext uri="{FF2B5EF4-FFF2-40B4-BE49-F238E27FC236}">
                <a16:creationId xmlns:a16="http://schemas.microsoft.com/office/drawing/2014/main" id="{5EE3EB08-7ADB-403A-A816-43CA272B49F1}"/>
              </a:ext>
            </a:extLst>
          </p:cNvPr>
          <p:cNvSpPr txBox="1">
            <a:spLocks noChangeArrowheads="1"/>
          </p:cNvSpPr>
          <p:nvPr/>
        </p:nvSpPr>
        <p:spPr>
          <a:xfrm>
            <a:off x="432016" y="789013"/>
            <a:ext cx="8229600" cy="339342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lnSpc>
                <a:spcPct val="90000"/>
              </a:lnSpc>
              <a:buFont typeface="Wingdings" panose="05000000000000000000" pitchFamily="2" charset="2"/>
              <a:buNone/>
              <a:defRPr/>
            </a:pPr>
            <a:endParaRPr lang="zh-CN" altLang="en-US" sz="1800" dirty="0"/>
          </a:p>
        </p:txBody>
      </p:sp>
      <p:sp>
        <p:nvSpPr>
          <p:cNvPr id="8" name="Rectangle 48">
            <a:extLst>
              <a:ext uri="{FF2B5EF4-FFF2-40B4-BE49-F238E27FC236}">
                <a16:creationId xmlns:a16="http://schemas.microsoft.com/office/drawing/2014/main" id="{7A2F5257-4AD5-4050-AC08-694F9DBB606E}"/>
              </a:ext>
            </a:extLst>
          </p:cNvPr>
          <p:cNvSpPr txBox="1">
            <a:spLocks noChangeArrowheads="1"/>
          </p:cNvSpPr>
          <p:nvPr/>
        </p:nvSpPr>
        <p:spPr>
          <a:xfrm>
            <a:off x="733672" y="943451"/>
            <a:ext cx="6903325" cy="377734"/>
          </a:xfrm>
          <a:prstGeom prst="rect">
            <a:avLst/>
          </a:prstGeom>
        </p:spPr>
        <p:txBody>
          <a:bodyP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defRPr/>
            </a:pPr>
            <a:r>
              <a:rPr lang="zh-CN" altLang="en-US" sz="2000" dirty="0">
                <a:latin typeface="楷体" panose="02010609060101010101" pitchFamily="49" charset="-122"/>
                <a:ea typeface="楷体" panose="02010609060101010101" pitchFamily="49" charset="-122"/>
              </a:rPr>
              <a:t>二、通过聚类分析检测离群点，消除噪声</a:t>
            </a:r>
            <a:endParaRPr lang="en-US" altLang="zh-CN" sz="2000" dirty="0">
              <a:latin typeface="楷体" panose="02010609060101010101" pitchFamily="49" charset="-122"/>
              <a:ea typeface="楷体" panose="02010609060101010101" pitchFamily="49" charset="-122"/>
            </a:endParaRPr>
          </a:p>
          <a:p>
            <a:pPr lvl="1">
              <a:buFont typeface="Wingdings" panose="05000000000000000000" pitchFamily="2" charset="2"/>
              <a:buChar char="Ø"/>
              <a:defRPr/>
            </a:pPr>
            <a:r>
              <a:rPr lang="zh-CN" altLang="en-US" sz="2000" dirty="0">
                <a:latin typeface="楷体" panose="02010609060101010101" pitchFamily="49" charset="-122"/>
                <a:ea typeface="楷体" panose="02010609060101010101" pitchFamily="49" charset="-122"/>
              </a:rPr>
              <a:t>聚类将类似的值聚成簇。直观的，落在簇集合之外的值被视为离群点</a:t>
            </a:r>
          </a:p>
        </p:txBody>
      </p:sp>
      <p:pic>
        <p:nvPicPr>
          <p:cNvPr id="9" name="Picture 54" descr="https://img-blog.csdn.net/20151207222107795">
            <a:extLst>
              <a:ext uri="{FF2B5EF4-FFF2-40B4-BE49-F238E27FC236}">
                <a16:creationId xmlns:a16="http://schemas.microsoft.com/office/drawing/2014/main" id="{9B0E89E7-668E-4FD1-BE25-A95CF21551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736" y="2062547"/>
            <a:ext cx="4105679" cy="2823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4313589"/>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3630539" y="204238"/>
            <a:ext cx="1832553" cy="584775"/>
          </a:xfrm>
          <a:prstGeom prst="rect">
            <a:avLst/>
          </a:prstGeom>
          <a:noFill/>
        </p:spPr>
        <p:txBody>
          <a:bodyPr wrap="none" rtlCol="0">
            <a:spAutoFit/>
          </a:bodyPr>
          <a:lstStyle/>
          <a:p>
            <a:pPr eaLnBrk="1" hangingPunct="1"/>
            <a:r>
              <a:rPr lang="zh-CN" altLang="en-US" sz="3200" b="1" dirty="0">
                <a:solidFill>
                  <a:schemeClr val="tx2"/>
                </a:solidFill>
                <a:latin typeface="华文楷体" panose="02010600040101010101" pitchFamily="2" charset="-122"/>
                <a:ea typeface="华文楷体" panose="02010600040101010101" pitchFamily="2" charset="-122"/>
              </a:rPr>
              <a:t>数据变换</a:t>
            </a:r>
            <a:endParaRPr lang="zh-CN" altLang="zh-CN" sz="3200" dirty="0">
              <a:solidFill>
                <a:schemeClr val="tx2"/>
              </a:solidFill>
              <a:latin typeface="Tahoma" panose="020B0604030504040204" pitchFamily="34" charset="0"/>
            </a:endParaRPr>
          </a:p>
        </p:txBody>
      </p:sp>
      <p:pic>
        <p:nvPicPr>
          <p:cNvPr id="2" name="图片 1" descr="20100508053929509.png">
            <a:extLst>
              <a:ext uri="{FF2B5EF4-FFF2-40B4-BE49-F238E27FC236}">
                <a16:creationId xmlns:a16="http://schemas.microsoft.com/office/drawing/2014/main" id="{B8159409-A503-4442-9F2E-FE91B1E77507}"/>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7" name="Rectangle 3">
            <a:extLst>
              <a:ext uri="{FF2B5EF4-FFF2-40B4-BE49-F238E27FC236}">
                <a16:creationId xmlns:a16="http://schemas.microsoft.com/office/drawing/2014/main" id="{5EE3EB08-7ADB-403A-A816-43CA272B49F1}"/>
              </a:ext>
            </a:extLst>
          </p:cNvPr>
          <p:cNvSpPr txBox="1">
            <a:spLocks noChangeArrowheads="1"/>
          </p:cNvSpPr>
          <p:nvPr/>
        </p:nvSpPr>
        <p:spPr>
          <a:xfrm>
            <a:off x="432016" y="789013"/>
            <a:ext cx="8229600" cy="339342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lnSpc>
                <a:spcPct val="90000"/>
              </a:lnSpc>
              <a:buFont typeface="Wingdings" panose="05000000000000000000" pitchFamily="2" charset="2"/>
              <a:buNone/>
              <a:defRPr/>
            </a:pPr>
            <a:endParaRPr lang="zh-CN" altLang="en-US" sz="1800" dirty="0"/>
          </a:p>
        </p:txBody>
      </p:sp>
      <p:sp>
        <p:nvSpPr>
          <p:cNvPr id="5" name="矩形 1">
            <a:extLst>
              <a:ext uri="{FF2B5EF4-FFF2-40B4-BE49-F238E27FC236}">
                <a16:creationId xmlns:a16="http://schemas.microsoft.com/office/drawing/2014/main" id="{4FF2FDF6-8902-480B-A2EE-44702B6C52A1}"/>
              </a:ext>
            </a:extLst>
          </p:cNvPr>
          <p:cNvSpPr>
            <a:spLocks noChangeArrowheads="1"/>
          </p:cNvSpPr>
          <p:nvPr/>
        </p:nvSpPr>
        <p:spPr bwMode="auto">
          <a:xfrm>
            <a:off x="755576" y="1017670"/>
            <a:ext cx="7272807"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a:spcBef>
                <a:spcPct val="0"/>
              </a:spcBef>
              <a:buClrTx/>
              <a:buSzTx/>
              <a:defRPr/>
            </a:pPr>
            <a:r>
              <a:rPr lang="zh-CN" altLang="en-US" sz="2000" dirty="0">
                <a:latin typeface="楷体" panose="02010609060101010101" pitchFamily="49" charset="-122"/>
                <a:ea typeface="楷体" panose="02010609060101010101" pitchFamily="49" charset="-122"/>
              </a:rPr>
              <a:t>三、规范化：将属性数据按比例缩放，使之落入一个小的特定区间，如-1.0~1.0或0.0~1.0。有许多数据规范化的方法，常用的有三种：</a:t>
            </a:r>
            <a:r>
              <a:rPr lang="zh-CN" altLang="en-US" sz="2000" dirty="0">
                <a:solidFill>
                  <a:srgbClr val="FF0000"/>
                </a:solidFill>
                <a:highlight>
                  <a:srgbClr val="FFFF00"/>
                </a:highlight>
                <a:latin typeface="楷体" panose="02010609060101010101" pitchFamily="49" charset="-122"/>
                <a:ea typeface="楷体" panose="02010609060101010101" pitchFamily="49" charset="-122"/>
              </a:rPr>
              <a:t>最小-最大规范化、z-score规范化和按小数定标规范</a:t>
            </a:r>
            <a:r>
              <a:rPr lang="zh-CN" altLang="en-US" sz="2000" dirty="0">
                <a:latin typeface="楷体" panose="02010609060101010101" pitchFamily="49" charset="-122"/>
                <a:ea typeface="楷体" panose="02010609060101010101" pitchFamily="49" charset="-122"/>
              </a:rPr>
              <a:t>。</a:t>
            </a:r>
            <a:endParaRPr lang="en-US" altLang="zh-CN" sz="20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066206561"/>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3630539" y="204238"/>
            <a:ext cx="1832553" cy="584775"/>
          </a:xfrm>
          <a:prstGeom prst="rect">
            <a:avLst/>
          </a:prstGeom>
          <a:noFill/>
        </p:spPr>
        <p:txBody>
          <a:bodyPr wrap="none" rtlCol="0">
            <a:spAutoFit/>
          </a:bodyPr>
          <a:lstStyle/>
          <a:p>
            <a:pPr eaLnBrk="1" hangingPunct="1"/>
            <a:r>
              <a:rPr lang="zh-CN" altLang="en-US" sz="3200" b="1" dirty="0">
                <a:solidFill>
                  <a:schemeClr val="tx2"/>
                </a:solidFill>
                <a:latin typeface="华文楷体" panose="02010600040101010101" pitchFamily="2" charset="-122"/>
                <a:ea typeface="华文楷体" panose="02010600040101010101" pitchFamily="2" charset="-122"/>
              </a:rPr>
              <a:t>数据变换</a:t>
            </a:r>
            <a:endParaRPr lang="zh-CN" altLang="zh-CN" sz="3200" dirty="0">
              <a:solidFill>
                <a:schemeClr val="tx2"/>
              </a:solidFill>
              <a:latin typeface="Tahoma" panose="020B0604030504040204" pitchFamily="34" charset="0"/>
            </a:endParaRPr>
          </a:p>
        </p:txBody>
      </p:sp>
      <p:pic>
        <p:nvPicPr>
          <p:cNvPr id="2" name="图片 1" descr="20100508053929509.png">
            <a:extLst>
              <a:ext uri="{FF2B5EF4-FFF2-40B4-BE49-F238E27FC236}">
                <a16:creationId xmlns:a16="http://schemas.microsoft.com/office/drawing/2014/main" id="{B8159409-A503-4442-9F2E-FE91B1E77507}"/>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7" name="Rectangle 3">
            <a:extLst>
              <a:ext uri="{FF2B5EF4-FFF2-40B4-BE49-F238E27FC236}">
                <a16:creationId xmlns:a16="http://schemas.microsoft.com/office/drawing/2014/main" id="{5EE3EB08-7ADB-403A-A816-43CA272B49F1}"/>
              </a:ext>
            </a:extLst>
          </p:cNvPr>
          <p:cNvSpPr txBox="1">
            <a:spLocks noChangeArrowheads="1"/>
          </p:cNvSpPr>
          <p:nvPr/>
        </p:nvSpPr>
        <p:spPr>
          <a:xfrm>
            <a:off x="432016" y="789013"/>
            <a:ext cx="8229600" cy="339342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lnSpc>
                <a:spcPct val="90000"/>
              </a:lnSpc>
              <a:buFont typeface="Wingdings" panose="05000000000000000000" pitchFamily="2" charset="2"/>
              <a:buNone/>
              <a:defRPr/>
            </a:pPr>
            <a:endParaRPr lang="zh-CN" altLang="en-US" sz="1800" dirty="0"/>
          </a:p>
        </p:txBody>
      </p:sp>
      <p:sp>
        <p:nvSpPr>
          <p:cNvPr id="6" name="Rectangle 4">
            <a:extLst>
              <a:ext uri="{FF2B5EF4-FFF2-40B4-BE49-F238E27FC236}">
                <a16:creationId xmlns:a16="http://schemas.microsoft.com/office/drawing/2014/main" id="{BE9ABA9E-F6E5-4DDA-84E8-DEFC513A150F}"/>
              </a:ext>
            </a:extLst>
          </p:cNvPr>
          <p:cNvSpPr txBox="1">
            <a:spLocks noChangeArrowheads="1"/>
          </p:cNvSpPr>
          <p:nvPr/>
        </p:nvSpPr>
        <p:spPr>
          <a:xfrm>
            <a:off x="1548746" y="897454"/>
            <a:ext cx="6056030" cy="388738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 typeface="Wingdings" panose="05000000000000000000" pitchFamily="2" charset="2"/>
              <a:buChar char="Ø"/>
            </a:pPr>
            <a:r>
              <a:rPr lang="zh-CN" altLang="en-US" sz="1800">
                <a:latin typeface="楷体" panose="02010609060101010101" pitchFamily="49" charset="-122"/>
                <a:ea typeface="楷体" panose="02010609060101010101" pitchFamily="49" charset="-122"/>
              </a:rPr>
              <a:t>最小－最大规范化</a:t>
            </a:r>
          </a:p>
          <a:p>
            <a:pPr lvl="1">
              <a:buFont typeface="Wingdings" panose="05000000000000000000" pitchFamily="2" charset="2"/>
              <a:buChar char="Ø"/>
            </a:pPr>
            <a:endParaRPr lang="zh-CN" altLang="en-US" sz="1800">
              <a:latin typeface="楷体" panose="02010609060101010101" pitchFamily="49" charset="-122"/>
              <a:ea typeface="楷体" panose="02010609060101010101" pitchFamily="49" charset="-122"/>
            </a:endParaRPr>
          </a:p>
          <a:p>
            <a:pPr lvl="1">
              <a:buFont typeface="Wingdings" panose="05000000000000000000" pitchFamily="2" charset="2"/>
              <a:buChar char="Ø"/>
            </a:pPr>
            <a:endParaRPr lang="zh-CN" altLang="en-US" sz="1800">
              <a:latin typeface="楷体" panose="02010609060101010101" pitchFamily="49" charset="-122"/>
              <a:ea typeface="楷体" panose="02010609060101010101" pitchFamily="49" charset="-122"/>
            </a:endParaRPr>
          </a:p>
          <a:p>
            <a:pPr>
              <a:buFont typeface="Wingdings" panose="05000000000000000000" pitchFamily="2" charset="2"/>
              <a:buChar char="Ø"/>
            </a:pPr>
            <a:endParaRPr lang="en-US" altLang="zh-CN" sz="1800">
              <a:latin typeface="楷体" panose="02010609060101010101" pitchFamily="49" charset="-122"/>
              <a:ea typeface="楷体" panose="02010609060101010101" pitchFamily="49" charset="-122"/>
            </a:endParaRPr>
          </a:p>
          <a:p>
            <a:pPr>
              <a:buFont typeface="Wingdings" panose="05000000000000000000" pitchFamily="2" charset="2"/>
              <a:buChar char="Ø"/>
            </a:pPr>
            <a:endParaRPr lang="en-US" altLang="zh-CN" sz="1800">
              <a:latin typeface="楷体" panose="02010609060101010101" pitchFamily="49" charset="-122"/>
              <a:ea typeface="楷体" panose="02010609060101010101" pitchFamily="49" charset="-122"/>
            </a:endParaRPr>
          </a:p>
          <a:p>
            <a:pPr>
              <a:buFont typeface="Wingdings" panose="05000000000000000000" pitchFamily="2" charset="2"/>
              <a:buChar char="Ø"/>
            </a:pPr>
            <a:r>
              <a:rPr lang="en-US" altLang="zh-CN" sz="1800">
                <a:latin typeface="楷体" panose="02010609060101010101" pitchFamily="49" charset="-122"/>
                <a:ea typeface="楷体" panose="02010609060101010101" pitchFamily="49" charset="-122"/>
              </a:rPr>
              <a:t>z-score</a:t>
            </a:r>
            <a:r>
              <a:rPr lang="zh-CN" altLang="en-US" sz="1800">
                <a:latin typeface="楷体" panose="02010609060101010101" pitchFamily="49" charset="-122"/>
                <a:ea typeface="楷体" panose="02010609060101010101" pitchFamily="49" charset="-122"/>
              </a:rPr>
              <a:t>规范化：最大最小值未知，或者离群点影响较大的时候适用</a:t>
            </a:r>
          </a:p>
          <a:p>
            <a:pPr lvl="1">
              <a:buFont typeface="Wingdings" panose="05000000000000000000" pitchFamily="2" charset="2"/>
              <a:buChar char="Ø"/>
            </a:pPr>
            <a:endParaRPr lang="zh-CN" altLang="en-US" sz="1800">
              <a:latin typeface="楷体" panose="02010609060101010101" pitchFamily="49" charset="-122"/>
              <a:ea typeface="楷体" panose="02010609060101010101" pitchFamily="49" charset="-122"/>
            </a:endParaRPr>
          </a:p>
          <a:p>
            <a:pPr lvl="1">
              <a:buFont typeface="Wingdings" panose="05000000000000000000" pitchFamily="2" charset="2"/>
              <a:buChar char="Ø"/>
            </a:pPr>
            <a:r>
              <a:rPr lang="zh-CN" altLang="en-US" sz="1800">
                <a:latin typeface="楷体" panose="02010609060101010101" pitchFamily="49" charset="-122"/>
                <a:ea typeface="楷体" panose="02010609060101010101" pitchFamily="49" charset="-122"/>
              </a:rPr>
              <a:t>例：</a:t>
            </a:r>
            <a:r>
              <a:rPr lang="zh-CN" altLang="zh-CN" sz="1800">
                <a:solidFill>
                  <a:srgbClr val="333333"/>
                </a:solidFill>
                <a:latin typeface="楷体" panose="02010609060101010101" pitchFamily="49" charset="-122"/>
                <a:ea typeface="楷体" panose="02010609060101010101" pitchFamily="49" charset="-122"/>
              </a:rPr>
              <a:t>假设属性income的均值和标准差分别为54000美元和16000美元。使用z分数规范化，值73600美元被转换为</a:t>
            </a:r>
            <a:r>
              <a:rPr lang="zh-CN" altLang="zh-CN" sz="1800">
                <a:solidFill>
                  <a:srgbClr val="FF4200"/>
                </a:solidFill>
                <a:latin typeface="楷体" panose="02010609060101010101" pitchFamily="49" charset="-122"/>
                <a:ea typeface="楷体" panose="02010609060101010101" pitchFamily="49" charset="-122"/>
              </a:rPr>
              <a:t>  </a:t>
            </a:r>
            <a:r>
              <a:rPr lang="zh-CN" altLang="zh-CN" sz="3599">
                <a:solidFill>
                  <a:srgbClr val="333399"/>
                </a:solidFill>
                <a:latin typeface="楷体" panose="02010609060101010101" pitchFamily="49" charset="-122"/>
                <a:ea typeface="楷体" panose="02010609060101010101" pitchFamily="49" charset="-122"/>
              </a:rPr>
              <a:t> </a:t>
            </a:r>
            <a:endParaRPr lang="zh-CN" altLang="zh-CN" sz="1800">
              <a:solidFill>
                <a:srgbClr val="FF4200"/>
              </a:solidFill>
              <a:latin typeface="楷体" panose="02010609060101010101" pitchFamily="49" charset="-122"/>
              <a:ea typeface="楷体" panose="02010609060101010101" pitchFamily="49" charset="-122"/>
            </a:endParaRPr>
          </a:p>
        </p:txBody>
      </p:sp>
      <p:graphicFrame>
        <p:nvGraphicFramePr>
          <p:cNvPr id="8" name="Object 2">
            <a:extLst>
              <a:ext uri="{FF2B5EF4-FFF2-40B4-BE49-F238E27FC236}">
                <a16:creationId xmlns:a16="http://schemas.microsoft.com/office/drawing/2014/main" id="{D07E7C74-2217-4CFE-9767-8CD963E17EA0}"/>
              </a:ext>
            </a:extLst>
          </p:cNvPr>
          <p:cNvGraphicFramePr>
            <a:graphicFrameLocks noChangeAspect="1"/>
          </p:cNvGraphicFramePr>
          <p:nvPr>
            <p:extLst>
              <p:ext uri="{D42A27DB-BD31-4B8C-83A1-F6EECF244321}">
                <p14:modId xmlns:p14="http://schemas.microsoft.com/office/powerpoint/2010/main" val="240904628"/>
              </p:ext>
            </p:extLst>
          </p:nvPr>
        </p:nvGraphicFramePr>
        <p:xfrm>
          <a:off x="1948672" y="1240248"/>
          <a:ext cx="4999082" cy="596319"/>
        </p:xfrm>
        <a:graphic>
          <a:graphicData uri="http://schemas.openxmlformats.org/presentationml/2006/ole">
            <mc:AlternateContent xmlns:mc="http://schemas.openxmlformats.org/markup-compatibility/2006">
              <mc:Choice xmlns:v="urn:schemas-microsoft-com:vml" Requires="v">
                <p:oleObj name="Equation" r:id="rId4" imgW="3340100" imgH="393700" progId="Equation.3">
                  <p:embed/>
                </p:oleObj>
              </mc:Choice>
              <mc:Fallback>
                <p:oleObj name="Equation" r:id="rId4" imgW="3340100" imgH="393700" progId="Equation.3">
                  <p:embed/>
                  <p:pic>
                    <p:nvPicPr>
                      <p:cNvPr id="3074" name="Object 2">
                        <a:extLst>
                          <a:ext uri="{FF2B5EF4-FFF2-40B4-BE49-F238E27FC236}">
                            <a16:creationId xmlns:a16="http://schemas.microsoft.com/office/drawing/2014/main" id="{30ADAAFE-C6A1-4257-BB74-4A16B687E4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8672" y="1240248"/>
                        <a:ext cx="4999082" cy="596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3">
            <a:extLst>
              <a:ext uri="{FF2B5EF4-FFF2-40B4-BE49-F238E27FC236}">
                <a16:creationId xmlns:a16="http://schemas.microsoft.com/office/drawing/2014/main" id="{D0ABAF47-3DBD-4DB7-836B-AA73E418A374}"/>
              </a:ext>
            </a:extLst>
          </p:cNvPr>
          <p:cNvGraphicFramePr>
            <a:graphicFrameLocks noChangeAspect="1"/>
          </p:cNvGraphicFramePr>
          <p:nvPr>
            <p:extLst>
              <p:ext uri="{D42A27DB-BD31-4B8C-83A1-F6EECF244321}">
                <p14:modId xmlns:p14="http://schemas.microsoft.com/office/powerpoint/2010/main" val="3521296227"/>
              </p:ext>
            </p:extLst>
          </p:nvPr>
        </p:nvGraphicFramePr>
        <p:xfrm>
          <a:off x="3275810" y="2880423"/>
          <a:ext cx="2063907" cy="646310"/>
        </p:xfrm>
        <a:graphic>
          <a:graphicData uri="http://schemas.openxmlformats.org/presentationml/2006/ole">
            <mc:AlternateContent xmlns:mc="http://schemas.openxmlformats.org/markup-compatibility/2006">
              <mc:Choice xmlns:v="urn:schemas-microsoft-com:vml" Requires="v">
                <p:oleObj name="公式" r:id="rId6" imgW="1244600" imgH="419100" progId="Equation.3">
                  <p:embed/>
                </p:oleObj>
              </mc:Choice>
              <mc:Fallback>
                <p:oleObj name="公式" r:id="rId6" imgW="1244600" imgH="419100" progId="Equation.3">
                  <p:embed/>
                  <p:pic>
                    <p:nvPicPr>
                      <p:cNvPr id="3075" name="Object 3">
                        <a:extLst>
                          <a:ext uri="{FF2B5EF4-FFF2-40B4-BE49-F238E27FC236}">
                            <a16:creationId xmlns:a16="http://schemas.microsoft.com/office/drawing/2014/main" id="{18FCE347-D450-4CD7-BE2C-6F841516E9C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5810" y="2880423"/>
                        <a:ext cx="2063907" cy="646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5">
            <a:extLst>
              <a:ext uri="{FF2B5EF4-FFF2-40B4-BE49-F238E27FC236}">
                <a16:creationId xmlns:a16="http://schemas.microsoft.com/office/drawing/2014/main" id="{873341FE-C6B2-46F6-B365-5CA832A9BFEC}"/>
              </a:ext>
            </a:extLst>
          </p:cNvPr>
          <p:cNvGraphicFramePr>
            <a:graphicFrameLocks noChangeAspect="1"/>
          </p:cNvGraphicFramePr>
          <p:nvPr>
            <p:extLst>
              <p:ext uri="{D42A27DB-BD31-4B8C-83A1-F6EECF244321}">
                <p14:modId xmlns:p14="http://schemas.microsoft.com/office/powerpoint/2010/main" val="3565350898"/>
              </p:ext>
            </p:extLst>
          </p:nvPr>
        </p:nvGraphicFramePr>
        <p:xfrm>
          <a:off x="4419647" y="2073429"/>
          <a:ext cx="84509" cy="160685"/>
        </p:xfrm>
        <a:graphic>
          <a:graphicData uri="http://schemas.openxmlformats.org/presentationml/2006/ole">
            <mc:AlternateContent xmlns:mc="http://schemas.openxmlformats.org/markup-compatibility/2006">
              <mc:Choice xmlns:v="urn:schemas-microsoft-com:vml" Requires="v">
                <p:oleObj name="Equation" r:id="rId8" imgW="114151" imgH="215619" progId="Equation.3">
                  <p:embed/>
                </p:oleObj>
              </mc:Choice>
              <mc:Fallback>
                <p:oleObj name="Equation" r:id="rId8" imgW="114151" imgH="215619" progId="Equation.3">
                  <p:embed/>
                  <p:pic>
                    <p:nvPicPr>
                      <p:cNvPr id="3076" name="Object 5">
                        <a:extLst>
                          <a:ext uri="{FF2B5EF4-FFF2-40B4-BE49-F238E27FC236}">
                            <a16:creationId xmlns:a16="http://schemas.microsoft.com/office/drawing/2014/main" id="{E0BA6B05-BD20-41A3-81ED-EE388BB896F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19647" y="2073429"/>
                        <a:ext cx="84509" cy="160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1" name="图片 1">
            <a:extLst>
              <a:ext uri="{FF2B5EF4-FFF2-40B4-BE49-F238E27FC236}">
                <a16:creationId xmlns:a16="http://schemas.microsoft.com/office/drawing/2014/main" id="{175EF676-7FB0-4DD4-9531-5784E49482E8}"/>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1941531" y="1909173"/>
            <a:ext cx="4413475" cy="649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0" descr="http://images.51cto.com/files/uploadimg/20121206/0926295.jpg">
            <a:hlinkClick r:id="rId11"/>
            <a:extLst>
              <a:ext uri="{FF2B5EF4-FFF2-40B4-BE49-F238E27FC236}">
                <a16:creationId xmlns:a16="http://schemas.microsoft.com/office/drawing/2014/main" id="{8CA6613D-0E61-491E-A670-02467F71584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92474" y="4221844"/>
            <a:ext cx="1663980" cy="368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13539059"/>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3630539" y="204238"/>
            <a:ext cx="1832553" cy="584775"/>
          </a:xfrm>
          <a:prstGeom prst="rect">
            <a:avLst/>
          </a:prstGeom>
          <a:noFill/>
        </p:spPr>
        <p:txBody>
          <a:bodyPr wrap="none" rtlCol="0">
            <a:spAutoFit/>
          </a:bodyPr>
          <a:lstStyle/>
          <a:p>
            <a:pPr eaLnBrk="1" hangingPunct="1"/>
            <a:r>
              <a:rPr lang="zh-CN" altLang="en-US" sz="3200" b="1" dirty="0">
                <a:solidFill>
                  <a:schemeClr val="tx2"/>
                </a:solidFill>
                <a:latin typeface="华文楷体" panose="02010600040101010101" pitchFamily="2" charset="-122"/>
                <a:ea typeface="华文楷体" panose="02010600040101010101" pitchFamily="2" charset="-122"/>
              </a:rPr>
              <a:t>数据变换</a:t>
            </a:r>
            <a:endParaRPr lang="zh-CN" altLang="zh-CN" sz="3200" dirty="0">
              <a:solidFill>
                <a:schemeClr val="tx2"/>
              </a:solidFill>
              <a:latin typeface="Tahoma" panose="020B0604030504040204" pitchFamily="34" charset="0"/>
            </a:endParaRPr>
          </a:p>
        </p:txBody>
      </p:sp>
      <p:pic>
        <p:nvPicPr>
          <p:cNvPr id="2" name="图片 1" descr="20100508053929509.png">
            <a:extLst>
              <a:ext uri="{FF2B5EF4-FFF2-40B4-BE49-F238E27FC236}">
                <a16:creationId xmlns:a16="http://schemas.microsoft.com/office/drawing/2014/main" id="{B8159409-A503-4442-9F2E-FE91B1E77507}"/>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7" name="Rectangle 3">
            <a:extLst>
              <a:ext uri="{FF2B5EF4-FFF2-40B4-BE49-F238E27FC236}">
                <a16:creationId xmlns:a16="http://schemas.microsoft.com/office/drawing/2014/main" id="{5EE3EB08-7ADB-403A-A816-43CA272B49F1}"/>
              </a:ext>
            </a:extLst>
          </p:cNvPr>
          <p:cNvSpPr txBox="1">
            <a:spLocks noChangeArrowheads="1"/>
          </p:cNvSpPr>
          <p:nvPr/>
        </p:nvSpPr>
        <p:spPr>
          <a:xfrm>
            <a:off x="432016" y="789013"/>
            <a:ext cx="8229600" cy="339342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lnSpc>
                <a:spcPct val="90000"/>
              </a:lnSpc>
              <a:buFont typeface="Wingdings" panose="05000000000000000000" pitchFamily="2" charset="2"/>
              <a:buNone/>
              <a:defRPr/>
            </a:pPr>
            <a:endParaRPr lang="zh-CN" altLang="en-US" sz="1800" dirty="0"/>
          </a:p>
        </p:txBody>
      </p:sp>
      <p:sp>
        <p:nvSpPr>
          <p:cNvPr id="6" name="Rectangle 4">
            <a:extLst>
              <a:ext uri="{FF2B5EF4-FFF2-40B4-BE49-F238E27FC236}">
                <a16:creationId xmlns:a16="http://schemas.microsoft.com/office/drawing/2014/main" id="{BE9ABA9E-F6E5-4DDA-84E8-DEFC513A150F}"/>
              </a:ext>
            </a:extLst>
          </p:cNvPr>
          <p:cNvSpPr txBox="1">
            <a:spLocks noChangeArrowheads="1"/>
          </p:cNvSpPr>
          <p:nvPr/>
        </p:nvSpPr>
        <p:spPr>
          <a:xfrm>
            <a:off x="1548746" y="897454"/>
            <a:ext cx="6056030" cy="388738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 typeface="Wingdings" panose="05000000000000000000" pitchFamily="2" charset="2"/>
              <a:buChar char="Ø"/>
            </a:pPr>
            <a:endParaRPr lang="zh-CN" altLang="zh-CN" sz="1800" dirty="0">
              <a:solidFill>
                <a:srgbClr val="FF4200"/>
              </a:solidFill>
              <a:latin typeface="楷体" panose="02010609060101010101" pitchFamily="49" charset="-122"/>
              <a:ea typeface="楷体" panose="02010609060101010101" pitchFamily="49" charset="-122"/>
            </a:endParaRPr>
          </a:p>
        </p:txBody>
      </p:sp>
      <p:graphicFrame>
        <p:nvGraphicFramePr>
          <p:cNvPr id="10" name="Object 5">
            <a:extLst>
              <a:ext uri="{FF2B5EF4-FFF2-40B4-BE49-F238E27FC236}">
                <a16:creationId xmlns:a16="http://schemas.microsoft.com/office/drawing/2014/main" id="{873341FE-C6B2-46F6-B365-5CA832A9BFEC}"/>
              </a:ext>
            </a:extLst>
          </p:cNvPr>
          <p:cNvGraphicFramePr>
            <a:graphicFrameLocks noChangeAspect="1"/>
          </p:cNvGraphicFramePr>
          <p:nvPr/>
        </p:nvGraphicFramePr>
        <p:xfrm>
          <a:off x="4419647" y="2073429"/>
          <a:ext cx="84509" cy="160685"/>
        </p:xfrm>
        <a:graphic>
          <a:graphicData uri="http://schemas.openxmlformats.org/presentationml/2006/ole">
            <mc:AlternateContent xmlns:mc="http://schemas.openxmlformats.org/markup-compatibility/2006">
              <mc:Choice xmlns:v="urn:schemas-microsoft-com:vml" Requires="v">
                <p:oleObj name="Equation" r:id="rId4" imgW="114151" imgH="215619" progId="Equation.3">
                  <p:embed/>
                </p:oleObj>
              </mc:Choice>
              <mc:Fallback>
                <p:oleObj name="Equation" r:id="rId4" imgW="114151" imgH="215619" progId="Equation.3">
                  <p:embed/>
                  <p:pic>
                    <p:nvPicPr>
                      <p:cNvPr id="10" name="Object 5">
                        <a:extLst>
                          <a:ext uri="{FF2B5EF4-FFF2-40B4-BE49-F238E27FC236}">
                            <a16:creationId xmlns:a16="http://schemas.microsoft.com/office/drawing/2014/main" id="{873341FE-C6B2-46F6-B365-5CA832A9BFE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9647" y="2073429"/>
                        <a:ext cx="84509" cy="160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4">
            <a:extLst>
              <a:ext uri="{FF2B5EF4-FFF2-40B4-BE49-F238E27FC236}">
                <a16:creationId xmlns:a16="http://schemas.microsoft.com/office/drawing/2014/main" id="{D3D129BB-3B75-46A0-AA99-585AA85296BE}"/>
              </a:ext>
            </a:extLst>
          </p:cNvPr>
          <p:cNvSpPr txBox="1">
            <a:spLocks noChangeArrowheads="1"/>
          </p:cNvSpPr>
          <p:nvPr/>
        </p:nvSpPr>
        <p:spPr>
          <a:xfrm>
            <a:off x="1548746" y="897454"/>
            <a:ext cx="6056030" cy="337080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 typeface="Wingdings" panose="05000000000000000000" pitchFamily="2" charset="2"/>
              <a:buChar char="Ø"/>
            </a:pPr>
            <a:r>
              <a:rPr lang="zh-CN" altLang="en-US" sz="1800">
                <a:latin typeface="楷体" panose="02010609060101010101" pitchFamily="49" charset="-122"/>
                <a:ea typeface="楷体" panose="02010609060101010101" pitchFamily="49" charset="-122"/>
              </a:rPr>
              <a:t>小数定标规范化</a:t>
            </a:r>
          </a:p>
          <a:p>
            <a:pPr lvl="1">
              <a:buFont typeface="Wingdings" panose="05000000000000000000" pitchFamily="2" charset="2"/>
              <a:buChar char="Ø"/>
            </a:pPr>
            <a:endParaRPr lang="zh-CN" altLang="en-US" sz="1800">
              <a:latin typeface="楷体" panose="02010609060101010101" pitchFamily="49" charset="-122"/>
              <a:ea typeface="楷体" panose="02010609060101010101" pitchFamily="49" charset="-122"/>
            </a:endParaRPr>
          </a:p>
          <a:p>
            <a:pPr lvl="1">
              <a:buFont typeface="Wingdings" panose="05000000000000000000" pitchFamily="2" charset="2"/>
              <a:buChar char="Ø"/>
            </a:pPr>
            <a:endParaRPr lang="en-US" altLang="zh-CN" sz="1800">
              <a:latin typeface="楷体" panose="02010609060101010101" pitchFamily="49" charset="-122"/>
              <a:ea typeface="楷体" panose="02010609060101010101" pitchFamily="49" charset="-122"/>
            </a:endParaRPr>
          </a:p>
        </p:txBody>
      </p:sp>
      <p:graphicFrame>
        <p:nvGraphicFramePr>
          <p:cNvPr id="15" name="Object 4">
            <a:extLst>
              <a:ext uri="{FF2B5EF4-FFF2-40B4-BE49-F238E27FC236}">
                <a16:creationId xmlns:a16="http://schemas.microsoft.com/office/drawing/2014/main" id="{AB3A165C-9440-46DA-92AA-0F6118DDE36E}"/>
              </a:ext>
            </a:extLst>
          </p:cNvPr>
          <p:cNvGraphicFramePr>
            <a:graphicFrameLocks noChangeAspect="1"/>
          </p:cNvGraphicFramePr>
          <p:nvPr>
            <p:extLst>
              <p:ext uri="{D42A27DB-BD31-4B8C-83A1-F6EECF244321}">
                <p14:modId xmlns:p14="http://schemas.microsoft.com/office/powerpoint/2010/main" val="3156616965"/>
              </p:ext>
            </p:extLst>
          </p:nvPr>
        </p:nvGraphicFramePr>
        <p:xfrm>
          <a:off x="3554330" y="1274766"/>
          <a:ext cx="802234" cy="635598"/>
        </p:xfrm>
        <a:graphic>
          <a:graphicData uri="http://schemas.openxmlformats.org/presentationml/2006/ole">
            <mc:AlternateContent xmlns:mc="http://schemas.openxmlformats.org/markup-compatibility/2006">
              <mc:Choice xmlns:v="urn:schemas-microsoft-com:vml" Requires="v">
                <p:oleObj name="Equation" r:id="rId6" imgW="495085" imgH="393529" progId="Equation.3">
                  <p:embed/>
                </p:oleObj>
              </mc:Choice>
              <mc:Fallback>
                <p:oleObj name="Equation" r:id="rId6" imgW="495085" imgH="393529" progId="Equation.3">
                  <p:embed/>
                  <p:pic>
                    <p:nvPicPr>
                      <p:cNvPr id="4098" name="Object 4">
                        <a:extLst>
                          <a:ext uri="{FF2B5EF4-FFF2-40B4-BE49-F238E27FC236}">
                            <a16:creationId xmlns:a16="http://schemas.microsoft.com/office/drawing/2014/main" id="{9FFA1FF6-3E67-49C9-B767-0F23F5345E9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54330" y="1274766"/>
                        <a:ext cx="802234" cy="635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Text Box 9">
            <a:extLst>
              <a:ext uri="{FF2B5EF4-FFF2-40B4-BE49-F238E27FC236}">
                <a16:creationId xmlns:a16="http://schemas.microsoft.com/office/drawing/2014/main" id="{74BCE4BC-10B5-44E4-BECD-FFB1958F029C}"/>
              </a:ext>
            </a:extLst>
          </p:cNvPr>
          <p:cNvSpPr txBox="1">
            <a:spLocks noChangeArrowheads="1"/>
          </p:cNvSpPr>
          <p:nvPr/>
        </p:nvSpPr>
        <p:spPr bwMode="auto">
          <a:xfrm>
            <a:off x="2643783" y="1863943"/>
            <a:ext cx="45932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marL="285750" indent="-285750">
              <a:buFont typeface="Wingdings" panose="05000000000000000000" pitchFamily="2" charset="2"/>
              <a:buChar char="Ø"/>
            </a:pPr>
            <a:r>
              <a:rPr lang="zh-CN" altLang="en-US" sz="1800">
                <a:solidFill>
                  <a:schemeClr val="tx1"/>
                </a:solidFill>
                <a:latin typeface="楷体" panose="02010609060101010101" pitchFamily="49" charset="-122"/>
                <a:ea typeface="楷体" panose="02010609060101010101" pitchFamily="49" charset="-122"/>
              </a:rPr>
              <a:t>其中，</a:t>
            </a:r>
            <a:r>
              <a:rPr lang="en-US" altLang="zh-CN" sz="1800">
                <a:solidFill>
                  <a:schemeClr val="tx1"/>
                </a:solidFill>
                <a:latin typeface="楷体" panose="02010609060101010101" pitchFamily="49" charset="-122"/>
                <a:ea typeface="楷体" panose="02010609060101010101" pitchFamily="49" charset="-122"/>
              </a:rPr>
              <a:t>j</a:t>
            </a:r>
            <a:r>
              <a:rPr lang="zh-CN" altLang="en-US" sz="1800">
                <a:solidFill>
                  <a:schemeClr val="tx1"/>
                </a:solidFill>
                <a:latin typeface="楷体" panose="02010609060101010101" pitchFamily="49" charset="-122"/>
                <a:ea typeface="楷体" panose="02010609060101010101" pitchFamily="49" charset="-122"/>
              </a:rPr>
              <a:t>是使 </a:t>
            </a:r>
            <a:r>
              <a:rPr lang="en-US" altLang="zh-CN" sz="1800">
                <a:solidFill>
                  <a:schemeClr val="tx1"/>
                </a:solidFill>
                <a:latin typeface="楷体" panose="02010609060101010101" pitchFamily="49" charset="-122"/>
                <a:ea typeface="楷体" panose="02010609060101010101" pitchFamily="49" charset="-122"/>
              </a:rPr>
              <a:t>Max(|     |)&lt;1</a:t>
            </a:r>
            <a:r>
              <a:rPr lang="zh-CN" altLang="en-US" sz="1800">
                <a:solidFill>
                  <a:schemeClr val="tx1"/>
                </a:solidFill>
                <a:latin typeface="楷体" panose="02010609060101010101" pitchFamily="49" charset="-122"/>
                <a:ea typeface="楷体" panose="02010609060101010101" pitchFamily="49" charset="-122"/>
              </a:rPr>
              <a:t>的最小整数</a:t>
            </a:r>
          </a:p>
        </p:txBody>
      </p:sp>
      <p:graphicFrame>
        <p:nvGraphicFramePr>
          <p:cNvPr id="17" name="Object 6">
            <a:extLst>
              <a:ext uri="{FF2B5EF4-FFF2-40B4-BE49-F238E27FC236}">
                <a16:creationId xmlns:a16="http://schemas.microsoft.com/office/drawing/2014/main" id="{73660827-D191-4ADD-A6D3-8983D8D7BDEC}"/>
              </a:ext>
            </a:extLst>
          </p:cNvPr>
          <p:cNvGraphicFramePr>
            <a:graphicFrameLocks noChangeAspect="1"/>
          </p:cNvGraphicFramePr>
          <p:nvPr>
            <p:extLst>
              <p:ext uri="{D42A27DB-BD31-4B8C-83A1-F6EECF244321}">
                <p14:modId xmlns:p14="http://schemas.microsoft.com/office/powerpoint/2010/main" val="3920639915"/>
              </p:ext>
            </p:extLst>
          </p:nvPr>
        </p:nvGraphicFramePr>
        <p:xfrm>
          <a:off x="5146895" y="1910364"/>
          <a:ext cx="240432" cy="303515"/>
        </p:xfrm>
        <a:graphic>
          <a:graphicData uri="http://schemas.openxmlformats.org/presentationml/2006/ole">
            <mc:AlternateContent xmlns:mc="http://schemas.openxmlformats.org/markup-compatibility/2006">
              <mc:Choice xmlns:v="urn:schemas-microsoft-com:vml" Requires="v">
                <p:oleObj name="Equation" r:id="rId8" imgW="139579" imgH="177646" progId="Equation.3">
                  <p:embed/>
                </p:oleObj>
              </mc:Choice>
              <mc:Fallback>
                <p:oleObj name="Equation" r:id="rId8" imgW="139579" imgH="177646" progId="Equation.3">
                  <p:embed/>
                  <p:pic>
                    <p:nvPicPr>
                      <p:cNvPr id="4100" name="Object 6">
                        <a:extLst>
                          <a:ext uri="{FF2B5EF4-FFF2-40B4-BE49-F238E27FC236}">
                            <a16:creationId xmlns:a16="http://schemas.microsoft.com/office/drawing/2014/main" id="{670083F0-2620-4C2C-87A0-FD21E63665D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46895" y="1910364"/>
                        <a:ext cx="240432" cy="303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 name="矩形 17">
            <a:extLst>
              <a:ext uri="{FF2B5EF4-FFF2-40B4-BE49-F238E27FC236}">
                <a16:creationId xmlns:a16="http://schemas.microsoft.com/office/drawing/2014/main" id="{50EF94E8-E14B-41D7-9239-2C8BA8F15DE1}"/>
              </a:ext>
            </a:extLst>
          </p:cNvPr>
          <p:cNvSpPr/>
          <p:nvPr/>
        </p:nvSpPr>
        <p:spPr>
          <a:xfrm>
            <a:off x="1463048" y="2330524"/>
            <a:ext cx="6217905" cy="1200329"/>
          </a:xfrm>
          <a:prstGeom prst="rect">
            <a:avLst/>
          </a:prstGeom>
        </p:spPr>
        <p:txBody>
          <a:bodyPr>
            <a:spAutoFit/>
          </a:bodyPr>
          <a:lstStyle/>
          <a:p>
            <a:pPr marL="285750" indent="-285750" algn="just">
              <a:buFont typeface="Wingdings" panose="05000000000000000000" pitchFamily="2" charset="2"/>
              <a:buChar char="Ø"/>
              <a:defRPr/>
            </a:pPr>
            <a:r>
              <a:rPr lang="zh-CN" altLang="en-US" dirty="0">
                <a:latin typeface="楷体" panose="02010609060101010101" pitchFamily="49" charset="-122"/>
                <a:ea typeface="楷体" panose="02010609060101010101" pitchFamily="49" charset="-122"/>
              </a:rPr>
              <a:t>例：假设</a:t>
            </a:r>
            <a:r>
              <a:rPr lang="en-US" altLang="zh-CN" dirty="0">
                <a:latin typeface="楷体" panose="02010609060101010101" pitchFamily="49" charset="-122"/>
                <a:ea typeface="楷体" panose="02010609060101010101" pitchFamily="49" charset="-122"/>
              </a:rPr>
              <a:t>A</a:t>
            </a:r>
            <a:r>
              <a:rPr lang="zh-CN" altLang="en-US" dirty="0">
                <a:latin typeface="楷体" panose="02010609060101010101" pitchFamily="49" charset="-122"/>
                <a:ea typeface="楷体" panose="02010609060101010101" pitchFamily="49" charset="-122"/>
              </a:rPr>
              <a:t>的取值由</a:t>
            </a:r>
            <a:r>
              <a:rPr lang="en-US" altLang="zh-CN" dirty="0">
                <a:latin typeface="楷体" panose="02010609060101010101" pitchFamily="49" charset="-122"/>
                <a:ea typeface="楷体" panose="02010609060101010101" pitchFamily="49" charset="-122"/>
              </a:rPr>
              <a:t>-986</a:t>
            </a:r>
            <a:r>
              <a:rPr lang="zh-CN" altLang="en-US" dirty="0">
                <a:latin typeface="楷体" panose="02010609060101010101" pitchFamily="49" charset="-122"/>
                <a:ea typeface="楷体" panose="02010609060101010101" pitchFamily="49" charset="-122"/>
              </a:rPr>
              <a:t>到</a:t>
            </a:r>
            <a:r>
              <a:rPr lang="en-US" altLang="zh-CN" dirty="0">
                <a:latin typeface="楷体" panose="02010609060101010101" pitchFamily="49" charset="-122"/>
                <a:ea typeface="楷体" panose="02010609060101010101" pitchFamily="49" charset="-122"/>
              </a:rPr>
              <a:t>917</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A</a:t>
            </a:r>
            <a:r>
              <a:rPr lang="zh-CN" altLang="en-US" dirty="0">
                <a:latin typeface="楷体" panose="02010609060101010101" pitchFamily="49" charset="-122"/>
                <a:ea typeface="楷体" panose="02010609060101010101" pitchFamily="49" charset="-122"/>
              </a:rPr>
              <a:t>的最大绝对值为</a:t>
            </a:r>
            <a:r>
              <a:rPr lang="en-US" altLang="zh-CN" dirty="0">
                <a:latin typeface="楷体" panose="02010609060101010101" pitchFamily="49" charset="-122"/>
                <a:ea typeface="楷体" panose="02010609060101010101" pitchFamily="49" charset="-122"/>
              </a:rPr>
              <a:t>986</a:t>
            </a:r>
            <a:r>
              <a:rPr lang="zh-CN" altLang="en-US" dirty="0">
                <a:latin typeface="楷体" panose="02010609060101010101" pitchFamily="49" charset="-122"/>
                <a:ea typeface="楷体" panose="02010609060101010101" pitchFamily="49" charset="-122"/>
              </a:rPr>
              <a:t>。因此，为使用小数定标规范化，我们用</a:t>
            </a:r>
            <a:r>
              <a:rPr lang="en-US" altLang="zh-CN" dirty="0">
                <a:latin typeface="楷体" panose="02010609060101010101" pitchFamily="49" charset="-122"/>
                <a:ea typeface="楷体" panose="02010609060101010101" pitchFamily="49" charset="-122"/>
              </a:rPr>
              <a:t>1000</a:t>
            </a:r>
            <a:r>
              <a:rPr lang="zh-CN" altLang="en-US" dirty="0">
                <a:latin typeface="楷体" panose="02010609060101010101" pitchFamily="49" charset="-122"/>
                <a:ea typeface="楷体" panose="02010609060101010101" pitchFamily="49" charset="-122"/>
              </a:rPr>
              <a:t>（即</a:t>
            </a:r>
            <a:r>
              <a:rPr lang="en-US" altLang="zh-CN" dirty="0">
                <a:latin typeface="楷体" panose="02010609060101010101" pitchFamily="49" charset="-122"/>
                <a:ea typeface="楷体" panose="02010609060101010101" pitchFamily="49" charset="-122"/>
              </a:rPr>
              <a:t>j=3</a:t>
            </a:r>
            <a:r>
              <a:rPr lang="zh-CN" altLang="en-US" dirty="0">
                <a:latin typeface="楷体" panose="02010609060101010101" pitchFamily="49" charset="-122"/>
                <a:ea typeface="楷体" panose="02010609060101010101" pitchFamily="49" charset="-122"/>
              </a:rPr>
              <a:t>）除每个值。因此，</a:t>
            </a:r>
            <a:r>
              <a:rPr lang="en-US" altLang="zh-CN" dirty="0">
                <a:latin typeface="楷体" panose="02010609060101010101" pitchFamily="49" charset="-122"/>
                <a:ea typeface="楷体" panose="02010609060101010101" pitchFamily="49" charset="-122"/>
              </a:rPr>
              <a:t>-986</a:t>
            </a:r>
            <a:r>
              <a:rPr lang="zh-CN" altLang="en-US" dirty="0">
                <a:latin typeface="楷体" panose="02010609060101010101" pitchFamily="49" charset="-122"/>
                <a:ea typeface="楷体" panose="02010609060101010101" pitchFamily="49" charset="-122"/>
              </a:rPr>
              <a:t>被规范化为</a:t>
            </a:r>
            <a:r>
              <a:rPr lang="en-US" altLang="zh-CN" dirty="0">
                <a:latin typeface="楷体" panose="02010609060101010101" pitchFamily="49" charset="-122"/>
                <a:ea typeface="楷体" panose="02010609060101010101" pitchFamily="49" charset="-122"/>
              </a:rPr>
              <a:t>-0.986</a:t>
            </a:r>
            <a:r>
              <a:rPr lang="zh-CN" altLang="en-US" dirty="0">
                <a:latin typeface="楷体" panose="02010609060101010101" pitchFamily="49" charset="-122"/>
                <a:ea typeface="楷体" panose="02010609060101010101" pitchFamily="49" charset="-122"/>
              </a:rPr>
              <a:t>，而</a:t>
            </a:r>
            <a:r>
              <a:rPr lang="en-US" altLang="zh-CN" dirty="0">
                <a:latin typeface="楷体" panose="02010609060101010101" pitchFamily="49" charset="-122"/>
                <a:ea typeface="楷体" panose="02010609060101010101" pitchFamily="49" charset="-122"/>
              </a:rPr>
              <a:t>917</a:t>
            </a:r>
            <a:r>
              <a:rPr lang="zh-CN" altLang="en-US" dirty="0">
                <a:latin typeface="楷体" panose="02010609060101010101" pitchFamily="49" charset="-122"/>
                <a:ea typeface="楷体" panose="02010609060101010101" pitchFamily="49" charset="-122"/>
              </a:rPr>
              <a:t>被规范化为</a:t>
            </a:r>
            <a:r>
              <a:rPr lang="en-US" altLang="zh-CN" dirty="0">
                <a:latin typeface="楷体" panose="02010609060101010101" pitchFamily="49" charset="-122"/>
                <a:ea typeface="楷体" panose="02010609060101010101" pitchFamily="49" charset="-122"/>
              </a:rPr>
              <a:t>0.917</a:t>
            </a:r>
            <a:r>
              <a:rPr lang="zh-CN" altLang="en-US" dirty="0">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806442190"/>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椭圆 22"/>
          <p:cNvSpPr/>
          <p:nvPr/>
        </p:nvSpPr>
        <p:spPr>
          <a:xfrm>
            <a:off x="2267744" y="2570163"/>
            <a:ext cx="914846" cy="914846"/>
          </a:xfrm>
          <a:prstGeom prst="ellipse">
            <a:avLst/>
          </a:prstGeom>
          <a:noFill/>
          <a:ln w="9525">
            <a:gradFill>
              <a:gsLst>
                <a:gs pos="100000">
                  <a:srgbClr val="108692"/>
                </a:gs>
                <a:gs pos="0">
                  <a:srgbClr val="16B2C1"/>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8" name="矩形 17"/>
          <p:cNvSpPr/>
          <p:nvPr/>
        </p:nvSpPr>
        <p:spPr>
          <a:xfrm>
            <a:off x="4499992" y="2569582"/>
            <a:ext cx="3600400" cy="253916"/>
          </a:xfrm>
          <a:prstGeom prst="rect">
            <a:avLst/>
          </a:prstGeom>
        </p:spPr>
        <p:txBody>
          <a:bodyPr wrap="square" lIns="0">
            <a:spAutoFit/>
          </a:bodyPr>
          <a:lstStyle/>
          <a:p>
            <a:pPr lvl="0" fontAlgn="base">
              <a:spcBef>
                <a:spcPct val="0"/>
              </a:spcBef>
              <a:spcAft>
                <a:spcPct val="0"/>
              </a:spcAft>
            </a:pPr>
            <a:r>
              <a:rPr lang="en-US" altLang="en-US" sz="1050" dirty="0">
                <a:solidFill>
                  <a:schemeClr val="bg1">
                    <a:lumMod val="50000"/>
                  </a:schemeClr>
                </a:solidFill>
                <a:latin typeface="Arial" charset="0"/>
                <a:ea typeface="宋体" charset="-122"/>
              </a:rPr>
              <a:t>.</a:t>
            </a:r>
          </a:p>
        </p:txBody>
      </p:sp>
      <p:sp>
        <p:nvSpPr>
          <p:cNvPr id="19" name="矩形 18"/>
          <p:cNvSpPr/>
          <p:nvPr/>
        </p:nvSpPr>
        <p:spPr>
          <a:xfrm>
            <a:off x="4046686" y="1942882"/>
            <a:ext cx="4701778" cy="646331"/>
          </a:xfrm>
          <a:prstGeom prst="rect">
            <a:avLst/>
          </a:prstGeom>
        </p:spPr>
        <p:txBody>
          <a:bodyPr wrap="square" lIns="0">
            <a:spAutoFit/>
          </a:bodyPr>
          <a:lstStyle/>
          <a:p>
            <a:r>
              <a:rPr lang="zh-CN" altLang="en-US" sz="3600" dirty="0">
                <a:latin typeface="宋体" panose="02010600030101010101" pitchFamily="2" charset="-122"/>
              </a:rPr>
              <a:t>数据规约</a:t>
            </a:r>
          </a:p>
        </p:txBody>
      </p:sp>
      <p:sp>
        <p:nvSpPr>
          <p:cNvPr id="13" name="椭圆 12"/>
          <p:cNvSpPr/>
          <p:nvPr/>
        </p:nvSpPr>
        <p:spPr>
          <a:xfrm>
            <a:off x="1403648" y="1418828"/>
            <a:ext cx="1580828" cy="1580828"/>
          </a:xfrm>
          <a:prstGeom prst="ellipse">
            <a:avLst/>
          </a:prstGeom>
          <a:noFill/>
          <a:ln w="9525">
            <a:gradFill>
              <a:gsLst>
                <a:gs pos="100000">
                  <a:srgbClr val="89A13D"/>
                </a:gs>
                <a:gs pos="0">
                  <a:srgbClr val="B2D138"/>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4" name="椭圆 13"/>
          <p:cNvSpPr/>
          <p:nvPr/>
        </p:nvSpPr>
        <p:spPr>
          <a:xfrm>
            <a:off x="-828600" y="3867100"/>
            <a:ext cx="2079426" cy="2079426"/>
          </a:xfrm>
          <a:prstGeom prst="ellipse">
            <a:avLst/>
          </a:prstGeom>
          <a:noFill/>
          <a:ln w="9525">
            <a:gradFill>
              <a:gsLst>
                <a:gs pos="100000">
                  <a:srgbClr val="138F81"/>
                </a:gs>
                <a:gs pos="0">
                  <a:srgbClr val="19BAA9"/>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5" name="椭圆 14"/>
          <p:cNvSpPr/>
          <p:nvPr/>
        </p:nvSpPr>
        <p:spPr>
          <a:xfrm>
            <a:off x="971600" y="2138908"/>
            <a:ext cx="628674" cy="628674"/>
          </a:xfrm>
          <a:prstGeom prst="ellipse">
            <a:avLst/>
          </a:prstGeom>
          <a:noFill/>
          <a:ln w="9525">
            <a:gradFill>
              <a:gsLst>
                <a:gs pos="100000">
                  <a:srgbClr val="E33F24"/>
                </a:gs>
                <a:gs pos="0">
                  <a:srgbClr val="F26434"/>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7" name="椭圆 16"/>
          <p:cNvSpPr/>
          <p:nvPr/>
        </p:nvSpPr>
        <p:spPr>
          <a:xfrm>
            <a:off x="7452320" y="4493841"/>
            <a:ext cx="1296144" cy="1296144"/>
          </a:xfrm>
          <a:prstGeom prst="ellipse">
            <a:avLst/>
          </a:prstGeom>
          <a:noFill/>
          <a:ln w="9525">
            <a:gradFill>
              <a:gsLst>
                <a:gs pos="100000">
                  <a:srgbClr val="108692"/>
                </a:gs>
                <a:gs pos="0">
                  <a:srgbClr val="16B2C1"/>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21" name="椭圆 20"/>
          <p:cNvSpPr/>
          <p:nvPr/>
        </p:nvSpPr>
        <p:spPr>
          <a:xfrm>
            <a:off x="3419872" y="1850876"/>
            <a:ext cx="347246" cy="347246"/>
          </a:xfrm>
          <a:prstGeom prst="ellipse">
            <a:avLst/>
          </a:prstGeom>
          <a:noFill/>
          <a:ln w="9525">
            <a:gradFill>
              <a:gsLst>
                <a:gs pos="100000">
                  <a:srgbClr val="E33F24"/>
                </a:gs>
                <a:gs pos="0">
                  <a:srgbClr val="F26434"/>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3" name="椭圆 2"/>
          <p:cNvSpPr/>
          <p:nvPr/>
        </p:nvSpPr>
        <p:spPr>
          <a:xfrm>
            <a:off x="2383207" y="2157663"/>
            <a:ext cx="825000" cy="825000"/>
          </a:xfrm>
          <a:prstGeom prst="ellipse">
            <a:avLst/>
          </a:prstGeom>
          <a:solidFill>
            <a:schemeClr val="accent6">
              <a:lumMod val="75000"/>
            </a:schemeClr>
          </a:solidFill>
          <a:ln w="25400">
            <a:solidFill>
              <a:schemeClr val="accent6">
                <a:lumMod val="60000"/>
                <a:lumOff val="40000"/>
              </a:schemeClr>
            </a:soli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4" name="TextBox 3"/>
          <p:cNvSpPr txBox="1"/>
          <p:nvPr/>
        </p:nvSpPr>
        <p:spPr>
          <a:xfrm>
            <a:off x="2339752" y="2216220"/>
            <a:ext cx="911910" cy="707886"/>
          </a:xfrm>
          <a:prstGeom prst="rect">
            <a:avLst/>
          </a:prstGeom>
          <a:noFill/>
          <a:ln>
            <a:solidFill>
              <a:schemeClr val="accent6"/>
            </a:solidFill>
          </a:ln>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6</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22" name="椭圆 21"/>
          <p:cNvSpPr/>
          <p:nvPr/>
        </p:nvSpPr>
        <p:spPr>
          <a:xfrm>
            <a:off x="8621662" y="4803204"/>
            <a:ext cx="864840" cy="864840"/>
          </a:xfrm>
          <a:prstGeom prst="ellipse">
            <a:avLst/>
          </a:prstGeom>
          <a:noFill/>
          <a:ln w="9525">
            <a:gradFill>
              <a:gsLst>
                <a:gs pos="100000">
                  <a:srgbClr val="89A13D"/>
                </a:gs>
                <a:gs pos="0">
                  <a:srgbClr val="B2D138"/>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pic>
        <p:nvPicPr>
          <p:cNvPr id="16" name="图片 15" descr="20100508053929509.png">
            <a:extLst>
              <a:ext uri="{FF2B5EF4-FFF2-40B4-BE49-F238E27FC236}">
                <a16:creationId xmlns:a16="http://schemas.microsoft.com/office/drawing/2014/main" id="{F8CB7A02-CE05-4B5E-B196-9C45A079F667}"/>
              </a:ext>
            </a:extLst>
          </p:cNvPr>
          <p:cNvPicPr>
            <a:picLocks noChangeAspect="1"/>
          </p:cNvPicPr>
          <p:nvPr/>
        </p:nvPicPr>
        <p:blipFill>
          <a:blip r:embed="rId3" cstate="print"/>
          <a:stretch>
            <a:fillRect/>
          </a:stretch>
        </p:blipFill>
        <p:spPr>
          <a:xfrm>
            <a:off x="-32" y="64578"/>
            <a:ext cx="864096" cy="864096"/>
          </a:xfrm>
          <a:prstGeom prst="rect">
            <a:avLst/>
          </a:prstGeom>
        </p:spPr>
      </p:pic>
    </p:spTree>
    <p:extLst>
      <p:ext uri="{BB962C8B-B14F-4D97-AF65-F5344CB8AC3E}">
        <p14:creationId xmlns:p14="http://schemas.microsoft.com/office/powerpoint/2010/main" val="4183730071"/>
      </p:ext>
    </p:extLst>
  </p:cSld>
  <p:clrMapOvr>
    <a:masterClrMapping/>
  </p:clrMapOvr>
  <mc:AlternateContent xmlns:mc="http://schemas.openxmlformats.org/markup-compatibility/2006" xmlns:p14="http://schemas.microsoft.com/office/powerpoint/2010/main">
    <mc:Choice Requires="p14">
      <p:transition spd="slow" p14:dur="1200" advTm="0">
        <p14:flip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 fill="hold"/>
                                            <p:tgtEl>
                                              <p:spTgt spid="3"/>
                                            </p:tgtEl>
                                            <p:attrNameLst>
                                              <p:attrName>ppt_w</p:attrName>
                                            </p:attrNameLst>
                                          </p:cBhvr>
                                          <p:tavLst>
                                            <p:tav tm="0">
                                              <p:val>
                                                <p:fltVal val="0"/>
                                              </p:val>
                                            </p:tav>
                                            <p:tav tm="100000">
                                              <p:val>
                                                <p:strVal val="#ppt_w"/>
                                              </p:val>
                                            </p:tav>
                                          </p:tavLst>
                                        </p:anim>
                                        <p:anim calcmode="lin" valueType="num">
                                          <p:cBhvr>
                                            <p:cTn id="8" dur="300" fill="hold"/>
                                            <p:tgtEl>
                                              <p:spTgt spid="3"/>
                                            </p:tgtEl>
                                            <p:attrNameLst>
                                              <p:attrName>ppt_h</p:attrName>
                                            </p:attrNameLst>
                                          </p:cBhvr>
                                          <p:tavLst>
                                            <p:tav tm="0">
                                              <p:val>
                                                <p:fltVal val="0"/>
                                              </p:val>
                                            </p:tav>
                                            <p:tav tm="100000">
                                              <p:val>
                                                <p:strVal val="#ppt_h"/>
                                              </p:val>
                                            </p:tav>
                                          </p:tavLst>
                                        </p:anim>
                                        <p:animEffect transition="in" filter="fade">
                                          <p:cBhvr>
                                            <p:cTn id="9" dur="300"/>
                                            <p:tgtEl>
                                              <p:spTgt spid="3"/>
                                            </p:tgtEl>
                                          </p:cBhvr>
                                        </p:animEffect>
                                      </p:childTnLst>
                                    </p:cTn>
                                  </p:par>
                                  <p:par>
                                    <p:cTn id="10" presetID="6" presetClass="emph" presetSubtype="0" autoRev="1" fill="hold" grpId="1" nodeType="withEffect">
                                      <p:stCondLst>
                                        <p:cond delay="300"/>
                                      </p:stCondLst>
                                      <p:childTnLst>
                                        <p:animScale>
                                          <p:cBhvr>
                                            <p:cTn id="11" dur="150" fill="hold"/>
                                            <p:tgtEl>
                                              <p:spTgt spid="3"/>
                                            </p:tgtEl>
                                          </p:cBhvr>
                                          <p:by x="110000" y="110000"/>
                                        </p:animScale>
                                      </p:childTnLst>
                                    </p:cTn>
                                  </p:par>
                                  <p:par>
                                    <p:cTn id="12" presetID="53" presetClass="entr" presetSubtype="16" fill="hold" grpId="0" nodeType="withEffect">
                                      <p:stCondLst>
                                        <p:cond delay="200"/>
                                      </p:stCondLst>
                                      <p:childTnLst>
                                        <p:set>
                                          <p:cBhvr>
                                            <p:cTn id="13" dur="1" fill="hold">
                                              <p:stCondLst>
                                                <p:cond delay="0"/>
                                              </p:stCondLst>
                                            </p:cTn>
                                            <p:tgtEl>
                                              <p:spTgt spid="4"/>
                                            </p:tgtEl>
                                            <p:attrNameLst>
                                              <p:attrName>style.visibility</p:attrName>
                                            </p:attrNameLst>
                                          </p:cBhvr>
                                          <p:to>
                                            <p:strVal val="visible"/>
                                          </p:to>
                                        </p:set>
                                        <p:anim calcmode="lin" valueType="num">
                                          <p:cBhvr>
                                            <p:cTn id="14" dur="300" fill="hold"/>
                                            <p:tgtEl>
                                              <p:spTgt spid="4"/>
                                            </p:tgtEl>
                                            <p:attrNameLst>
                                              <p:attrName>ppt_w</p:attrName>
                                            </p:attrNameLst>
                                          </p:cBhvr>
                                          <p:tavLst>
                                            <p:tav tm="0">
                                              <p:val>
                                                <p:fltVal val="0"/>
                                              </p:val>
                                            </p:tav>
                                            <p:tav tm="100000">
                                              <p:val>
                                                <p:strVal val="#ppt_w"/>
                                              </p:val>
                                            </p:tav>
                                          </p:tavLst>
                                        </p:anim>
                                        <p:anim calcmode="lin" valueType="num">
                                          <p:cBhvr>
                                            <p:cTn id="15" dur="300" fill="hold"/>
                                            <p:tgtEl>
                                              <p:spTgt spid="4"/>
                                            </p:tgtEl>
                                            <p:attrNameLst>
                                              <p:attrName>ppt_h</p:attrName>
                                            </p:attrNameLst>
                                          </p:cBhvr>
                                          <p:tavLst>
                                            <p:tav tm="0">
                                              <p:val>
                                                <p:fltVal val="0"/>
                                              </p:val>
                                            </p:tav>
                                            <p:tav tm="100000">
                                              <p:val>
                                                <p:strVal val="#ppt_h"/>
                                              </p:val>
                                            </p:tav>
                                          </p:tavLst>
                                        </p:anim>
                                        <p:animEffect transition="in" filter="fade">
                                          <p:cBhvr>
                                            <p:cTn id="16" dur="300"/>
                                            <p:tgtEl>
                                              <p:spTgt spid="4"/>
                                            </p:tgtEl>
                                          </p:cBhvr>
                                        </p:animEffect>
                                      </p:childTnLst>
                                    </p:cTn>
                                  </p:par>
                                  <p:par>
                                    <p:cTn id="17" presetID="6" presetClass="emph" presetSubtype="0" autoRev="1" fill="hold" grpId="1" nodeType="withEffect">
                                      <p:stCondLst>
                                        <p:cond delay="500"/>
                                      </p:stCondLst>
                                      <p:childTnLst>
                                        <p:animScale>
                                          <p:cBhvr>
                                            <p:cTn id="18" dur="150" fill="hold"/>
                                            <p:tgtEl>
                                              <p:spTgt spid="4"/>
                                            </p:tgtEl>
                                          </p:cBhvr>
                                          <p:by x="110000" y="110000"/>
                                        </p:animScale>
                                      </p:childTnLst>
                                    </p:cTn>
                                  </p:par>
                                  <p:par>
                                    <p:cTn id="19" presetID="2" presetClass="entr" presetSubtype="2" fill="hold" grpId="0" nodeType="withEffect" p14:presetBounceEnd="58333">
                                      <p:stCondLst>
                                        <p:cond delay="600"/>
                                      </p:stCondLst>
                                      <p:childTnLst>
                                        <p:set>
                                          <p:cBhvr>
                                            <p:cTn id="20" dur="1" fill="hold">
                                              <p:stCondLst>
                                                <p:cond delay="0"/>
                                              </p:stCondLst>
                                            </p:cTn>
                                            <p:tgtEl>
                                              <p:spTgt spid="19"/>
                                            </p:tgtEl>
                                            <p:attrNameLst>
                                              <p:attrName>style.visibility</p:attrName>
                                            </p:attrNameLst>
                                          </p:cBhvr>
                                          <p:to>
                                            <p:strVal val="visible"/>
                                          </p:to>
                                        </p:set>
                                        <p:anim calcmode="lin" valueType="num" p14:bounceEnd="58333">
                                          <p:cBhvr additive="base">
                                            <p:cTn id="21" dur="600" fill="hold"/>
                                            <p:tgtEl>
                                              <p:spTgt spid="19"/>
                                            </p:tgtEl>
                                            <p:attrNameLst>
                                              <p:attrName>ppt_x</p:attrName>
                                            </p:attrNameLst>
                                          </p:cBhvr>
                                          <p:tavLst>
                                            <p:tav tm="0">
                                              <p:val>
                                                <p:strVal val="1+#ppt_w/2"/>
                                              </p:val>
                                            </p:tav>
                                            <p:tav tm="100000">
                                              <p:val>
                                                <p:strVal val="#ppt_x"/>
                                              </p:val>
                                            </p:tav>
                                          </p:tavLst>
                                        </p:anim>
                                        <p:anim calcmode="lin" valueType="num" p14:bounceEnd="58333">
                                          <p:cBhvr additive="base">
                                            <p:cTn id="22" dur="600" fill="hold"/>
                                            <p:tgtEl>
                                              <p:spTgt spid="19"/>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14:presetBounceEnd="58333">
                                      <p:stCondLst>
                                        <p:cond delay="700"/>
                                      </p:stCondLst>
                                      <p:childTnLst>
                                        <p:set>
                                          <p:cBhvr>
                                            <p:cTn id="24" dur="1" fill="hold">
                                              <p:stCondLst>
                                                <p:cond delay="0"/>
                                              </p:stCondLst>
                                            </p:cTn>
                                            <p:tgtEl>
                                              <p:spTgt spid="18"/>
                                            </p:tgtEl>
                                            <p:attrNameLst>
                                              <p:attrName>style.visibility</p:attrName>
                                            </p:attrNameLst>
                                          </p:cBhvr>
                                          <p:to>
                                            <p:strVal val="visible"/>
                                          </p:to>
                                        </p:set>
                                        <p:anim calcmode="lin" valueType="num" p14:bounceEnd="58333">
                                          <p:cBhvr additive="base">
                                            <p:cTn id="25" dur="600" fill="hold"/>
                                            <p:tgtEl>
                                              <p:spTgt spid="18"/>
                                            </p:tgtEl>
                                            <p:attrNameLst>
                                              <p:attrName>ppt_x</p:attrName>
                                            </p:attrNameLst>
                                          </p:cBhvr>
                                          <p:tavLst>
                                            <p:tav tm="0">
                                              <p:val>
                                                <p:strVal val="1+#ppt_w/2"/>
                                              </p:val>
                                            </p:tav>
                                            <p:tav tm="100000">
                                              <p:val>
                                                <p:strVal val="#ppt_x"/>
                                              </p:val>
                                            </p:tav>
                                          </p:tavLst>
                                        </p:anim>
                                        <p:anim calcmode="lin" valueType="num" p14:bounceEnd="58333">
                                          <p:cBhvr additive="base">
                                            <p:cTn id="26" dur="600" fill="hold"/>
                                            <p:tgtEl>
                                              <p:spTgt spid="18"/>
                                            </p:tgtEl>
                                            <p:attrNameLst>
                                              <p:attrName>ppt_y</p:attrName>
                                            </p:attrNameLst>
                                          </p:cBhvr>
                                          <p:tavLst>
                                            <p:tav tm="0">
                                              <p:val>
                                                <p:strVal val="#ppt_y"/>
                                              </p:val>
                                            </p:tav>
                                            <p:tav tm="100000">
                                              <p:val>
                                                <p:strVal val="#ppt_y"/>
                                              </p:val>
                                            </p:tav>
                                          </p:tavLst>
                                        </p:anim>
                                      </p:childTnLst>
                                    </p:cTn>
                                  </p:par>
                                  <p:par>
                                    <p:cTn id="27" presetID="53" presetClass="entr" presetSubtype="16"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p:cTn id="29" dur="300" fill="hold"/>
                                            <p:tgtEl>
                                              <p:spTgt spid="15"/>
                                            </p:tgtEl>
                                            <p:attrNameLst>
                                              <p:attrName>ppt_w</p:attrName>
                                            </p:attrNameLst>
                                          </p:cBhvr>
                                          <p:tavLst>
                                            <p:tav tm="0">
                                              <p:val>
                                                <p:fltVal val="0"/>
                                              </p:val>
                                            </p:tav>
                                            <p:tav tm="100000">
                                              <p:val>
                                                <p:strVal val="#ppt_w"/>
                                              </p:val>
                                            </p:tav>
                                          </p:tavLst>
                                        </p:anim>
                                        <p:anim calcmode="lin" valueType="num">
                                          <p:cBhvr>
                                            <p:cTn id="30" dur="300" fill="hold"/>
                                            <p:tgtEl>
                                              <p:spTgt spid="15"/>
                                            </p:tgtEl>
                                            <p:attrNameLst>
                                              <p:attrName>ppt_h</p:attrName>
                                            </p:attrNameLst>
                                          </p:cBhvr>
                                          <p:tavLst>
                                            <p:tav tm="0">
                                              <p:val>
                                                <p:fltVal val="0"/>
                                              </p:val>
                                            </p:tav>
                                            <p:tav tm="100000">
                                              <p:val>
                                                <p:strVal val="#ppt_h"/>
                                              </p:val>
                                            </p:tav>
                                          </p:tavLst>
                                        </p:anim>
                                        <p:animEffect transition="in" filter="fade">
                                          <p:cBhvr>
                                            <p:cTn id="31" dur="300"/>
                                            <p:tgtEl>
                                              <p:spTgt spid="15"/>
                                            </p:tgtEl>
                                          </p:cBhvr>
                                        </p:animEffect>
                                      </p:childTnLst>
                                    </p:cTn>
                                  </p:par>
                                  <p:par>
                                    <p:cTn id="32" presetID="6" presetClass="emph" presetSubtype="0" autoRev="1" fill="hold" grpId="1" nodeType="withEffect">
                                      <p:stCondLst>
                                        <p:cond delay="300"/>
                                      </p:stCondLst>
                                      <p:childTnLst>
                                        <p:animScale>
                                          <p:cBhvr>
                                            <p:cTn id="33" dur="150" fill="hold"/>
                                            <p:tgtEl>
                                              <p:spTgt spid="15"/>
                                            </p:tgtEl>
                                          </p:cBhvr>
                                          <p:by x="110000" y="110000"/>
                                        </p:animScale>
                                      </p:childTnLst>
                                    </p:cTn>
                                  </p:par>
                                  <p:par>
                                    <p:cTn id="34" presetID="53" presetClass="entr" presetSubtype="16" fill="hold" grpId="0" nodeType="withEffect">
                                      <p:stCondLst>
                                        <p:cond delay="300"/>
                                      </p:stCondLst>
                                      <p:childTnLst>
                                        <p:set>
                                          <p:cBhvr>
                                            <p:cTn id="35" dur="1" fill="hold">
                                              <p:stCondLst>
                                                <p:cond delay="0"/>
                                              </p:stCondLst>
                                            </p:cTn>
                                            <p:tgtEl>
                                              <p:spTgt spid="14"/>
                                            </p:tgtEl>
                                            <p:attrNameLst>
                                              <p:attrName>style.visibility</p:attrName>
                                            </p:attrNameLst>
                                          </p:cBhvr>
                                          <p:to>
                                            <p:strVal val="visible"/>
                                          </p:to>
                                        </p:set>
                                        <p:anim calcmode="lin" valueType="num">
                                          <p:cBhvr>
                                            <p:cTn id="36" dur="300" fill="hold"/>
                                            <p:tgtEl>
                                              <p:spTgt spid="14"/>
                                            </p:tgtEl>
                                            <p:attrNameLst>
                                              <p:attrName>ppt_w</p:attrName>
                                            </p:attrNameLst>
                                          </p:cBhvr>
                                          <p:tavLst>
                                            <p:tav tm="0">
                                              <p:val>
                                                <p:fltVal val="0"/>
                                              </p:val>
                                            </p:tav>
                                            <p:tav tm="100000">
                                              <p:val>
                                                <p:strVal val="#ppt_w"/>
                                              </p:val>
                                            </p:tav>
                                          </p:tavLst>
                                        </p:anim>
                                        <p:anim calcmode="lin" valueType="num">
                                          <p:cBhvr>
                                            <p:cTn id="37" dur="300" fill="hold"/>
                                            <p:tgtEl>
                                              <p:spTgt spid="14"/>
                                            </p:tgtEl>
                                            <p:attrNameLst>
                                              <p:attrName>ppt_h</p:attrName>
                                            </p:attrNameLst>
                                          </p:cBhvr>
                                          <p:tavLst>
                                            <p:tav tm="0">
                                              <p:val>
                                                <p:fltVal val="0"/>
                                              </p:val>
                                            </p:tav>
                                            <p:tav tm="100000">
                                              <p:val>
                                                <p:strVal val="#ppt_h"/>
                                              </p:val>
                                            </p:tav>
                                          </p:tavLst>
                                        </p:anim>
                                        <p:animEffect transition="in" filter="fade">
                                          <p:cBhvr>
                                            <p:cTn id="38" dur="300"/>
                                            <p:tgtEl>
                                              <p:spTgt spid="14"/>
                                            </p:tgtEl>
                                          </p:cBhvr>
                                        </p:animEffect>
                                      </p:childTnLst>
                                    </p:cTn>
                                  </p:par>
                                  <p:par>
                                    <p:cTn id="39" presetID="6" presetClass="emph" presetSubtype="0" autoRev="1" fill="hold" grpId="1" nodeType="withEffect">
                                      <p:stCondLst>
                                        <p:cond delay="600"/>
                                      </p:stCondLst>
                                      <p:childTnLst>
                                        <p:animScale>
                                          <p:cBhvr>
                                            <p:cTn id="40" dur="150" fill="hold"/>
                                            <p:tgtEl>
                                              <p:spTgt spid="14"/>
                                            </p:tgtEl>
                                          </p:cBhvr>
                                          <p:by x="110000" y="110000"/>
                                        </p:animScale>
                                      </p:childTnLst>
                                    </p:cTn>
                                  </p:par>
                                  <p:par>
                                    <p:cTn id="41" presetID="53" presetClass="entr" presetSubtype="16" fill="hold" grpId="0" nodeType="withEffect">
                                      <p:stCondLst>
                                        <p:cond delay="100"/>
                                      </p:stCondLst>
                                      <p:childTnLst>
                                        <p:set>
                                          <p:cBhvr>
                                            <p:cTn id="42" dur="1" fill="hold">
                                              <p:stCondLst>
                                                <p:cond delay="0"/>
                                              </p:stCondLst>
                                            </p:cTn>
                                            <p:tgtEl>
                                              <p:spTgt spid="13"/>
                                            </p:tgtEl>
                                            <p:attrNameLst>
                                              <p:attrName>style.visibility</p:attrName>
                                            </p:attrNameLst>
                                          </p:cBhvr>
                                          <p:to>
                                            <p:strVal val="visible"/>
                                          </p:to>
                                        </p:set>
                                        <p:anim calcmode="lin" valueType="num">
                                          <p:cBhvr>
                                            <p:cTn id="43" dur="300" fill="hold"/>
                                            <p:tgtEl>
                                              <p:spTgt spid="13"/>
                                            </p:tgtEl>
                                            <p:attrNameLst>
                                              <p:attrName>ppt_w</p:attrName>
                                            </p:attrNameLst>
                                          </p:cBhvr>
                                          <p:tavLst>
                                            <p:tav tm="0">
                                              <p:val>
                                                <p:fltVal val="0"/>
                                              </p:val>
                                            </p:tav>
                                            <p:tav tm="100000">
                                              <p:val>
                                                <p:strVal val="#ppt_w"/>
                                              </p:val>
                                            </p:tav>
                                          </p:tavLst>
                                        </p:anim>
                                        <p:anim calcmode="lin" valueType="num">
                                          <p:cBhvr>
                                            <p:cTn id="44" dur="300" fill="hold"/>
                                            <p:tgtEl>
                                              <p:spTgt spid="13"/>
                                            </p:tgtEl>
                                            <p:attrNameLst>
                                              <p:attrName>ppt_h</p:attrName>
                                            </p:attrNameLst>
                                          </p:cBhvr>
                                          <p:tavLst>
                                            <p:tav tm="0">
                                              <p:val>
                                                <p:fltVal val="0"/>
                                              </p:val>
                                            </p:tav>
                                            <p:tav tm="100000">
                                              <p:val>
                                                <p:strVal val="#ppt_h"/>
                                              </p:val>
                                            </p:tav>
                                          </p:tavLst>
                                        </p:anim>
                                        <p:animEffect transition="in" filter="fade">
                                          <p:cBhvr>
                                            <p:cTn id="45" dur="300"/>
                                            <p:tgtEl>
                                              <p:spTgt spid="13"/>
                                            </p:tgtEl>
                                          </p:cBhvr>
                                        </p:animEffect>
                                      </p:childTnLst>
                                    </p:cTn>
                                  </p:par>
                                  <p:par>
                                    <p:cTn id="46" presetID="6" presetClass="emph" presetSubtype="0" autoRev="1" fill="hold" grpId="1" nodeType="withEffect">
                                      <p:stCondLst>
                                        <p:cond delay="400"/>
                                      </p:stCondLst>
                                      <p:childTnLst>
                                        <p:animScale>
                                          <p:cBhvr>
                                            <p:cTn id="47" dur="150" fill="hold"/>
                                            <p:tgtEl>
                                              <p:spTgt spid="13"/>
                                            </p:tgtEl>
                                          </p:cBhvr>
                                          <p:by x="110000" y="110000"/>
                                        </p:animScale>
                                      </p:childTnLst>
                                    </p:cTn>
                                  </p:par>
                                  <p:par>
                                    <p:cTn id="48" presetID="53" presetClass="entr" presetSubtype="16" fill="hold" grpId="0" nodeType="withEffect">
                                      <p:stCondLst>
                                        <p:cond delay="400"/>
                                      </p:stCondLst>
                                      <p:childTnLst>
                                        <p:set>
                                          <p:cBhvr>
                                            <p:cTn id="49" dur="1" fill="hold">
                                              <p:stCondLst>
                                                <p:cond delay="0"/>
                                              </p:stCondLst>
                                            </p:cTn>
                                            <p:tgtEl>
                                              <p:spTgt spid="17"/>
                                            </p:tgtEl>
                                            <p:attrNameLst>
                                              <p:attrName>style.visibility</p:attrName>
                                            </p:attrNameLst>
                                          </p:cBhvr>
                                          <p:to>
                                            <p:strVal val="visible"/>
                                          </p:to>
                                        </p:set>
                                        <p:anim calcmode="lin" valueType="num">
                                          <p:cBhvr>
                                            <p:cTn id="50" dur="300" fill="hold"/>
                                            <p:tgtEl>
                                              <p:spTgt spid="17"/>
                                            </p:tgtEl>
                                            <p:attrNameLst>
                                              <p:attrName>ppt_w</p:attrName>
                                            </p:attrNameLst>
                                          </p:cBhvr>
                                          <p:tavLst>
                                            <p:tav tm="0">
                                              <p:val>
                                                <p:fltVal val="0"/>
                                              </p:val>
                                            </p:tav>
                                            <p:tav tm="100000">
                                              <p:val>
                                                <p:strVal val="#ppt_w"/>
                                              </p:val>
                                            </p:tav>
                                          </p:tavLst>
                                        </p:anim>
                                        <p:anim calcmode="lin" valueType="num">
                                          <p:cBhvr>
                                            <p:cTn id="51" dur="300" fill="hold"/>
                                            <p:tgtEl>
                                              <p:spTgt spid="17"/>
                                            </p:tgtEl>
                                            <p:attrNameLst>
                                              <p:attrName>ppt_h</p:attrName>
                                            </p:attrNameLst>
                                          </p:cBhvr>
                                          <p:tavLst>
                                            <p:tav tm="0">
                                              <p:val>
                                                <p:fltVal val="0"/>
                                              </p:val>
                                            </p:tav>
                                            <p:tav tm="100000">
                                              <p:val>
                                                <p:strVal val="#ppt_h"/>
                                              </p:val>
                                            </p:tav>
                                          </p:tavLst>
                                        </p:anim>
                                        <p:animEffect transition="in" filter="fade">
                                          <p:cBhvr>
                                            <p:cTn id="52" dur="300"/>
                                            <p:tgtEl>
                                              <p:spTgt spid="17"/>
                                            </p:tgtEl>
                                          </p:cBhvr>
                                        </p:animEffect>
                                      </p:childTnLst>
                                    </p:cTn>
                                  </p:par>
                                  <p:par>
                                    <p:cTn id="53" presetID="6" presetClass="emph" presetSubtype="0" autoRev="1" fill="hold" grpId="1" nodeType="withEffect">
                                      <p:stCondLst>
                                        <p:cond delay="700"/>
                                      </p:stCondLst>
                                      <p:childTnLst>
                                        <p:animScale>
                                          <p:cBhvr>
                                            <p:cTn id="54" dur="150" fill="hold"/>
                                            <p:tgtEl>
                                              <p:spTgt spid="17"/>
                                            </p:tgtEl>
                                          </p:cBhvr>
                                          <p:by x="110000" y="110000"/>
                                        </p:animScale>
                                      </p:childTnLst>
                                    </p:cTn>
                                  </p:par>
                                  <p:par>
                                    <p:cTn id="55" presetID="53" presetClass="entr" presetSubtype="16" fill="hold" grpId="0" nodeType="withEffect">
                                      <p:stCondLst>
                                        <p:cond delay="400"/>
                                      </p:stCondLst>
                                      <p:childTnLst>
                                        <p:set>
                                          <p:cBhvr>
                                            <p:cTn id="56" dur="1" fill="hold">
                                              <p:stCondLst>
                                                <p:cond delay="0"/>
                                              </p:stCondLst>
                                            </p:cTn>
                                            <p:tgtEl>
                                              <p:spTgt spid="21"/>
                                            </p:tgtEl>
                                            <p:attrNameLst>
                                              <p:attrName>style.visibility</p:attrName>
                                            </p:attrNameLst>
                                          </p:cBhvr>
                                          <p:to>
                                            <p:strVal val="visible"/>
                                          </p:to>
                                        </p:set>
                                        <p:anim calcmode="lin" valueType="num">
                                          <p:cBhvr>
                                            <p:cTn id="57" dur="300" fill="hold"/>
                                            <p:tgtEl>
                                              <p:spTgt spid="21"/>
                                            </p:tgtEl>
                                            <p:attrNameLst>
                                              <p:attrName>ppt_w</p:attrName>
                                            </p:attrNameLst>
                                          </p:cBhvr>
                                          <p:tavLst>
                                            <p:tav tm="0">
                                              <p:val>
                                                <p:fltVal val="0"/>
                                              </p:val>
                                            </p:tav>
                                            <p:tav tm="100000">
                                              <p:val>
                                                <p:strVal val="#ppt_w"/>
                                              </p:val>
                                            </p:tav>
                                          </p:tavLst>
                                        </p:anim>
                                        <p:anim calcmode="lin" valueType="num">
                                          <p:cBhvr>
                                            <p:cTn id="58" dur="300" fill="hold"/>
                                            <p:tgtEl>
                                              <p:spTgt spid="21"/>
                                            </p:tgtEl>
                                            <p:attrNameLst>
                                              <p:attrName>ppt_h</p:attrName>
                                            </p:attrNameLst>
                                          </p:cBhvr>
                                          <p:tavLst>
                                            <p:tav tm="0">
                                              <p:val>
                                                <p:fltVal val="0"/>
                                              </p:val>
                                            </p:tav>
                                            <p:tav tm="100000">
                                              <p:val>
                                                <p:strVal val="#ppt_h"/>
                                              </p:val>
                                            </p:tav>
                                          </p:tavLst>
                                        </p:anim>
                                        <p:animEffect transition="in" filter="fade">
                                          <p:cBhvr>
                                            <p:cTn id="59" dur="300"/>
                                            <p:tgtEl>
                                              <p:spTgt spid="21"/>
                                            </p:tgtEl>
                                          </p:cBhvr>
                                        </p:animEffect>
                                      </p:childTnLst>
                                    </p:cTn>
                                  </p:par>
                                  <p:par>
                                    <p:cTn id="60" presetID="6" presetClass="emph" presetSubtype="0" autoRev="1" fill="hold" grpId="1" nodeType="withEffect">
                                      <p:stCondLst>
                                        <p:cond delay="700"/>
                                      </p:stCondLst>
                                      <p:childTnLst>
                                        <p:animScale>
                                          <p:cBhvr>
                                            <p:cTn id="61" dur="150" fill="hold"/>
                                            <p:tgtEl>
                                              <p:spTgt spid="21"/>
                                            </p:tgtEl>
                                          </p:cBhvr>
                                          <p:by x="110000" y="110000"/>
                                        </p:animScale>
                                      </p:childTnLst>
                                    </p:cTn>
                                  </p:par>
                                  <p:par>
                                    <p:cTn id="62" presetID="53" presetClass="entr" presetSubtype="16" fill="hold" grpId="0" nodeType="withEffect">
                                      <p:stCondLst>
                                        <p:cond delay="100"/>
                                      </p:stCondLst>
                                      <p:childTnLst>
                                        <p:set>
                                          <p:cBhvr>
                                            <p:cTn id="63" dur="1" fill="hold">
                                              <p:stCondLst>
                                                <p:cond delay="0"/>
                                              </p:stCondLst>
                                            </p:cTn>
                                            <p:tgtEl>
                                              <p:spTgt spid="22"/>
                                            </p:tgtEl>
                                            <p:attrNameLst>
                                              <p:attrName>style.visibility</p:attrName>
                                            </p:attrNameLst>
                                          </p:cBhvr>
                                          <p:to>
                                            <p:strVal val="visible"/>
                                          </p:to>
                                        </p:set>
                                        <p:anim calcmode="lin" valueType="num">
                                          <p:cBhvr>
                                            <p:cTn id="64" dur="300" fill="hold"/>
                                            <p:tgtEl>
                                              <p:spTgt spid="22"/>
                                            </p:tgtEl>
                                            <p:attrNameLst>
                                              <p:attrName>ppt_w</p:attrName>
                                            </p:attrNameLst>
                                          </p:cBhvr>
                                          <p:tavLst>
                                            <p:tav tm="0">
                                              <p:val>
                                                <p:fltVal val="0"/>
                                              </p:val>
                                            </p:tav>
                                            <p:tav tm="100000">
                                              <p:val>
                                                <p:strVal val="#ppt_w"/>
                                              </p:val>
                                            </p:tav>
                                          </p:tavLst>
                                        </p:anim>
                                        <p:anim calcmode="lin" valueType="num">
                                          <p:cBhvr>
                                            <p:cTn id="65" dur="300" fill="hold"/>
                                            <p:tgtEl>
                                              <p:spTgt spid="22"/>
                                            </p:tgtEl>
                                            <p:attrNameLst>
                                              <p:attrName>ppt_h</p:attrName>
                                            </p:attrNameLst>
                                          </p:cBhvr>
                                          <p:tavLst>
                                            <p:tav tm="0">
                                              <p:val>
                                                <p:fltVal val="0"/>
                                              </p:val>
                                            </p:tav>
                                            <p:tav tm="100000">
                                              <p:val>
                                                <p:strVal val="#ppt_h"/>
                                              </p:val>
                                            </p:tav>
                                          </p:tavLst>
                                        </p:anim>
                                        <p:animEffect transition="in" filter="fade">
                                          <p:cBhvr>
                                            <p:cTn id="66" dur="300"/>
                                            <p:tgtEl>
                                              <p:spTgt spid="22"/>
                                            </p:tgtEl>
                                          </p:cBhvr>
                                        </p:animEffect>
                                      </p:childTnLst>
                                    </p:cTn>
                                  </p:par>
                                  <p:par>
                                    <p:cTn id="67" presetID="6" presetClass="emph" presetSubtype="0" autoRev="1" fill="hold" grpId="1" nodeType="withEffect">
                                      <p:stCondLst>
                                        <p:cond delay="400"/>
                                      </p:stCondLst>
                                      <p:childTnLst>
                                        <p:animScale>
                                          <p:cBhvr>
                                            <p:cTn id="68" dur="150" fill="hold"/>
                                            <p:tgtEl>
                                              <p:spTgt spid="22"/>
                                            </p:tgtEl>
                                          </p:cBhvr>
                                          <p:by x="110000" y="110000"/>
                                        </p:animScale>
                                      </p:childTnLst>
                                    </p:cTn>
                                  </p:par>
                                  <p:par>
                                    <p:cTn id="69" presetID="53" presetClass="entr" presetSubtype="16" fill="hold" grpId="0" nodeType="withEffect">
                                      <p:stCondLst>
                                        <p:cond delay="400"/>
                                      </p:stCondLst>
                                      <p:childTnLst>
                                        <p:set>
                                          <p:cBhvr>
                                            <p:cTn id="70" dur="1" fill="hold">
                                              <p:stCondLst>
                                                <p:cond delay="0"/>
                                              </p:stCondLst>
                                            </p:cTn>
                                            <p:tgtEl>
                                              <p:spTgt spid="23"/>
                                            </p:tgtEl>
                                            <p:attrNameLst>
                                              <p:attrName>style.visibility</p:attrName>
                                            </p:attrNameLst>
                                          </p:cBhvr>
                                          <p:to>
                                            <p:strVal val="visible"/>
                                          </p:to>
                                        </p:set>
                                        <p:anim calcmode="lin" valueType="num">
                                          <p:cBhvr>
                                            <p:cTn id="71" dur="300" fill="hold"/>
                                            <p:tgtEl>
                                              <p:spTgt spid="23"/>
                                            </p:tgtEl>
                                            <p:attrNameLst>
                                              <p:attrName>ppt_w</p:attrName>
                                            </p:attrNameLst>
                                          </p:cBhvr>
                                          <p:tavLst>
                                            <p:tav tm="0">
                                              <p:val>
                                                <p:fltVal val="0"/>
                                              </p:val>
                                            </p:tav>
                                            <p:tav tm="100000">
                                              <p:val>
                                                <p:strVal val="#ppt_w"/>
                                              </p:val>
                                            </p:tav>
                                          </p:tavLst>
                                        </p:anim>
                                        <p:anim calcmode="lin" valueType="num">
                                          <p:cBhvr>
                                            <p:cTn id="72" dur="300" fill="hold"/>
                                            <p:tgtEl>
                                              <p:spTgt spid="23"/>
                                            </p:tgtEl>
                                            <p:attrNameLst>
                                              <p:attrName>ppt_h</p:attrName>
                                            </p:attrNameLst>
                                          </p:cBhvr>
                                          <p:tavLst>
                                            <p:tav tm="0">
                                              <p:val>
                                                <p:fltVal val="0"/>
                                              </p:val>
                                            </p:tav>
                                            <p:tav tm="100000">
                                              <p:val>
                                                <p:strVal val="#ppt_h"/>
                                              </p:val>
                                            </p:tav>
                                          </p:tavLst>
                                        </p:anim>
                                        <p:animEffect transition="in" filter="fade">
                                          <p:cBhvr>
                                            <p:cTn id="73" dur="300"/>
                                            <p:tgtEl>
                                              <p:spTgt spid="23"/>
                                            </p:tgtEl>
                                          </p:cBhvr>
                                        </p:animEffect>
                                      </p:childTnLst>
                                    </p:cTn>
                                  </p:par>
                                  <p:par>
                                    <p:cTn id="74" presetID="6" presetClass="emph" presetSubtype="0" autoRev="1" fill="hold" grpId="1" nodeType="withEffect">
                                      <p:stCondLst>
                                        <p:cond delay="700"/>
                                      </p:stCondLst>
                                      <p:childTnLst>
                                        <p:animScale>
                                          <p:cBhvr>
                                            <p:cTn id="75" dur="150" fill="hold"/>
                                            <p:tgtEl>
                                              <p:spTgt spid="2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18" grpId="0"/>
          <p:bldP spid="19" grpId="0"/>
          <p:bldP spid="13" grpId="0" animBg="1"/>
          <p:bldP spid="13" grpId="1" animBg="1"/>
          <p:bldP spid="14" grpId="0" animBg="1"/>
          <p:bldP spid="14" grpId="1" animBg="1"/>
          <p:bldP spid="15" grpId="0" animBg="1"/>
          <p:bldP spid="15" grpId="1" animBg="1"/>
          <p:bldP spid="17" grpId="0" animBg="1"/>
          <p:bldP spid="17" grpId="1" animBg="1"/>
          <p:bldP spid="21" grpId="0" animBg="1"/>
          <p:bldP spid="21" grpId="1" animBg="1"/>
          <p:bldP spid="3" grpId="0" animBg="1"/>
          <p:bldP spid="3" grpId="1" animBg="1"/>
          <p:bldP spid="4" grpId="0" animBg="1"/>
          <p:bldP spid="4" grpId="1" animBg="1"/>
          <p:bldP spid="22" grpId="0" animBg="1"/>
          <p:bldP spid="22" grpId="1"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 fill="hold"/>
                                            <p:tgtEl>
                                              <p:spTgt spid="3"/>
                                            </p:tgtEl>
                                            <p:attrNameLst>
                                              <p:attrName>ppt_w</p:attrName>
                                            </p:attrNameLst>
                                          </p:cBhvr>
                                          <p:tavLst>
                                            <p:tav tm="0">
                                              <p:val>
                                                <p:fltVal val="0"/>
                                              </p:val>
                                            </p:tav>
                                            <p:tav tm="100000">
                                              <p:val>
                                                <p:strVal val="#ppt_w"/>
                                              </p:val>
                                            </p:tav>
                                          </p:tavLst>
                                        </p:anim>
                                        <p:anim calcmode="lin" valueType="num">
                                          <p:cBhvr>
                                            <p:cTn id="8" dur="300" fill="hold"/>
                                            <p:tgtEl>
                                              <p:spTgt spid="3"/>
                                            </p:tgtEl>
                                            <p:attrNameLst>
                                              <p:attrName>ppt_h</p:attrName>
                                            </p:attrNameLst>
                                          </p:cBhvr>
                                          <p:tavLst>
                                            <p:tav tm="0">
                                              <p:val>
                                                <p:fltVal val="0"/>
                                              </p:val>
                                            </p:tav>
                                            <p:tav tm="100000">
                                              <p:val>
                                                <p:strVal val="#ppt_h"/>
                                              </p:val>
                                            </p:tav>
                                          </p:tavLst>
                                        </p:anim>
                                        <p:animEffect transition="in" filter="fade">
                                          <p:cBhvr>
                                            <p:cTn id="9" dur="300"/>
                                            <p:tgtEl>
                                              <p:spTgt spid="3"/>
                                            </p:tgtEl>
                                          </p:cBhvr>
                                        </p:animEffect>
                                      </p:childTnLst>
                                    </p:cTn>
                                  </p:par>
                                  <p:par>
                                    <p:cTn id="10" presetID="6" presetClass="emph" presetSubtype="0" autoRev="1" fill="hold" grpId="1" nodeType="withEffect">
                                      <p:stCondLst>
                                        <p:cond delay="300"/>
                                      </p:stCondLst>
                                      <p:childTnLst>
                                        <p:animScale>
                                          <p:cBhvr>
                                            <p:cTn id="11" dur="150" fill="hold"/>
                                            <p:tgtEl>
                                              <p:spTgt spid="3"/>
                                            </p:tgtEl>
                                          </p:cBhvr>
                                          <p:by x="110000" y="110000"/>
                                        </p:animScale>
                                      </p:childTnLst>
                                    </p:cTn>
                                  </p:par>
                                  <p:par>
                                    <p:cTn id="12" presetID="53" presetClass="entr" presetSubtype="16" fill="hold" grpId="0" nodeType="withEffect">
                                      <p:stCondLst>
                                        <p:cond delay="200"/>
                                      </p:stCondLst>
                                      <p:childTnLst>
                                        <p:set>
                                          <p:cBhvr>
                                            <p:cTn id="13" dur="1" fill="hold">
                                              <p:stCondLst>
                                                <p:cond delay="0"/>
                                              </p:stCondLst>
                                            </p:cTn>
                                            <p:tgtEl>
                                              <p:spTgt spid="4"/>
                                            </p:tgtEl>
                                            <p:attrNameLst>
                                              <p:attrName>style.visibility</p:attrName>
                                            </p:attrNameLst>
                                          </p:cBhvr>
                                          <p:to>
                                            <p:strVal val="visible"/>
                                          </p:to>
                                        </p:set>
                                        <p:anim calcmode="lin" valueType="num">
                                          <p:cBhvr>
                                            <p:cTn id="14" dur="300" fill="hold"/>
                                            <p:tgtEl>
                                              <p:spTgt spid="4"/>
                                            </p:tgtEl>
                                            <p:attrNameLst>
                                              <p:attrName>ppt_w</p:attrName>
                                            </p:attrNameLst>
                                          </p:cBhvr>
                                          <p:tavLst>
                                            <p:tav tm="0">
                                              <p:val>
                                                <p:fltVal val="0"/>
                                              </p:val>
                                            </p:tav>
                                            <p:tav tm="100000">
                                              <p:val>
                                                <p:strVal val="#ppt_w"/>
                                              </p:val>
                                            </p:tav>
                                          </p:tavLst>
                                        </p:anim>
                                        <p:anim calcmode="lin" valueType="num">
                                          <p:cBhvr>
                                            <p:cTn id="15" dur="300" fill="hold"/>
                                            <p:tgtEl>
                                              <p:spTgt spid="4"/>
                                            </p:tgtEl>
                                            <p:attrNameLst>
                                              <p:attrName>ppt_h</p:attrName>
                                            </p:attrNameLst>
                                          </p:cBhvr>
                                          <p:tavLst>
                                            <p:tav tm="0">
                                              <p:val>
                                                <p:fltVal val="0"/>
                                              </p:val>
                                            </p:tav>
                                            <p:tav tm="100000">
                                              <p:val>
                                                <p:strVal val="#ppt_h"/>
                                              </p:val>
                                            </p:tav>
                                          </p:tavLst>
                                        </p:anim>
                                        <p:animEffect transition="in" filter="fade">
                                          <p:cBhvr>
                                            <p:cTn id="16" dur="300"/>
                                            <p:tgtEl>
                                              <p:spTgt spid="4"/>
                                            </p:tgtEl>
                                          </p:cBhvr>
                                        </p:animEffect>
                                      </p:childTnLst>
                                    </p:cTn>
                                  </p:par>
                                  <p:par>
                                    <p:cTn id="17" presetID="6" presetClass="emph" presetSubtype="0" autoRev="1" fill="hold" grpId="1" nodeType="withEffect">
                                      <p:stCondLst>
                                        <p:cond delay="500"/>
                                      </p:stCondLst>
                                      <p:childTnLst>
                                        <p:animScale>
                                          <p:cBhvr>
                                            <p:cTn id="18" dur="150" fill="hold"/>
                                            <p:tgtEl>
                                              <p:spTgt spid="4"/>
                                            </p:tgtEl>
                                          </p:cBhvr>
                                          <p:by x="110000" y="110000"/>
                                        </p:animScale>
                                      </p:childTnLst>
                                    </p:cTn>
                                  </p:par>
                                  <p:par>
                                    <p:cTn id="19" presetID="2" presetClass="entr" presetSubtype="2" fill="hold" grpId="0" nodeType="withEffect">
                                      <p:stCondLst>
                                        <p:cond delay="60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600" fill="hold"/>
                                            <p:tgtEl>
                                              <p:spTgt spid="19"/>
                                            </p:tgtEl>
                                            <p:attrNameLst>
                                              <p:attrName>ppt_x</p:attrName>
                                            </p:attrNameLst>
                                          </p:cBhvr>
                                          <p:tavLst>
                                            <p:tav tm="0">
                                              <p:val>
                                                <p:strVal val="1+#ppt_w/2"/>
                                              </p:val>
                                            </p:tav>
                                            <p:tav tm="100000">
                                              <p:val>
                                                <p:strVal val="#ppt_x"/>
                                              </p:val>
                                            </p:tav>
                                          </p:tavLst>
                                        </p:anim>
                                        <p:anim calcmode="lin" valueType="num">
                                          <p:cBhvr additive="base">
                                            <p:cTn id="22" dur="600" fill="hold"/>
                                            <p:tgtEl>
                                              <p:spTgt spid="19"/>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70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600" fill="hold"/>
                                            <p:tgtEl>
                                              <p:spTgt spid="18"/>
                                            </p:tgtEl>
                                            <p:attrNameLst>
                                              <p:attrName>ppt_x</p:attrName>
                                            </p:attrNameLst>
                                          </p:cBhvr>
                                          <p:tavLst>
                                            <p:tav tm="0">
                                              <p:val>
                                                <p:strVal val="1+#ppt_w/2"/>
                                              </p:val>
                                            </p:tav>
                                            <p:tav tm="100000">
                                              <p:val>
                                                <p:strVal val="#ppt_x"/>
                                              </p:val>
                                            </p:tav>
                                          </p:tavLst>
                                        </p:anim>
                                        <p:anim calcmode="lin" valueType="num">
                                          <p:cBhvr additive="base">
                                            <p:cTn id="26" dur="600" fill="hold"/>
                                            <p:tgtEl>
                                              <p:spTgt spid="18"/>
                                            </p:tgtEl>
                                            <p:attrNameLst>
                                              <p:attrName>ppt_y</p:attrName>
                                            </p:attrNameLst>
                                          </p:cBhvr>
                                          <p:tavLst>
                                            <p:tav tm="0">
                                              <p:val>
                                                <p:strVal val="#ppt_y"/>
                                              </p:val>
                                            </p:tav>
                                            <p:tav tm="100000">
                                              <p:val>
                                                <p:strVal val="#ppt_y"/>
                                              </p:val>
                                            </p:tav>
                                          </p:tavLst>
                                        </p:anim>
                                      </p:childTnLst>
                                    </p:cTn>
                                  </p:par>
                                  <p:par>
                                    <p:cTn id="27" presetID="53" presetClass="entr" presetSubtype="16"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p:cTn id="29" dur="300" fill="hold"/>
                                            <p:tgtEl>
                                              <p:spTgt spid="15"/>
                                            </p:tgtEl>
                                            <p:attrNameLst>
                                              <p:attrName>ppt_w</p:attrName>
                                            </p:attrNameLst>
                                          </p:cBhvr>
                                          <p:tavLst>
                                            <p:tav tm="0">
                                              <p:val>
                                                <p:fltVal val="0"/>
                                              </p:val>
                                            </p:tav>
                                            <p:tav tm="100000">
                                              <p:val>
                                                <p:strVal val="#ppt_w"/>
                                              </p:val>
                                            </p:tav>
                                          </p:tavLst>
                                        </p:anim>
                                        <p:anim calcmode="lin" valueType="num">
                                          <p:cBhvr>
                                            <p:cTn id="30" dur="300" fill="hold"/>
                                            <p:tgtEl>
                                              <p:spTgt spid="15"/>
                                            </p:tgtEl>
                                            <p:attrNameLst>
                                              <p:attrName>ppt_h</p:attrName>
                                            </p:attrNameLst>
                                          </p:cBhvr>
                                          <p:tavLst>
                                            <p:tav tm="0">
                                              <p:val>
                                                <p:fltVal val="0"/>
                                              </p:val>
                                            </p:tav>
                                            <p:tav tm="100000">
                                              <p:val>
                                                <p:strVal val="#ppt_h"/>
                                              </p:val>
                                            </p:tav>
                                          </p:tavLst>
                                        </p:anim>
                                        <p:animEffect transition="in" filter="fade">
                                          <p:cBhvr>
                                            <p:cTn id="31" dur="300"/>
                                            <p:tgtEl>
                                              <p:spTgt spid="15"/>
                                            </p:tgtEl>
                                          </p:cBhvr>
                                        </p:animEffect>
                                      </p:childTnLst>
                                    </p:cTn>
                                  </p:par>
                                  <p:par>
                                    <p:cTn id="32" presetID="6" presetClass="emph" presetSubtype="0" autoRev="1" fill="hold" grpId="1" nodeType="withEffect">
                                      <p:stCondLst>
                                        <p:cond delay="300"/>
                                      </p:stCondLst>
                                      <p:childTnLst>
                                        <p:animScale>
                                          <p:cBhvr>
                                            <p:cTn id="33" dur="150" fill="hold"/>
                                            <p:tgtEl>
                                              <p:spTgt spid="15"/>
                                            </p:tgtEl>
                                          </p:cBhvr>
                                          <p:by x="110000" y="110000"/>
                                        </p:animScale>
                                      </p:childTnLst>
                                    </p:cTn>
                                  </p:par>
                                  <p:par>
                                    <p:cTn id="34" presetID="53" presetClass="entr" presetSubtype="16" fill="hold" grpId="0" nodeType="withEffect">
                                      <p:stCondLst>
                                        <p:cond delay="300"/>
                                      </p:stCondLst>
                                      <p:childTnLst>
                                        <p:set>
                                          <p:cBhvr>
                                            <p:cTn id="35" dur="1" fill="hold">
                                              <p:stCondLst>
                                                <p:cond delay="0"/>
                                              </p:stCondLst>
                                            </p:cTn>
                                            <p:tgtEl>
                                              <p:spTgt spid="14"/>
                                            </p:tgtEl>
                                            <p:attrNameLst>
                                              <p:attrName>style.visibility</p:attrName>
                                            </p:attrNameLst>
                                          </p:cBhvr>
                                          <p:to>
                                            <p:strVal val="visible"/>
                                          </p:to>
                                        </p:set>
                                        <p:anim calcmode="lin" valueType="num">
                                          <p:cBhvr>
                                            <p:cTn id="36" dur="300" fill="hold"/>
                                            <p:tgtEl>
                                              <p:spTgt spid="14"/>
                                            </p:tgtEl>
                                            <p:attrNameLst>
                                              <p:attrName>ppt_w</p:attrName>
                                            </p:attrNameLst>
                                          </p:cBhvr>
                                          <p:tavLst>
                                            <p:tav tm="0">
                                              <p:val>
                                                <p:fltVal val="0"/>
                                              </p:val>
                                            </p:tav>
                                            <p:tav tm="100000">
                                              <p:val>
                                                <p:strVal val="#ppt_w"/>
                                              </p:val>
                                            </p:tav>
                                          </p:tavLst>
                                        </p:anim>
                                        <p:anim calcmode="lin" valueType="num">
                                          <p:cBhvr>
                                            <p:cTn id="37" dur="300" fill="hold"/>
                                            <p:tgtEl>
                                              <p:spTgt spid="14"/>
                                            </p:tgtEl>
                                            <p:attrNameLst>
                                              <p:attrName>ppt_h</p:attrName>
                                            </p:attrNameLst>
                                          </p:cBhvr>
                                          <p:tavLst>
                                            <p:tav tm="0">
                                              <p:val>
                                                <p:fltVal val="0"/>
                                              </p:val>
                                            </p:tav>
                                            <p:tav tm="100000">
                                              <p:val>
                                                <p:strVal val="#ppt_h"/>
                                              </p:val>
                                            </p:tav>
                                          </p:tavLst>
                                        </p:anim>
                                        <p:animEffect transition="in" filter="fade">
                                          <p:cBhvr>
                                            <p:cTn id="38" dur="300"/>
                                            <p:tgtEl>
                                              <p:spTgt spid="14"/>
                                            </p:tgtEl>
                                          </p:cBhvr>
                                        </p:animEffect>
                                      </p:childTnLst>
                                    </p:cTn>
                                  </p:par>
                                  <p:par>
                                    <p:cTn id="39" presetID="6" presetClass="emph" presetSubtype="0" autoRev="1" fill="hold" grpId="1" nodeType="withEffect">
                                      <p:stCondLst>
                                        <p:cond delay="600"/>
                                      </p:stCondLst>
                                      <p:childTnLst>
                                        <p:animScale>
                                          <p:cBhvr>
                                            <p:cTn id="40" dur="150" fill="hold"/>
                                            <p:tgtEl>
                                              <p:spTgt spid="14"/>
                                            </p:tgtEl>
                                          </p:cBhvr>
                                          <p:by x="110000" y="110000"/>
                                        </p:animScale>
                                      </p:childTnLst>
                                    </p:cTn>
                                  </p:par>
                                  <p:par>
                                    <p:cTn id="41" presetID="53" presetClass="entr" presetSubtype="16" fill="hold" grpId="0" nodeType="withEffect">
                                      <p:stCondLst>
                                        <p:cond delay="100"/>
                                      </p:stCondLst>
                                      <p:childTnLst>
                                        <p:set>
                                          <p:cBhvr>
                                            <p:cTn id="42" dur="1" fill="hold">
                                              <p:stCondLst>
                                                <p:cond delay="0"/>
                                              </p:stCondLst>
                                            </p:cTn>
                                            <p:tgtEl>
                                              <p:spTgt spid="13"/>
                                            </p:tgtEl>
                                            <p:attrNameLst>
                                              <p:attrName>style.visibility</p:attrName>
                                            </p:attrNameLst>
                                          </p:cBhvr>
                                          <p:to>
                                            <p:strVal val="visible"/>
                                          </p:to>
                                        </p:set>
                                        <p:anim calcmode="lin" valueType="num">
                                          <p:cBhvr>
                                            <p:cTn id="43" dur="300" fill="hold"/>
                                            <p:tgtEl>
                                              <p:spTgt spid="13"/>
                                            </p:tgtEl>
                                            <p:attrNameLst>
                                              <p:attrName>ppt_w</p:attrName>
                                            </p:attrNameLst>
                                          </p:cBhvr>
                                          <p:tavLst>
                                            <p:tav tm="0">
                                              <p:val>
                                                <p:fltVal val="0"/>
                                              </p:val>
                                            </p:tav>
                                            <p:tav tm="100000">
                                              <p:val>
                                                <p:strVal val="#ppt_w"/>
                                              </p:val>
                                            </p:tav>
                                          </p:tavLst>
                                        </p:anim>
                                        <p:anim calcmode="lin" valueType="num">
                                          <p:cBhvr>
                                            <p:cTn id="44" dur="300" fill="hold"/>
                                            <p:tgtEl>
                                              <p:spTgt spid="13"/>
                                            </p:tgtEl>
                                            <p:attrNameLst>
                                              <p:attrName>ppt_h</p:attrName>
                                            </p:attrNameLst>
                                          </p:cBhvr>
                                          <p:tavLst>
                                            <p:tav tm="0">
                                              <p:val>
                                                <p:fltVal val="0"/>
                                              </p:val>
                                            </p:tav>
                                            <p:tav tm="100000">
                                              <p:val>
                                                <p:strVal val="#ppt_h"/>
                                              </p:val>
                                            </p:tav>
                                          </p:tavLst>
                                        </p:anim>
                                        <p:animEffect transition="in" filter="fade">
                                          <p:cBhvr>
                                            <p:cTn id="45" dur="300"/>
                                            <p:tgtEl>
                                              <p:spTgt spid="13"/>
                                            </p:tgtEl>
                                          </p:cBhvr>
                                        </p:animEffect>
                                      </p:childTnLst>
                                    </p:cTn>
                                  </p:par>
                                  <p:par>
                                    <p:cTn id="46" presetID="6" presetClass="emph" presetSubtype="0" autoRev="1" fill="hold" grpId="1" nodeType="withEffect">
                                      <p:stCondLst>
                                        <p:cond delay="400"/>
                                      </p:stCondLst>
                                      <p:childTnLst>
                                        <p:animScale>
                                          <p:cBhvr>
                                            <p:cTn id="47" dur="150" fill="hold"/>
                                            <p:tgtEl>
                                              <p:spTgt spid="13"/>
                                            </p:tgtEl>
                                          </p:cBhvr>
                                          <p:by x="110000" y="110000"/>
                                        </p:animScale>
                                      </p:childTnLst>
                                    </p:cTn>
                                  </p:par>
                                  <p:par>
                                    <p:cTn id="48" presetID="53" presetClass="entr" presetSubtype="16" fill="hold" grpId="0" nodeType="withEffect">
                                      <p:stCondLst>
                                        <p:cond delay="400"/>
                                      </p:stCondLst>
                                      <p:childTnLst>
                                        <p:set>
                                          <p:cBhvr>
                                            <p:cTn id="49" dur="1" fill="hold">
                                              <p:stCondLst>
                                                <p:cond delay="0"/>
                                              </p:stCondLst>
                                            </p:cTn>
                                            <p:tgtEl>
                                              <p:spTgt spid="17"/>
                                            </p:tgtEl>
                                            <p:attrNameLst>
                                              <p:attrName>style.visibility</p:attrName>
                                            </p:attrNameLst>
                                          </p:cBhvr>
                                          <p:to>
                                            <p:strVal val="visible"/>
                                          </p:to>
                                        </p:set>
                                        <p:anim calcmode="lin" valueType="num">
                                          <p:cBhvr>
                                            <p:cTn id="50" dur="300" fill="hold"/>
                                            <p:tgtEl>
                                              <p:spTgt spid="17"/>
                                            </p:tgtEl>
                                            <p:attrNameLst>
                                              <p:attrName>ppt_w</p:attrName>
                                            </p:attrNameLst>
                                          </p:cBhvr>
                                          <p:tavLst>
                                            <p:tav tm="0">
                                              <p:val>
                                                <p:fltVal val="0"/>
                                              </p:val>
                                            </p:tav>
                                            <p:tav tm="100000">
                                              <p:val>
                                                <p:strVal val="#ppt_w"/>
                                              </p:val>
                                            </p:tav>
                                          </p:tavLst>
                                        </p:anim>
                                        <p:anim calcmode="lin" valueType="num">
                                          <p:cBhvr>
                                            <p:cTn id="51" dur="300" fill="hold"/>
                                            <p:tgtEl>
                                              <p:spTgt spid="17"/>
                                            </p:tgtEl>
                                            <p:attrNameLst>
                                              <p:attrName>ppt_h</p:attrName>
                                            </p:attrNameLst>
                                          </p:cBhvr>
                                          <p:tavLst>
                                            <p:tav tm="0">
                                              <p:val>
                                                <p:fltVal val="0"/>
                                              </p:val>
                                            </p:tav>
                                            <p:tav tm="100000">
                                              <p:val>
                                                <p:strVal val="#ppt_h"/>
                                              </p:val>
                                            </p:tav>
                                          </p:tavLst>
                                        </p:anim>
                                        <p:animEffect transition="in" filter="fade">
                                          <p:cBhvr>
                                            <p:cTn id="52" dur="300"/>
                                            <p:tgtEl>
                                              <p:spTgt spid="17"/>
                                            </p:tgtEl>
                                          </p:cBhvr>
                                        </p:animEffect>
                                      </p:childTnLst>
                                    </p:cTn>
                                  </p:par>
                                  <p:par>
                                    <p:cTn id="53" presetID="6" presetClass="emph" presetSubtype="0" autoRev="1" fill="hold" grpId="1" nodeType="withEffect">
                                      <p:stCondLst>
                                        <p:cond delay="700"/>
                                      </p:stCondLst>
                                      <p:childTnLst>
                                        <p:animScale>
                                          <p:cBhvr>
                                            <p:cTn id="54" dur="150" fill="hold"/>
                                            <p:tgtEl>
                                              <p:spTgt spid="17"/>
                                            </p:tgtEl>
                                          </p:cBhvr>
                                          <p:by x="110000" y="110000"/>
                                        </p:animScale>
                                      </p:childTnLst>
                                    </p:cTn>
                                  </p:par>
                                  <p:par>
                                    <p:cTn id="55" presetID="53" presetClass="entr" presetSubtype="16" fill="hold" grpId="0" nodeType="withEffect">
                                      <p:stCondLst>
                                        <p:cond delay="400"/>
                                      </p:stCondLst>
                                      <p:childTnLst>
                                        <p:set>
                                          <p:cBhvr>
                                            <p:cTn id="56" dur="1" fill="hold">
                                              <p:stCondLst>
                                                <p:cond delay="0"/>
                                              </p:stCondLst>
                                            </p:cTn>
                                            <p:tgtEl>
                                              <p:spTgt spid="21"/>
                                            </p:tgtEl>
                                            <p:attrNameLst>
                                              <p:attrName>style.visibility</p:attrName>
                                            </p:attrNameLst>
                                          </p:cBhvr>
                                          <p:to>
                                            <p:strVal val="visible"/>
                                          </p:to>
                                        </p:set>
                                        <p:anim calcmode="lin" valueType="num">
                                          <p:cBhvr>
                                            <p:cTn id="57" dur="300" fill="hold"/>
                                            <p:tgtEl>
                                              <p:spTgt spid="21"/>
                                            </p:tgtEl>
                                            <p:attrNameLst>
                                              <p:attrName>ppt_w</p:attrName>
                                            </p:attrNameLst>
                                          </p:cBhvr>
                                          <p:tavLst>
                                            <p:tav tm="0">
                                              <p:val>
                                                <p:fltVal val="0"/>
                                              </p:val>
                                            </p:tav>
                                            <p:tav tm="100000">
                                              <p:val>
                                                <p:strVal val="#ppt_w"/>
                                              </p:val>
                                            </p:tav>
                                          </p:tavLst>
                                        </p:anim>
                                        <p:anim calcmode="lin" valueType="num">
                                          <p:cBhvr>
                                            <p:cTn id="58" dur="300" fill="hold"/>
                                            <p:tgtEl>
                                              <p:spTgt spid="21"/>
                                            </p:tgtEl>
                                            <p:attrNameLst>
                                              <p:attrName>ppt_h</p:attrName>
                                            </p:attrNameLst>
                                          </p:cBhvr>
                                          <p:tavLst>
                                            <p:tav tm="0">
                                              <p:val>
                                                <p:fltVal val="0"/>
                                              </p:val>
                                            </p:tav>
                                            <p:tav tm="100000">
                                              <p:val>
                                                <p:strVal val="#ppt_h"/>
                                              </p:val>
                                            </p:tav>
                                          </p:tavLst>
                                        </p:anim>
                                        <p:animEffect transition="in" filter="fade">
                                          <p:cBhvr>
                                            <p:cTn id="59" dur="300"/>
                                            <p:tgtEl>
                                              <p:spTgt spid="21"/>
                                            </p:tgtEl>
                                          </p:cBhvr>
                                        </p:animEffect>
                                      </p:childTnLst>
                                    </p:cTn>
                                  </p:par>
                                  <p:par>
                                    <p:cTn id="60" presetID="6" presetClass="emph" presetSubtype="0" autoRev="1" fill="hold" grpId="1" nodeType="withEffect">
                                      <p:stCondLst>
                                        <p:cond delay="700"/>
                                      </p:stCondLst>
                                      <p:childTnLst>
                                        <p:animScale>
                                          <p:cBhvr>
                                            <p:cTn id="61" dur="150" fill="hold"/>
                                            <p:tgtEl>
                                              <p:spTgt spid="21"/>
                                            </p:tgtEl>
                                          </p:cBhvr>
                                          <p:by x="110000" y="110000"/>
                                        </p:animScale>
                                      </p:childTnLst>
                                    </p:cTn>
                                  </p:par>
                                  <p:par>
                                    <p:cTn id="62" presetID="53" presetClass="entr" presetSubtype="16" fill="hold" grpId="0" nodeType="withEffect">
                                      <p:stCondLst>
                                        <p:cond delay="100"/>
                                      </p:stCondLst>
                                      <p:childTnLst>
                                        <p:set>
                                          <p:cBhvr>
                                            <p:cTn id="63" dur="1" fill="hold">
                                              <p:stCondLst>
                                                <p:cond delay="0"/>
                                              </p:stCondLst>
                                            </p:cTn>
                                            <p:tgtEl>
                                              <p:spTgt spid="22"/>
                                            </p:tgtEl>
                                            <p:attrNameLst>
                                              <p:attrName>style.visibility</p:attrName>
                                            </p:attrNameLst>
                                          </p:cBhvr>
                                          <p:to>
                                            <p:strVal val="visible"/>
                                          </p:to>
                                        </p:set>
                                        <p:anim calcmode="lin" valueType="num">
                                          <p:cBhvr>
                                            <p:cTn id="64" dur="300" fill="hold"/>
                                            <p:tgtEl>
                                              <p:spTgt spid="22"/>
                                            </p:tgtEl>
                                            <p:attrNameLst>
                                              <p:attrName>ppt_w</p:attrName>
                                            </p:attrNameLst>
                                          </p:cBhvr>
                                          <p:tavLst>
                                            <p:tav tm="0">
                                              <p:val>
                                                <p:fltVal val="0"/>
                                              </p:val>
                                            </p:tav>
                                            <p:tav tm="100000">
                                              <p:val>
                                                <p:strVal val="#ppt_w"/>
                                              </p:val>
                                            </p:tav>
                                          </p:tavLst>
                                        </p:anim>
                                        <p:anim calcmode="lin" valueType="num">
                                          <p:cBhvr>
                                            <p:cTn id="65" dur="300" fill="hold"/>
                                            <p:tgtEl>
                                              <p:spTgt spid="22"/>
                                            </p:tgtEl>
                                            <p:attrNameLst>
                                              <p:attrName>ppt_h</p:attrName>
                                            </p:attrNameLst>
                                          </p:cBhvr>
                                          <p:tavLst>
                                            <p:tav tm="0">
                                              <p:val>
                                                <p:fltVal val="0"/>
                                              </p:val>
                                            </p:tav>
                                            <p:tav tm="100000">
                                              <p:val>
                                                <p:strVal val="#ppt_h"/>
                                              </p:val>
                                            </p:tav>
                                          </p:tavLst>
                                        </p:anim>
                                        <p:animEffect transition="in" filter="fade">
                                          <p:cBhvr>
                                            <p:cTn id="66" dur="300"/>
                                            <p:tgtEl>
                                              <p:spTgt spid="22"/>
                                            </p:tgtEl>
                                          </p:cBhvr>
                                        </p:animEffect>
                                      </p:childTnLst>
                                    </p:cTn>
                                  </p:par>
                                  <p:par>
                                    <p:cTn id="67" presetID="6" presetClass="emph" presetSubtype="0" autoRev="1" fill="hold" grpId="1" nodeType="withEffect">
                                      <p:stCondLst>
                                        <p:cond delay="400"/>
                                      </p:stCondLst>
                                      <p:childTnLst>
                                        <p:animScale>
                                          <p:cBhvr>
                                            <p:cTn id="68" dur="150" fill="hold"/>
                                            <p:tgtEl>
                                              <p:spTgt spid="22"/>
                                            </p:tgtEl>
                                          </p:cBhvr>
                                          <p:by x="110000" y="110000"/>
                                        </p:animScale>
                                      </p:childTnLst>
                                    </p:cTn>
                                  </p:par>
                                  <p:par>
                                    <p:cTn id="69" presetID="53" presetClass="entr" presetSubtype="16" fill="hold" grpId="0" nodeType="withEffect">
                                      <p:stCondLst>
                                        <p:cond delay="400"/>
                                      </p:stCondLst>
                                      <p:childTnLst>
                                        <p:set>
                                          <p:cBhvr>
                                            <p:cTn id="70" dur="1" fill="hold">
                                              <p:stCondLst>
                                                <p:cond delay="0"/>
                                              </p:stCondLst>
                                            </p:cTn>
                                            <p:tgtEl>
                                              <p:spTgt spid="23"/>
                                            </p:tgtEl>
                                            <p:attrNameLst>
                                              <p:attrName>style.visibility</p:attrName>
                                            </p:attrNameLst>
                                          </p:cBhvr>
                                          <p:to>
                                            <p:strVal val="visible"/>
                                          </p:to>
                                        </p:set>
                                        <p:anim calcmode="lin" valueType="num">
                                          <p:cBhvr>
                                            <p:cTn id="71" dur="300" fill="hold"/>
                                            <p:tgtEl>
                                              <p:spTgt spid="23"/>
                                            </p:tgtEl>
                                            <p:attrNameLst>
                                              <p:attrName>ppt_w</p:attrName>
                                            </p:attrNameLst>
                                          </p:cBhvr>
                                          <p:tavLst>
                                            <p:tav tm="0">
                                              <p:val>
                                                <p:fltVal val="0"/>
                                              </p:val>
                                            </p:tav>
                                            <p:tav tm="100000">
                                              <p:val>
                                                <p:strVal val="#ppt_w"/>
                                              </p:val>
                                            </p:tav>
                                          </p:tavLst>
                                        </p:anim>
                                        <p:anim calcmode="lin" valueType="num">
                                          <p:cBhvr>
                                            <p:cTn id="72" dur="300" fill="hold"/>
                                            <p:tgtEl>
                                              <p:spTgt spid="23"/>
                                            </p:tgtEl>
                                            <p:attrNameLst>
                                              <p:attrName>ppt_h</p:attrName>
                                            </p:attrNameLst>
                                          </p:cBhvr>
                                          <p:tavLst>
                                            <p:tav tm="0">
                                              <p:val>
                                                <p:fltVal val="0"/>
                                              </p:val>
                                            </p:tav>
                                            <p:tav tm="100000">
                                              <p:val>
                                                <p:strVal val="#ppt_h"/>
                                              </p:val>
                                            </p:tav>
                                          </p:tavLst>
                                        </p:anim>
                                        <p:animEffect transition="in" filter="fade">
                                          <p:cBhvr>
                                            <p:cTn id="73" dur="300"/>
                                            <p:tgtEl>
                                              <p:spTgt spid="23"/>
                                            </p:tgtEl>
                                          </p:cBhvr>
                                        </p:animEffect>
                                      </p:childTnLst>
                                    </p:cTn>
                                  </p:par>
                                  <p:par>
                                    <p:cTn id="74" presetID="6" presetClass="emph" presetSubtype="0" autoRev="1" fill="hold" grpId="1" nodeType="withEffect">
                                      <p:stCondLst>
                                        <p:cond delay="700"/>
                                      </p:stCondLst>
                                      <p:childTnLst>
                                        <p:animScale>
                                          <p:cBhvr>
                                            <p:cTn id="75" dur="150" fill="hold"/>
                                            <p:tgtEl>
                                              <p:spTgt spid="2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18" grpId="0"/>
          <p:bldP spid="19" grpId="0"/>
          <p:bldP spid="13" grpId="0" animBg="1"/>
          <p:bldP spid="13" grpId="1" animBg="1"/>
          <p:bldP spid="14" grpId="0" animBg="1"/>
          <p:bldP spid="14" grpId="1" animBg="1"/>
          <p:bldP spid="15" grpId="0" animBg="1"/>
          <p:bldP spid="15" grpId="1" animBg="1"/>
          <p:bldP spid="17" grpId="0" animBg="1"/>
          <p:bldP spid="17" grpId="1" animBg="1"/>
          <p:bldP spid="21" grpId="0" animBg="1"/>
          <p:bldP spid="21" grpId="1" animBg="1"/>
          <p:bldP spid="3" grpId="0" animBg="1"/>
          <p:bldP spid="3" grpId="1" animBg="1"/>
          <p:bldP spid="4" grpId="0"/>
          <p:bldP spid="4" grpId="1"/>
          <p:bldP spid="22" grpId="0" animBg="1"/>
          <p:bldP spid="22" grpId="1" animBg="1"/>
        </p:bldLst>
      </p:timing>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6C9E73CB-BC4E-4C02-914C-5DC9211A1AD4}"/>
              </a:ext>
            </a:extLst>
          </p:cNvPr>
          <p:cNvSpPr>
            <a:spLocks noGrp="1" noChangeArrowheads="1"/>
          </p:cNvSpPr>
          <p:nvPr>
            <p:ph type="title"/>
          </p:nvPr>
        </p:nvSpPr>
        <p:spPr/>
        <p:txBody>
          <a:bodyPr/>
          <a:lstStyle/>
          <a:p>
            <a:pPr eaLnBrk="1" hangingPunct="1"/>
            <a:r>
              <a:rPr lang="zh-CN" altLang="en-US" sz="2699" b="1" dirty="0">
                <a:solidFill>
                  <a:schemeClr val="tx2"/>
                </a:solidFill>
                <a:latin typeface="华文楷体" panose="02010600040101010101" pitchFamily="2" charset="-122"/>
                <a:ea typeface="华文楷体" panose="02010600040101010101" pitchFamily="2" charset="-122"/>
              </a:rPr>
              <a:t>数据归约</a:t>
            </a:r>
          </a:p>
        </p:txBody>
      </p:sp>
      <p:sp>
        <p:nvSpPr>
          <p:cNvPr id="45059" name="Rectangle 3">
            <a:extLst>
              <a:ext uri="{FF2B5EF4-FFF2-40B4-BE49-F238E27FC236}">
                <a16:creationId xmlns:a16="http://schemas.microsoft.com/office/drawing/2014/main" id="{5E1DC3DC-36F5-43DC-A343-F88AB39208A7}"/>
              </a:ext>
            </a:extLst>
          </p:cNvPr>
          <p:cNvSpPr>
            <a:spLocks noGrp="1" noChangeArrowheads="1"/>
          </p:cNvSpPr>
          <p:nvPr>
            <p:ph idx="1"/>
          </p:nvPr>
        </p:nvSpPr>
        <p:spPr/>
        <p:txBody>
          <a:bodyPr/>
          <a:lstStyle/>
          <a:p>
            <a:pPr marL="0" indent="0">
              <a:buNone/>
            </a:pPr>
            <a:r>
              <a:rPr lang="en-US" altLang="zh-CN" sz="1949" dirty="0">
                <a:ea typeface="宋体" panose="02010600030101010101" pitchFamily="2" charset="-122"/>
              </a:rPr>
              <a:t>1</a:t>
            </a:r>
            <a:r>
              <a:rPr lang="zh-CN" altLang="en-US" sz="1949" dirty="0">
                <a:ea typeface="宋体" panose="02010600030101010101" pitchFamily="2" charset="-122"/>
              </a:rPr>
              <a:t>、特征规约</a:t>
            </a:r>
          </a:p>
          <a:p>
            <a:pPr lvl="1"/>
            <a:r>
              <a:rPr lang="zh-CN" altLang="en-US" sz="1650" dirty="0"/>
              <a:t>找出最小属性集，使得数据类的概率分布尽可能的接近使用所有属性的原分布</a:t>
            </a:r>
          </a:p>
          <a:p>
            <a:pPr lvl="1"/>
            <a:r>
              <a:rPr lang="zh-CN" altLang="en-US" sz="1650" dirty="0"/>
              <a:t>减少出现在发现模式上的属性的数目，使得模式</a:t>
            </a:r>
            <a:r>
              <a:rPr lang="zh-CN" altLang="en-US" sz="1650" dirty="0">
                <a:solidFill>
                  <a:srgbClr val="FF0000"/>
                </a:solidFill>
                <a:highlight>
                  <a:srgbClr val="FFFF00"/>
                </a:highlight>
              </a:rPr>
              <a:t>更易于理解</a:t>
            </a:r>
          </a:p>
          <a:p>
            <a:r>
              <a:rPr lang="zh-CN" altLang="en-US" sz="1949" dirty="0">
                <a:ea typeface="宋体" panose="02010600030101010101" pitchFamily="2" charset="-122"/>
              </a:rPr>
              <a:t>启发式的（探索性的）方法</a:t>
            </a:r>
          </a:p>
          <a:p>
            <a:pPr lvl="1"/>
            <a:r>
              <a:rPr lang="zh-CN" altLang="en-US" sz="1650" dirty="0">
                <a:solidFill>
                  <a:srgbClr val="FF0000"/>
                </a:solidFill>
                <a:highlight>
                  <a:srgbClr val="FFFF00"/>
                </a:highlight>
              </a:rPr>
              <a:t>逐步向前选择</a:t>
            </a:r>
          </a:p>
          <a:p>
            <a:pPr lvl="1"/>
            <a:r>
              <a:rPr lang="zh-CN" altLang="en-US" sz="1650" dirty="0">
                <a:solidFill>
                  <a:srgbClr val="FF0000"/>
                </a:solidFill>
                <a:highlight>
                  <a:srgbClr val="FFFF00"/>
                </a:highlight>
              </a:rPr>
              <a:t>逐步向后删除</a:t>
            </a:r>
          </a:p>
          <a:p>
            <a:pPr lvl="1"/>
            <a:r>
              <a:rPr lang="zh-CN" altLang="en-US" sz="1650" dirty="0"/>
              <a:t>向前选择和向后删除相结合</a:t>
            </a:r>
          </a:p>
          <a:p>
            <a:pPr lvl="1"/>
            <a:r>
              <a:rPr lang="zh-CN" altLang="en-US" sz="1650" dirty="0"/>
              <a:t>判定归纳树</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0BDC740B-9E73-408F-ACFE-D25E0FD8880F}"/>
              </a:ext>
            </a:extLst>
          </p:cNvPr>
          <p:cNvSpPr>
            <a:spLocks noGrp="1" noChangeArrowheads="1"/>
          </p:cNvSpPr>
          <p:nvPr>
            <p:ph type="title"/>
          </p:nvPr>
        </p:nvSpPr>
        <p:spPr/>
        <p:txBody>
          <a:bodyPr/>
          <a:lstStyle/>
          <a:p>
            <a:pPr eaLnBrk="1" hangingPunct="1"/>
            <a:r>
              <a:rPr lang="zh-CN" altLang="en-US" sz="2699" b="1">
                <a:solidFill>
                  <a:schemeClr val="tx2"/>
                </a:solidFill>
                <a:latin typeface="华文楷体" panose="02010600040101010101" pitchFamily="2" charset="-122"/>
                <a:ea typeface="华文楷体" panose="02010600040101010101" pitchFamily="2" charset="-122"/>
              </a:rPr>
              <a:t>数据归约</a:t>
            </a:r>
          </a:p>
        </p:txBody>
      </p:sp>
      <p:pic>
        <p:nvPicPr>
          <p:cNvPr id="46083" name="图片 3">
            <a:extLst>
              <a:ext uri="{FF2B5EF4-FFF2-40B4-BE49-F238E27FC236}">
                <a16:creationId xmlns:a16="http://schemas.microsoft.com/office/drawing/2014/main" id="{DF7E503D-F916-44D6-960B-D6E68F9A1DE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13352" y="1062902"/>
            <a:ext cx="7091375" cy="3596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1">
            <a:extLst>
              <a:ext uri="{FF2B5EF4-FFF2-40B4-BE49-F238E27FC236}">
                <a16:creationId xmlns:a16="http://schemas.microsoft.com/office/drawing/2014/main" id="{42E5AEF5-1063-4FD1-BE6A-0B7D67931A19}"/>
              </a:ext>
            </a:extLst>
          </p:cNvPr>
          <p:cNvSpPr>
            <a:spLocks noChangeArrowheads="1"/>
          </p:cNvSpPr>
          <p:nvPr/>
        </p:nvSpPr>
        <p:spPr bwMode="auto">
          <a:xfrm>
            <a:off x="1326169" y="1481802"/>
            <a:ext cx="765216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a:buFont typeface="Wingdings" panose="05000000000000000000" pitchFamily="2" charset="2"/>
              <a:buNone/>
            </a:pPr>
            <a:endParaRPr lang="zh-CN" altLang="zh-CN" sz="1350">
              <a:solidFill>
                <a:schemeClr val="tx1"/>
              </a:solidFill>
            </a:endParaRPr>
          </a:p>
        </p:txBody>
      </p:sp>
      <p:sp>
        <p:nvSpPr>
          <p:cNvPr id="50179" name="Rectangle 2">
            <a:extLst>
              <a:ext uri="{FF2B5EF4-FFF2-40B4-BE49-F238E27FC236}">
                <a16:creationId xmlns:a16="http://schemas.microsoft.com/office/drawing/2014/main" id="{DCD0ED5A-CE02-4C49-A89F-D3C363D98CAC}"/>
              </a:ext>
            </a:extLst>
          </p:cNvPr>
          <p:cNvSpPr>
            <a:spLocks noChangeArrowheads="1"/>
          </p:cNvSpPr>
          <p:nvPr/>
        </p:nvSpPr>
        <p:spPr bwMode="auto">
          <a:xfrm>
            <a:off x="1144059" y="-150041"/>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a:buFont typeface="Wingdings" panose="05000000000000000000" pitchFamily="2" charset="2"/>
              <a:buNone/>
            </a:pPr>
            <a:endParaRPr lang="zh-CN" altLang="zh-CN" sz="1350">
              <a:solidFill>
                <a:schemeClr val="tx1"/>
              </a:solidFill>
            </a:endParaRPr>
          </a:p>
        </p:txBody>
      </p:sp>
      <p:sp>
        <p:nvSpPr>
          <p:cNvPr id="50180" name="Rectangle 2">
            <a:extLst>
              <a:ext uri="{FF2B5EF4-FFF2-40B4-BE49-F238E27FC236}">
                <a16:creationId xmlns:a16="http://schemas.microsoft.com/office/drawing/2014/main" id="{8B55D647-C4B1-4CA4-AF23-2924E450F446}"/>
              </a:ext>
            </a:extLst>
          </p:cNvPr>
          <p:cNvSpPr>
            <a:spLocks noChangeArrowheads="1"/>
          </p:cNvSpPr>
          <p:nvPr/>
        </p:nvSpPr>
        <p:spPr bwMode="auto">
          <a:xfrm>
            <a:off x="1166674" y="585538"/>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a:buFont typeface="Wingdings" panose="05000000000000000000" pitchFamily="2" charset="2"/>
              <a:buNone/>
            </a:pPr>
            <a:endParaRPr lang="zh-CN" altLang="zh-CN" sz="1350">
              <a:solidFill>
                <a:schemeClr val="tx1"/>
              </a:solidFill>
            </a:endParaRPr>
          </a:p>
        </p:txBody>
      </p:sp>
      <p:sp>
        <p:nvSpPr>
          <p:cNvPr id="50181" name="Rectangle 2">
            <a:extLst>
              <a:ext uri="{FF2B5EF4-FFF2-40B4-BE49-F238E27FC236}">
                <a16:creationId xmlns:a16="http://schemas.microsoft.com/office/drawing/2014/main" id="{F1CECD75-1FBD-43FF-A5AB-9812A6F20BEB}"/>
              </a:ext>
            </a:extLst>
          </p:cNvPr>
          <p:cNvSpPr>
            <a:spLocks noChangeArrowheads="1"/>
          </p:cNvSpPr>
          <p:nvPr/>
        </p:nvSpPr>
        <p:spPr bwMode="auto">
          <a:xfrm>
            <a:off x="1332119" y="1587735"/>
            <a:ext cx="614768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a:buFont typeface="Wingdings" panose="05000000000000000000" pitchFamily="2" charset="2"/>
              <a:buNone/>
            </a:pPr>
            <a:endParaRPr lang="zh-CN" altLang="zh-CN" sz="1350">
              <a:solidFill>
                <a:schemeClr val="tx1"/>
              </a:solidFill>
            </a:endParaRPr>
          </a:p>
        </p:txBody>
      </p:sp>
      <p:sp>
        <p:nvSpPr>
          <p:cNvPr id="32782" name="矩形 2">
            <a:extLst>
              <a:ext uri="{FF2B5EF4-FFF2-40B4-BE49-F238E27FC236}">
                <a16:creationId xmlns:a16="http://schemas.microsoft.com/office/drawing/2014/main" id="{426B9713-FF4E-41DC-BA4C-2AD3B2511CF2}"/>
              </a:ext>
            </a:extLst>
          </p:cNvPr>
          <p:cNvSpPr>
            <a:spLocks noChangeArrowheads="1"/>
          </p:cNvSpPr>
          <p:nvPr/>
        </p:nvSpPr>
        <p:spPr bwMode="auto">
          <a:xfrm>
            <a:off x="1464238" y="1216443"/>
            <a:ext cx="5884633" cy="3139321"/>
          </a:xfrm>
          <a:prstGeom prst="rect">
            <a:avLst/>
          </a:prstGeom>
          <a:noFill/>
          <a:ln>
            <a:noFill/>
          </a:ln>
          <a:effec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buClrTx/>
              <a:buSzTx/>
              <a:buNone/>
              <a:defRPr/>
            </a:pPr>
            <a:r>
              <a:rPr lang="en-US" altLang="zh-CN" sz="1949" dirty="0">
                <a:latin typeface="+mn-lt"/>
              </a:rPr>
              <a:t>2</a:t>
            </a:r>
            <a:r>
              <a:rPr lang="zh-CN" altLang="en-US" sz="1949" dirty="0">
                <a:latin typeface="+mn-lt"/>
              </a:rPr>
              <a:t>、数值规约</a:t>
            </a:r>
          </a:p>
          <a:p>
            <a:pPr eaLnBrk="1" hangingPunct="1">
              <a:spcBef>
                <a:spcPct val="0"/>
              </a:spcBef>
              <a:buClrTx/>
              <a:buSzTx/>
              <a:buFont typeface="Wingdings" panose="05000000000000000000" pitchFamily="2" charset="2"/>
              <a:buNone/>
              <a:defRPr/>
            </a:pPr>
            <a:r>
              <a:rPr lang="zh-CN" altLang="en-US" sz="1800" dirty="0">
                <a:latin typeface="华文楷体" panose="02010600040101010101" pitchFamily="2" charset="-122"/>
                <a:ea typeface="华文楷体" panose="02010600040101010101" pitchFamily="2" charset="-122"/>
              </a:rPr>
              <a:t>        数值归约技术指的是选择替代的、“较小的”数据表示形式来减少数据量。几种常用数值归约技术如下。</a:t>
            </a:r>
          </a:p>
          <a:p>
            <a:pPr eaLnBrk="1" hangingPunct="1">
              <a:spcBef>
                <a:spcPct val="0"/>
              </a:spcBef>
              <a:buClrTx/>
              <a:buSzTx/>
              <a:buFont typeface="Wingdings" panose="05000000000000000000" pitchFamily="2" charset="2"/>
              <a:buNone/>
              <a:defRPr/>
            </a:pPr>
            <a:r>
              <a:rPr lang="zh-CN" altLang="en-US" sz="1800" dirty="0">
                <a:latin typeface="华文楷体" panose="02010600040101010101" pitchFamily="2" charset="-122"/>
                <a:ea typeface="华文楷体" panose="02010600040101010101" pitchFamily="2" charset="-122"/>
              </a:rPr>
              <a:t>     1）回归和对数线性模型</a:t>
            </a:r>
          </a:p>
          <a:p>
            <a:pPr eaLnBrk="1" hangingPunct="1">
              <a:spcBef>
                <a:spcPct val="0"/>
              </a:spcBef>
              <a:buClrTx/>
              <a:buSzTx/>
              <a:buFont typeface="Wingdings" panose="05000000000000000000" pitchFamily="2" charset="2"/>
              <a:buNone/>
              <a:defRPr/>
            </a:pPr>
            <a:r>
              <a:rPr lang="zh-CN" altLang="en-US" sz="1800" dirty="0">
                <a:latin typeface="华文楷体" panose="02010600040101010101" pitchFamily="2" charset="-122"/>
                <a:ea typeface="华文楷体" panose="02010600040101010101" pitchFamily="2" charset="-122"/>
              </a:rPr>
              <a:t>     2）</a:t>
            </a:r>
            <a:r>
              <a:rPr lang="zh-CN" altLang="en-US" sz="1800" dirty="0">
                <a:solidFill>
                  <a:srgbClr val="FF0000"/>
                </a:solidFill>
                <a:highlight>
                  <a:srgbClr val="FFFF00"/>
                </a:highlight>
                <a:latin typeface="华文楷体" panose="02010600040101010101" pitchFamily="2" charset="-122"/>
                <a:ea typeface="华文楷体" panose="02010600040101010101" pitchFamily="2" charset="-122"/>
              </a:rPr>
              <a:t>直方图</a:t>
            </a:r>
          </a:p>
          <a:p>
            <a:pPr eaLnBrk="1" hangingPunct="1">
              <a:spcBef>
                <a:spcPct val="0"/>
              </a:spcBef>
              <a:buClrTx/>
              <a:buSzTx/>
              <a:buFont typeface="Wingdings" panose="05000000000000000000" pitchFamily="2" charset="2"/>
              <a:buNone/>
              <a:defRPr/>
            </a:pPr>
            <a:r>
              <a:rPr lang="zh-CN" altLang="en-US" sz="1800" dirty="0">
                <a:latin typeface="华文楷体" panose="02010600040101010101" pitchFamily="2" charset="-122"/>
                <a:ea typeface="华文楷体" panose="02010600040101010101" pitchFamily="2" charset="-122"/>
              </a:rPr>
              <a:t>     3）聚类</a:t>
            </a:r>
          </a:p>
          <a:p>
            <a:pPr eaLnBrk="1" hangingPunct="1">
              <a:spcBef>
                <a:spcPct val="0"/>
              </a:spcBef>
              <a:buClrTx/>
              <a:buSzTx/>
              <a:buFont typeface="Wingdings" panose="05000000000000000000" pitchFamily="2" charset="2"/>
              <a:buNone/>
              <a:defRPr/>
            </a:pPr>
            <a:r>
              <a:rPr lang="zh-CN" altLang="en-US" sz="1800" dirty="0">
                <a:latin typeface="华文楷体" panose="02010600040101010101" pitchFamily="2" charset="-122"/>
                <a:ea typeface="华文楷体" panose="02010600040101010101" pitchFamily="2" charset="-122"/>
              </a:rPr>
              <a:t>     4）</a:t>
            </a:r>
            <a:r>
              <a:rPr lang="zh-CN" altLang="en-US" sz="1800" dirty="0">
                <a:solidFill>
                  <a:srgbClr val="FF0000"/>
                </a:solidFill>
                <a:highlight>
                  <a:srgbClr val="FFFF00"/>
                </a:highlight>
                <a:latin typeface="华文楷体" panose="02010600040101010101" pitchFamily="2" charset="-122"/>
                <a:ea typeface="华文楷体" panose="02010600040101010101" pitchFamily="2" charset="-122"/>
              </a:rPr>
              <a:t>抽样</a:t>
            </a:r>
          </a:p>
          <a:p>
            <a:pPr lvl="2" indent="553493">
              <a:spcBef>
                <a:spcPct val="0"/>
              </a:spcBef>
              <a:buClrTx/>
              <a:buSzTx/>
              <a:buFont typeface="Wingdings" panose="05000000000000000000" pitchFamily="2" charset="2"/>
              <a:buAutoNum type="alphaLcParenR"/>
              <a:defRPr/>
            </a:pPr>
            <a:r>
              <a:rPr lang="zh-CN" altLang="en-US" sz="1800" dirty="0">
                <a:latin typeface="华文楷体" panose="02010600040101010101" pitchFamily="2" charset="-122"/>
                <a:ea typeface="华文楷体" panose="02010600040101010101" pitchFamily="2" charset="-122"/>
              </a:rPr>
              <a:t>s个样本无放回简单随机抽样（SRSWOR）</a:t>
            </a:r>
          </a:p>
          <a:p>
            <a:pPr lvl="2" indent="553493">
              <a:spcBef>
                <a:spcPct val="0"/>
              </a:spcBef>
              <a:buClrTx/>
              <a:buSzTx/>
              <a:buFont typeface="Wingdings" panose="05000000000000000000" pitchFamily="2" charset="2"/>
              <a:buAutoNum type="alphaLcParenR"/>
              <a:defRPr/>
            </a:pPr>
            <a:r>
              <a:rPr lang="zh-CN" altLang="en-US" sz="1800" dirty="0">
                <a:latin typeface="华文楷体" panose="02010600040101010101" pitchFamily="2" charset="-122"/>
                <a:ea typeface="华文楷体" panose="02010600040101010101" pitchFamily="2" charset="-122"/>
              </a:rPr>
              <a:t>s个样本有放回简单随机抽样（SRSWR）</a:t>
            </a:r>
          </a:p>
          <a:p>
            <a:pPr lvl="2" indent="566586">
              <a:spcBef>
                <a:spcPct val="0"/>
              </a:spcBef>
              <a:buClrTx/>
              <a:buSzTx/>
              <a:buFont typeface="Wingdings" panose="05000000000000000000" pitchFamily="2" charset="2"/>
              <a:buAutoNum type="alphaLcParenR"/>
              <a:defRPr/>
            </a:pPr>
            <a:r>
              <a:rPr lang="zh-CN" altLang="en-US" sz="1800" dirty="0">
                <a:latin typeface="华文楷体" panose="02010600040101010101" pitchFamily="2" charset="-122"/>
                <a:ea typeface="华文楷体" panose="02010600040101010101" pitchFamily="2" charset="-122"/>
              </a:rPr>
              <a:t>聚类抽样</a:t>
            </a:r>
          </a:p>
          <a:p>
            <a:pPr lvl="2" indent="553493">
              <a:spcBef>
                <a:spcPct val="0"/>
              </a:spcBef>
              <a:buClrTx/>
              <a:buSzTx/>
              <a:buFont typeface="Wingdings" panose="05000000000000000000" pitchFamily="2" charset="2"/>
              <a:buAutoNum type="alphaLcParenR"/>
              <a:defRPr/>
            </a:pPr>
            <a:r>
              <a:rPr lang="zh-CN" altLang="en-US" sz="1800" dirty="0">
                <a:latin typeface="华文楷体" panose="02010600040101010101" pitchFamily="2" charset="-122"/>
                <a:ea typeface="华文楷体" panose="02010600040101010101" pitchFamily="2" charset="-122"/>
              </a:rPr>
              <a:t>分层抽样</a:t>
            </a:r>
          </a:p>
        </p:txBody>
      </p:sp>
      <p:sp>
        <p:nvSpPr>
          <p:cNvPr id="50183" name="Rectangle 2">
            <a:extLst>
              <a:ext uri="{FF2B5EF4-FFF2-40B4-BE49-F238E27FC236}">
                <a16:creationId xmlns:a16="http://schemas.microsoft.com/office/drawing/2014/main" id="{9A5EC000-4601-4937-A1A7-99B95C068324}"/>
              </a:ext>
            </a:extLst>
          </p:cNvPr>
          <p:cNvSpPr>
            <a:spLocks noGrp="1" noChangeArrowheads="1"/>
          </p:cNvSpPr>
          <p:nvPr/>
        </p:nvSpPr>
        <p:spPr bwMode="auto">
          <a:xfrm>
            <a:off x="2087933" y="254715"/>
            <a:ext cx="4968135" cy="48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eaLnBrk="1" hangingPunct="1"/>
            <a:r>
              <a:rPr lang="zh-CN" altLang="en-US" sz="2999" b="1">
                <a:solidFill>
                  <a:schemeClr val="tx2"/>
                </a:solidFill>
                <a:latin typeface="华文楷体" panose="02010600040101010101" pitchFamily="2" charset="-122"/>
                <a:ea typeface="华文楷体" panose="02010600040101010101" pitchFamily="2" charset="-122"/>
              </a:rPr>
              <a:t>数据归约</a:t>
            </a: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a:extLst>
              <a:ext uri="{FF2B5EF4-FFF2-40B4-BE49-F238E27FC236}">
                <a16:creationId xmlns:a16="http://schemas.microsoft.com/office/drawing/2014/main" id="{5A063110-B0FB-4A80-815B-EFF863374CBD}"/>
              </a:ext>
            </a:extLst>
          </p:cNvPr>
          <p:cNvSpPr>
            <a:spLocks noGrp="1" noChangeArrowheads="1"/>
          </p:cNvSpPr>
          <p:nvPr>
            <p:ph type="title"/>
          </p:nvPr>
        </p:nvSpPr>
        <p:spPr>
          <a:xfrm>
            <a:off x="2034371" y="195202"/>
            <a:ext cx="5514463" cy="543948"/>
          </a:xfrm>
        </p:spPr>
        <p:txBody>
          <a:bodyPr>
            <a:normAutofit fontScale="90000"/>
          </a:bodyPr>
          <a:lstStyle/>
          <a:p>
            <a:r>
              <a:rPr lang="zh-CN" altLang="en-US" sz="2999" b="1">
                <a:solidFill>
                  <a:schemeClr val="tx2"/>
                </a:solidFill>
                <a:latin typeface="华文楷体" panose="02010600040101010101" pitchFamily="2" charset="-122"/>
                <a:ea typeface="华文楷体" panose="02010600040101010101" pitchFamily="2" charset="-122"/>
              </a:rPr>
              <a:t>数据归约</a:t>
            </a:r>
            <a:endParaRPr lang="zh-CN" altLang="en-US" sz="2999">
              <a:ea typeface="宋体" panose="02010600030101010101" pitchFamily="2" charset="-122"/>
            </a:endParaRPr>
          </a:p>
        </p:txBody>
      </p:sp>
      <p:sp>
        <p:nvSpPr>
          <p:cNvPr id="5124" name="Rectangle 3">
            <a:extLst>
              <a:ext uri="{FF2B5EF4-FFF2-40B4-BE49-F238E27FC236}">
                <a16:creationId xmlns:a16="http://schemas.microsoft.com/office/drawing/2014/main" id="{07CE2EF1-BB57-4C80-8FA6-3655A8CC163C}"/>
              </a:ext>
            </a:extLst>
          </p:cNvPr>
          <p:cNvSpPr>
            <a:spLocks noGrp="1" noChangeArrowheads="1"/>
          </p:cNvSpPr>
          <p:nvPr>
            <p:ph type="body" sz="half" idx="1"/>
          </p:nvPr>
        </p:nvSpPr>
        <p:spPr>
          <a:xfrm>
            <a:off x="1115616" y="698748"/>
            <a:ext cx="6216715" cy="467812"/>
          </a:xfrm>
        </p:spPr>
        <p:txBody>
          <a:bodyPr/>
          <a:lstStyle/>
          <a:p>
            <a:pPr>
              <a:lnSpc>
                <a:spcPct val="90000"/>
              </a:lnSpc>
            </a:pPr>
            <a:r>
              <a:rPr lang="zh-CN" altLang="en-US" sz="2099" dirty="0">
                <a:ea typeface="宋体" panose="02010600030101010101" pitchFamily="2" charset="-122"/>
              </a:rPr>
              <a:t>直方图</a:t>
            </a:r>
          </a:p>
        </p:txBody>
      </p:sp>
      <p:pic>
        <p:nvPicPr>
          <p:cNvPr id="5" name="图片 4">
            <a:extLst>
              <a:ext uri="{FF2B5EF4-FFF2-40B4-BE49-F238E27FC236}">
                <a16:creationId xmlns:a16="http://schemas.microsoft.com/office/drawing/2014/main" id="{266C7647-5118-4060-A824-C9E665E27A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1467" y="1058788"/>
            <a:ext cx="6721065" cy="4044091"/>
          </a:xfrm>
          <a:prstGeom prst="rect">
            <a:avLst/>
          </a:prstGeom>
        </p:spPr>
      </p:pic>
    </p:spTree>
    <p:extLst>
      <p:ext uri="{BB962C8B-B14F-4D97-AF65-F5344CB8AC3E}">
        <p14:creationId xmlns:p14="http://schemas.microsoft.com/office/powerpoint/2010/main" val="16086934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BB10A931-37E8-407A-959F-D31A04EA9748}"/>
              </a:ext>
            </a:extLst>
          </p:cNvPr>
          <p:cNvSpPr>
            <a:spLocks noGrp="1" noChangeArrowheads="1"/>
          </p:cNvSpPr>
          <p:nvPr>
            <p:ph type="title"/>
          </p:nvPr>
        </p:nvSpPr>
        <p:spPr/>
        <p:txBody>
          <a:bodyPr/>
          <a:lstStyle/>
          <a:p>
            <a:r>
              <a:rPr lang="zh-CN" altLang="en-US" sz="2999" b="1">
                <a:solidFill>
                  <a:schemeClr val="tx2"/>
                </a:solidFill>
                <a:latin typeface="华文楷体" panose="02010600040101010101" pitchFamily="2" charset="-122"/>
                <a:ea typeface="华文楷体" panose="02010600040101010101" pitchFamily="2" charset="-122"/>
              </a:rPr>
              <a:t>数据归约</a:t>
            </a:r>
            <a:endParaRPr lang="zh-CN" altLang="en-US" sz="2999">
              <a:ea typeface="宋体" panose="02010600030101010101" pitchFamily="2" charset="-122"/>
            </a:endParaRPr>
          </a:p>
        </p:txBody>
      </p:sp>
      <p:sp>
        <p:nvSpPr>
          <p:cNvPr id="53251" name="Rectangle 3">
            <a:extLst>
              <a:ext uri="{FF2B5EF4-FFF2-40B4-BE49-F238E27FC236}">
                <a16:creationId xmlns:a16="http://schemas.microsoft.com/office/drawing/2014/main" id="{B8A1BF27-B66D-4439-9E9A-8FD29CCEDD8A}"/>
              </a:ext>
            </a:extLst>
          </p:cNvPr>
          <p:cNvSpPr>
            <a:spLocks noGrp="1" noChangeArrowheads="1"/>
          </p:cNvSpPr>
          <p:nvPr>
            <p:ph idx="1"/>
          </p:nvPr>
        </p:nvSpPr>
        <p:spPr>
          <a:xfrm>
            <a:off x="457200" y="1199781"/>
            <a:ext cx="8229600" cy="2163264"/>
          </a:xfrm>
        </p:spPr>
        <p:txBody>
          <a:bodyPr/>
          <a:lstStyle/>
          <a:p>
            <a:r>
              <a:rPr lang="zh-CN" altLang="en-US" sz="2099" dirty="0">
                <a:ea typeface="宋体" panose="02010600030101010101" pitchFamily="2" charset="-122"/>
              </a:rPr>
              <a:t>抽样</a:t>
            </a:r>
            <a:endParaRPr lang="en-US" altLang="zh-CN" sz="2099" dirty="0">
              <a:ea typeface="宋体" panose="02010600030101010101" pitchFamily="2" charset="-122"/>
            </a:endParaRPr>
          </a:p>
          <a:p>
            <a:r>
              <a:rPr lang="zh-CN" altLang="en-US" sz="1949" dirty="0">
                <a:ea typeface="宋体" panose="02010600030101010101" pitchFamily="2" charset="-122"/>
              </a:rPr>
              <a:t>允许用数据的较小随机样本（子集）表示大的数据集</a:t>
            </a:r>
            <a:endParaRPr lang="en-US" altLang="zh-CN" sz="1949" dirty="0">
              <a:ea typeface="宋体" panose="02010600030101010101" pitchFamily="2" charset="-122"/>
            </a:endParaRPr>
          </a:p>
          <a:p>
            <a:r>
              <a:rPr lang="zh-CN" altLang="en-US" sz="1949" dirty="0">
                <a:ea typeface="宋体" panose="02010600030101010101" pitchFamily="2" charset="-122"/>
              </a:rPr>
              <a:t>对数据集</a:t>
            </a:r>
            <a:r>
              <a:rPr lang="en-US" altLang="zh-CN" sz="1949" i="1" dirty="0">
                <a:ea typeface="宋体" panose="02010600030101010101" pitchFamily="2" charset="-122"/>
              </a:rPr>
              <a:t>D</a:t>
            </a:r>
            <a:r>
              <a:rPr lang="zh-CN" altLang="en-US" sz="1949" dirty="0">
                <a:ea typeface="宋体" panose="02010600030101010101" pitchFamily="2" charset="-122"/>
              </a:rPr>
              <a:t>的样本选择：</a:t>
            </a:r>
            <a:r>
              <a:rPr lang="en-US" altLang="zh-CN" sz="1949" dirty="0">
                <a:ea typeface="宋体" panose="02010600030101010101" pitchFamily="2" charset="-122"/>
              </a:rPr>
              <a:t>L;0POHSDW;</a:t>
            </a:r>
            <a:endParaRPr lang="zh-CN" altLang="en-US" sz="1949" dirty="0">
              <a:ea typeface="宋体" panose="02010600030101010101" pitchFamily="2" charset="-122"/>
            </a:endParaRPr>
          </a:p>
          <a:p>
            <a:pPr lvl="1"/>
            <a:r>
              <a:rPr lang="en-US" altLang="zh-CN" sz="1650" i="1" dirty="0"/>
              <a:t>s</a:t>
            </a:r>
            <a:r>
              <a:rPr lang="zh-CN" altLang="en-US" sz="1650" dirty="0"/>
              <a:t>个样本无放回简单随机抽样（</a:t>
            </a:r>
            <a:r>
              <a:rPr lang="en-US" altLang="zh-CN" sz="1650" i="1" dirty="0"/>
              <a:t>SRSWOR</a:t>
            </a:r>
            <a:r>
              <a:rPr lang="zh-CN" altLang="en-US" sz="1650" dirty="0"/>
              <a:t>）：由</a:t>
            </a:r>
            <a:r>
              <a:rPr lang="en-US" altLang="zh-CN" sz="1650" i="1" dirty="0"/>
              <a:t>D</a:t>
            </a:r>
            <a:r>
              <a:rPr lang="zh-CN" altLang="en-US" sz="1650" dirty="0"/>
              <a:t>的</a:t>
            </a:r>
            <a:r>
              <a:rPr lang="en-US" altLang="zh-CN" sz="1650" i="1" dirty="0"/>
              <a:t>N</a:t>
            </a:r>
            <a:r>
              <a:rPr lang="zh-CN" altLang="en-US" sz="1650" dirty="0"/>
              <a:t>个元组中抽取</a:t>
            </a:r>
            <a:r>
              <a:rPr lang="en-US" altLang="zh-CN" sz="1650" i="1" dirty="0"/>
              <a:t>s</a:t>
            </a:r>
            <a:r>
              <a:rPr lang="zh-CN" altLang="en-US" sz="1650" dirty="0"/>
              <a:t>个样本（</a:t>
            </a:r>
            <a:r>
              <a:rPr lang="en-US" altLang="zh-CN" sz="1650" i="1" dirty="0"/>
              <a:t>s&lt;N</a:t>
            </a:r>
            <a:r>
              <a:rPr lang="zh-CN" altLang="en-US" sz="1650" dirty="0"/>
              <a:t>）</a:t>
            </a:r>
          </a:p>
          <a:p>
            <a:pPr lvl="1"/>
            <a:r>
              <a:rPr lang="en-US" altLang="zh-CN" sz="1650" i="1" dirty="0"/>
              <a:t>s</a:t>
            </a:r>
            <a:r>
              <a:rPr lang="zh-CN" altLang="en-US" sz="1650" dirty="0"/>
              <a:t>个样本有放回简单随机抽样（</a:t>
            </a:r>
            <a:r>
              <a:rPr lang="en-US" altLang="zh-CN" sz="1650" i="1" dirty="0"/>
              <a:t>SRSWR</a:t>
            </a:r>
            <a:r>
              <a:rPr lang="zh-CN" altLang="en-US" sz="1650" dirty="0"/>
              <a:t>） ：过程同上，只是每个样本被抽取后，将被回放，也即有些样本可能再次被抽取。</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47C8FAF0-BC5D-4D3D-964E-D850075A4324}"/>
              </a:ext>
            </a:extLst>
          </p:cNvPr>
          <p:cNvSpPr>
            <a:spLocks noGrp="1" noChangeArrowheads="1"/>
          </p:cNvSpPr>
          <p:nvPr>
            <p:ph type="title"/>
          </p:nvPr>
        </p:nvSpPr>
        <p:spPr/>
        <p:txBody>
          <a:bodyPr/>
          <a:lstStyle/>
          <a:p>
            <a:r>
              <a:rPr lang="zh-CN" altLang="en-US" sz="2999" b="1">
                <a:solidFill>
                  <a:schemeClr val="tx2"/>
                </a:solidFill>
                <a:latin typeface="华文楷体" panose="02010600040101010101" pitchFamily="2" charset="-122"/>
                <a:ea typeface="华文楷体" panose="02010600040101010101" pitchFamily="2" charset="-122"/>
              </a:rPr>
              <a:t>数据归约</a:t>
            </a:r>
            <a:endParaRPr lang="en-US" altLang="zh-CN" sz="2999">
              <a:ea typeface="宋体" panose="02010600030101010101" pitchFamily="2" charset="-122"/>
            </a:endParaRPr>
          </a:p>
        </p:txBody>
      </p:sp>
      <p:sp>
        <p:nvSpPr>
          <p:cNvPr id="54275" name="Text Box 4">
            <a:extLst>
              <a:ext uri="{FF2B5EF4-FFF2-40B4-BE49-F238E27FC236}">
                <a16:creationId xmlns:a16="http://schemas.microsoft.com/office/drawing/2014/main" id="{C3DBBA96-F687-48F4-AEC8-ADC56724C753}"/>
              </a:ext>
            </a:extLst>
          </p:cNvPr>
          <p:cNvSpPr txBox="1">
            <a:spLocks noChangeArrowheads="1"/>
          </p:cNvSpPr>
          <p:nvPr/>
        </p:nvSpPr>
        <p:spPr bwMode="auto">
          <a:xfrm rot="20586437">
            <a:off x="3880778" y="1930752"/>
            <a:ext cx="141577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r>
              <a:rPr lang="en-US" altLang="zh-CN" sz="1800">
                <a:solidFill>
                  <a:schemeClr val="tx1"/>
                </a:solidFill>
                <a:latin typeface="Times New Roman" panose="02020603050405020304" pitchFamily="18" charset="0"/>
              </a:rPr>
              <a:t>SRSWOR</a:t>
            </a:r>
          </a:p>
          <a:p>
            <a:r>
              <a:rPr lang="en-US" altLang="zh-CN" sz="1800">
                <a:solidFill>
                  <a:schemeClr val="tx1"/>
                </a:solidFill>
                <a:latin typeface="Times New Roman" panose="02020603050405020304" pitchFamily="18" charset="0"/>
              </a:rPr>
              <a:t>(</a:t>
            </a:r>
            <a:r>
              <a:rPr lang="zh-CN" altLang="en-US" sz="1800">
                <a:solidFill>
                  <a:schemeClr val="tx1"/>
                </a:solidFill>
                <a:latin typeface="Times New Roman" panose="02020603050405020304" pitchFamily="18" charset="0"/>
              </a:rPr>
              <a:t>简单随机选</a:t>
            </a:r>
          </a:p>
          <a:p>
            <a:r>
              <a:rPr lang="zh-CN" altLang="en-US" sz="1800">
                <a:solidFill>
                  <a:schemeClr val="tx1"/>
                </a:solidFill>
                <a:latin typeface="Times New Roman" panose="02020603050405020304" pitchFamily="18" charset="0"/>
              </a:rPr>
              <a:t>样，不回放</a:t>
            </a:r>
            <a:r>
              <a:rPr lang="en-US" altLang="zh-CN" sz="1800">
                <a:solidFill>
                  <a:schemeClr val="tx1"/>
                </a:solidFill>
                <a:latin typeface="Times New Roman" panose="02020603050405020304" pitchFamily="18" charset="0"/>
              </a:rPr>
              <a:t>)</a:t>
            </a:r>
          </a:p>
        </p:txBody>
      </p:sp>
      <p:grpSp>
        <p:nvGrpSpPr>
          <p:cNvPr id="54276" name="Group 5">
            <a:extLst>
              <a:ext uri="{FF2B5EF4-FFF2-40B4-BE49-F238E27FC236}">
                <a16:creationId xmlns:a16="http://schemas.microsoft.com/office/drawing/2014/main" id="{9F764537-C934-4A4E-8EC5-CFCB1193B057}"/>
              </a:ext>
            </a:extLst>
          </p:cNvPr>
          <p:cNvGrpSpPr>
            <a:grpSpLocks/>
          </p:cNvGrpSpPr>
          <p:nvPr/>
        </p:nvGrpSpPr>
        <p:grpSpPr bwMode="auto">
          <a:xfrm>
            <a:off x="5414702" y="1112891"/>
            <a:ext cx="1828236" cy="1256912"/>
            <a:chOff x="3588" y="1116"/>
            <a:chExt cx="1536" cy="1056"/>
          </a:xfrm>
        </p:grpSpPr>
        <p:sp>
          <p:nvSpPr>
            <p:cNvPr id="54298" name="AutoShape 6">
              <a:extLst>
                <a:ext uri="{FF2B5EF4-FFF2-40B4-BE49-F238E27FC236}">
                  <a16:creationId xmlns:a16="http://schemas.microsoft.com/office/drawing/2014/main" id="{371ED97E-4577-4FD0-BC08-147CD7725900}"/>
                </a:ext>
              </a:extLst>
            </p:cNvPr>
            <p:cNvSpPr>
              <a:spLocks noChangeArrowheads="1"/>
            </p:cNvSpPr>
            <p:nvPr/>
          </p:nvSpPr>
          <p:spPr bwMode="auto">
            <a:xfrm>
              <a:off x="3588" y="1116"/>
              <a:ext cx="1536" cy="1056"/>
            </a:xfrm>
            <a:prstGeom prst="can">
              <a:avLst>
                <a:gd name="adj" fmla="val 25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eaLnBrk="1" hangingPunct="1"/>
              <a:endParaRPr lang="zh-CN" altLang="en-US" sz="1800">
                <a:solidFill>
                  <a:schemeClr val="tx1"/>
                </a:solidFill>
              </a:endParaRPr>
            </a:p>
          </p:txBody>
        </p:sp>
        <p:sp>
          <p:nvSpPr>
            <p:cNvPr id="54299" name="Oval 7">
              <a:extLst>
                <a:ext uri="{FF2B5EF4-FFF2-40B4-BE49-F238E27FC236}">
                  <a16:creationId xmlns:a16="http://schemas.microsoft.com/office/drawing/2014/main" id="{DC209093-9C9C-4979-AE4B-5687B4EAB600}"/>
                </a:ext>
              </a:extLst>
            </p:cNvPr>
            <p:cNvSpPr>
              <a:spLocks noChangeArrowheads="1"/>
            </p:cNvSpPr>
            <p:nvPr/>
          </p:nvSpPr>
          <p:spPr bwMode="auto">
            <a:xfrm>
              <a:off x="4092" y="1788"/>
              <a:ext cx="540" cy="360"/>
            </a:xfrm>
            <a:prstGeom prst="ellipse">
              <a:avLst/>
            </a:prstGeom>
            <a:solidFill>
              <a:schemeClr val="bg1"/>
            </a:solidFill>
            <a:ln w="9525">
              <a:solidFill>
                <a:schemeClr val="tx1"/>
              </a:solidFill>
              <a:round/>
              <a:headEnd/>
              <a:tailEnd/>
            </a:ln>
          </p:spPr>
          <p:txBody>
            <a:bodyPr wrap="none" anchor="ct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eaLnBrk="1" hangingPunct="1"/>
              <a:endParaRPr lang="zh-CN" altLang="en-US" sz="1800">
                <a:solidFill>
                  <a:schemeClr val="tx1"/>
                </a:solidFill>
              </a:endParaRPr>
            </a:p>
          </p:txBody>
        </p:sp>
        <p:sp>
          <p:nvSpPr>
            <p:cNvPr id="54300" name="Oval 8">
              <a:extLst>
                <a:ext uri="{FF2B5EF4-FFF2-40B4-BE49-F238E27FC236}">
                  <a16:creationId xmlns:a16="http://schemas.microsoft.com/office/drawing/2014/main" id="{D92A0B22-C90D-4426-B2FA-A5DB3A2304CE}"/>
                </a:ext>
              </a:extLst>
            </p:cNvPr>
            <p:cNvSpPr>
              <a:spLocks noChangeArrowheads="1"/>
            </p:cNvSpPr>
            <p:nvPr/>
          </p:nvSpPr>
          <p:spPr bwMode="auto">
            <a:xfrm>
              <a:off x="4632" y="1632"/>
              <a:ext cx="492" cy="396"/>
            </a:xfrm>
            <a:prstGeom prst="ellipse">
              <a:avLst/>
            </a:prstGeom>
            <a:solidFill>
              <a:schemeClr val="accent1"/>
            </a:solidFill>
            <a:ln w="9525">
              <a:solidFill>
                <a:schemeClr val="tx1"/>
              </a:solidFill>
              <a:round/>
              <a:headEnd/>
              <a:tailEnd/>
            </a:ln>
          </p:spPr>
          <p:txBody>
            <a:bodyPr wrap="none" anchor="ct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eaLnBrk="1" hangingPunct="1"/>
              <a:endParaRPr lang="zh-CN" altLang="en-US" sz="1800">
                <a:solidFill>
                  <a:schemeClr val="tx1"/>
                </a:solidFill>
              </a:endParaRPr>
            </a:p>
          </p:txBody>
        </p:sp>
        <p:sp>
          <p:nvSpPr>
            <p:cNvPr id="54301" name="Oval 9">
              <a:extLst>
                <a:ext uri="{FF2B5EF4-FFF2-40B4-BE49-F238E27FC236}">
                  <a16:creationId xmlns:a16="http://schemas.microsoft.com/office/drawing/2014/main" id="{C813C562-9EE0-4C3D-A057-E6F664C00DFD}"/>
                </a:ext>
              </a:extLst>
            </p:cNvPr>
            <p:cNvSpPr>
              <a:spLocks noChangeArrowheads="1"/>
            </p:cNvSpPr>
            <p:nvPr/>
          </p:nvSpPr>
          <p:spPr bwMode="auto">
            <a:xfrm>
              <a:off x="3588" y="1668"/>
              <a:ext cx="540" cy="360"/>
            </a:xfrm>
            <a:prstGeom prst="ellipse">
              <a:avLst/>
            </a:prstGeom>
            <a:solidFill>
              <a:schemeClr val="tx2"/>
            </a:solidFill>
            <a:ln w="9525">
              <a:solidFill>
                <a:schemeClr val="tx1"/>
              </a:solidFill>
              <a:round/>
              <a:headEnd/>
              <a:tailEnd/>
            </a:ln>
          </p:spPr>
          <p:txBody>
            <a:bodyPr wrap="none" anchor="ct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eaLnBrk="1" hangingPunct="1"/>
              <a:endParaRPr lang="zh-CN" altLang="en-US" sz="1800">
                <a:solidFill>
                  <a:schemeClr val="tx1"/>
                </a:solidFill>
              </a:endParaRPr>
            </a:p>
          </p:txBody>
        </p:sp>
      </p:grpSp>
      <p:sp>
        <p:nvSpPr>
          <p:cNvPr id="54277" name="Text Box 10">
            <a:extLst>
              <a:ext uri="{FF2B5EF4-FFF2-40B4-BE49-F238E27FC236}">
                <a16:creationId xmlns:a16="http://schemas.microsoft.com/office/drawing/2014/main" id="{441D20ED-B4B8-4E39-871D-1AE1825194FA}"/>
              </a:ext>
            </a:extLst>
          </p:cNvPr>
          <p:cNvSpPr txBox="1">
            <a:spLocks noChangeArrowheads="1"/>
          </p:cNvSpPr>
          <p:nvPr/>
        </p:nvSpPr>
        <p:spPr bwMode="auto">
          <a:xfrm rot="848056">
            <a:off x="4087940" y="3599163"/>
            <a:ext cx="9669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r>
              <a:rPr lang="en-US" altLang="zh-CN" sz="1800">
                <a:solidFill>
                  <a:schemeClr val="tx1"/>
                </a:solidFill>
                <a:latin typeface="Times New Roman" panose="02020603050405020304" pitchFamily="18" charset="0"/>
              </a:rPr>
              <a:t>SRSWR</a:t>
            </a:r>
          </a:p>
        </p:txBody>
      </p:sp>
      <p:grpSp>
        <p:nvGrpSpPr>
          <p:cNvPr id="54278" name="Group 11">
            <a:extLst>
              <a:ext uri="{FF2B5EF4-FFF2-40B4-BE49-F238E27FC236}">
                <a16:creationId xmlns:a16="http://schemas.microsoft.com/office/drawing/2014/main" id="{791B5C32-9864-4465-AC60-B5FBAF0726E9}"/>
              </a:ext>
            </a:extLst>
          </p:cNvPr>
          <p:cNvGrpSpPr>
            <a:grpSpLocks/>
          </p:cNvGrpSpPr>
          <p:nvPr/>
        </p:nvGrpSpPr>
        <p:grpSpPr bwMode="auto">
          <a:xfrm>
            <a:off x="5471834" y="3126807"/>
            <a:ext cx="1828236" cy="1256912"/>
            <a:chOff x="3636" y="2808"/>
            <a:chExt cx="1536" cy="1056"/>
          </a:xfrm>
        </p:grpSpPr>
        <p:sp>
          <p:nvSpPr>
            <p:cNvPr id="54294" name="AutoShape 12">
              <a:extLst>
                <a:ext uri="{FF2B5EF4-FFF2-40B4-BE49-F238E27FC236}">
                  <a16:creationId xmlns:a16="http://schemas.microsoft.com/office/drawing/2014/main" id="{97F044CC-7CB1-4D73-B510-62A04EBA1FF6}"/>
                </a:ext>
              </a:extLst>
            </p:cNvPr>
            <p:cNvSpPr>
              <a:spLocks noChangeArrowheads="1"/>
            </p:cNvSpPr>
            <p:nvPr/>
          </p:nvSpPr>
          <p:spPr bwMode="auto">
            <a:xfrm>
              <a:off x="3636" y="2808"/>
              <a:ext cx="1536" cy="1056"/>
            </a:xfrm>
            <a:prstGeom prst="can">
              <a:avLst>
                <a:gd name="adj" fmla="val 25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eaLnBrk="1" hangingPunct="1"/>
              <a:endParaRPr lang="zh-CN" altLang="en-US" sz="1800">
                <a:solidFill>
                  <a:schemeClr val="tx1"/>
                </a:solidFill>
              </a:endParaRPr>
            </a:p>
          </p:txBody>
        </p:sp>
        <p:sp>
          <p:nvSpPr>
            <p:cNvPr id="54295" name="Oval 13">
              <a:extLst>
                <a:ext uri="{FF2B5EF4-FFF2-40B4-BE49-F238E27FC236}">
                  <a16:creationId xmlns:a16="http://schemas.microsoft.com/office/drawing/2014/main" id="{19204FA0-05A6-4F70-B3BB-FC35FA641BE5}"/>
                </a:ext>
              </a:extLst>
            </p:cNvPr>
            <p:cNvSpPr>
              <a:spLocks noChangeArrowheads="1"/>
            </p:cNvSpPr>
            <p:nvPr/>
          </p:nvSpPr>
          <p:spPr bwMode="auto">
            <a:xfrm>
              <a:off x="3648" y="3372"/>
              <a:ext cx="540" cy="360"/>
            </a:xfrm>
            <a:prstGeom prst="ellipse">
              <a:avLst/>
            </a:prstGeom>
            <a:solidFill>
              <a:schemeClr val="tx2"/>
            </a:solidFill>
            <a:ln w="9525">
              <a:solidFill>
                <a:schemeClr val="tx1"/>
              </a:solidFill>
              <a:round/>
              <a:headEnd/>
              <a:tailEnd/>
            </a:ln>
          </p:spPr>
          <p:txBody>
            <a:bodyPr wrap="none" anchor="ct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eaLnBrk="1" hangingPunct="1"/>
              <a:endParaRPr lang="zh-CN" altLang="en-US" sz="1800">
                <a:solidFill>
                  <a:schemeClr val="tx1"/>
                </a:solidFill>
              </a:endParaRPr>
            </a:p>
          </p:txBody>
        </p:sp>
        <p:sp>
          <p:nvSpPr>
            <p:cNvPr id="54296" name="Oval 14">
              <a:extLst>
                <a:ext uri="{FF2B5EF4-FFF2-40B4-BE49-F238E27FC236}">
                  <a16:creationId xmlns:a16="http://schemas.microsoft.com/office/drawing/2014/main" id="{A9B73F76-20FB-46B9-A57F-898E30F355F2}"/>
                </a:ext>
              </a:extLst>
            </p:cNvPr>
            <p:cNvSpPr>
              <a:spLocks noChangeArrowheads="1"/>
            </p:cNvSpPr>
            <p:nvPr/>
          </p:nvSpPr>
          <p:spPr bwMode="auto">
            <a:xfrm>
              <a:off x="4188" y="3480"/>
              <a:ext cx="540" cy="360"/>
            </a:xfrm>
            <a:prstGeom prst="ellipse">
              <a:avLst/>
            </a:prstGeom>
            <a:solidFill>
              <a:schemeClr val="tx2"/>
            </a:solidFill>
            <a:ln w="9525">
              <a:solidFill>
                <a:schemeClr val="tx1"/>
              </a:solidFill>
              <a:round/>
              <a:headEnd/>
              <a:tailEnd/>
            </a:ln>
          </p:spPr>
          <p:txBody>
            <a:bodyPr wrap="none" anchor="ct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eaLnBrk="1" hangingPunct="1"/>
              <a:endParaRPr lang="zh-CN" altLang="en-US" sz="1800">
                <a:solidFill>
                  <a:schemeClr val="tx1"/>
                </a:solidFill>
              </a:endParaRPr>
            </a:p>
          </p:txBody>
        </p:sp>
        <p:sp>
          <p:nvSpPr>
            <p:cNvPr id="54297" name="Oval 15">
              <a:extLst>
                <a:ext uri="{FF2B5EF4-FFF2-40B4-BE49-F238E27FC236}">
                  <a16:creationId xmlns:a16="http://schemas.microsoft.com/office/drawing/2014/main" id="{A22740A3-FB27-4FFF-8E23-A55D12D88886}"/>
                </a:ext>
              </a:extLst>
            </p:cNvPr>
            <p:cNvSpPr>
              <a:spLocks noChangeArrowheads="1"/>
            </p:cNvSpPr>
            <p:nvPr/>
          </p:nvSpPr>
          <p:spPr bwMode="auto">
            <a:xfrm>
              <a:off x="4656" y="3288"/>
              <a:ext cx="516" cy="396"/>
            </a:xfrm>
            <a:prstGeom prst="ellipse">
              <a:avLst/>
            </a:prstGeom>
            <a:solidFill>
              <a:srgbClr val="FAE2F6"/>
            </a:solidFill>
            <a:ln w="9525">
              <a:solidFill>
                <a:schemeClr val="tx1"/>
              </a:solidFill>
              <a:round/>
              <a:headEnd/>
              <a:tailEnd/>
            </a:ln>
          </p:spPr>
          <p:txBody>
            <a:bodyPr wrap="none" anchor="ct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eaLnBrk="1" hangingPunct="1"/>
              <a:endParaRPr lang="zh-CN" altLang="en-US" sz="1800">
                <a:solidFill>
                  <a:schemeClr val="tx1"/>
                </a:solidFill>
              </a:endParaRPr>
            </a:p>
          </p:txBody>
        </p:sp>
      </p:grpSp>
      <p:grpSp>
        <p:nvGrpSpPr>
          <p:cNvPr id="54279" name="Group 16">
            <a:extLst>
              <a:ext uri="{FF2B5EF4-FFF2-40B4-BE49-F238E27FC236}">
                <a16:creationId xmlns:a16="http://schemas.microsoft.com/office/drawing/2014/main" id="{0969E9F0-378C-4910-AB47-37FC0800C585}"/>
              </a:ext>
            </a:extLst>
          </p:cNvPr>
          <p:cNvGrpSpPr>
            <a:grpSpLocks/>
          </p:cNvGrpSpPr>
          <p:nvPr/>
        </p:nvGrpSpPr>
        <p:grpSpPr bwMode="auto">
          <a:xfrm>
            <a:off x="1801080" y="1212873"/>
            <a:ext cx="2042482" cy="3426752"/>
            <a:chOff x="564" y="1284"/>
            <a:chExt cx="1716" cy="2879"/>
          </a:xfrm>
        </p:grpSpPr>
        <p:sp>
          <p:nvSpPr>
            <p:cNvPr id="54283" name="AutoShape 17">
              <a:extLst>
                <a:ext uri="{FF2B5EF4-FFF2-40B4-BE49-F238E27FC236}">
                  <a16:creationId xmlns:a16="http://schemas.microsoft.com/office/drawing/2014/main" id="{9450B282-A857-485B-9C54-6A234AB71228}"/>
                </a:ext>
              </a:extLst>
            </p:cNvPr>
            <p:cNvSpPr>
              <a:spLocks noChangeArrowheads="1"/>
            </p:cNvSpPr>
            <p:nvPr/>
          </p:nvSpPr>
          <p:spPr bwMode="auto">
            <a:xfrm>
              <a:off x="564" y="1284"/>
              <a:ext cx="1716" cy="2616"/>
            </a:xfrm>
            <a:prstGeom prst="can">
              <a:avLst>
                <a:gd name="adj" fmla="val 38112"/>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eaLnBrk="1" hangingPunct="1"/>
              <a:endParaRPr lang="zh-CN" altLang="en-US" sz="1800">
                <a:solidFill>
                  <a:schemeClr val="tx1"/>
                </a:solidFill>
              </a:endParaRPr>
            </a:p>
          </p:txBody>
        </p:sp>
        <p:sp>
          <p:nvSpPr>
            <p:cNvPr id="54284" name="Oval 18">
              <a:extLst>
                <a:ext uri="{FF2B5EF4-FFF2-40B4-BE49-F238E27FC236}">
                  <a16:creationId xmlns:a16="http://schemas.microsoft.com/office/drawing/2014/main" id="{E48965E2-60B5-4F17-B9E4-3DD2097BBC03}"/>
                </a:ext>
              </a:extLst>
            </p:cNvPr>
            <p:cNvSpPr>
              <a:spLocks noChangeArrowheads="1"/>
            </p:cNvSpPr>
            <p:nvPr/>
          </p:nvSpPr>
          <p:spPr bwMode="auto">
            <a:xfrm>
              <a:off x="672" y="3336"/>
              <a:ext cx="516" cy="396"/>
            </a:xfrm>
            <a:prstGeom prst="ellipse">
              <a:avLst/>
            </a:prstGeom>
            <a:solidFill>
              <a:srgbClr val="FAE2F6"/>
            </a:solidFill>
            <a:ln w="9525">
              <a:solidFill>
                <a:schemeClr val="tx1"/>
              </a:solidFill>
              <a:round/>
              <a:headEnd/>
              <a:tailEnd/>
            </a:ln>
          </p:spPr>
          <p:txBody>
            <a:bodyPr wrap="none" anchor="ct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eaLnBrk="1" hangingPunct="1"/>
              <a:endParaRPr lang="zh-CN" altLang="en-US" sz="1800">
                <a:solidFill>
                  <a:schemeClr val="tx1"/>
                </a:solidFill>
              </a:endParaRPr>
            </a:p>
          </p:txBody>
        </p:sp>
        <p:sp>
          <p:nvSpPr>
            <p:cNvPr id="54285" name="Oval 19">
              <a:extLst>
                <a:ext uri="{FF2B5EF4-FFF2-40B4-BE49-F238E27FC236}">
                  <a16:creationId xmlns:a16="http://schemas.microsoft.com/office/drawing/2014/main" id="{2030BF97-971E-450C-A687-85CAC8C6E9AD}"/>
                </a:ext>
              </a:extLst>
            </p:cNvPr>
            <p:cNvSpPr>
              <a:spLocks noChangeArrowheads="1"/>
            </p:cNvSpPr>
            <p:nvPr/>
          </p:nvSpPr>
          <p:spPr bwMode="auto">
            <a:xfrm>
              <a:off x="660" y="2916"/>
              <a:ext cx="540" cy="360"/>
            </a:xfrm>
            <a:prstGeom prst="ellipse">
              <a:avLst/>
            </a:prstGeom>
            <a:solidFill>
              <a:srgbClr val="006666"/>
            </a:solidFill>
            <a:ln w="9525">
              <a:solidFill>
                <a:schemeClr val="accent2"/>
              </a:solidFill>
              <a:round/>
              <a:headEnd/>
              <a:tailEnd/>
            </a:ln>
          </p:spPr>
          <p:txBody>
            <a:bodyPr wrap="none" anchor="ct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eaLnBrk="1" hangingPunct="1"/>
              <a:endParaRPr lang="zh-CN" altLang="en-US" sz="1800">
                <a:solidFill>
                  <a:schemeClr val="tx1"/>
                </a:solidFill>
              </a:endParaRPr>
            </a:p>
          </p:txBody>
        </p:sp>
        <p:sp>
          <p:nvSpPr>
            <p:cNvPr id="54286" name="Oval 20">
              <a:extLst>
                <a:ext uri="{FF2B5EF4-FFF2-40B4-BE49-F238E27FC236}">
                  <a16:creationId xmlns:a16="http://schemas.microsoft.com/office/drawing/2014/main" id="{B614C15C-B021-4BB7-8D1D-BBA193EF60C9}"/>
                </a:ext>
              </a:extLst>
            </p:cNvPr>
            <p:cNvSpPr>
              <a:spLocks noChangeArrowheads="1"/>
            </p:cNvSpPr>
            <p:nvPr/>
          </p:nvSpPr>
          <p:spPr bwMode="auto">
            <a:xfrm>
              <a:off x="1236" y="3468"/>
              <a:ext cx="564" cy="396"/>
            </a:xfrm>
            <a:prstGeom prst="ellipse">
              <a:avLst/>
            </a:prstGeom>
            <a:solidFill>
              <a:srgbClr val="121328"/>
            </a:solidFill>
            <a:ln w="9525">
              <a:solidFill>
                <a:schemeClr val="tx1"/>
              </a:solidFill>
              <a:round/>
              <a:headEnd/>
              <a:tailEnd/>
            </a:ln>
          </p:spPr>
          <p:txBody>
            <a:bodyPr wrap="none" anchor="ct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eaLnBrk="1" hangingPunct="1"/>
              <a:endParaRPr lang="zh-CN" altLang="en-US" sz="1800">
                <a:solidFill>
                  <a:schemeClr val="tx1"/>
                </a:solidFill>
              </a:endParaRPr>
            </a:p>
          </p:txBody>
        </p:sp>
        <p:sp>
          <p:nvSpPr>
            <p:cNvPr id="54287" name="Oval 21">
              <a:extLst>
                <a:ext uri="{FF2B5EF4-FFF2-40B4-BE49-F238E27FC236}">
                  <a16:creationId xmlns:a16="http://schemas.microsoft.com/office/drawing/2014/main" id="{EAACEAF8-8B15-432F-BA89-74482D59CA7E}"/>
                </a:ext>
              </a:extLst>
            </p:cNvPr>
            <p:cNvSpPr>
              <a:spLocks noChangeArrowheads="1"/>
            </p:cNvSpPr>
            <p:nvPr/>
          </p:nvSpPr>
          <p:spPr bwMode="auto">
            <a:xfrm>
              <a:off x="1764" y="3240"/>
              <a:ext cx="492" cy="396"/>
            </a:xfrm>
            <a:prstGeom prst="ellipse">
              <a:avLst/>
            </a:prstGeom>
            <a:solidFill>
              <a:schemeClr val="accent1"/>
            </a:solidFill>
            <a:ln w="9525">
              <a:solidFill>
                <a:schemeClr val="tx1"/>
              </a:solidFill>
              <a:round/>
              <a:headEnd/>
              <a:tailEnd/>
            </a:ln>
          </p:spPr>
          <p:txBody>
            <a:bodyPr wrap="none" anchor="ct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eaLnBrk="1" hangingPunct="1"/>
              <a:endParaRPr lang="zh-CN" altLang="en-US" sz="1800">
                <a:solidFill>
                  <a:schemeClr val="tx1"/>
                </a:solidFill>
              </a:endParaRPr>
            </a:p>
          </p:txBody>
        </p:sp>
        <p:sp>
          <p:nvSpPr>
            <p:cNvPr id="54288" name="Oval 22">
              <a:extLst>
                <a:ext uri="{FF2B5EF4-FFF2-40B4-BE49-F238E27FC236}">
                  <a16:creationId xmlns:a16="http://schemas.microsoft.com/office/drawing/2014/main" id="{4C7B60DD-96CF-42C6-B2ED-7E4AAC51C0DE}"/>
                </a:ext>
              </a:extLst>
            </p:cNvPr>
            <p:cNvSpPr>
              <a:spLocks noChangeArrowheads="1"/>
            </p:cNvSpPr>
            <p:nvPr/>
          </p:nvSpPr>
          <p:spPr bwMode="auto">
            <a:xfrm>
              <a:off x="1236" y="3084"/>
              <a:ext cx="468" cy="372"/>
            </a:xfrm>
            <a:prstGeom prst="ellipse">
              <a:avLst/>
            </a:prstGeom>
            <a:solidFill>
              <a:srgbClr val="CCFF99"/>
            </a:solidFill>
            <a:ln w="9525">
              <a:solidFill>
                <a:schemeClr val="tx1"/>
              </a:solidFill>
              <a:round/>
              <a:headEnd/>
              <a:tailEnd/>
            </a:ln>
          </p:spPr>
          <p:txBody>
            <a:bodyPr wrap="none" anchor="ct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eaLnBrk="1" hangingPunct="1"/>
              <a:endParaRPr lang="zh-CN" altLang="en-US" sz="1800">
                <a:solidFill>
                  <a:schemeClr val="tx1"/>
                </a:solidFill>
              </a:endParaRPr>
            </a:p>
          </p:txBody>
        </p:sp>
        <p:sp>
          <p:nvSpPr>
            <p:cNvPr id="54289" name="Oval 23">
              <a:extLst>
                <a:ext uri="{FF2B5EF4-FFF2-40B4-BE49-F238E27FC236}">
                  <a16:creationId xmlns:a16="http://schemas.microsoft.com/office/drawing/2014/main" id="{8618211B-73F5-461C-941D-C1B8CE700CFA}"/>
                </a:ext>
              </a:extLst>
            </p:cNvPr>
            <p:cNvSpPr>
              <a:spLocks noChangeArrowheads="1"/>
            </p:cNvSpPr>
            <p:nvPr/>
          </p:nvSpPr>
          <p:spPr bwMode="auto">
            <a:xfrm>
              <a:off x="1680" y="2808"/>
              <a:ext cx="540" cy="360"/>
            </a:xfrm>
            <a:prstGeom prst="ellipse">
              <a:avLst/>
            </a:prstGeom>
            <a:solidFill>
              <a:schemeClr val="hlink"/>
            </a:solidFill>
            <a:ln w="9525">
              <a:solidFill>
                <a:schemeClr val="hlink"/>
              </a:solidFill>
              <a:round/>
              <a:headEnd/>
              <a:tailEnd/>
            </a:ln>
          </p:spPr>
          <p:txBody>
            <a:bodyPr wrap="none" anchor="ct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eaLnBrk="1" hangingPunct="1"/>
              <a:endParaRPr lang="zh-CN" altLang="en-US" sz="1800">
                <a:solidFill>
                  <a:schemeClr val="tx1"/>
                </a:solidFill>
              </a:endParaRPr>
            </a:p>
          </p:txBody>
        </p:sp>
        <p:sp>
          <p:nvSpPr>
            <p:cNvPr id="54290" name="Oval 24">
              <a:extLst>
                <a:ext uri="{FF2B5EF4-FFF2-40B4-BE49-F238E27FC236}">
                  <a16:creationId xmlns:a16="http://schemas.microsoft.com/office/drawing/2014/main" id="{37AC56FA-FD96-45BF-890C-CDB601399CCC}"/>
                </a:ext>
              </a:extLst>
            </p:cNvPr>
            <p:cNvSpPr>
              <a:spLocks noChangeArrowheads="1"/>
            </p:cNvSpPr>
            <p:nvPr/>
          </p:nvSpPr>
          <p:spPr bwMode="auto">
            <a:xfrm>
              <a:off x="1092" y="2664"/>
              <a:ext cx="540" cy="360"/>
            </a:xfrm>
            <a:prstGeom prst="ellipse">
              <a:avLst/>
            </a:prstGeom>
            <a:solidFill>
              <a:schemeClr val="bg1"/>
            </a:solidFill>
            <a:ln w="9525">
              <a:solidFill>
                <a:schemeClr val="tx1"/>
              </a:solidFill>
              <a:round/>
              <a:headEnd/>
              <a:tailEnd/>
            </a:ln>
          </p:spPr>
          <p:txBody>
            <a:bodyPr wrap="none" anchor="ct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eaLnBrk="1" hangingPunct="1"/>
              <a:endParaRPr lang="zh-CN" altLang="en-US" sz="1800">
                <a:solidFill>
                  <a:schemeClr val="tx1"/>
                </a:solidFill>
              </a:endParaRPr>
            </a:p>
          </p:txBody>
        </p:sp>
        <p:sp>
          <p:nvSpPr>
            <p:cNvPr id="54291" name="Oval 25">
              <a:extLst>
                <a:ext uri="{FF2B5EF4-FFF2-40B4-BE49-F238E27FC236}">
                  <a16:creationId xmlns:a16="http://schemas.microsoft.com/office/drawing/2014/main" id="{E42544A8-68DC-402C-BA6A-AC00AEB72E62}"/>
                </a:ext>
              </a:extLst>
            </p:cNvPr>
            <p:cNvSpPr>
              <a:spLocks noChangeArrowheads="1"/>
            </p:cNvSpPr>
            <p:nvPr/>
          </p:nvSpPr>
          <p:spPr bwMode="auto">
            <a:xfrm>
              <a:off x="564" y="2556"/>
              <a:ext cx="540" cy="360"/>
            </a:xfrm>
            <a:prstGeom prst="ellipse">
              <a:avLst/>
            </a:prstGeom>
            <a:solidFill>
              <a:schemeClr val="tx2"/>
            </a:solidFill>
            <a:ln w="9525">
              <a:solidFill>
                <a:schemeClr val="tx1"/>
              </a:solidFill>
              <a:round/>
              <a:headEnd/>
              <a:tailEnd/>
            </a:ln>
          </p:spPr>
          <p:txBody>
            <a:bodyPr wrap="none" anchor="ct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eaLnBrk="1" hangingPunct="1"/>
              <a:endParaRPr lang="zh-CN" altLang="en-US" sz="1800">
                <a:solidFill>
                  <a:schemeClr val="tx1"/>
                </a:solidFill>
              </a:endParaRPr>
            </a:p>
          </p:txBody>
        </p:sp>
        <p:sp>
          <p:nvSpPr>
            <p:cNvPr id="54292" name="Oval 26">
              <a:extLst>
                <a:ext uri="{FF2B5EF4-FFF2-40B4-BE49-F238E27FC236}">
                  <a16:creationId xmlns:a16="http://schemas.microsoft.com/office/drawing/2014/main" id="{07EB8FED-1B0F-4F90-B5AB-FFABBFAE09C7}"/>
                </a:ext>
              </a:extLst>
            </p:cNvPr>
            <p:cNvSpPr>
              <a:spLocks noChangeArrowheads="1"/>
            </p:cNvSpPr>
            <p:nvPr/>
          </p:nvSpPr>
          <p:spPr bwMode="auto">
            <a:xfrm>
              <a:off x="1620" y="2424"/>
              <a:ext cx="540" cy="360"/>
            </a:xfrm>
            <a:prstGeom prst="ellipse">
              <a:avLst/>
            </a:prstGeom>
            <a:solidFill>
              <a:srgbClr val="423E78"/>
            </a:solidFill>
            <a:ln w="9525">
              <a:solidFill>
                <a:schemeClr val="tx1"/>
              </a:solidFill>
              <a:round/>
              <a:headEnd/>
              <a:tailEnd/>
            </a:ln>
          </p:spPr>
          <p:txBody>
            <a:bodyPr wrap="none" anchor="ct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pPr eaLnBrk="1" hangingPunct="1"/>
              <a:endParaRPr lang="zh-CN" altLang="en-US" sz="1800">
                <a:solidFill>
                  <a:schemeClr val="tx1"/>
                </a:solidFill>
              </a:endParaRPr>
            </a:p>
          </p:txBody>
        </p:sp>
        <p:sp>
          <p:nvSpPr>
            <p:cNvPr id="54293" name="Text Box 27">
              <a:extLst>
                <a:ext uri="{FF2B5EF4-FFF2-40B4-BE49-F238E27FC236}">
                  <a16:creationId xmlns:a16="http://schemas.microsoft.com/office/drawing/2014/main" id="{ED97142A-0E4A-42C6-8D4B-586DE6841625}"/>
                </a:ext>
              </a:extLst>
            </p:cNvPr>
            <p:cNvSpPr txBox="1">
              <a:spLocks noChangeArrowheads="1"/>
            </p:cNvSpPr>
            <p:nvPr/>
          </p:nvSpPr>
          <p:spPr bwMode="auto">
            <a:xfrm>
              <a:off x="974" y="3853"/>
              <a:ext cx="931"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rPr>
                <a:t>原始数据</a:t>
              </a:r>
            </a:p>
          </p:txBody>
        </p:sp>
      </p:grpSp>
      <p:sp>
        <p:nvSpPr>
          <p:cNvPr id="54280" name="Line 28">
            <a:extLst>
              <a:ext uri="{FF2B5EF4-FFF2-40B4-BE49-F238E27FC236}">
                <a16:creationId xmlns:a16="http://schemas.microsoft.com/office/drawing/2014/main" id="{ED1424C8-FEBC-4416-9ED8-8E0E3BDCA2B2}"/>
              </a:ext>
            </a:extLst>
          </p:cNvPr>
          <p:cNvSpPr>
            <a:spLocks noChangeShapeType="1"/>
          </p:cNvSpPr>
          <p:nvPr/>
        </p:nvSpPr>
        <p:spPr bwMode="auto">
          <a:xfrm flipV="1">
            <a:off x="4000676" y="2012725"/>
            <a:ext cx="1242629" cy="41421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281" name="Line 29">
            <a:extLst>
              <a:ext uri="{FF2B5EF4-FFF2-40B4-BE49-F238E27FC236}">
                <a16:creationId xmlns:a16="http://schemas.microsoft.com/office/drawing/2014/main" id="{8AB67131-050C-4EC4-A9CA-B8DECE65427E}"/>
              </a:ext>
            </a:extLst>
          </p:cNvPr>
          <p:cNvSpPr>
            <a:spLocks noChangeShapeType="1"/>
          </p:cNvSpPr>
          <p:nvPr/>
        </p:nvSpPr>
        <p:spPr bwMode="auto">
          <a:xfrm>
            <a:off x="4014960" y="3455318"/>
            <a:ext cx="1342610" cy="371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282" name="矩形 1">
            <a:extLst>
              <a:ext uri="{FF2B5EF4-FFF2-40B4-BE49-F238E27FC236}">
                <a16:creationId xmlns:a16="http://schemas.microsoft.com/office/drawing/2014/main" id="{DA56DC88-DBF9-4E74-AB79-62DF9A3638BA}"/>
              </a:ext>
            </a:extLst>
          </p:cNvPr>
          <p:cNvSpPr>
            <a:spLocks noChangeArrowheads="1"/>
          </p:cNvSpPr>
          <p:nvPr/>
        </p:nvSpPr>
        <p:spPr bwMode="auto">
          <a:xfrm>
            <a:off x="3700731" y="947444"/>
            <a:ext cx="15824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333399"/>
                </a:solidFill>
                <a:latin typeface="Arial" panose="020B0604020202020204" pitchFamily="34" charset="0"/>
                <a:ea typeface="宋体" panose="02010600030101010101" pitchFamily="2" charset="-122"/>
              </a:defRPr>
            </a:lvl1pPr>
            <a:lvl2pPr marL="742950" indent="-285750">
              <a:defRPr sz="2400">
                <a:solidFill>
                  <a:srgbClr val="333399"/>
                </a:solidFill>
                <a:latin typeface="Arial" panose="020B0604020202020204" pitchFamily="34" charset="0"/>
                <a:ea typeface="宋体" panose="02010600030101010101" pitchFamily="2" charset="-122"/>
              </a:defRPr>
            </a:lvl2pPr>
            <a:lvl3pPr marL="1143000" indent="-228600">
              <a:defRPr sz="2400">
                <a:solidFill>
                  <a:srgbClr val="333399"/>
                </a:solidFill>
                <a:latin typeface="Arial" panose="020B0604020202020204" pitchFamily="34" charset="0"/>
                <a:ea typeface="宋体" panose="02010600030101010101" pitchFamily="2" charset="-122"/>
              </a:defRPr>
            </a:lvl3pPr>
            <a:lvl4pPr marL="1600200" indent="-228600">
              <a:defRPr sz="2400">
                <a:solidFill>
                  <a:srgbClr val="333399"/>
                </a:solidFill>
                <a:latin typeface="Arial" panose="020B0604020202020204" pitchFamily="34" charset="0"/>
                <a:ea typeface="宋体" panose="02010600030101010101" pitchFamily="2" charset="-122"/>
              </a:defRPr>
            </a:lvl4pPr>
            <a:lvl5pPr marL="2057400" indent="-228600">
              <a:defRPr sz="2400">
                <a:solidFill>
                  <a:srgbClr val="3333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333399"/>
                </a:solidFill>
                <a:latin typeface="Arial" panose="020B0604020202020204" pitchFamily="34" charset="0"/>
                <a:ea typeface="宋体" panose="02010600030101010101" pitchFamily="2" charset="-122"/>
              </a:defRPr>
            </a:lvl9pPr>
          </a:lstStyle>
          <a:p>
            <a:r>
              <a:rPr lang="zh-CN" altLang="en-US" sz="1800"/>
              <a:t>选样</a:t>
            </a:r>
            <a:r>
              <a:rPr lang="en-US" altLang="zh-CN" sz="1800"/>
              <a:t>——SRS</a:t>
            </a:r>
            <a:endParaRPr lang="zh-CN" altLang="en-US" sz="180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0">
              <a:schemeClr val="bg1">
                <a:lumMod val="75000"/>
              </a:schemeClr>
            </a:gs>
            <a:gs pos="50000">
              <a:schemeClr val="bg1">
                <a:lumMod val="95000"/>
              </a:schemeClr>
            </a:gs>
            <a:gs pos="100000">
              <a:schemeClr val="bg1"/>
            </a:gs>
          </a:gsLst>
          <a:lin ang="2700000" scaled="1"/>
          <a:tileRect/>
        </a:gradFill>
        <a:ln w="12700">
          <a:gradFill>
            <a:gsLst>
              <a:gs pos="100000">
                <a:schemeClr val="bg1">
                  <a:lumMod val="75000"/>
                </a:schemeClr>
              </a:gs>
              <a:gs pos="50000">
                <a:schemeClr val="bg1">
                  <a:lumMod val="95000"/>
                </a:schemeClr>
              </a:gs>
              <a:gs pos="0">
                <a:schemeClr val="bg1"/>
              </a:gs>
            </a:gsLst>
            <a:lin ang="5400000" scaled="0"/>
          </a:gradFill>
        </a:ln>
        <a:effectLst>
          <a:outerShdw blurRad="254000" dist="190500" dir="3540000" sx="105000" sy="105000" algn="tl" rotWithShape="0">
            <a:srgbClr val="A44A00">
              <a:alpha val="25000"/>
            </a:srgbClr>
          </a:outerShdw>
        </a:effectLst>
      </a:spPr>
      <a:bodyPr rtlCol="0" anchor="ctr"/>
      <a:lstStyle>
        <a:defPPr algn="ctr">
          <a:defRPr>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第0章 课程说明.potx" id="{437E4210-DF9B-40D2-AB7F-7247346DC1A6}" vid="{3EB706F5-A3C8-4C0C-96A8-58DCE5A24CFF}"/>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3660</TotalTime>
  <Words>2431</Words>
  <Application>Microsoft Office PowerPoint</Application>
  <PresentationFormat>自定义</PresentationFormat>
  <Paragraphs>234</Paragraphs>
  <Slides>36</Slides>
  <Notes>30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3</vt:i4>
      </vt:variant>
      <vt:variant>
        <vt:lpstr>幻灯片标题</vt:lpstr>
      </vt:variant>
      <vt:variant>
        <vt:i4>36</vt:i4>
      </vt:variant>
    </vt:vector>
  </HeadingPairs>
  <TitlesOfParts>
    <vt:vector size="50" baseType="lpstr">
      <vt:lpstr>华文楷体</vt:lpstr>
      <vt:lpstr>楷体</vt:lpstr>
      <vt:lpstr>宋体</vt:lpstr>
      <vt:lpstr>微软雅黑</vt:lpstr>
      <vt:lpstr>Arial</vt:lpstr>
      <vt:lpstr>Calibri</vt:lpstr>
      <vt:lpstr>Impact</vt:lpstr>
      <vt:lpstr>Tahoma</vt:lpstr>
      <vt:lpstr>Times New Roman</vt:lpstr>
      <vt:lpstr>Wingdings</vt:lpstr>
      <vt:lpstr>第一PPT，www.1ppt.com</vt:lpstr>
      <vt:lpstr>Document</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数据归约</vt:lpstr>
      <vt:lpstr>数据归约</vt:lpstr>
      <vt:lpstr>PowerPoint 演示文稿</vt:lpstr>
      <vt:lpstr>数据归约</vt:lpstr>
      <vt:lpstr>数据归约</vt:lpstr>
      <vt:lpstr>数据归约</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简洁工作汇报</dc:title>
  <dc:creator>第一PPT模板网：www.1ppt.com</dc:creator>
  <cp:keywords>第一PPT模板网：www.1ppt.com</cp:keywords>
  <cp:lastModifiedBy>Administrator</cp:lastModifiedBy>
  <cp:revision>254</cp:revision>
  <dcterms:created xsi:type="dcterms:W3CDTF">2015-10-15T23:19:12Z</dcterms:created>
  <dcterms:modified xsi:type="dcterms:W3CDTF">2024-10-17T14:48:12Z</dcterms:modified>
</cp:coreProperties>
</file>