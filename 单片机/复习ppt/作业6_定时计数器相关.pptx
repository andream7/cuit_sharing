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0" r:id="rId8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3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A479C-8B55-6FC0-2280-B0480B149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17814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07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53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tmp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10" Type="http://schemas.openxmlformats.org/officeDocument/2006/relationships/image" Target="../media/image1.tmp"/><Relationship Id="rId4" Type="http://schemas.openxmlformats.org/officeDocument/2006/relationships/tags" Target="../tags/tag86.xml"/><Relationship Id="rId9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F8441-BCCC-3D3D-35A7-DB783BA8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6 </a:t>
            </a:r>
            <a:r>
              <a:rPr lang="zh-CN" altLang="en-US" dirty="0"/>
              <a:t>定时计数器相关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EB907D-B42B-51E9-7CD8-ECF39E9738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20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4097D1-07B5-1803-5274-D94E839A1382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15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1143000"/>
            <a:ext cx="5173980" cy="14986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MCS51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单片机定时器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T0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能自动重装载初值的方式是（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zh-CN" altLang="zh-CN" sz="4000" b="1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方式</a:t>
            </a:r>
            <a:r>
              <a:rPr lang="en-US" altLang="zh-CN" sz="24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073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726440"/>
            <a:ext cx="5397500" cy="254825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计数器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T1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工作于计数器模式，方式一，受门控；定时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计数器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T0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工作于定时器模式，方式二，不受门控，则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TMOD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的值为（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1825487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0x2d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0xd2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0xb2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0x2b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845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1025870"/>
            <a:ext cx="5397500" cy="15794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计数器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T0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的门控位有效时，启动定时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计数器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T0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的条件是（ 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108469"/>
            <a:ext cx="31242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其启动位</a:t>
            </a:r>
            <a:r>
              <a:rPr lang="en-US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TR0 = 1</a:t>
            </a:r>
            <a:endParaRPr lang="zh-CN" altLang="en-US" sz="2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3977149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其启动位</a:t>
            </a:r>
            <a:r>
              <a:rPr lang="en-US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TR1 = 1</a:t>
            </a:r>
            <a:endParaRPr lang="zh-CN" altLang="en-US" sz="2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97864" y="522341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其启动位</a:t>
            </a:r>
            <a:r>
              <a:rPr lang="en-US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TR0 = 1</a:t>
            </a:r>
            <a:r>
              <a:rPr lang="zh-CN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，且中断允许位</a:t>
            </a:r>
            <a:r>
              <a:rPr lang="en-US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ET0 = 1</a:t>
            </a:r>
            <a:endParaRPr lang="zh-CN" altLang="en-US" sz="2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06500" y="6493894"/>
            <a:ext cx="4212844" cy="136857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其启动位</a:t>
            </a:r>
            <a:r>
              <a:rPr lang="en-US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TR0 = 1</a:t>
            </a:r>
            <a:r>
              <a:rPr lang="zh-CN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，且外部中断</a:t>
            </a:r>
            <a:r>
              <a:rPr lang="en-US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INT0</a:t>
            </a:r>
            <a:r>
              <a:rPr lang="zh-CN" altLang="zh-CN" sz="26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）管脚上得到高电平</a:t>
            </a:r>
            <a:endParaRPr lang="zh-CN" altLang="en-US" sz="2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262774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4131454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94360" y="537771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94360" y="6903861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37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967519"/>
            <a:ext cx="5397500" cy="15794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MCS51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单片机定时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计数器中计数值最大为（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zh-CN" altLang="zh-CN" sz="28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1825487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128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256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1024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65536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4949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967961"/>
            <a:ext cx="5397500" cy="15794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关于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计数器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T0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的中断溢出标志位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TF0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的描述正确的是（ 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zh-CN" altLang="zh-CN" sz="28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97864" y="2922477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当定时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计数器计数溢出时，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TF0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会被系统自动置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zh-CN" altLang="en-US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97864" y="4219782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TF0 = 1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时，如果进入中断服务程序，必须使用软件将其清零；</a:t>
            </a:r>
            <a:endParaRPr lang="zh-CN" altLang="en-US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97864" y="5637102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当进入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T0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的中断服务程序后，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TF0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会被设置为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zh-CN" altLang="en-US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7864" y="7054422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TF0 = 1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，表示计数溢出，当下一个计数脉冲到来时其自动为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94360" y="3076782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94360" y="4374087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94360" y="5791407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94360" y="7208727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0515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F09DCCE-E3E5-F4F7-C6BC-C269BF8F85F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635000"/>
            <a:ext cx="5270500" cy="825296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编写程序，从单片机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P1.5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口输出一个脉冲信号，频率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2KHz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，占空比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30%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，单片机外接晶振频率为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6MHz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en-US" altLang="zh-CN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提示：</a:t>
            </a:r>
            <a:endParaRPr lang="en-US" altLang="zh-CN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、使用定时器完成，需要根据信号的周期和占空比确定定时时长</a:t>
            </a:r>
            <a:r>
              <a:rPr lang="en-US" altLang="zh-CN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M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；</a:t>
            </a:r>
            <a:endParaRPr lang="en-US" altLang="zh-CN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、注意单片机外接晶振的频率，计算出计数个数</a:t>
            </a:r>
            <a:r>
              <a:rPr lang="en-US" altLang="zh-CN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m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；</a:t>
            </a:r>
            <a:endParaRPr lang="en-US" altLang="zh-CN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、需要合理选择定时</a:t>
            </a:r>
            <a:r>
              <a:rPr lang="en-US" altLang="zh-CN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/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计数器的工作方式。</a:t>
            </a:r>
            <a:endParaRPr lang="en-US" altLang="zh-CN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E5F97-2FD3-47BE-0F00-F9EFB778EFEB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1EC75BBC-5572-C6E4-AFF6-425C54ABCCB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8214C64A-B261-7344-49A7-111480C0057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C1525978-8AA6-9208-79E2-FC0910E21C6C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12FA1DB7-1BBA-6CBF-A433-81670353638B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7163EEF-3A3D-7460-EF2A-ADB54076DE16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35816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406</Words>
  <Application>Microsoft Office PowerPoint</Application>
  <PresentationFormat>全屏显示(16:10)</PresentationFormat>
  <Paragraphs>66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楷体</vt:lpstr>
      <vt:lpstr>Microsoft Yahei</vt:lpstr>
      <vt:lpstr>Arial</vt:lpstr>
      <vt:lpstr>Office 主题​​</vt:lpstr>
      <vt:lpstr>作业6 定时计数器相关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作业2 MCS51单片机内存单元作业</dc:title>
  <dc:creator>Zhaojian</dc:creator>
  <cp:lastModifiedBy>Zhaojian</cp:lastModifiedBy>
  <cp:revision>29</cp:revision>
  <dcterms:created xsi:type="dcterms:W3CDTF">2023-03-07T08:43:27Z</dcterms:created>
  <dcterms:modified xsi:type="dcterms:W3CDTF">2023-04-20T12:52:09Z</dcterms:modified>
</cp:coreProperties>
</file>