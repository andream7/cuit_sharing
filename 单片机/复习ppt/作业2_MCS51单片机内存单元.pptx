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2" r:id="rId10"/>
    <p:sldId id="265" r:id="rId11"/>
    <p:sldId id="266" r:id="rId12"/>
  </p:sldIdLst>
  <p:sldSz cx="5715000" cy="9144000" type="screen16x10"/>
  <p:notesSz cx="6858000" cy="9144000"/>
  <p:defaultTextStyle>
    <a:defPPr>
      <a:defRPr lang="zh-CN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3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A479C-8B55-6FC0-2280-B0480B149C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2600"/>
            </a:lvl1pPr>
          </a:lstStyle>
          <a:p>
            <a:r>
              <a:rPr lang="zh-CN" altLang="en-US"/>
              <a:t>请填写试卷标题</a:t>
            </a:r>
          </a:p>
        </p:txBody>
      </p:sp>
    </p:spTree>
    <p:extLst>
      <p:ext uri="{BB962C8B-B14F-4D97-AF65-F5344CB8AC3E}">
        <p14:creationId xmlns:p14="http://schemas.microsoft.com/office/powerpoint/2010/main" val="1178142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070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853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385763" rtl="0" eaLnBrk="1" latinLnBrk="0" hangingPunct="1">
        <a:lnSpc>
          <a:spcPct val="90000"/>
        </a:lnSpc>
        <a:spcBef>
          <a:spcPct val="0"/>
        </a:spcBef>
        <a:buNone/>
        <a:defRPr sz="185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6441" indent="-96441" algn="l" defTabSz="385763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1pPr>
      <a:lvl2pPr marL="289322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482204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844" kern="1200">
          <a:solidFill>
            <a:schemeClr val="tx1"/>
          </a:solidFill>
          <a:latin typeface="+mn-lt"/>
          <a:ea typeface="+mn-ea"/>
          <a:cs typeface="+mn-cs"/>
        </a:defRPr>
      </a:lvl3pPr>
      <a:lvl4pPr marL="675085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867966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1060847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729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610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491" indent="-96441" algn="l" defTabSz="385763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385763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1.tmp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image" Target="../media/image1.tmp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image" Target="../media/image1.tmp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image" Target="../media/image1.tmp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13" Type="http://schemas.openxmlformats.org/officeDocument/2006/relationships/tags" Target="../tags/tag79.xml"/><Relationship Id="rId18" Type="http://schemas.openxmlformats.org/officeDocument/2006/relationships/image" Target="../media/image1.tmp"/><Relationship Id="rId3" Type="http://schemas.openxmlformats.org/officeDocument/2006/relationships/tags" Target="../tags/tag69.xml"/><Relationship Id="rId7" Type="http://schemas.openxmlformats.org/officeDocument/2006/relationships/tags" Target="../tags/tag73.xml"/><Relationship Id="rId12" Type="http://schemas.openxmlformats.org/officeDocument/2006/relationships/tags" Target="../tags/tag7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6" Type="http://schemas.openxmlformats.org/officeDocument/2006/relationships/tags" Target="../tags/tag82.xml"/><Relationship Id="rId1" Type="http://schemas.openxmlformats.org/officeDocument/2006/relationships/tags" Target="../tags/tag67.xml"/><Relationship Id="rId6" Type="http://schemas.openxmlformats.org/officeDocument/2006/relationships/tags" Target="../tags/tag72.xml"/><Relationship Id="rId11" Type="http://schemas.openxmlformats.org/officeDocument/2006/relationships/tags" Target="../tags/tag77.xml"/><Relationship Id="rId5" Type="http://schemas.openxmlformats.org/officeDocument/2006/relationships/tags" Target="../tags/tag71.xml"/><Relationship Id="rId15" Type="http://schemas.openxmlformats.org/officeDocument/2006/relationships/tags" Target="../tags/tag81.xml"/><Relationship Id="rId10" Type="http://schemas.openxmlformats.org/officeDocument/2006/relationships/tags" Target="../tags/tag76.xml"/><Relationship Id="rId4" Type="http://schemas.openxmlformats.org/officeDocument/2006/relationships/tags" Target="../tags/tag70.xml"/><Relationship Id="rId9" Type="http://schemas.openxmlformats.org/officeDocument/2006/relationships/tags" Target="../tags/tag75.xml"/><Relationship Id="rId14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90.xml"/><Relationship Id="rId13" Type="http://schemas.openxmlformats.org/officeDocument/2006/relationships/tags" Target="../tags/tag95.xml"/><Relationship Id="rId18" Type="http://schemas.openxmlformats.org/officeDocument/2006/relationships/image" Target="../media/image1.tmp"/><Relationship Id="rId3" Type="http://schemas.openxmlformats.org/officeDocument/2006/relationships/tags" Target="../tags/tag85.xml"/><Relationship Id="rId7" Type="http://schemas.openxmlformats.org/officeDocument/2006/relationships/tags" Target="../tags/tag89.xml"/><Relationship Id="rId12" Type="http://schemas.openxmlformats.org/officeDocument/2006/relationships/tags" Target="../tags/tag94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6" Type="http://schemas.openxmlformats.org/officeDocument/2006/relationships/tags" Target="../tags/tag98.xml"/><Relationship Id="rId1" Type="http://schemas.openxmlformats.org/officeDocument/2006/relationships/tags" Target="../tags/tag83.xml"/><Relationship Id="rId6" Type="http://schemas.openxmlformats.org/officeDocument/2006/relationships/tags" Target="../tags/tag88.xml"/><Relationship Id="rId11" Type="http://schemas.openxmlformats.org/officeDocument/2006/relationships/tags" Target="../tags/tag93.xml"/><Relationship Id="rId5" Type="http://schemas.openxmlformats.org/officeDocument/2006/relationships/tags" Target="../tags/tag87.xml"/><Relationship Id="rId15" Type="http://schemas.openxmlformats.org/officeDocument/2006/relationships/tags" Target="../tags/tag97.xml"/><Relationship Id="rId10" Type="http://schemas.openxmlformats.org/officeDocument/2006/relationships/tags" Target="../tags/tag92.xml"/><Relationship Id="rId4" Type="http://schemas.openxmlformats.org/officeDocument/2006/relationships/tags" Target="../tags/tag86.xml"/><Relationship Id="rId9" Type="http://schemas.openxmlformats.org/officeDocument/2006/relationships/tags" Target="../tags/tag91.xml"/><Relationship Id="rId14" Type="http://schemas.openxmlformats.org/officeDocument/2006/relationships/tags" Target="../tags/tag9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6.xml"/><Relationship Id="rId13" Type="http://schemas.openxmlformats.org/officeDocument/2006/relationships/tags" Target="../tags/tag111.xml"/><Relationship Id="rId18" Type="http://schemas.openxmlformats.org/officeDocument/2006/relationships/image" Target="../media/image1.tmp"/><Relationship Id="rId3" Type="http://schemas.openxmlformats.org/officeDocument/2006/relationships/tags" Target="../tags/tag101.xml"/><Relationship Id="rId7" Type="http://schemas.openxmlformats.org/officeDocument/2006/relationships/tags" Target="../tags/tag105.xml"/><Relationship Id="rId12" Type="http://schemas.openxmlformats.org/officeDocument/2006/relationships/tags" Target="../tags/tag110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6" Type="http://schemas.openxmlformats.org/officeDocument/2006/relationships/tags" Target="../tags/tag114.xml"/><Relationship Id="rId1" Type="http://schemas.openxmlformats.org/officeDocument/2006/relationships/tags" Target="../tags/tag99.xml"/><Relationship Id="rId6" Type="http://schemas.openxmlformats.org/officeDocument/2006/relationships/tags" Target="../tags/tag104.xml"/><Relationship Id="rId11" Type="http://schemas.openxmlformats.org/officeDocument/2006/relationships/tags" Target="../tags/tag109.xml"/><Relationship Id="rId5" Type="http://schemas.openxmlformats.org/officeDocument/2006/relationships/tags" Target="../tags/tag103.xml"/><Relationship Id="rId15" Type="http://schemas.openxmlformats.org/officeDocument/2006/relationships/tags" Target="../tags/tag113.xml"/><Relationship Id="rId10" Type="http://schemas.openxmlformats.org/officeDocument/2006/relationships/tags" Target="../tags/tag108.xml"/><Relationship Id="rId4" Type="http://schemas.openxmlformats.org/officeDocument/2006/relationships/tags" Target="../tags/tag102.xml"/><Relationship Id="rId9" Type="http://schemas.openxmlformats.org/officeDocument/2006/relationships/tags" Target="../tags/tag107.xml"/><Relationship Id="rId14" Type="http://schemas.openxmlformats.org/officeDocument/2006/relationships/tags" Target="../tags/tag1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13" Type="http://schemas.openxmlformats.org/officeDocument/2006/relationships/tags" Target="../tags/tag127.xml"/><Relationship Id="rId18" Type="http://schemas.openxmlformats.org/officeDocument/2006/relationships/image" Target="../media/image1.tmp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12" Type="http://schemas.openxmlformats.org/officeDocument/2006/relationships/tags" Target="../tags/tag126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6" Type="http://schemas.openxmlformats.org/officeDocument/2006/relationships/tags" Target="../tags/tag130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11" Type="http://schemas.openxmlformats.org/officeDocument/2006/relationships/tags" Target="../tags/tag125.xml"/><Relationship Id="rId5" Type="http://schemas.openxmlformats.org/officeDocument/2006/relationships/tags" Target="../tags/tag119.xml"/><Relationship Id="rId15" Type="http://schemas.openxmlformats.org/officeDocument/2006/relationships/tags" Target="../tags/tag129.xml"/><Relationship Id="rId10" Type="http://schemas.openxmlformats.org/officeDocument/2006/relationships/tags" Target="../tags/tag124.xml"/><Relationship Id="rId4" Type="http://schemas.openxmlformats.org/officeDocument/2006/relationships/tags" Target="../tags/tag118.xml"/><Relationship Id="rId9" Type="http://schemas.openxmlformats.org/officeDocument/2006/relationships/tags" Target="../tags/tag123.xml"/><Relationship Id="rId14" Type="http://schemas.openxmlformats.org/officeDocument/2006/relationships/tags" Target="../tags/tag12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13" Type="http://schemas.openxmlformats.org/officeDocument/2006/relationships/tags" Target="../tags/tag143.xml"/><Relationship Id="rId18" Type="http://schemas.openxmlformats.org/officeDocument/2006/relationships/image" Target="../media/image1.tmp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tags" Target="../tags/tag14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32.xml"/><Relationship Id="rId16" Type="http://schemas.openxmlformats.org/officeDocument/2006/relationships/tags" Target="../tags/tag146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tags" Target="../tags/tag141.xml"/><Relationship Id="rId5" Type="http://schemas.openxmlformats.org/officeDocument/2006/relationships/tags" Target="../tags/tag135.xml"/><Relationship Id="rId15" Type="http://schemas.openxmlformats.org/officeDocument/2006/relationships/tags" Target="../tags/tag145.xml"/><Relationship Id="rId10" Type="http://schemas.openxmlformats.org/officeDocument/2006/relationships/tags" Target="../tags/tag140.xml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4" Type="http://schemas.openxmlformats.org/officeDocument/2006/relationships/tags" Target="../tags/tag14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54.xml"/><Relationship Id="rId13" Type="http://schemas.openxmlformats.org/officeDocument/2006/relationships/tags" Target="../tags/tag159.xml"/><Relationship Id="rId18" Type="http://schemas.openxmlformats.org/officeDocument/2006/relationships/image" Target="../media/image1.tmp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12" Type="http://schemas.openxmlformats.org/officeDocument/2006/relationships/tags" Target="../tags/tag158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148.xml"/><Relationship Id="rId16" Type="http://schemas.openxmlformats.org/officeDocument/2006/relationships/tags" Target="../tags/tag162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11" Type="http://schemas.openxmlformats.org/officeDocument/2006/relationships/tags" Target="../tags/tag157.xml"/><Relationship Id="rId5" Type="http://schemas.openxmlformats.org/officeDocument/2006/relationships/tags" Target="../tags/tag151.xml"/><Relationship Id="rId15" Type="http://schemas.openxmlformats.org/officeDocument/2006/relationships/tags" Target="../tags/tag161.xml"/><Relationship Id="rId10" Type="http://schemas.openxmlformats.org/officeDocument/2006/relationships/tags" Target="../tags/tag156.xml"/><Relationship Id="rId4" Type="http://schemas.openxmlformats.org/officeDocument/2006/relationships/tags" Target="../tags/tag150.xml"/><Relationship Id="rId9" Type="http://schemas.openxmlformats.org/officeDocument/2006/relationships/tags" Target="../tags/tag155.xml"/><Relationship Id="rId14" Type="http://schemas.openxmlformats.org/officeDocument/2006/relationships/tags" Target="../tags/tag1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F8441-BCCC-3D3D-35A7-DB783BA85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  <a:r>
              <a:rPr lang="en-US" altLang="zh-CN" dirty="0"/>
              <a:t>2 MCS51</a:t>
            </a:r>
            <a:r>
              <a:rPr lang="zh-CN" altLang="en-US" dirty="0"/>
              <a:t>单片机内存单元作业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EB907D-B42B-51E9-7CD8-ECF39E9738D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841500" y="5842000"/>
            <a:ext cx="2032000" cy="5080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 anchorCtr="1">
            <a:noAutofit/>
          </a:bodyPr>
          <a:lstStyle/>
          <a:p>
            <a:r>
              <a:rPr lang="zh-CN" altLang="en-US" sz="2000">
                <a:solidFill>
                  <a:srgbClr val="000000"/>
                </a:solidFill>
              </a:rPr>
              <a:t>总分</a:t>
            </a:r>
            <a:r>
              <a:rPr lang="en-US" altLang="zh-CN" sz="2000">
                <a:solidFill>
                  <a:srgbClr val="000000"/>
                </a:solidFill>
              </a:rPr>
              <a:t>: 20</a:t>
            </a:r>
            <a:endParaRPr lang="zh-CN" altLang="en-US" sz="2000">
              <a:solidFill>
                <a:srgbClr val="00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54097D1-07B5-1803-5274-D94E839A1382}"/>
              </a:ext>
            </a:extLst>
          </p:cNvPr>
          <p:cNvSpPr txBox="1"/>
          <p:nvPr/>
        </p:nvSpPr>
        <p:spPr>
          <a:xfrm>
            <a:off x="127000" y="7874000"/>
            <a:ext cx="5461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solidFill>
                  <a:srgbClr val="FF0000"/>
                </a:solidFill>
              </a:rPr>
              <a:t>*此封面页请勿删除，删除后将无法上传至试卷库，添加菜单栏任意题型即可制作试卷。本提示将在上传时自动隐藏。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7154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E45B215-626D-39B3-2B65-45A6061A851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58520" y="730504"/>
            <a:ext cx="4993767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单片机外接晶振频率为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24MHz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时，要将单片机复位则需要在单片机的复位管脚上加（      ）。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9DA026-A899-7705-DDC0-D055B072A42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至少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2us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的高电平信号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458BC3-83DC-758C-5806-57B508E22FB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至少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1us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的高电平信号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C0B5134-FB55-AF51-6F7E-9FCA09A3B39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至少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2us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的低电平信号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D74F239-A0E9-CEC5-42A1-9051F96C6EA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至少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1us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的低电平信号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4F2FB50-FDC6-03AF-42E8-BF346C4272A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30F1DB5-3EEC-BD76-9FAD-319196F00F1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FA84C5A-1156-23EF-C241-609B1921FFA3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E5A0CD79-72DF-5872-E440-E5AB145B2712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6D25704-69AC-CBEA-273C-C500FF5E57BF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384EEA3D-227D-DE5D-F663-F1D6FA7F10AA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F6074610-76F5-E359-3494-371667F9F0C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C9C2E46A-6C07-862E-8AF9-3C94F46473F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7977AAB8-74E6-004E-7D58-3FB7C0BC2A4A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38AC972F-24CF-5C33-0493-D60D8FC9746B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73478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021323A-70BF-8A06-9758-172002209B7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35000"/>
            <a:ext cx="5207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管脚接高电平，则上电复位后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指针指向（      ）。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220FCB0-E08C-BD1A-2701-0BE57A0BDAE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96696" y="3401695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ROM  0x0000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61797FD-2813-2273-E253-37727958784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96696" y="4544695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片外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ROM  0x0000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B2AC63-0A44-B77C-25AC-65B102ADE91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996696" y="5687695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  0x0000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A8E8F2-345D-B270-6980-28DAC9559AD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96696" y="6830695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片外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  0x0000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FDC97E5-74AE-45FC-8EA7-C3459ECF613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393192" y="355600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7E5C787-C12F-21B8-9273-0A721E41F3BB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393192" y="469900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89553E9-5BF9-CBA1-344B-9432B32DA8C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393192" y="584200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B2BD070-EBAA-3727-F934-4BC4DE3B33D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393192" y="698500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48A0888-DC1A-B3F6-674C-BBECB7585EAE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3B3DE212-532F-1B20-9F3F-46F7589A834B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3CC7CB54-E9ED-0271-009A-81BFDD3FDCC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78765D82-5D10-850E-0132-4DCAB9E4374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7681DF11-C8FA-C436-D3BA-0A3840D720A4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91DD546-6AB4-BAD4-AD29-CB42DAC18F38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38093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5EE2990-5A22-4F98-87F6-F175C0C88E6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756602"/>
            <a:ext cx="5207000" cy="196189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单片机中可以位寻址的空间是（      ）。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EE68F7-27C8-9110-6DC7-7EC23E30452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318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  0x20—0x2F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altLang="zh-CN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C0F31A-6118-8779-828E-3B242E3FB6B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  0x10—0x1F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altLang="zh-CN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65E2DC-3BC4-62A0-8A3B-9F12CC0CC5D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  0x80—0xFF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altLang="zh-CN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36AC542-D5C2-DDA9-2659-D67CAFAC392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22148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SFR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区地址可以被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整除的地址单元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9361587-1E51-1843-1E10-2638987C3EA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FA4AAB-6790-731E-DE71-85E1FA9772D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ADCF2F-A66D-6804-DB6F-BA61946A092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35132D0-C861-0F42-9282-408E5B74036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96ACA7FC-31A4-C08D-7556-615A0C7C74FA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47537E7E-90FE-F795-EB20-CEBFA0A7D7B3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C53839DD-3F6F-C0D7-4A96-49F16C2BF3B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7B83E67B-F061-20E8-B5FB-603158333E21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5D58FCD-C261-96D7-98C7-DE0CD64D83D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EC6EE2CA-35DD-F39E-8524-43AB447691DE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65997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536A3F4-AF46-341F-3117-050A9FB7025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920750"/>
            <a:ext cx="5207000" cy="162052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中可以使用间接寻址的空间有（      ）。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F18358-EF6D-6D60-7DC1-8ACDF8BBCE4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75004" y="3444621"/>
            <a:ext cx="4285996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  0x10—0x1F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C9A1CA7-0A1E-3D28-53DF-BA2D73BF1B9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638294"/>
            <a:ext cx="4285996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  0x20—0x2F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4BCBA52-5BBE-D069-E501-2D478073B45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5781294"/>
            <a:ext cx="4285996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中高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128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字节的普通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区</a:t>
            </a:r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50BFF27-01B4-8F9B-95EE-5BA0A5DD5DB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6924294"/>
            <a:ext cx="4285996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中的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SFR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区</a:t>
            </a:r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08DEC4-27CF-00FD-17C5-04F34E720A8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649599"/>
            <a:ext cx="548640" cy="54864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A89D07-36A2-E2CE-BCA8-B1E7EF5244A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4792599"/>
            <a:ext cx="548640" cy="54864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A85285-22AC-E8E4-D5AF-82ADFDD0DBC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5935599"/>
            <a:ext cx="548640" cy="54864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0DCF410-C899-37CA-8FFD-174B58A9B18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078599"/>
            <a:ext cx="548640" cy="54864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BA2ACB0-DF58-DC6C-80C3-30BF291B07E9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1451F2DD-75FC-27F1-8180-2FFA454B7A32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CE8F6FA8-A42F-F90D-9E2A-ABA8947D18E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D502792F-32D0-F370-7352-FB8DCACFB2F0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1925F2C7-8895-AC65-0D5B-30083F03F44E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0E34A2B-9760-2789-3EDC-1D476EBD1AA8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4577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0F9DDD5-172E-5CE6-57BB-BDEDA241C86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635000"/>
            <a:ext cx="5207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单片机中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的物理地址为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0x15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时，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PSW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寄存器中对应的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两位的值是（      ）。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4ABDEC7-6F48-B37A-1879-348779D771C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RS0 = 1, RS1 = 0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8B4866-9183-3706-D03C-43A3C15002F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RS0 = 0, RS1 = 1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99D66E-8B67-0A06-2672-F63223D69EF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RS0 = 0, RS1 = 0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6725020-D089-828B-EC36-AC704769884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RS0 = 1, RS1 = 1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71B0813-6374-DDF0-E6F0-707C12EEAB5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E000376-A2A4-126B-17CC-C06C32BA81CD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717E14C-9EFA-E64E-0C34-32A516D26F2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7540067-3150-9BC9-3CB6-D72997411833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F5E0945-B478-6136-7812-D6EA8DA058F9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349D5B58-18F6-95A3-A572-A5410387CA8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B640EB32-4868-99CC-A133-30B683E04DA4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833AB968-07B9-F469-FA54-29D4AF392CE3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6F97216B-CD1A-3110-9F5C-DC07FA9DC46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0A9CA10-0742-DB31-9F1B-1FF9DF6DE9C5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51621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0E9C8E9-3319-1884-A277-C4A16D0ED1A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917702"/>
            <a:ext cx="5159248" cy="191312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单片机程序代码可以放在以下哪些空间中（      ）。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47E8C9-D330-896F-DFDC-DA9BCDF37FD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134392-D0C4-DB5E-7A72-B69A3ECEF374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片外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E1D0C27-459E-88E4-53E1-436C9004B0D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ROM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389171C-57FD-EEC2-A3BF-966CFBEDB5D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片外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ROM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7E662CE-C511-C741-C38D-FE2397B25987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88F741-AB15-9944-6B7D-CFE731D445F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64E3FA-CBB7-99CA-B1F4-191A36A9D640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1F3AC5E-7ED4-BE50-0C50-3BCD0582826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4459E19A-6DD4-5C9D-D408-CF784685EE0C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4AFC5B2-A530-3743-3D52-6883A87F7990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2B7F016B-0947-B1E3-B4E8-D6CFD44E2ECF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D88DF095-48D2-95B8-5727-A2606673FB42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9997482D-67A7-C91C-4B15-D0ED42A91A1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275F73E-1C5A-FE9C-BBBB-A65CEA61E652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98205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1C0A6EF-E50F-2507-CB12-C71AA56B5764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877062"/>
            <a:ext cx="5183632" cy="171805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下面关于堆栈的描述不正确的有哪些（      ）。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A53BE1-C75B-8C4D-020D-AF254F89119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2839212"/>
            <a:ext cx="4294632" cy="1103884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堆栈区可以设置在片内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中，也可以设置在片外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</a:t>
            </a:r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9A8276-BEF6-86F1-522F-D86272AD88E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601718"/>
            <a:ext cx="427482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堆栈使用规则为“先入后出，后入先出“</a:t>
            </a:r>
            <a:endParaRPr lang="en-US" altLang="zh-CN" sz="2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4868AE-3D75-8E87-7CDD-7D094DD7D0D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27482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压栈时，先将数据压入堆栈区，再将堆栈指针加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DDE5151-5D3B-3F66-77FB-43907AFF655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23188" y="7474711"/>
            <a:ext cx="4294632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单片机的堆栈指针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SP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上电复位以后的值默认为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24CF3B9-47AB-DD23-5620-B2973936900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97180" y="3111246"/>
            <a:ext cx="548640" cy="54864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C2CDE5-FB0F-17A1-1632-E764E7CC790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97180" y="4681094"/>
            <a:ext cx="548640" cy="54864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FAB95AF-4D15-E8D4-40D7-5708B0BBF616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97180" y="6155055"/>
            <a:ext cx="548640" cy="54864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EC4FB3-5AA4-8A82-6B9C-06864FF0CD77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97180" y="7629016"/>
            <a:ext cx="548640" cy="54864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BFC2E5F-FD3A-86BC-106F-13A8F33CC237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25D06A49-4D7F-6DD5-C803-0F666398B6C6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F5B6B6ED-D099-EAC7-4374-6A6369B6D45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BD953EAD-EE07-F964-1415-778351F456DA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718D736E-00AA-2E7E-CDC8-4C22A93ABAE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B2C69A24-DE6B-18AD-6287-80EB0CB9FB35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70368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E001312-9F2E-BEA7-FFB7-0F2203234DA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902970"/>
            <a:ext cx="5207000" cy="2083816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单片机中程序代码中出现的特殊功能寄存器的名字相当于（      ）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B451D0-CB47-F63E-5D42-B24D9739683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一个寄存器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A16F63-FDFB-0C30-1D43-BF52A61ED2A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一个间接地址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AE8549-F3E5-8805-D979-0BD303D07C4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一个直接地址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D082F8-E621-1E18-A7B0-9AC55603271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一个程序存储空间地址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9F759A4-C815-856C-03D7-E1D23D26E712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CC45468-FD5C-79F9-9136-1B09B8EA1DA8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82B5D90-3A46-618A-6F5E-030EE557D52A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B61C1A9-609B-BB14-2139-9D0D79D834C4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334C122-C9F9-BB11-BCD0-2663433E6CE8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0984DCB9-8DFB-0CDA-2394-2E755C7F8BD8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B5C21E8D-5D80-17A3-839E-5E818739A035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D2E08B89-31AC-719E-66A7-ADA61C3006D7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1B8CC8FE-9BFE-A691-4465-FB2FC759EDED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F13659F-1215-4E92-A78B-EC4AE5CB76FB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950071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169E051-B775-34A5-D60D-1211955E31B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54000" y="1029462"/>
            <a:ext cx="5207000" cy="14986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PSW=0x08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，则当前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R5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的物理地址为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  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034045-EDDE-81E3-4100-C23F8B94B61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0x05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E41AF1-055D-8D46-A1E7-3AD4C463E84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0x15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3ABED4-4306-12B7-45B8-596AE3AD048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0x0D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9974DA1-98E1-CA8C-02D6-F5A0599400C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0x1D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479832B6-0AF8-D284-3795-34D35C13A71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AB35046-A745-32F1-7C7A-11EE10690CA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361FAC4-2D66-219D-9AC8-8AF4FBD3E181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C59732E-0F27-1B2F-7BCE-A1E07ED26040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6CDEEC3-6BE4-EF5A-ABD2-4A8ABE448C96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739699AE-6AF3-F484-4C02-55CA4BEED5F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802FE961-84C1-E605-9040-8F3BB060F86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25506388-6609-3248-A5BF-717ADE0E6DDE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B08E58B5-D4AA-50C2-5773-79E73DE0D57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1420897-114D-78E4-81EF-7A45519AB964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6264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8053D25-CC9E-E1B0-ED9D-7A5CDD5ED9F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90500" y="920750"/>
            <a:ext cx="5207000" cy="173024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MCS51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单片机堆栈指针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在上电复位后的默认值是（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8E2EF22-8C5B-2810-298A-D0D76AFD9AB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0x00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8C71B7-859B-4B09-3D51-7C8A18FFB2EF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0x07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73C81E-9900-0237-C3CC-69C7AEE2FBA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0x20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5B948F-BB9D-0EB5-3439-0C02B1AA18A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0xFF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BC58DE1-7C66-50C1-7D8B-4E307B81348B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898A8FA-A2FF-7A75-058F-823D46CE599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1DD8B43-A895-1921-653E-344C05AA1C5B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D3C841F-5D3E-DFA3-3F81-F6A9244F424E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CA9A8F7-2E63-8C08-FA67-4808260E1506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>
              <a:extLst>
                <a:ext uri="{FF2B5EF4-FFF2-40B4-BE49-F238E27FC236}">
                  <a16:creationId xmlns:a16="http://schemas.microsoft.com/office/drawing/2014/main" id="{CB2FB438-4BF0-5859-37B3-36BE230C6119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>
              <a:extLst>
                <a:ext uri="{FF2B5EF4-FFF2-40B4-BE49-F238E27FC236}">
                  <a16:creationId xmlns:a16="http://schemas.microsoft.com/office/drawing/2014/main" id="{1A17263E-B321-A135-7C8E-47C74D2485D6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>
              <a:extLst>
                <a:ext uri="{FF2B5EF4-FFF2-40B4-BE49-F238E27FC236}">
                  <a16:creationId xmlns:a16="http://schemas.microsoft.com/office/drawing/2014/main" id="{E478CA76-273E-DD5E-FC16-D63808B87899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6" name="TipText">
              <a:extLst>
                <a:ext uri="{FF2B5EF4-FFF2-40B4-BE49-F238E27FC236}">
                  <a16:creationId xmlns:a16="http://schemas.microsoft.com/office/drawing/2014/main" id="{093F7CF9-42EE-F811-294B-6F206B18CDFF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73B61C0-990B-38E0-6B81-75FAB68D2A75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84721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Tit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APER" val="PaperScor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2.0"/>
  <p:tag name="PROBLEMSCORE_HALF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534</Words>
  <Application>Microsoft Office PowerPoint</Application>
  <PresentationFormat>全屏显示(16:10)</PresentationFormat>
  <Paragraphs>113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Microsoft Yahei</vt:lpstr>
      <vt:lpstr>Arial</vt:lpstr>
      <vt:lpstr>Office 主题​​</vt:lpstr>
      <vt:lpstr>作业2 MCS51单片机内存单元作业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作业2 MCS51单片机内存单元作业</dc:title>
  <dc:creator>Zhaojian</dc:creator>
  <cp:lastModifiedBy>Zhaojian</cp:lastModifiedBy>
  <cp:revision>7</cp:revision>
  <dcterms:created xsi:type="dcterms:W3CDTF">2023-03-07T08:43:27Z</dcterms:created>
  <dcterms:modified xsi:type="dcterms:W3CDTF">2023-03-07T09:02:34Z</dcterms:modified>
</cp:coreProperties>
</file>