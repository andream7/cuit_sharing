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3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A479C-8B55-6FC0-2280-B0480B149C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17814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07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53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.tmp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image" Target="../media/image1.tmp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18" Type="http://schemas.openxmlformats.org/officeDocument/2006/relationships/image" Target="../media/image1.tmp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image" Target="../media/image1.tmp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18" Type="http://schemas.openxmlformats.org/officeDocument/2006/relationships/image" Target="../media/image1.tmp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10" Type="http://schemas.openxmlformats.org/officeDocument/2006/relationships/tags" Target="../tags/tag108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tags" Target="../tags/tag127.xml"/><Relationship Id="rId18" Type="http://schemas.openxmlformats.org/officeDocument/2006/relationships/image" Target="../media/image1.tmp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12" Type="http://schemas.openxmlformats.org/officeDocument/2006/relationships/tags" Target="../tags/tag12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6" Type="http://schemas.openxmlformats.org/officeDocument/2006/relationships/tags" Target="../tags/tag130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tags" Target="../tags/tag125.xml"/><Relationship Id="rId5" Type="http://schemas.openxmlformats.org/officeDocument/2006/relationships/tags" Target="../tags/tag119.xml"/><Relationship Id="rId15" Type="http://schemas.openxmlformats.org/officeDocument/2006/relationships/tags" Target="../tags/tag129.xml"/><Relationship Id="rId10" Type="http://schemas.openxmlformats.org/officeDocument/2006/relationships/tags" Target="../tags/tag124.xml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tags" Target="../tags/tag12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tags" Target="../tags/tag143.xml"/><Relationship Id="rId18" Type="http://schemas.openxmlformats.org/officeDocument/2006/relationships/image" Target="../media/image1.tmp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32.xml"/><Relationship Id="rId16" Type="http://schemas.openxmlformats.org/officeDocument/2006/relationships/tags" Target="../tags/tag146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5" Type="http://schemas.openxmlformats.org/officeDocument/2006/relationships/tags" Target="../tags/tag135.xml"/><Relationship Id="rId15" Type="http://schemas.openxmlformats.org/officeDocument/2006/relationships/tags" Target="../tags/tag145.xml"/><Relationship Id="rId10" Type="http://schemas.openxmlformats.org/officeDocument/2006/relationships/tags" Target="../tags/tag140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tags" Target="../tags/tag14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18" Type="http://schemas.openxmlformats.org/officeDocument/2006/relationships/image" Target="../media/image1.tmp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48.xml"/><Relationship Id="rId16" Type="http://schemas.openxmlformats.org/officeDocument/2006/relationships/tags" Target="../tags/tag162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5" Type="http://schemas.openxmlformats.org/officeDocument/2006/relationships/tags" Target="../tags/tag16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F8441-BCCC-3D3D-35A7-DB783BA8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3 </a:t>
            </a:r>
            <a:r>
              <a:rPr lang="zh-CN" altLang="en-US" dirty="0"/>
              <a:t>编程基础知识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EB907D-B42B-51E9-7CD8-ECF39E9738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20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4097D1-07B5-1803-5274-D94E839A1382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7154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E45B215-626D-39B3-2B65-45A6061A851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8520" y="730504"/>
            <a:ext cx="4993767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单片机外接晶振频率为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6MHz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时，执行一条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DIV AB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指令时需要花费（      ）时间。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9DA026-A899-7705-DDC0-D055B072A42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1us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458BC3-83DC-758C-5806-57B508E22FB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2us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0B5134-FB55-AF51-6F7E-9FCA09A3B3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4us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D74F239-A0E9-CEC5-42A1-9051F96C6EA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8us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4F2FB50-FDC6-03AF-42E8-BF346C4272A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30F1DB5-3EEC-BD76-9FAD-319196F00F1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FA84C5A-1156-23EF-C241-609B1921FFA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5A0CD79-72DF-5872-E440-E5AB145B271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6D25704-69AC-CBEA-273C-C500FF5E57BF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384EEA3D-227D-DE5D-F663-F1D6FA7F10A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F6074610-76F5-E359-3494-371667F9F0C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9C2E46A-6C07-862E-8AF9-3C94F46473F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7977AAB8-74E6-004E-7D58-3FB7C0BC2A4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38AC972F-24CF-5C33-0493-D60D8FC9746B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73478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FA6EADF-6FD3-79B9-F8C8-95AF112B065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执行以下的指令后，变量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num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的值是（      ）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unsigned char num = 0x50;</a:t>
            </a: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num |= (1&lt;&lt;5);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676174-15C8-54DE-F3BD-718290431F7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0xa0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173B00-F133-AD1C-5F31-62753F19258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0xb0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27059E-BDFC-0296-2980-8F87752F4B9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0x90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01D028-15BD-F24A-7167-41A7D0A5489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0x70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6740651-6A00-0CDB-CE84-AE902AF7BAD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32A7253-8B1F-021A-7724-33DE964A1F8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E5114CD-44EE-2BBC-03E6-CE00D7D9710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280D01F-587A-CDCD-512E-D904949C76F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179D67B-B8CB-129B-CCA7-0C4E694D8B91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9406D179-F648-493A-0D9D-9F817063C875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2CB8362-EBB9-E8D9-8773-4CB5D75681A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52FC5F38-C4CE-6E14-EF39-5598EDA8683F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49EEAA0F-5F22-4FD6-327B-343BB1E20E6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2D5E92D-247F-883F-2ABC-B9F79016DE99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0455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021323A-70BF-8A06-9758-172002209B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5207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单片机指令系统中，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MOV IP, #80H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，等价于以下的哪条指令。（      ）。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20FCB0-E08C-BD1A-2701-0BE57A0BDAE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96696" y="3401695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MOV  A, #80H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1797FD-2813-2273-E253-37727958784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696" y="4544695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MOV  R0, #80H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B2AC63-0A44-B77C-25AC-65B102ADE91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96696" y="5687695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MOV  0B8H, #80H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A8E8F2-345D-B270-6980-28DAC9559AD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96696" y="6830695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MOV  @R0, #80H 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(R0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 B8H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FDC97E5-74AE-45FC-8EA7-C3459ECF613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93192" y="3556000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7E5C787-C12F-21B8-9273-0A721E41F3B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93192" y="469900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89553E9-5BF9-CBA1-344B-9432B32DA8C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393192" y="584200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B2BD070-EBAA-3727-F934-4BC4DE3B33D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93192" y="698500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48A0888-DC1A-B3F6-674C-BBECB7585EA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3B3DE212-532F-1B20-9F3F-46F7589A834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3CC7CB54-E9ED-0271-009A-81BFDD3FDCC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78765D82-5D10-850E-0132-4DCAB9E4374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7681DF11-C8FA-C436-D3BA-0A3840D720A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91DD546-6AB4-BAD4-AD29-CB42DAC18F38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8093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1B7D8B8-912D-F0F6-CF16-8B725ACDB81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26644" y="1020254"/>
            <a:ext cx="5061712" cy="191973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指令“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MOVC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”能够访问的存储空间是（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4A4B5A-C863-E0D9-1F12-09FF0D8A3D8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外部扩展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RAM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数据空间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572532-CFF8-EA32-9BFD-744EFAB1615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ROM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9BB8AD-F1B6-A935-00D0-04A1C2CA8AE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RAM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8C5FF5-5257-0787-E874-3C5D629D7C2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堆栈区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9E5EAEA-102D-99A4-EC56-936175E17FF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A5333FC-94BD-6BA4-A260-404E17B37BB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6325097-0ECF-DAEC-C20F-120A373CED3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22E314B-CC78-762E-8763-AD65CFC573A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9EC9AD1-B232-F5E6-958E-FAAA62834651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98AAEA84-3301-AD9A-1ED9-EDED4DEEC5B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F13FEE5A-CE40-CC1A-37E6-0A9F6B74B56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8B406C01-A971-F49D-1727-B196B7E099A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53921511-2A62-4495-16A2-2F72772C2F6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3AAF0E9-11CB-61BD-7DC0-6397FE600B41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07021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7F676A7-A406-8D6A-A468-6BB50D7FA1B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1028382"/>
            <a:ext cx="4572000" cy="175463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LJMP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跳转空间最大可达到（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      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8C2473-8531-12FB-3DCA-9037914337F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256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4ADBC8-6387-49AA-8106-47E815E68BC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2K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097321-1F9A-0CED-66B6-B112D98FA9D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16K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92FC51-9501-F2EE-B5B8-7D39187B39A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64K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DE43A66-5DE4-1059-9141-36A78FB3CF7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ED26BDE-46D0-B92E-B9B2-D53DC358329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DC2F465-F322-985C-098B-D9668AD5AEA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750B53D-B388-6A3D-7972-91DD45AD0C8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53DF83C-4284-2954-5E19-361AE6360506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9B7A6983-F243-E4C0-31B3-20D6AF5172B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B8BADE38-8898-584D-FC32-17B63E3907F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9CBBD88C-DE5F-5403-0A06-0918A2C21985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E4924D12-CC51-3F17-2B28-5C3B155EA2F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C27AB4B-B45C-FB18-FAFB-265DDE51F4E3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6708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D21C91-E0C8-2143-C373-A96111972F9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59384"/>
            <a:ext cx="5207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设累加器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的内容为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0C9H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，寄存器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R2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的内容为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54H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CY=1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，执行指令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SUBB  A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R2  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后的结果为（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DDEC1C-B1CB-2F95-1FD3-79B34448A51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=74H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A0D374-4ABA-827F-0C10-5C66AE5ED1E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R2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=74H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BB3F2B-E24E-00B9-4277-354A6AF470C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=75H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794E3C-1157-102F-C521-682D38AD66C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R2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=75H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5CB50E2-9C06-CA26-F7EC-7E1CADFBB7D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48EDB7E-4DCC-E262-DBAD-3D3D10A3FA8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717EFDB-9983-7AF6-E3BF-C1ECEE8799B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EA48C8F-8799-1085-FB18-DC3E7A27E4F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04284AC-C0D6-F23B-CA09-8FDA7A9209E6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5F66E9B3-E287-8738-0E78-F938CEBC5A8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730B0ECC-3F26-5577-2800-B9B241E3C8C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DD0AF81D-28B8-B132-27DB-CC91736E73CF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4311AF6-B9D2-B347-6B41-885D424F58F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1A3D3E7-6D72-EA89-0E39-795189C4EA13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7264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BAABCEF-3979-24AD-1272-A28CFD3C1EA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561848"/>
            <a:ext cx="511048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MCS51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单片机的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指令系统中出现的特殊功能寄存器名字，等价于一个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2308D8-661A-136B-939A-A4D6C617160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通用寄存器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1464F5-3B34-6465-C0F1-FFC951510E4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直接地址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22B5CE-37EA-F732-3983-D5243D4A8F9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间接地址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78E6EA-D93D-9773-63D1-9E8BBF263A1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ROM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087801E-BF74-33C4-E0BD-C363B116E2F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ED57C44-DB0A-86B8-A868-B453349925F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5691D5B-7624-C6B8-8442-5C0DB44C2A9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427DBBD-B3F2-1185-DC35-4DA8E354C45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A621EE7-CE21-9ACC-F0D7-F84935D92DF9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F7B93F1E-A11A-FE72-4220-613D1012DFE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929A9CD1-0A1F-E1A5-6A4B-BE266C0D7E8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943AD0C9-0952-4755-D568-5A8112B51D4B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CB57A3ED-A9AC-55CF-69DB-89098B57514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7E2D044-8C88-B3A5-C87B-5633FD343AFB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18210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38FCCB9-4538-9DE2-7193-8DF3C68176E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9496" y="635000"/>
            <a:ext cx="4824984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编程中，要想直接在程序中使用特殊功能寄存器的名字，则需要在程序中包含以下哪个头文件（      ）。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E41BD0-0BF2-3AAB-B47E-52034D9927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Absacc.h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E20A9E-497D-7A65-6F7C-3E53A6325A6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Stdio.h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2F388B-DBA6-EBE8-FE89-E9CB1F89CDD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Reg52.h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94E3F1-83FD-49FB-45B6-392BACA5703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Math.h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29E546F-3F7E-3C5D-D8F3-83DF5BB17D8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88DD6D7-645E-FB12-6079-52363D72850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CC5A2EE-63A1-39B9-56F1-E80102E8AB9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530A839-1996-0985-9910-F4FE5A7E6CA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E942737-9FB2-696A-7497-AB670C12128D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FA930D4D-9E53-5818-24AB-F261C8D0810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58701973-3AAB-50D3-B098-6337947BFBD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F7CAE24C-A35F-0BF4-EFA6-ADFA23B4E84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F25E1779-CC4E-58C0-CF19-EAEDCAB2184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AD4FC49-F886-665C-D8A2-92AF6F278921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8354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B73BD97-D021-D53B-DD7F-361941A8230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77952" y="635000"/>
            <a:ext cx="4949952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编程中，如果在定义的变量前加上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code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类型符，则表示该变量储存在（      ）空间中。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DE2F7B-69FC-429D-2942-525BAE1EBA7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ROM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4D5D54-403A-3466-B882-6315AEED899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74542E-5450-5E9A-BDAF-001E7860E98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片外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F3E5CE-2134-C131-B9A1-44C3ADB5C9A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随机的地址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736D360-3B9A-9673-9CEF-0FBF1FEBCB2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D5D33D8-12B4-2403-173D-69E52B1D0D5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63CE822-D961-8329-5D7E-F7BE6772CDD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89CBEFD-9096-2A5C-7369-9E50E6C488A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232A544-7CC1-CB49-D69E-FDFA83FD5C7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AA94016F-C6BC-787E-47F4-95405EB38FC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556F93FA-0CF6-C991-6D30-845E58B4445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95A343D8-370D-F68A-1CB0-ABE3B5DE6FD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DF17E2C8-4FB7-8A8B-C63F-FF30D17FF79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EAD50CC-E3DF-6A09-6105-F1BC0634165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2477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626E674-8A8E-3228-509E-71C0884A372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5760" y="634999"/>
            <a:ext cx="5095240" cy="294830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编程中，如果做了如下的变量定义，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unsigned char flag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flag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的取值范围为（      ）。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76123F-52B7-09DC-02F7-99C0C475D4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-127——128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E1755F-827A-D543-B130-053693FDABE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0——128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92E49F-5D14-24F5-F963-3332ED3E13C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0——255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71956C-CAEB-D6D5-9388-95901CF063D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0——65535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8703CB9-3E4F-DEA6-D44B-6C07FF30570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59F4718-7738-391C-293C-4DBD9845CA6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008B220-3958-645E-C5C4-D048FBD9643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B749A46-83BB-2073-8A9E-FAE700F97C4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57AD171-4243-64BE-8BC6-2E0BAFAB0A30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A02A8BC-FD17-6E09-9064-660354E4301C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58DD1F5E-CDF9-3362-F8D1-328CD31B03D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16921158-D628-87DF-99DA-784ADE8912E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D7AEE9FC-3AF5-3069-B9C3-E6AA4E54C0D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6B5FA1E-BF80-F36B-0B44-251BC4C28464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35483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460</Words>
  <Application>Microsoft Office PowerPoint</Application>
  <PresentationFormat>全屏显示(16:10)</PresentationFormat>
  <Paragraphs>118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Microsoft Yahei</vt:lpstr>
      <vt:lpstr>Arial</vt:lpstr>
      <vt:lpstr>Office 主题​​</vt:lpstr>
      <vt:lpstr>作业3 编程基础知识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作业2 MCS51单片机内存单元作业</dc:title>
  <dc:creator>Zhaojian</dc:creator>
  <cp:lastModifiedBy>Zhaojian</cp:lastModifiedBy>
  <cp:revision>13</cp:revision>
  <dcterms:created xsi:type="dcterms:W3CDTF">2023-03-07T08:43:27Z</dcterms:created>
  <dcterms:modified xsi:type="dcterms:W3CDTF">2023-03-19T03:56:12Z</dcterms:modified>
</cp:coreProperties>
</file>