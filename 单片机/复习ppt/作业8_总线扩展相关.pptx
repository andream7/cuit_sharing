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4" r:id="rId6"/>
    <p:sldId id="265" r:id="rId7"/>
    <p:sldId id="260" r:id="rId8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6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A479C-8B55-6FC0-2280-B0480B149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7814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7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5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1.tmp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4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3.png"/><Relationship Id="rId5" Type="http://schemas.openxmlformats.org/officeDocument/2006/relationships/tags" Target="../tags/tag87.xml"/><Relationship Id="rId10" Type="http://schemas.openxmlformats.org/officeDocument/2006/relationships/image" Target="../media/image2.png"/><Relationship Id="rId4" Type="http://schemas.openxmlformats.org/officeDocument/2006/relationships/tags" Target="../tags/tag86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8441-BCCC-3D3D-35A7-DB783BA8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8 </a:t>
            </a:r>
            <a:r>
              <a:rPr lang="zh-CN" altLang="en-US" dirty="0"/>
              <a:t>总线扩展相关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EB907D-B42B-51E9-7CD8-ECF39E9738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097D1-07B5-1803-5274-D94E839A1382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1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855026"/>
            <a:ext cx="5283708" cy="184594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en-US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在片外扩展一片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10K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字节的数据存储器芯片至少需要（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）地址线。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13</a:t>
            </a:r>
            <a:r>
              <a:rPr lang="zh-CN" altLang="en-US" dirty="0"/>
              <a:t>根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14</a:t>
            </a:r>
            <a:r>
              <a:rPr lang="zh-CN" altLang="en-US" dirty="0"/>
              <a:t>根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445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15</a:t>
            </a:r>
            <a:r>
              <a:rPr lang="zh-CN" altLang="en-US" dirty="0"/>
              <a:t>根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16</a:t>
            </a:r>
            <a:r>
              <a:rPr lang="zh-CN" altLang="en-US" dirty="0"/>
              <a:t>根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073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8308" y="763016"/>
            <a:ext cx="5397500" cy="226250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单片机在进行片外程序存储器读操作时，其控制总线中（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）会自动产生一个低电平信号。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1825487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WR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RD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PSEN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ALE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845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250" y="811784"/>
            <a:ext cx="5397500" cy="182051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MCS51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单片机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P0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所在端口作为数据总线使用时，其硬件上（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2417064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必须外接锁存器</a:t>
            </a:r>
            <a:endParaRPr lang="zh-CN" altLang="en-US" sz="24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必须外接上拉电阻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必须外接译码器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不需要外接任何器件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494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8D6A10-2792-3E07-8C7E-72CE528548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5270500" cy="20716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8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MCS51</a:t>
            </a:r>
            <a:r>
              <a:rPr lang="zh-CN" altLang="zh-CN" dirty="0"/>
              <a:t>单片机之所以称之为</a:t>
            </a:r>
            <a:r>
              <a:rPr lang="en-US" altLang="zh-CN" dirty="0"/>
              <a:t>8</a:t>
            </a:r>
            <a:r>
              <a:rPr lang="zh-CN" altLang="zh-CN" dirty="0"/>
              <a:t>位机，是因为（ </a:t>
            </a:r>
            <a:r>
              <a:rPr lang="en-US" altLang="zh-CN" dirty="0"/>
              <a:t>     </a:t>
            </a:r>
            <a:r>
              <a:rPr lang="zh-CN" altLang="zh-CN" dirty="0"/>
              <a:t>）。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679043-4C95-5828-AD55-E46826F3DF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kern="100" dirty="0">
                <a:effectLst/>
              </a:rPr>
              <a:t>地址总线宽度为</a:t>
            </a:r>
            <a:r>
              <a:rPr lang="en-US" altLang="zh-CN" kern="100" dirty="0">
                <a:effectLst/>
              </a:rPr>
              <a:t>8</a:t>
            </a:r>
            <a:r>
              <a:rPr lang="zh-CN" altLang="zh-CN" kern="100" dirty="0">
                <a:effectLst/>
              </a:rPr>
              <a:t>位</a:t>
            </a:r>
            <a:r>
              <a:rPr lang="en-US" altLang="zh-CN" kern="100" dirty="0">
                <a:effectLst/>
              </a:rPr>
              <a:t> </a:t>
            </a:r>
            <a:endParaRPr lang="zh-CN" altLang="en-US" sz="3200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4D9C7-AC77-6070-0646-753948A0CC4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kern="100" dirty="0">
                <a:effectLst/>
              </a:rPr>
              <a:t>数据总线宽度为</a:t>
            </a:r>
            <a:r>
              <a:rPr lang="en-US" altLang="zh-CN" kern="100" dirty="0">
                <a:effectLst/>
              </a:rPr>
              <a:t>8</a:t>
            </a:r>
            <a:r>
              <a:rPr lang="zh-CN" altLang="zh-CN" kern="100" dirty="0">
                <a:effectLst/>
              </a:rPr>
              <a:t>位</a:t>
            </a:r>
            <a:endParaRPr lang="zh-CN" altLang="en-US" sz="3200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0F4247-04DB-4266-CE4F-66190C068A2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kern="100" dirty="0">
                <a:effectLst/>
              </a:rPr>
              <a:t>控制总线宽度为</a:t>
            </a:r>
            <a:r>
              <a:rPr lang="en-US" altLang="zh-CN" kern="100" dirty="0">
                <a:effectLst/>
              </a:rPr>
              <a:t>8</a:t>
            </a:r>
            <a:r>
              <a:rPr lang="zh-CN" altLang="zh-CN" kern="100" dirty="0">
                <a:effectLst/>
              </a:rPr>
              <a:t>位</a:t>
            </a:r>
            <a:endParaRPr lang="zh-CN" altLang="en-US" sz="3200" dirty="0"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515A9A-71C0-175D-3B5D-CB710BFF0A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kern="100" dirty="0">
                <a:effectLst/>
              </a:rPr>
              <a:t>所有总线的宽度均为</a:t>
            </a:r>
            <a:r>
              <a:rPr lang="en-US" altLang="zh-CN" kern="100" dirty="0">
                <a:effectLst/>
              </a:rPr>
              <a:t>8</a:t>
            </a:r>
            <a:r>
              <a:rPr lang="zh-CN" altLang="zh-CN" kern="100" dirty="0">
                <a:effectLst/>
              </a:rPr>
              <a:t>位</a:t>
            </a:r>
            <a:endParaRPr lang="zh-CN" altLang="en-US" sz="3200" dirty="0"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DEE00B1-3016-58A2-3DF5-C9889C053BC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3ED789E-3EDD-7C14-2E74-F4EB2B564F8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7398325-A623-D42A-10D3-2C9674F56FB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BDB0809-AE72-DBCF-6314-25B9903A3D5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5F866CA-7B43-0CA5-DC00-C70E85E18A0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B6BDE00D-95EE-1D2A-CA7A-D49341E1430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870320CA-C0A3-9BA8-26D0-675538F387F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1BA2E57-BC2C-2536-C34B-B84D91EA80EC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EF2D8F66-8336-CC00-C7C1-DFB817EE287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716887E-ACFA-D2F0-0DA9-D9D1CBEE0D3B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286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6499B7-AB70-5D37-B916-E38D25CB644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使用宏来访问绝对地址时，一般需包含的库文件是（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D42F21-4443-7748-09A3-85E01D387C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Absacc.h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C16737-7F3E-3998-807D-A506BC0ED80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Reg52.h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CED1C3-60B8-CF77-4E72-E0563B19F7E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At89x52.h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ED9CFD-BC76-55E1-3D55-86562907BE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F115E7C-B394-B6C8-F543-5F9A630EAA9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0FD5502-8BF4-9946-54AE-7EE372C4860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21E3248-C851-2F30-F10F-93058D8A4AD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E24886E-A428-E269-3800-EED7BDCFF1C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CB85F20-9FC9-1235-115B-DFB304B4E93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20FDD81E-14F5-5EC4-BF6A-91F5BFC88D4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19B5B1C-4426-1E83-E252-A35055D3307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857626D6-ACC4-52BE-45F2-BBD2A153538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4B0B3367-B9B5-8510-FA1C-1CBC6AF79C5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67DA4C4-4DCB-A419-F864-E1BC98AC973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499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F09DCCE-E3E5-F4F7-C6BC-C269BF8F85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832612"/>
            <a:ext cx="5270500" cy="175209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根据下面的电路编写程序，输出一个正向锯齿波信号，信号频率不限，信号的幅度为</a:t>
            </a:r>
            <a:r>
              <a:rPr lang="en-US" altLang="zh-CN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4V</a:t>
            </a:r>
            <a:r>
              <a:rPr lang="zh-CN" altLang="en-US" sz="2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。</a:t>
            </a:r>
            <a:endParaRPr lang="en-US" altLang="zh-CN" sz="26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9BA8157-746D-871D-41DF-F3777465EFD0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</a:blip>
          <a:stretch>
            <a:fillRect/>
          </a:stretch>
        </p:blipFill>
        <p:spPr>
          <a:xfrm>
            <a:off x="552473" y="2562701"/>
            <a:ext cx="2808328" cy="264252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03EABD6-603B-75C9-1FB7-A9D2F57CB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84" y="5290568"/>
            <a:ext cx="5454027" cy="2189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">
            <a:extLst>
              <a:ext uri="{FF2B5EF4-FFF2-40B4-BE49-F238E27FC236}">
                <a16:creationId xmlns:a16="http://schemas.microsoft.com/office/drawing/2014/main" id="{069D4CE4-EAE4-DE10-6777-1317C2A93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37" y="7817968"/>
            <a:ext cx="2296541" cy="986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A4BEC9F-8F85-420E-8DD1-2C80F60E81CE}"/>
              </a:ext>
            </a:extLst>
          </p:cNvPr>
          <p:cNvSpPr txBox="1"/>
          <p:nvPr/>
        </p:nvSpPr>
        <p:spPr>
          <a:xfrm>
            <a:off x="3708042" y="5218426"/>
            <a:ext cx="151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/>
              <a:t>V</a:t>
            </a:r>
            <a:r>
              <a:rPr lang="en-US" altLang="zh-CN" sz="1800" b="1" baseline="-25000" dirty="0" err="1"/>
              <a:t>ref</a:t>
            </a:r>
            <a:r>
              <a:rPr lang="en-US" altLang="zh-CN" sz="1800" b="1" dirty="0"/>
              <a:t> = 2.5V</a:t>
            </a:r>
            <a:endParaRPr lang="zh-CN" altLang="en-US" sz="18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E5F97-2FD3-47BE-0F00-F9EFB778EFE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1EC75BBC-5572-C6E4-AFF6-425C54ABCCB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8214C64A-B261-7344-49A7-111480C0057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C1525978-8AA6-9208-79E2-FC0910E21C6C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12FA1DB7-1BBA-6CBF-A433-81670353638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7163EEF-3A3D-7460-EF2A-ADB54076DE16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35816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278</Words>
  <Application>Microsoft Office PowerPoint</Application>
  <PresentationFormat>全屏显示(16:10)</PresentationFormat>
  <Paragraphs>62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楷体</vt:lpstr>
      <vt:lpstr>Microsoft Yahei</vt:lpstr>
      <vt:lpstr>Arial</vt:lpstr>
      <vt:lpstr>Office 主题​​</vt:lpstr>
      <vt:lpstr>作业8 总线扩展相关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作业2 MCS51单片机内存单元作业</dc:title>
  <dc:creator>Zhaojian</dc:creator>
  <cp:lastModifiedBy>Zhaojian</cp:lastModifiedBy>
  <cp:revision>35</cp:revision>
  <dcterms:created xsi:type="dcterms:W3CDTF">2023-03-07T08:43:27Z</dcterms:created>
  <dcterms:modified xsi:type="dcterms:W3CDTF">2023-05-16T02:09:25Z</dcterms:modified>
</cp:coreProperties>
</file>