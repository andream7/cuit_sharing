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tmp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image" Target="../media/image1.tmp"/><Relationship Id="rId5" Type="http://schemas.openxmlformats.org/officeDocument/2006/relationships/tags" Target="../tags/tag135.xml"/><Relationship Id="rId10" Type="http://schemas.openxmlformats.org/officeDocument/2006/relationships/image" Target="../media/image2.png"/><Relationship Id="rId4" Type="http://schemas.openxmlformats.org/officeDocument/2006/relationships/tags" Target="../tags/tag134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4 MCS51</a:t>
            </a:r>
            <a:r>
              <a:rPr lang="zh-CN" altLang="en-US" dirty="0"/>
              <a:t>单片机</a:t>
            </a:r>
            <a:r>
              <a:rPr lang="en-US" altLang="zh-CN" dirty="0"/>
              <a:t>IO</a:t>
            </a:r>
            <a:r>
              <a:rPr lang="zh-CN" altLang="en-US" dirty="0"/>
              <a:t>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25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3BF8A6-F343-7716-DDF0-60A625F3F7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1143000"/>
            <a:ext cx="5173980" cy="14986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MCS51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单片机中，驱动能力最强的是以下哪组</a:t>
            </a:r>
            <a:r>
              <a:rPr lang="en-US" altLang="zh-CN" sz="2800" b="1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口（ 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   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）</a:t>
            </a:r>
            <a:endParaRPr lang="zh-CN" altLang="zh-CN" sz="28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12E1E6-BDF7-E194-A6DF-FBA8A4A318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DDBB93-DBFE-9B7A-6943-0D20C3F43A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30430C-50B8-DF7A-90A9-DFD337FE6A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DB8717-8826-277E-C66E-C54FE59753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7A84E03-5285-F75E-DF3A-1FB38AC860C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C8FF4F1-D3EA-1306-3167-5772D8A5FD2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CC44AED-83C9-2AAD-7442-56DFE481D8F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EB6AAF1-8ED0-C871-CCF9-FFBB07A490A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1213DE4-40FD-5CBB-9D46-10954298CB2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C6835CB6-FBFF-D871-ECA2-63A7D36D149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14EC834-D9B4-99E8-E060-D4BBB97268C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3E50187-48D6-F679-61A5-6D9E39967A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17F9049-7E0F-E147-57D4-C75721038C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DEC4BFE-F77C-0817-9713-4FD9EDDBB96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073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A9DCFB-3F64-2A35-54B8-F8519DBD642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152298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以下对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MCS51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单片机</a:t>
            </a:r>
            <a:r>
              <a:rPr lang="en-US" altLang="zh-CN" sz="2800" b="1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口描述不正确的是（ </a:t>
            </a:r>
            <a:r>
              <a:rPr lang="en-US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   </a:t>
            </a:r>
            <a:r>
              <a:rPr lang="zh-CN" altLang="zh-CN" sz="28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）</a:t>
            </a:r>
            <a:endParaRPr lang="zh-CN" altLang="en-US" sz="28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39219A-DE03-3C17-F407-A9397277479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67384" y="279298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P3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口具有第二功能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59BE23-604D-8FE8-7C93-AF37E82000E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67384" y="400913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口作为</a:t>
            </a:r>
            <a:r>
              <a:rPr lang="en-US" altLang="zh-CN" sz="28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口使用时，一定要外接锁存器</a:t>
            </a:r>
            <a:endParaRPr lang="zh-CN" altLang="en-US" sz="2800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484D87-DA60-7D63-3164-DC7B3366923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67384" y="522528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P2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口作为</a:t>
            </a:r>
            <a:r>
              <a:rPr lang="en-US" altLang="zh-CN" sz="28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使用时可以不用外接上拉电阻</a:t>
            </a:r>
            <a:endParaRPr lang="zh-CN" altLang="en-US" sz="2800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6F45B4-C244-A3F0-78F4-C354164682D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67384" y="6441440"/>
            <a:ext cx="429361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P1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口作为输入口使用时必须先对其进行写</a:t>
            </a:r>
            <a:r>
              <a:rPr lang="en-US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</a:rPr>
              <a:t>的操作</a:t>
            </a:r>
            <a:endParaRPr lang="zh-CN" altLang="en-US" sz="2800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06DE45A-9B2E-DDE8-4548-A7193FFA27F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63880" y="294728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A5651B2-8823-7EAD-CD90-51C624D534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63880" y="4163441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A92905-A710-2BAA-004A-4C414437326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63880" y="5379593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048ED79-4031-9CFA-13E5-3AB07522E30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63880" y="659574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DC4FF69-3AAD-9DAB-7409-0A14E9270AA7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307DE1C-C67C-C1D0-6D98-F6E44278A49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B02FE4D-F3BF-B02A-2786-6FD1395AC9C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13151900-1C2F-8041-9FED-068E70351E5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DBD4D06D-E48A-11FF-BBFA-3255A101C76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972C588-E7E8-D63E-6C38-E6CC1B6F521D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501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8242A5-6CD2-2BE0-1770-B34BA551DC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781304"/>
            <a:ext cx="5147056" cy="21082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MCS51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单片机复位初始化时，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P3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口的初始值为（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 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1ED20A-D5D8-6440-77DD-0CDE2525C0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CCA21D-11B8-EE59-5A3D-08A54167053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DCFE64-DCC5-741F-129E-E5CD2C2C1B8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0xb0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B3369F-E3E7-4079-DFAD-592EE767D11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0xff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31D6180-34E9-A80F-A3CC-1B123AEC628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BB2493C-5B3A-3D97-F6FA-EAFE7F36979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480A933-3961-1DC0-296F-C81F5FED705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4CA2D4B-FFA0-BC47-049E-4D263628401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31E9F9B-0A2B-36EB-C7CD-206025BA801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BB44F5EF-7089-7114-2326-85996305033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8A4666FB-7F17-C175-DF40-E9FF1FB675C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EC49FDE-D828-3FAE-098E-F5B0CE8E331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F473B74-F9A2-03FE-94F5-48A155B8E30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652ABBD-F4E3-5000-E07A-5F26ADC0029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734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F4815B-B5E4-FB63-6060-F31A3238FD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MCS51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单片机中，每一位</a:t>
            </a:r>
            <a:r>
              <a:rPr lang="en-US" altLang="zh-CN" sz="2800" b="1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口都由（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 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）、输出驱动器、输入缓冲器三个部分组成。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15165D-8E79-F0DD-8D21-A98AD21434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译码器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25DC8B-DF9B-A3CE-2D5B-70B03B695CC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锁存器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74372B-CE14-AC07-039C-34AD09F3121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编码器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A09116-7E73-81EC-BAFE-BC567E6E9E9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计数器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029B0D1-FC08-3AFA-DD5A-1E641B79CB6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C230D87-1F6F-1240-38D5-D66303DAA48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3FBDD9A-543D-A3E5-BE08-019911FC4E2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F9A63BC-D8F9-38E3-AD8A-36A9CF0FC8C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A61F50C-A553-ED8F-52EE-F175E94FC0D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5305C15-D8BE-9B9E-0188-12DD81A0919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42860631-670B-0E2B-3629-B49F81EE6DB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5D49E3A-72C0-6A8F-EAE4-765FC07FF66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A097681-A7AD-F8F0-3083-5DF3E2201B2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DEC8086-4CD0-1C33-B12A-2199B2240440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247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5EB1B4-0B1D-9FB9-4A24-BFC78C74F73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下列哪条指令读取的是锁存器（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30A91A-A0E9-2C7B-6655-B7BB997CC91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P1= 0x55;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D2F5D7-18C9-B81C-E17D-CFF2D696ACD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unsigned char  a = P1;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C304E4-8F29-37F3-4717-022740901B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bit a = P1_0;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5EF9CE-04C2-0429-8402-3F4C2091BE0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P1 |= 0x01;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CFFC9EC-5D23-833F-07F7-C607B9957BD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2D71609-723C-ADB3-1022-99C4B22ECF9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DB7F15B-34EB-E808-D607-A01E4DCB0EE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04C7282-C183-06DB-5C5C-3637B6589E9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BD4ED7F-639B-7954-6E6E-A6E6FC8A7AE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AF48949B-5C9C-952C-0FA0-0F91FE7C766D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0805F8B-B114-B6A2-7AD7-30C3F4FEF8B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77C2170-B302-DA94-9B87-60AEF8E3F43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FECAEF49-E7B0-22DB-32BE-FCABA3768C2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FE05A49-AB19-EC0A-B954-78BAF56FFE0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521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61541C-A08D-B459-A4FD-1135A8BA837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800" b="1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口的描述正确的是（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15568D-64D0-707E-0D0D-2BA74373FEF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P0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口外，所有的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口都是准双向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40FE21-8DCA-D840-BDF7-5E262B2F2C6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上电后，所有的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口锁存器默认输出高电平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364BFC-12B9-3101-EA05-5FE6C52E76F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口都必须外接上拉电阻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5F35BA-FB74-0954-5710-3252D1AD21A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所有的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IO</a:t>
            </a:r>
            <a:r>
              <a:rPr lang="zh-CN" alt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口</a:t>
            </a:r>
            <a:r>
              <a:rPr lang="zh-CN" altLang="en-US" sz="28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均可直接输出高低电平</a:t>
            </a:r>
            <a:endParaRPr lang="zh-CN" altLang="en-US" sz="36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F395EB-9165-DF9C-C0A9-3514E0CE14C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71004C0-63C6-7A23-A366-52437A8A404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9BE7440-642B-BDDE-7868-7C400DCB51D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BCC393C-0AE4-E664-78C9-7B6420D9DF9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33F206F-443E-A431-1E4B-0AD92644F74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D4856771-81D7-62EC-5253-F7CAC7DADD2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699C11E0-4367-AEE0-5D25-676E3E53086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9EF74CEC-1EC8-764B-A87B-B1A3103C1BD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2FA2662-2519-3085-A3CD-339CAF50A93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DAAF647-0F67-96EA-2C72-4BF4FABB77D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278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5E8EE0-9CBB-2FC7-7621-A335D250CE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若要点亮共阳极数码管的所有段（不包含小数点），则对应的段端和公共端需要给出的数字信号为（      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A5682B-C3AC-98C6-EB55-CFECA3F8597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92201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0x7f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738F6F-A292-0338-22D4-457D6139998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506501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0x7f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166143-4A5D-07F8-AAD0-7A12DB7746E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20801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0x80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F1D216-A7A5-EC86-3B08-4485569445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35101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0x80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7173A98-9E5A-5729-A0EC-ED489247705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407631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2CA9859-4091-D797-AA08-10D94AF23DE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219319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817521A-D01A-2446-06FC-578D79B2D5E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362319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DF89ACB-3246-E75F-C1DF-307372F1E0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505319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9482D8-AAB5-FDE7-5836-A16AD6EB83E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DEB0B1B-61A0-4CA3-F7DC-FAE2A63D722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2CA5A9D-CC06-7586-8186-170B62A5425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B11B019-09E0-46C3-31F9-233598249274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3D04439D-A41F-9CB1-023F-EC7653AAD0D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5856E67-3B65-DBC0-1EE0-14F5E4376517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62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6892307-BAF2-D101-B5F2-ABFDF52125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08609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口，除了可以作为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IO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口使用外，还可以作为（      ）使用。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AF3E1C-37BF-EDB0-07ED-4DB5E22B695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数据总线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B814A6-B626-C183-5B16-25D8BDE1027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地址总线低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59F07E-07A1-E449-B433-44D0316CFAC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地址总线高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15EF2CA-F63A-4692-D0F3-58D0262CE13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控制总线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F30B91-74B0-87F5-09AD-3C10E65C61A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86F249-28DF-C65E-45AF-BA6F935937A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4E0862-7D24-ED89-C257-63718392240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344B6C-A06B-3DDA-1851-E1E34DA4FE9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0847264-A115-F29C-5323-C0D56009529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68348D77-7F82-3822-219A-D8CAD4C80B5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66B4010B-8119-7AC7-A2CF-CE7A3092E7D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F191C79A-EF1F-13BE-4E92-2CBB2B7D7FD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D322BFF3-CF5E-09FC-691F-08614942F94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5325523-8EA7-2833-0017-109C52B6AC69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902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D509241-DFAE-5CDE-87BE-F71A8F6D398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270500" cy="98653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请根据下面的电路图，编写程序，将自己的</a:t>
            </a: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学号的后四位</a:t>
            </a:r>
            <a:r>
              <a:rPr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Microsoft Yahei" panose="020B0503020204020204" pitchFamily="34" charset="-122"/>
              </a:rPr>
              <a:t>显示在数码管上。</a:t>
            </a:r>
            <a:endParaRPr lang="en-US" altLang="zh-CN" sz="24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Microsoft Yahei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218048C-2423-2FFE-7D24-B7317470FE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664" y="1602740"/>
            <a:ext cx="4769104" cy="3330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EED8E39-AE5F-2110-165A-6D5B0751CE16}"/>
              </a:ext>
            </a:extLst>
          </p:cNvPr>
          <p:cNvSpPr txBox="1"/>
          <p:nvPr/>
        </p:nvSpPr>
        <p:spPr>
          <a:xfrm>
            <a:off x="190500" y="4954602"/>
            <a:ext cx="510743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说明：数码管为共阴极数码管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程序格式参考：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void Display (void)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{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	……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void main (void)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{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while(1)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 	 Display();</a:t>
            </a:r>
          </a:p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}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8CC0DFF-AE98-9C3B-F03B-131FCADCE49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998D38E6-A934-C6C0-FDA8-A2702A9EA38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E10109E8-451F-5653-701E-CB32F85CF65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7F0E5BA9-A824-4502-6B31-DE0C1AD8E158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E0076340-D00D-C337-C087-9B469C62B75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CEECB60-07C9-55FF-0A72-24E77D993838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0255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MultipleChoiceMA"/>
  <p:tag name="RAINPROBLEM" val="MultipleChoiceMA"/>
  <p:tag name="PROBLEMSCORE_HALF" val="0.0"/>
  <p:tag name="PROBLEMSCORE" val="1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459</Words>
  <Application>Microsoft Office PowerPoint</Application>
  <PresentationFormat>全屏显示(16:10)</PresentationFormat>
  <Paragraphs>105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楷体</vt:lpstr>
      <vt:lpstr>Microsoft Yahei</vt:lpstr>
      <vt:lpstr>Arial</vt:lpstr>
      <vt:lpstr>Office 主题​​</vt:lpstr>
      <vt:lpstr>作业4 MCS51单片机IO口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20</cp:revision>
  <dcterms:created xsi:type="dcterms:W3CDTF">2023-03-07T08:43:27Z</dcterms:created>
  <dcterms:modified xsi:type="dcterms:W3CDTF">2023-03-24T12:23:07Z</dcterms:modified>
</cp:coreProperties>
</file>