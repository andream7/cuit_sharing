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7" r:id="rId3"/>
    <p:sldId id="261" r:id="rId4"/>
    <p:sldId id="262" r:id="rId5"/>
    <p:sldId id="264" r:id="rId6"/>
    <p:sldId id="265" r:id="rId7"/>
    <p:sldId id="266" r:id="rId8"/>
    <p:sldId id="267" r:id="rId9"/>
    <p:sldId id="268" r:id="rId10"/>
    <p:sldId id="26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8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7E550-ADE1-4BAF-9F04-F08B3C668F0A}" type="datetimeFigureOut">
              <a:rPr lang="en-US" smtClean="0"/>
              <a:t>3/7/2023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E762B-64D3-468F-9AA7-D8D833C24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006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7E550-ADE1-4BAF-9F04-F08B3C668F0A}" type="datetimeFigureOut">
              <a:rPr lang="en-US" smtClean="0"/>
              <a:t>3/7/2023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E762B-64D3-468F-9AA7-D8D833C24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65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7E550-ADE1-4BAF-9F04-F08B3C668F0A}" type="datetimeFigureOut">
              <a:rPr lang="en-US" smtClean="0"/>
              <a:t>3/7/2023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E762B-64D3-468F-9AA7-D8D833C24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988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7E550-ADE1-4BAF-9F04-F08B3C668F0A}" type="datetimeFigureOut">
              <a:rPr lang="en-US" smtClean="0"/>
              <a:t>3/7/2023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E762B-64D3-468F-9AA7-D8D833C24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986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7E550-ADE1-4BAF-9F04-F08B3C668F0A}" type="datetimeFigureOut">
              <a:rPr lang="en-US" smtClean="0"/>
              <a:t>3/7/2023</a:t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E762B-64D3-468F-9AA7-D8D833C24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700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7E550-ADE1-4BAF-9F04-F08B3C668F0A}" type="datetimeFigureOut">
              <a:rPr lang="en-US" smtClean="0"/>
              <a:t>3/7/2023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E762B-64D3-468F-9AA7-D8D833C24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797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7E550-ADE1-4BAF-9F04-F08B3C668F0A}" type="datetimeFigureOut">
              <a:rPr lang="en-US" smtClean="0"/>
              <a:t>3/7/2023</a:t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E762B-64D3-468F-9AA7-D8D833C24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288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7E550-ADE1-4BAF-9F04-F08B3C668F0A}" type="datetimeFigureOut">
              <a:rPr lang="en-US" smtClean="0"/>
              <a:t>3/7/2023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E762B-64D3-468F-9AA7-D8D833C24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783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7E550-ADE1-4BAF-9F04-F08B3C668F0A}" type="datetimeFigureOut">
              <a:rPr lang="en-US" smtClean="0"/>
              <a:t>3/7/2023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E762B-64D3-468F-9AA7-D8D833C24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381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7E550-ADE1-4BAF-9F04-F08B3C668F0A}" type="datetimeFigureOut">
              <a:rPr lang="en-US" smtClean="0"/>
              <a:t>3/7/2023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E762B-64D3-468F-9AA7-D8D833C24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044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7E550-ADE1-4BAF-9F04-F08B3C668F0A}" type="datetimeFigureOut">
              <a:rPr lang="en-US" smtClean="0"/>
              <a:t>3/7/2023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E762B-64D3-468F-9AA7-D8D833C24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970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27E550-ADE1-4BAF-9F04-F08B3C668F0A}" type="datetimeFigureOut">
              <a:rPr lang="en-US" smtClean="0"/>
              <a:t>3/7/2023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AE762B-64D3-468F-9AA7-D8D833C24F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892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1.tmp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19" Type="http://schemas.openxmlformats.org/officeDocument/2006/relationships/image" Target="../media/image1.tmp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17" Type="http://schemas.openxmlformats.org/officeDocument/2006/relationships/tags" Target="../tags/tag51.xml"/><Relationship Id="rId2" Type="http://schemas.openxmlformats.org/officeDocument/2006/relationships/tags" Target="../tags/tag36.xml"/><Relationship Id="rId16" Type="http://schemas.openxmlformats.org/officeDocument/2006/relationships/tags" Target="../tags/tag50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5" Type="http://schemas.openxmlformats.org/officeDocument/2006/relationships/tags" Target="../tags/tag49.xml"/><Relationship Id="rId10" Type="http://schemas.openxmlformats.org/officeDocument/2006/relationships/tags" Target="../tags/tag44.xml"/><Relationship Id="rId19" Type="http://schemas.openxmlformats.org/officeDocument/2006/relationships/image" Target="../media/image1.tmp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tags" Target="../tags/tag4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59.xml"/><Relationship Id="rId13" Type="http://schemas.openxmlformats.org/officeDocument/2006/relationships/tags" Target="../tags/tag64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54.xml"/><Relationship Id="rId7" Type="http://schemas.openxmlformats.org/officeDocument/2006/relationships/tags" Target="../tags/tag58.xml"/><Relationship Id="rId12" Type="http://schemas.openxmlformats.org/officeDocument/2006/relationships/tags" Target="../tags/tag63.xml"/><Relationship Id="rId17" Type="http://schemas.openxmlformats.org/officeDocument/2006/relationships/tags" Target="../tags/tag68.xml"/><Relationship Id="rId2" Type="http://schemas.openxmlformats.org/officeDocument/2006/relationships/tags" Target="../tags/tag53.xml"/><Relationship Id="rId16" Type="http://schemas.openxmlformats.org/officeDocument/2006/relationships/tags" Target="../tags/tag67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11" Type="http://schemas.openxmlformats.org/officeDocument/2006/relationships/tags" Target="../tags/tag62.xml"/><Relationship Id="rId5" Type="http://schemas.openxmlformats.org/officeDocument/2006/relationships/tags" Target="../tags/tag56.xml"/><Relationship Id="rId15" Type="http://schemas.openxmlformats.org/officeDocument/2006/relationships/tags" Target="../tags/tag66.xml"/><Relationship Id="rId10" Type="http://schemas.openxmlformats.org/officeDocument/2006/relationships/tags" Target="../tags/tag61.xml"/><Relationship Id="rId19" Type="http://schemas.openxmlformats.org/officeDocument/2006/relationships/image" Target="../media/image1.tmp"/><Relationship Id="rId4" Type="http://schemas.openxmlformats.org/officeDocument/2006/relationships/tags" Target="../tags/tag55.xml"/><Relationship Id="rId9" Type="http://schemas.openxmlformats.org/officeDocument/2006/relationships/tags" Target="../tags/tag60.xml"/><Relationship Id="rId14" Type="http://schemas.openxmlformats.org/officeDocument/2006/relationships/tags" Target="../tags/tag6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13" Type="http://schemas.openxmlformats.org/officeDocument/2006/relationships/tags" Target="../tags/tag81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12" Type="http://schemas.openxmlformats.org/officeDocument/2006/relationships/tags" Target="../tags/tag80.xml"/><Relationship Id="rId17" Type="http://schemas.openxmlformats.org/officeDocument/2006/relationships/tags" Target="../tags/tag85.xml"/><Relationship Id="rId2" Type="http://schemas.openxmlformats.org/officeDocument/2006/relationships/tags" Target="../tags/tag70.xml"/><Relationship Id="rId16" Type="http://schemas.openxmlformats.org/officeDocument/2006/relationships/tags" Target="../tags/tag84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tags" Target="../tags/tag79.xml"/><Relationship Id="rId5" Type="http://schemas.openxmlformats.org/officeDocument/2006/relationships/tags" Target="../tags/tag73.xml"/><Relationship Id="rId15" Type="http://schemas.openxmlformats.org/officeDocument/2006/relationships/tags" Target="../tags/tag83.xml"/><Relationship Id="rId10" Type="http://schemas.openxmlformats.org/officeDocument/2006/relationships/tags" Target="../tags/tag78.xml"/><Relationship Id="rId19" Type="http://schemas.openxmlformats.org/officeDocument/2006/relationships/image" Target="../media/image1.tmp"/><Relationship Id="rId4" Type="http://schemas.openxmlformats.org/officeDocument/2006/relationships/tags" Target="../tags/tag72.xml"/><Relationship Id="rId9" Type="http://schemas.openxmlformats.org/officeDocument/2006/relationships/tags" Target="../tags/tag77.xml"/><Relationship Id="rId14" Type="http://schemas.openxmlformats.org/officeDocument/2006/relationships/tags" Target="../tags/tag8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93.xml"/><Relationship Id="rId13" Type="http://schemas.openxmlformats.org/officeDocument/2006/relationships/tags" Target="../tags/tag98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88.xml"/><Relationship Id="rId7" Type="http://schemas.openxmlformats.org/officeDocument/2006/relationships/tags" Target="../tags/tag92.xml"/><Relationship Id="rId12" Type="http://schemas.openxmlformats.org/officeDocument/2006/relationships/tags" Target="../tags/tag97.xml"/><Relationship Id="rId17" Type="http://schemas.openxmlformats.org/officeDocument/2006/relationships/tags" Target="../tags/tag102.xml"/><Relationship Id="rId2" Type="http://schemas.openxmlformats.org/officeDocument/2006/relationships/tags" Target="../tags/tag87.xml"/><Relationship Id="rId16" Type="http://schemas.openxmlformats.org/officeDocument/2006/relationships/tags" Target="../tags/tag101.xml"/><Relationship Id="rId1" Type="http://schemas.openxmlformats.org/officeDocument/2006/relationships/tags" Target="../tags/tag86.xml"/><Relationship Id="rId6" Type="http://schemas.openxmlformats.org/officeDocument/2006/relationships/tags" Target="../tags/tag91.xml"/><Relationship Id="rId11" Type="http://schemas.openxmlformats.org/officeDocument/2006/relationships/tags" Target="../tags/tag96.xml"/><Relationship Id="rId5" Type="http://schemas.openxmlformats.org/officeDocument/2006/relationships/tags" Target="../tags/tag90.xml"/><Relationship Id="rId15" Type="http://schemas.openxmlformats.org/officeDocument/2006/relationships/tags" Target="../tags/tag100.xml"/><Relationship Id="rId10" Type="http://schemas.openxmlformats.org/officeDocument/2006/relationships/tags" Target="../tags/tag95.xml"/><Relationship Id="rId19" Type="http://schemas.openxmlformats.org/officeDocument/2006/relationships/image" Target="../media/image1.tmp"/><Relationship Id="rId4" Type="http://schemas.openxmlformats.org/officeDocument/2006/relationships/tags" Target="../tags/tag89.xml"/><Relationship Id="rId9" Type="http://schemas.openxmlformats.org/officeDocument/2006/relationships/tags" Target="../tags/tag94.xml"/><Relationship Id="rId14" Type="http://schemas.openxmlformats.org/officeDocument/2006/relationships/tags" Target="../tags/tag99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110.xml"/><Relationship Id="rId13" Type="http://schemas.openxmlformats.org/officeDocument/2006/relationships/tags" Target="../tags/tag115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05.xml"/><Relationship Id="rId7" Type="http://schemas.openxmlformats.org/officeDocument/2006/relationships/tags" Target="../tags/tag109.xml"/><Relationship Id="rId12" Type="http://schemas.openxmlformats.org/officeDocument/2006/relationships/tags" Target="../tags/tag114.xml"/><Relationship Id="rId17" Type="http://schemas.openxmlformats.org/officeDocument/2006/relationships/tags" Target="../tags/tag119.xml"/><Relationship Id="rId2" Type="http://schemas.openxmlformats.org/officeDocument/2006/relationships/tags" Target="../tags/tag104.xml"/><Relationship Id="rId16" Type="http://schemas.openxmlformats.org/officeDocument/2006/relationships/tags" Target="../tags/tag118.xml"/><Relationship Id="rId1" Type="http://schemas.openxmlformats.org/officeDocument/2006/relationships/tags" Target="../tags/tag103.xml"/><Relationship Id="rId6" Type="http://schemas.openxmlformats.org/officeDocument/2006/relationships/tags" Target="../tags/tag108.xml"/><Relationship Id="rId11" Type="http://schemas.openxmlformats.org/officeDocument/2006/relationships/tags" Target="../tags/tag113.xml"/><Relationship Id="rId5" Type="http://schemas.openxmlformats.org/officeDocument/2006/relationships/tags" Target="../tags/tag107.xml"/><Relationship Id="rId15" Type="http://schemas.openxmlformats.org/officeDocument/2006/relationships/tags" Target="../tags/tag117.xml"/><Relationship Id="rId10" Type="http://schemas.openxmlformats.org/officeDocument/2006/relationships/tags" Target="../tags/tag112.xml"/><Relationship Id="rId19" Type="http://schemas.openxmlformats.org/officeDocument/2006/relationships/image" Target="../media/image1.tmp"/><Relationship Id="rId4" Type="http://schemas.openxmlformats.org/officeDocument/2006/relationships/tags" Target="../tags/tag106.xml"/><Relationship Id="rId9" Type="http://schemas.openxmlformats.org/officeDocument/2006/relationships/tags" Target="../tags/tag111.xml"/><Relationship Id="rId14" Type="http://schemas.openxmlformats.org/officeDocument/2006/relationships/tags" Target="../tags/tag116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127.xml"/><Relationship Id="rId13" Type="http://schemas.openxmlformats.org/officeDocument/2006/relationships/tags" Target="../tags/tag132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22.xml"/><Relationship Id="rId7" Type="http://schemas.openxmlformats.org/officeDocument/2006/relationships/tags" Target="../tags/tag126.xml"/><Relationship Id="rId12" Type="http://schemas.openxmlformats.org/officeDocument/2006/relationships/tags" Target="../tags/tag131.xml"/><Relationship Id="rId17" Type="http://schemas.openxmlformats.org/officeDocument/2006/relationships/tags" Target="../tags/tag136.xml"/><Relationship Id="rId2" Type="http://schemas.openxmlformats.org/officeDocument/2006/relationships/tags" Target="../tags/tag121.xml"/><Relationship Id="rId16" Type="http://schemas.openxmlformats.org/officeDocument/2006/relationships/tags" Target="../tags/tag135.xml"/><Relationship Id="rId1" Type="http://schemas.openxmlformats.org/officeDocument/2006/relationships/tags" Target="../tags/tag120.xml"/><Relationship Id="rId6" Type="http://schemas.openxmlformats.org/officeDocument/2006/relationships/tags" Target="../tags/tag125.xml"/><Relationship Id="rId11" Type="http://schemas.openxmlformats.org/officeDocument/2006/relationships/tags" Target="../tags/tag130.xml"/><Relationship Id="rId5" Type="http://schemas.openxmlformats.org/officeDocument/2006/relationships/tags" Target="../tags/tag124.xml"/><Relationship Id="rId15" Type="http://schemas.openxmlformats.org/officeDocument/2006/relationships/tags" Target="../tags/tag134.xml"/><Relationship Id="rId10" Type="http://schemas.openxmlformats.org/officeDocument/2006/relationships/tags" Target="../tags/tag129.xml"/><Relationship Id="rId19" Type="http://schemas.openxmlformats.org/officeDocument/2006/relationships/image" Target="../media/image1.tmp"/><Relationship Id="rId4" Type="http://schemas.openxmlformats.org/officeDocument/2006/relationships/tags" Target="../tags/tag123.xml"/><Relationship Id="rId9" Type="http://schemas.openxmlformats.org/officeDocument/2006/relationships/tags" Target="../tags/tag128.xml"/><Relationship Id="rId14" Type="http://schemas.openxmlformats.org/officeDocument/2006/relationships/tags" Target="../tags/tag13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44.xml"/><Relationship Id="rId13" Type="http://schemas.openxmlformats.org/officeDocument/2006/relationships/tags" Target="../tags/tag149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39.xml"/><Relationship Id="rId7" Type="http://schemas.openxmlformats.org/officeDocument/2006/relationships/tags" Target="../tags/tag143.xml"/><Relationship Id="rId12" Type="http://schemas.openxmlformats.org/officeDocument/2006/relationships/tags" Target="../tags/tag148.xml"/><Relationship Id="rId17" Type="http://schemas.openxmlformats.org/officeDocument/2006/relationships/tags" Target="../tags/tag153.xml"/><Relationship Id="rId2" Type="http://schemas.openxmlformats.org/officeDocument/2006/relationships/tags" Target="../tags/tag138.xml"/><Relationship Id="rId16" Type="http://schemas.openxmlformats.org/officeDocument/2006/relationships/tags" Target="../tags/tag152.xml"/><Relationship Id="rId1" Type="http://schemas.openxmlformats.org/officeDocument/2006/relationships/tags" Target="../tags/tag137.xml"/><Relationship Id="rId6" Type="http://schemas.openxmlformats.org/officeDocument/2006/relationships/tags" Target="../tags/tag142.xml"/><Relationship Id="rId11" Type="http://schemas.openxmlformats.org/officeDocument/2006/relationships/tags" Target="../tags/tag147.xml"/><Relationship Id="rId5" Type="http://schemas.openxmlformats.org/officeDocument/2006/relationships/tags" Target="../tags/tag141.xml"/><Relationship Id="rId15" Type="http://schemas.openxmlformats.org/officeDocument/2006/relationships/tags" Target="../tags/tag151.xml"/><Relationship Id="rId10" Type="http://schemas.openxmlformats.org/officeDocument/2006/relationships/tags" Target="../tags/tag146.xml"/><Relationship Id="rId19" Type="http://schemas.openxmlformats.org/officeDocument/2006/relationships/image" Target="../media/image1.tmp"/><Relationship Id="rId4" Type="http://schemas.openxmlformats.org/officeDocument/2006/relationships/tags" Target="../tags/tag140.xml"/><Relationship Id="rId9" Type="http://schemas.openxmlformats.org/officeDocument/2006/relationships/tags" Target="../tags/tag145.xml"/><Relationship Id="rId14" Type="http://schemas.openxmlformats.org/officeDocument/2006/relationships/tags" Target="../tags/tag15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161.xml"/><Relationship Id="rId13" Type="http://schemas.openxmlformats.org/officeDocument/2006/relationships/tags" Target="../tags/tag166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56.xml"/><Relationship Id="rId7" Type="http://schemas.openxmlformats.org/officeDocument/2006/relationships/tags" Target="../tags/tag160.xml"/><Relationship Id="rId12" Type="http://schemas.openxmlformats.org/officeDocument/2006/relationships/tags" Target="../tags/tag165.xml"/><Relationship Id="rId17" Type="http://schemas.openxmlformats.org/officeDocument/2006/relationships/tags" Target="../tags/tag170.xml"/><Relationship Id="rId2" Type="http://schemas.openxmlformats.org/officeDocument/2006/relationships/tags" Target="../tags/tag155.xml"/><Relationship Id="rId16" Type="http://schemas.openxmlformats.org/officeDocument/2006/relationships/tags" Target="../tags/tag169.xml"/><Relationship Id="rId1" Type="http://schemas.openxmlformats.org/officeDocument/2006/relationships/tags" Target="../tags/tag154.xml"/><Relationship Id="rId6" Type="http://schemas.openxmlformats.org/officeDocument/2006/relationships/tags" Target="../tags/tag159.xml"/><Relationship Id="rId11" Type="http://schemas.openxmlformats.org/officeDocument/2006/relationships/tags" Target="../tags/tag164.xml"/><Relationship Id="rId5" Type="http://schemas.openxmlformats.org/officeDocument/2006/relationships/tags" Target="../tags/tag158.xml"/><Relationship Id="rId15" Type="http://schemas.openxmlformats.org/officeDocument/2006/relationships/tags" Target="../tags/tag168.xml"/><Relationship Id="rId10" Type="http://schemas.openxmlformats.org/officeDocument/2006/relationships/tags" Target="../tags/tag163.xml"/><Relationship Id="rId19" Type="http://schemas.openxmlformats.org/officeDocument/2006/relationships/image" Target="../media/image1.tmp"/><Relationship Id="rId4" Type="http://schemas.openxmlformats.org/officeDocument/2006/relationships/tags" Target="../tags/tag157.xml"/><Relationship Id="rId9" Type="http://schemas.openxmlformats.org/officeDocument/2006/relationships/tags" Target="../tags/tag162.xml"/><Relationship Id="rId14" Type="http://schemas.openxmlformats.org/officeDocument/2006/relationships/tags" Target="../tags/tag1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959318" y="821220"/>
            <a:ext cx="9753600" cy="1318928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MCS51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单片机外接晶振频率为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24MHz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时，要将单片机复位则需要在单片机的复位管脚上加（      ）。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2392680" y="2527792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至少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2us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的高电平信号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2392680" y="3392980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至少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1us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的高电平信号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2392680" y="4250230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至少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2us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的低电平信号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2392680" y="5107480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至少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1us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的低电平信号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25905" y="2600023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25905" y="3457273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25905" y="4314523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</a:p>
        </p:txBody>
      </p:sp>
      <p:sp>
        <p:nvSpPr>
          <p:cNvPr id="13" name="椭圆 1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25905" y="5171773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5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08493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199" y="635000"/>
            <a:ext cx="10157861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MCS51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单片机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EA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管脚接高电平，则上电复位后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PC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指针指向（      ）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片内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ROM  0x0000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地址单元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片外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ROM  0x0000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地址单元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片内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RAM  0x0000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地址单元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片外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RAM  0x0000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地址单元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78150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946351"/>
            <a:ext cx="9753600" cy="1270802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MCS51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单片机中可以位寻址的空间是（      ）。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392680" y="2528504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片内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RAM  0x20—0x2F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地址单元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392680" y="3385754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片内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RAM  0x10—0x1F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地址单元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392680" y="4243004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片内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RAM  0x80—0xFF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地址单元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392679" y="5100254"/>
            <a:ext cx="9166047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片内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RAM  0x80—0xFF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地址单元中地址可以被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8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整除的地址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矩形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25905" y="2592797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</a:p>
        </p:txBody>
      </p:sp>
      <p:sp>
        <p:nvSpPr>
          <p:cNvPr id="9" name="矩形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25905" y="3450047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25905" y="4307297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25905" y="5164547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9216190" y="6102922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  <a:endParaRPr 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57635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651309" y="946351"/>
            <a:ext cx="9753600" cy="1270802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MCS51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单片机片内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RAM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中可以使用间接寻址的空间有（      ）。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392680" y="2528504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片内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RAM  0x10—0x1F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地址单元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392680" y="3385754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片内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RAM  0x20—0x2F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地址单元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392680" y="4243004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片内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RAM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中高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128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字节的普通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RAM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区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392679" y="5100254"/>
            <a:ext cx="8880909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片内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RAM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中的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SFR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区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矩形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25905" y="2592797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</a:p>
        </p:txBody>
      </p:sp>
      <p:sp>
        <p:nvSpPr>
          <p:cNvPr id="9" name="矩形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25905" y="3450047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25905" y="4307297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25905" y="5164547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9216190" y="6102922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  <a:endParaRPr 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40492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199" y="635000"/>
            <a:ext cx="10157861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MCS51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单片机中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R5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的物理地址为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0x15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时，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PSW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寄存器中对应的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RS1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RS0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两位的值是（      ）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RS0 = 1, RS1 = 0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RS0 = 0, RS1 = 1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RS0 = 0, RS1 = 0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RS0 = 1, RS1 = 1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41541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651309" y="946351"/>
            <a:ext cx="9753600" cy="1270802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MCS51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单片机程序代码可以放在以下哪些空间中（      ）。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392680" y="2528504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片内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RAM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392680" y="3385754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片外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RAM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392680" y="4243004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片内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ROM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392679" y="5100254"/>
            <a:ext cx="8880909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片外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ROM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矩形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25905" y="2592797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</a:p>
        </p:txBody>
      </p:sp>
      <p:sp>
        <p:nvSpPr>
          <p:cNvPr id="9" name="矩形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25905" y="3450047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25905" y="4307297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25905" y="5164547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9216190" y="6102922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  <a:endParaRPr 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7086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651309" y="946351"/>
            <a:ext cx="9753600" cy="1270802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下面关于堆栈的描述不正确的有哪些（      ）。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392679" y="2528504"/>
            <a:ext cx="8801501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堆栈区可以设置在片内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RAM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中，也可以设置在片外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RAM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中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392680" y="3385754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堆栈使用规则为“先入后出，后入先出“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392680" y="4243004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压栈时，先将数据压入堆栈区，再将堆栈指针加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392679" y="5100254"/>
            <a:ext cx="8880909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MCS51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单片机的堆栈指针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SP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上电复位以后的值默认为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矩形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25905" y="2592797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</a:p>
        </p:txBody>
      </p:sp>
      <p:sp>
        <p:nvSpPr>
          <p:cNvPr id="9" name="矩形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25905" y="3450047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25905" y="4307297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25905" y="5164547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9216190" y="6102922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  <a:endParaRPr 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03447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199" y="635000"/>
            <a:ext cx="10157861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MCS51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单片机中程序代码中出现的特殊功能寄存器的名字相当于（      ）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一个寄存器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一个直接地址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一个间接地址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一个程序存储空间地址</a:t>
            </a:r>
            <a:endParaRPr 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25618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158C262-F657-E78A-D4C4-2C793262D64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已知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PSW=0x08</a:t>
            </a:r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，则当前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R5</a:t>
            </a:r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的物理地址为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      ）。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2480847-DE64-1398-A067-BB15082F8C5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0x05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3C90487-53A6-2632-F5E0-4F46D4044396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0x15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E028C94-868D-C7FB-01AF-AF534292075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0x0D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BE114E0-3623-7E36-55A7-06A5A6BFED79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0x1D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C4188032-2EDC-8108-0BE3-5FE8CCE37D61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FCBCD2DB-F3AA-872D-6DA5-B67FEBDB4ED7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7CD57F74-6F68-58AF-43EE-08B03E99B682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6C7B5C79-7E9E-1197-C922-DA108DE4571B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CEE2CA0-A589-BDDB-523D-C0D14B79137E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7ACB25B4-A605-004E-5AC0-7A00630DCA74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7E1FE32C-D536-DC13-58B9-78FFD5B03933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144AEB26-B726-2427-BDBB-05199973AF74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EC32E4E5-34E7-C820-8AFD-70252ECBB480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E7C7663E-CA80-6614-DA25-B7C82A322C6C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28913EA9-7B11-F12B-529F-58683483D089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96450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E8904A2-6EF7-A05A-9868-DC329DC3EE9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MCS51</a:t>
            </a:r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单片机堆栈指针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SP</a:t>
            </a:r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在上电复位后的默认值是（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</a:t>
            </a:r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5C5D90F-55B4-4749-70C1-FC6CD8B776D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0x00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65E0D6A-FAB8-0837-B3B6-A19BCB917E81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0x07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3418AED-4704-29EB-02A1-6380F259D09D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0x20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D60FB8B-BE35-BE82-E553-D35E534E2EC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0xFF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37A38B4D-0E82-F710-E471-E92B5D41255E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1DA6742C-0066-D480-672A-579D3B4419B5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7329B6D-B683-E022-F400-529C40B205AD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36BB520A-A6F2-52A6-9A62-CB3D98F7046C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631D4171-9B07-1255-FDEC-1240B20BB8BF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1A198A60-6FAA-6FA2-4DF2-D83DA545B001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2A03788D-463A-2D86-9B99-C09AF44EA41E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4CFBC704-08BE-0289-28F7-810E36DC1DEF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AC7425E2-C177-A854-F8F9-E1F7AFA34572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02B9DB14-2EDA-1D5A-14C6-2E1300F73694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7A43FC96-93EA-EE1C-B056-AFCEF42A6D03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9724759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_HALF" val="0.0"/>
  <p:tag name="PROBLEMSCORE" val="2.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_HALF" val="0.0"/>
  <p:tag name="PROBLEMSCORE" val="2.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_HALF" val="0.0"/>
  <p:tag name="PROBLEMSCORE" val="2.0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_HALF" val="0.0"/>
  <p:tag name="PROBLEMSCORE" val="2.0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500</Words>
  <Application>Microsoft Office PowerPoint</Application>
  <PresentationFormat>宽屏</PresentationFormat>
  <Paragraphs>120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Microsoft Yahei</vt:lpstr>
      <vt:lpstr>Arial</vt:lpstr>
      <vt:lpstr>Calibri</vt:lpstr>
      <vt:lpstr>Calibri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CUIT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赵 建</dc:creator>
  <cp:lastModifiedBy>Zhaojian</cp:lastModifiedBy>
  <cp:revision>33</cp:revision>
  <dcterms:created xsi:type="dcterms:W3CDTF">2020-09-16T11:27:56Z</dcterms:created>
  <dcterms:modified xsi:type="dcterms:W3CDTF">2023-03-07T06:40:55Z</dcterms:modified>
</cp:coreProperties>
</file>