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A479C-8B55-6FC0-2280-B0480B149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7814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7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5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1.tmp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image" Target="../media/image1.tmp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image" Target="../media/image1.tmp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8441-BCCC-3D3D-35A7-DB783BA8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5 </a:t>
            </a:r>
            <a:r>
              <a:rPr lang="zh-CN" altLang="en-US" dirty="0"/>
              <a:t>中断系统相关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EB907D-B42B-51E9-7CD8-ECF39E9738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16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097D1-07B5-1803-5274-D94E839A1382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1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1143000"/>
            <a:ext cx="5173980" cy="14986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MCS51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中断系统中，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响应中断时，哪个条件不是必须的（ 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只有一个中断源申请中断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对应中断源的使能位已经置位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没有同级或高级中断在执行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当前指令执行完毕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073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1A5F9B7-31CF-51E5-19D9-DEB16F75C9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17220"/>
            <a:ext cx="5207000" cy="18699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IP=0x05,IPH=0x0E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时，当前优先级最高的中断源是（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）。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8F2CE4-55C8-2257-F6DE-A2CEB030992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239262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963512-DF11-3879-8A72-6880E4BC3AC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382262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INT1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8542E5-3D98-0DC7-77D6-AC2D1E3C477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525262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828A5D-07E7-274E-0B74-8E0EC7DEA5F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6668262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AF95F5D-AC08-E545-F957-21BB847EB44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393567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DC3688C-F597-294D-3C4C-1C1BF072526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4536567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A447CF6-6443-23DD-F2F4-0C8B1E57AFD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5679567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845C36D-41E4-A8EB-E33E-B9B75DCBB82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6822567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CC3D20C-E137-C92B-2BE3-E56EDA60D874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622D9B6-2DB8-EB3E-D5D1-82603137696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BCB9225-E80B-C334-2DBF-99ECB312EE2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D49E1F9-A75A-8985-1891-F8601CCDA4A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206764CA-E12F-09C2-5328-BF87D592AB1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19F43DB-6578-84A9-36B9-1DFDE8AC86B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482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3E24AE0-F65A-3158-9789-6586ECA46A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9496" y="1032383"/>
            <a:ext cx="4572000" cy="11206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以下说法正确的是（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EB1D38-6D45-2C55-6824-783808CFABF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259308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只要发生了中断，中断服务程序就要进行现场保护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04FFE6-FDF0-6953-9227-4E5371717BF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373608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只要发生了中断，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就一定会响应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55703A-ABBA-B5FE-A395-2ED6D2D7DE1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487908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中断服务程序必须保护现场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93FC1E-AC83-62D3-DA83-581B7F8BAC8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602208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保护现场操作必须用堆栈实现</a:t>
            </a:r>
            <a:endParaRPr lang="zh-CN" altLang="en-US" sz="3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98444D-00D1-AE72-3778-5222B42FA00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2747391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7093C85-B9D5-96D4-4AC5-1ECA7A13C9B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3890391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5503B2-D87F-06B4-F65D-8E4DE4AC0CE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5033391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98F448A-2DC5-7672-B821-8C79F704684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6176391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E7D345A-7214-D107-17A8-EA70E6631BE4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BACBEF40-9390-7694-896A-73590078B9B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E80B274F-CAD5-7FFA-0E96-A4D177BC7B7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5887E09F-5AF5-6546-E2AD-EF6E54F10E55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C33DD613-CEEC-EA2B-7D25-0CCBF58D42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BDB38A1-6555-A9E9-42DF-FB2E6E300F69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751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0550A5B-46E8-D2FF-B9BA-9086684DF6A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996378"/>
            <a:ext cx="4572000" cy="17790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必须手动清除的中断标志位是（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BC0F0D-ECF5-A0F4-52F2-D835F585A98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IE0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DF05CC-0F75-A16E-1EE5-26CAF7552D7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TF0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387ED5-F6D1-0FC4-78B9-FDA701B4CC3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37DA92-CDCB-17F8-9CC4-1459D910177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TF1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0BD104D-33EE-4A88-F007-5964D6B5252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3622DAE-3CA2-12EA-7FC5-739138EDBC7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94C156B-B004-E8F4-93AD-70F3E97317B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5518FB9-74DD-0552-F09C-697E6EDB225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F9C5A8B-A029-8202-5F7C-4F0665D84873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D7D3694B-5973-111C-3106-4B4C71EAC60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8215C89-43AA-AD42-19DF-5A10979F387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036984E8-3DFC-FA75-9DBD-EBE3EEA734F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980A1DDF-D0E8-A176-DA46-40311F16A03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7E0E79C-1A20-5203-2D59-95DD1ACC3DD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764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3C5F42-FC35-6C42-AB74-0591659F807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52705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AT89C52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单片机中，如果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IPH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的值为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0x10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，当串行通信中断和外部中断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的中断请求同时到来时，系统（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333D45-FF9D-773D-ADE8-9103C264ED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先响应串行通信中断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921499-3956-76E8-DBF8-5089F3A5E0B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先响应外部中断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0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5F0346-8585-95A1-4A04-8C0F7F44DB7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还需要根据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IP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的值判断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52A029-3D0E-D578-ACA8-74C2FCB8B62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随机响应其中一个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72E1891-DD95-920A-E7F5-466AD4B9CA5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CF5AAC4-A40C-908E-47BC-8AAB174B9E5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51A75E-A0C9-B7B3-9491-4B73B4F12C7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9DBB488-AEE5-9257-FD9D-51E3D2E563E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D0F3584-4334-08F7-477F-AF69BDB1FF57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C5A795A-4557-69CF-3BFD-ADBEF513593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7D4A5DEC-1352-85FE-206A-725A47BE94A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67BE8A7-EE1E-5AF2-BB8C-6162CDCFB51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31489515-1211-E155-B63F-D2E59910C19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2C2A8FC-700B-67C4-FD49-0B8F8A10705D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92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20E357-C07C-79CF-E591-E53B4156C7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800" b="1" kern="1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MCS51</a:t>
            </a:r>
            <a:r>
              <a:rPr lang="zh-CN" altLang="en-US" dirty="0">
                <a:sym typeface="Microsoft Yahei" panose="020B0503020204020204" pitchFamily="34" charset="-122"/>
              </a:rPr>
              <a:t>单片机中，如果特殊功能寄存器</a:t>
            </a:r>
            <a:r>
              <a:rPr lang="en-US" altLang="zh-CN" dirty="0">
                <a:sym typeface="Microsoft Yahei" panose="020B0503020204020204" pitchFamily="34" charset="-122"/>
              </a:rPr>
              <a:t>TCON</a:t>
            </a:r>
            <a:r>
              <a:rPr lang="zh-CN" altLang="en-US" dirty="0">
                <a:sym typeface="Microsoft Yahei" panose="020B0503020204020204" pitchFamily="34" charset="-122"/>
              </a:rPr>
              <a:t>的值为</a:t>
            </a:r>
            <a:r>
              <a:rPr lang="en-US" altLang="zh-CN" dirty="0">
                <a:sym typeface="Microsoft Yahei" panose="020B0503020204020204" pitchFamily="34" charset="-122"/>
              </a:rPr>
              <a:t>0x04</a:t>
            </a:r>
            <a:r>
              <a:rPr lang="zh-CN" altLang="en-US" dirty="0">
                <a:sym typeface="Microsoft Yahei" panose="020B0503020204020204" pitchFamily="34" charset="-122"/>
              </a:rPr>
              <a:t>，则下面说法正确的是（      ）。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8F67A3-951E-59B7-76AA-6B32642587F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此时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INT0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的管脚上收到一个下降沿可以触发外部中断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0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3D15AD-392E-BF2D-4D71-25488D76446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ym typeface="Microsoft Yahei" panose="020B0503020204020204" pitchFamily="34" charset="-122"/>
              </a:rPr>
              <a:t>此时</a:t>
            </a:r>
            <a:r>
              <a:rPr lang="en-US" altLang="zh-CN" dirty="0">
                <a:sym typeface="Microsoft Yahei" panose="020B0503020204020204" pitchFamily="34" charset="-122"/>
              </a:rPr>
              <a:t>INT0</a:t>
            </a:r>
            <a:r>
              <a:rPr lang="zh-CN" altLang="en-US" dirty="0">
                <a:sym typeface="Microsoft Yahei" panose="020B0503020204020204" pitchFamily="34" charset="-122"/>
              </a:rPr>
              <a:t>管脚上收到一个边沿跳变会触发外部中断</a:t>
            </a:r>
            <a:r>
              <a:rPr lang="en-US" altLang="zh-CN" dirty="0">
                <a:sym typeface="Microsoft Yahei" panose="020B0503020204020204" pitchFamily="34" charset="-122"/>
              </a:rPr>
              <a:t>0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7F7A40-5111-503A-D71B-7B4DF9B809F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此时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INT1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的管脚上收到一个下降沿可以触发外部中断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1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374196-DF97-6631-1A26-568F389F22A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ym typeface="Microsoft Yahei" panose="020B0503020204020204" pitchFamily="34" charset="-122"/>
              </a:rPr>
              <a:t>此时</a:t>
            </a:r>
            <a:r>
              <a:rPr lang="en-US" altLang="zh-CN" dirty="0">
                <a:sym typeface="Microsoft Yahei" panose="020B0503020204020204" pitchFamily="34" charset="-122"/>
              </a:rPr>
              <a:t>INT1</a:t>
            </a:r>
            <a:r>
              <a:rPr lang="zh-CN" altLang="en-US" dirty="0">
                <a:sym typeface="Microsoft Yahei" panose="020B0503020204020204" pitchFamily="34" charset="-122"/>
              </a:rPr>
              <a:t>管脚上收到一个边沿跳变会触发外部中断</a:t>
            </a:r>
            <a:r>
              <a:rPr lang="en-US" altLang="zh-CN" dirty="0">
                <a:sym typeface="Microsoft Yahei" panose="020B0503020204020204" pitchFamily="34" charset="-122"/>
              </a:rPr>
              <a:t>1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CCA815C-1F4F-AEB1-0B02-5379F7A5444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44D4AAD-D243-23B0-8BA8-C235F9176DD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F7A5531-2693-AD0A-5600-EA4A06670B9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3D852-DD3B-EE37-E450-1840EE8B2F9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E05423B-07BD-93EA-EAAF-8DB7D4C76E3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2E6F835-7659-E8F9-EBA7-A62BBB24AC4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5A0A3CC6-9E17-111B-29E4-3DF7ABFCE53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8D3ABE4-CD54-83F9-6E2B-2A2349C8D04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7A300614-D95A-7C33-B551-96D9BE09677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FFEA176-0819-B320-3F04-539784255C87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5539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3C5F42-FC35-6C42-AB74-0591659F807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5156" y="635000"/>
            <a:ext cx="5524500" cy="44246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函数定义如下，该中断服务程序可以作为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中断源的中断服务程序被调用。</a:t>
            </a:r>
            <a:endParaRPr lang="en-US" altLang="zh-CN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  <a:p>
            <a:r>
              <a:rPr lang="en-US" altLang="zh-CN" sz="2800" kern="100" dirty="0"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v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oid E0_INT (void) interrupt 2</a:t>
            </a:r>
          </a:p>
          <a:p>
            <a:r>
              <a:rPr lang="en-US" altLang="zh-CN" sz="28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{</a:t>
            </a:r>
          </a:p>
          <a:p>
            <a:r>
              <a:rPr lang="en-US" altLang="zh-CN" sz="28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	P2 = 0xfe;</a:t>
            </a:r>
          </a:p>
          <a:p>
            <a:r>
              <a:rPr lang="en-US" altLang="zh-CN" sz="28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}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333D45-FF9D-773D-ADE8-9103C264ED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57679" y="5540375"/>
            <a:ext cx="11490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INT0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921499-3956-76E8-DBF8-5089F3A5E0B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866769" y="5540375"/>
            <a:ext cx="1016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INT1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5F0346-8585-95A1-4A04-8C0F7F44DB7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257679" y="6724015"/>
            <a:ext cx="880872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T0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52A029-3D0E-D578-ACA8-74C2FCB8B62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860673" y="6724015"/>
            <a:ext cx="1016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T1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72E1891-DD95-920A-E7F5-466AD4B9CA5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54175" y="5694680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CF5AAC4-A40C-908E-47BC-8AAB174B9E5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263265" y="569468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51A75E-A0C9-B7B3-9491-4B73B4F12C7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54175" y="68783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9DBB488-AEE5-9257-FD9D-51E3D2E563E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257169" y="68783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D0F3584-4334-08F7-477F-AF69BDB1FF57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C5A795A-4557-69CF-3BFD-ADBEF513593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7D4A5DEC-1352-85FE-206A-725A47BE94A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67BE8A7-EE1E-5AF2-BB8C-6162CDCFB51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31489515-1211-E155-B63F-D2E59910C19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2C2A8FC-700B-67C4-FD49-0B8F8A10705D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7090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20E357-C07C-79CF-E591-E53B4156C7C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800" b="1" kern="1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en-US" altLang="zh-CN" dirty="0">
                <a:sym typeface="Microsoft Yahei" panose="020B0503020204020204" pitchFamily="34" charset="-122"/>
              </a:rPr>
              <a:t>MCS51</a:t>
            </a:r>
            <a:r>
              <a:rPr lang="zh-CN" altLang="en-US" dirty="0">
                <a:sym typeface="Microsoft Yahei" panose="020B0503020204020204" pitchFamily="34" charset="-122"/>
              </a:rPr>
              <a:t>单片机中，中断自然优先级在以下哪种情况下会生效。（      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8F67A3-951E-59B7-76AA-6B32642587F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当多个中断源同时向系统请求中断时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3D15AD-392E-BF2D-4D71-25488D76446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ym typeface="Microsoft Yahei" panose="020B0503020204020204" pitchFamily="34" charset="-122"/>
              </a:rPr>
              <a:t>当多个同级中断源向系统请求中断时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7F7A40-5111-503A-D71B-7B4DF9B809F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当新的同级中断源向系统请求中断时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374196-DF97-6631-1A26-568F389F22A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>
                <a:sym typeface="Microsoft Yahei" panose="020B0503020204020204" pitchFamily="34" charset="-122"/>
              </a:rPr>
              <a:t>当多个同级中断源同时向系统请求中断时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CCA815C-1F4F-AEB1-0B02-5379F7A5444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44D4AAD-D243-23B0-8BA8-C235F9176DD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F7A5531-2693-AD0A-5600-EA4A06670B9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3D852-DD3B-EE37-E450-1840EE8B2F9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E05423B-07BD-93EA-EAAF-8DB7D4C76E3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2E6F835-7659-E8F9-EBA7-A62BBB24AC4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5A0A3CC6-9E17-111B-29E4-3DF7ABFCE53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8D3ABE4-CD54-83F9-6E2B-2A2349C8D04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7A300614-D95A-7C33-B551-96D9BE09677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FFEA176-0819-B320-3F04-539784255C87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0386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458</Words>
  <Application>Microsoft Office PowerPoint</Application>
  <PresentationFormat>全屏显示(16:10)</PresentationFormat>
  <Paragraphs>95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楷体</vt:lpstr>
      <vt:lpstr>Microsoft Yahei</vt:lpstr>
      <vt:lpstr>Arial</vt:lpstr>
      <vt:lpstr>Office 主题​​</vt:lpstr>
      <vt:lpstr>作业5 中断系统相关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作业2 MCS51单片机内存单元作业</dc:title>
  <dc:creator>Zhaojian</dc:creator>
  <cp:lastModifiedBy>Zhaojian</cp:lastModifiedBy>
  <cp:revision>27</cp:revision>
  <dcterms:created xsi:type="dcterms:W3CDTF">2023-03-07T08:43:27Z</dcterms:created>
  <dcterms:modified xsi:type="dcterms:W3CDTF">2023-04-03T03:05:39Z</dcterms:modified>
</cp:coreProperties>
</file>