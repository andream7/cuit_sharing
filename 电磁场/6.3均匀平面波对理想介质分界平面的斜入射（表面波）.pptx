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3" r:id="rId2"/>
  </p:sldMasterIdLst>
  <p:notesMasterIdLst>
    <p:notesMasterId r:id="rId33"/>
  </p:notesMasterIdLst>
  <p:handoutMasterIdLst>
    <p:handoutMasterId r:id="rId34"/>
  </p:handoutMasterIdLst>
  <p:sldIdLst>
    <p:sldId id="647" r:id="rId3"/>
    <p:sldId id="648" r:id="rId4"/>
    <p:sldId id="692" r:id="rId5"/>
    <p:sldId id="649" r:id="rId6"/>
    <p:sldId id="650" r:id="rId7"/>
    <p:sldId id="699" r:id="rId8"/>
    <p:sldId id="651" r:id="rId9"/>
    <p:sldId id="653" r:id="rId10"/>
    <p:sldId id="654" r:id="rId11"/>
    <p:sldId id="655" r:id="rId12"/>
    <p:sldId id="656" r:id="rId13"/>
    <p:sldId id="657" r:id="rId14"/>
    <p:sldId id="658" r:id="rId15"/>
    <p:sldId id="659" r:id="rId16"/>
    <p:sldId id="660" r:id="rId17"/>
    <p:sldId id="661" r:id="rId18"/>
    <p:sldId id="663" r:id="rId19"/>
    <p:sldId id="665" r:id="rId20"/>
    <p:sldId id="662" r:id="rId21"/>
    <p:sldId id="666" r:id="rId22"/>
    <p:sldId id="694" r:id="rId23"/>
    <p:sldId id="693" r:id="rId24"/>
    <p:sldId id="668" r:id="rId25"/>
    <p:sldId id="669" r:id="rId26"/>
    <p:sldId id="695" r:id="rId27"/>
    <p:sldId id="670" r:id="rId28"/>
    <p:sldId id="671" r:id="rId29"/>
    <p:sldId id="672" r:id="rId30"/>
    <p:sldId id="674" r:id="rId31"/>
    <p:sldId id="675" r:id="rId32"/>
  </p:sldIdLst>
  <p:sldSz cx="9144000" cy="6858000" type="screen4x3"/>
  <p:notesSz cx="6858000" cy="9144000"/>
  <p:custDataLst>
    <p:tags r:id="rId35"/>
  </p:custDataLst>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0000"/>
    <a:srgbClr val="FF66FF"/>
    <a:srgbClr val="E781E0"/>
    <a:srgbClr val="94E3E3"/>
    <a:srgbClr val="FF7C80"/>
    <a:srgbClr val="19B2FF"/>
    <a:srgbClr val="FFBDDE"/>
    <a:srgbClr val="FFFF71"/>
    <a:srgbClr val="FFFF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1480" autoAdjust="0"/>
  </p:normalViewPr>
  <p:slideViewPr>
    <p:cSldViewPr>
      <p:cViewPr varScale="1">
        <p:scale>
          <a:sx n="80" d="100"/>
          <a:sy n="80" d="100"/>
        </p:scale>
        <p:origin x="864" y="60"/>
      </p:cViewPr>
      <p:guideLst>
        <p:guide orient="horz" pos="2159"/>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gs" Target="tags/tag1.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41F977F4-FE71-F91C-A077-BE0414027764}"/>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spcBef>
                <a:spcPct val="0"/>
              </a:spcBef>
              <a:defRPr sz="1200">
                <a:latin typeface="Arial" panose="020B0604020202020204" pitchFamily="34" charset="0"/>
                <a:ea typeface="宋体" panose="02010600030101010101" pitchFamily="2" charset="-122"/>
                <a:cs typeface="+mn-cs"/>
              </a:defRPr>
            </a:lvl1pPr>
          </a:lstStyle>
          <a:p>
            <a:pPr>
              <a:defRPr/>
            </a:pPr>
            <a:r>
              <a:rPr lang="en-US" altLang="zh-CN"/>
              <a:t>第一课</a:t>
            </a:r>
          </a:p>
        </p:txBody>
      </p:sp>
      <p:sp>
        <p:nvSpPr>
          <p:cNvPr id="153603" name="Rectangle 3">
            <a:extLst>
              <a:ext uri="{FF2B5EF4-FFF2-40B4-BE49-F238E27FC236}">
                <a16:creationId xmlns:a16="http://schemas.microsoft.com/office/drawing/2014/main" id="{A8429BD8-A499-1A4F-5CE8-37EB14DE5B03}"/>
              </a:ext>
            </a:extLst>
          </p:cNvPr>
          <p:cNvSpPr>
            <a:spLocks noGrp="1" noChangeArrowheads="1"/>
          </p:cNvSpPr>
          <p:nvPr>
            <p:ph type="dt" sz="quarter"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spcBef>
                <a:spcPct val="0"/>
              </a:spcBef>
              <a:defRPr sz="1200">
                <a:latin typeface="Arial" panose="020B0604020202020204" pitchFamily="34" charset="0"/>
                <a:ea typeface="宋体" panose="02010600030101010101" pitchFamily="2" charset="-122"/>
                <a:cs typeface="+mn-cs"/>
              </a:defRPr>
            </a:lvl1pPr>
          </a:lstStyle>
          <a:p>
            <a:pPr>
              <a:defRPr/>
            </a:pPr>
            <a:fld id="{44DCAF91-FB63-42BC-82E1-FF89F622C01C}" type="datetime1">
              <a:rPr lang="zh-CN" altLang="en-US"/>
              <a:pPr>
                <a:defRPr/>
              </a:pPr>
              <a:t>2025/12/26</a:t>
            </a:fld>
            <a:endParaRPr lang="en-US" altLang="zh-CN"/>
          </a:p>
        </p:txBody>
      </p:sp>
      <p:sp>
        <p:nvSpPr>
          <p:cNvPr id="153604" name="Rectangle 4">
            <a:extLst>
              <a:ext uri="{FF2B5EF4-FFF2-40B4-BE49-F238E27FC236}">
                <a16:creationId xmlns:a16="http://schemas.microsoft.com/office/drawing/2014/main" id="{0A2F1299-6ACC-BE25-00D1-B1F351176346}"/>
              </a:ext>
            </a:extLst>
          </p:cNvPr>
          <p:cNvSpPr>
            <a:spLocks noGrp="1" noChangeArrowheads="1"/>
          </p:cNvSpPr>
          <p:nvPr>
            <p:ph type="ftr" sz="quarter" idx="2"/>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spcBef>
                <a:spcPct val="0"/>
              </a:spcBef>
              <a:defRPr sz="1200">
                <a:latin typeface="Arial" panose="020B0604020202020204" pitchFamily="34" charset="0"/>
                <a:ea typeface="宋体" panose="02010600030101010101" pitchFamily="2" charset="-122"/>
                <a:cs typeface="+mn-cs"/>
              </a:defRPr>
            </a:lvl1pPr>
          </a:lstStyle>
          <a:p>
            <a:pPr>
              <a:defRPr/>
            </a:pPr>
            <a:r>
              <a:rPr lang="en-US" altLang="zh-CN"/>
              <a:t>第一课</a:t>
            </a:r>
          </a:p>
        </p:txBody>
      </p:sp>
      <p:sp>
        <p:nvSpPr>
          <p:cNvPr id="153605" name="Rectangle 5">
            <a:extLst>
              <a:ext uri="{FF2B5EF4-FFF2-40B4-BE49-F238E27FC236}">
                <a16:creationId xmlns:a16="http://schemas.microsoft.com/office/drawing/2014/main" id="{59909306-75AB-3717-2FA3-8FD262326B4A}"/>
              </a:ext>
            </a:extLst>
          </p:cNvPr>
          <p:cNvSpPr>
            <a:spLocks noGrp="1" noChangeArrowheads="1"/>
          </p:cNvSpPr>
          <p:nvPr>
            <p:ph type="sldNum" sz="quarter" idx="3"/>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ea typeface="楷体_GB2312" pitchFamily="49" charset="-122"/>
              </a:defRPr>
            </a:lvl1pPr>
          </a:lstStyle>
          <a:p>
            <a:pPr>
              <a:defRPr/>
            </a:pPr>
            <a:fld id="{112D8F3C-C349-4A3F-836D-132483011BED}" type="slidenum">
              <a:rPr lang="en-US" altLang="zh-CN"/>
              <a:pPr>
                <a:defRPr/>
              </a:pPr>
              <a:t>‹#›</a:t>
            </a:fld>
            <a:endParaRPr lang="en-US" altLang="zh-CN"/>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32B20B87-42E4-DB90-9413-6A1715B3F430}"/>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algn="l" eaLnBrk="1" hangingPunct="1">
              <a:spcBef>
                <a:spcPct val="0"/>
              </a:spcBef>
              <a:defRPr sz="1200">
                <a:latin typeface="Arial" panose="020B0604020202020204" pitchFamily="34" charset="0"/>
                <a:ea typeface="宋体" panose="02010600030101010101" pitchFamily="2" charset="-122"/>
                <a:cs typeface="+mn-cs"/>
              </a:defRPr>
            </a:lvl1pPr>
          </a:lstStyle>
          <a:p>
            <a:pPr>
              <a:defRPr/>
            </a:pPr>
            <a:r>
              <a:rPr lang="en-US" altLang="zh-CN"/>
              <a:t>第一课</a:t>
            </a:r>
          </a:p>
        </p:txBody>
      </p:sp>
      <p:sp>
        <p:nvSpPr>
          <p:cNvPr id="155651" name="Rectangle 3">
            <a:extLst>
              <a:ext uri="{FF2B5EF4-FFF2-40B4-BE49-F238E27FC236}">
                <a16:creationId xmlns:a16="http://schemas.microsoft.com/office/drawing/2014/main" id="{D22FDA3D-5A93-8A7D-7021-044B5B359D4A}"/>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lstStyle>
            <a:lvl1pPr algn="r" eaLnBrk="1" hangingPunct="1">
              <a:spcBef>
                <a:spcPct val="0"/>
              </a:spcBef>
              <a:defRPr sz="1200">
                <a:latin typeface="Arial" panose="020B0604020202020204" pitchFamily="34" charset="0"/>
                <a:ea typeface="宋体" panose="02010600030101010101" pitchFamily="2" charset="-122"/>
                <a:cs typeface="+mn-cs"/>
              </a:defRPr>
            </a:lvl1pPr>
          </a:lstStyle>
          <a:p>
            <a:pPr>
              <a:defRPr/>
            </a:pPr>
            <a:fld id="{572360AE-B9A9-41C9-8016-176F4842202D}" type="datetime1">
              <a:rPr lang="zh-CN" altLang="en-US"/>
              <a:pPr>
                <a:defRPr/>
              </a:pPr>
              <a:t>2025/12/26</a:t>
            </a:fld>
            <a:endParaRPr lang="en-US" altLang="zh-CN"/>
          </a:p>
        </p:txBody>
      </p:sp>
      <p:sp>
        <p:nvSpPr>
          <p:cNvPr id="3076" name="Rectangle 4">
            <a:extLst>
              <a:ext uri="{FF2B5EF4-FFF2-40B4-BE49-F238E27FC236}">
                <a16:creationId xmlns:a16="http://schemas.microsoft.com/office/drawing/2014/main" id="{7220EA0D-AFE3-F78D-4FD1-0F5A2665D901}"/>
              </a:ext>
            </a:extLst>
          </p:cNvPr>
          <p:cNvSpPr>
            <a:spLocks noGrp="1" noRot="1" noChangeAspect="1" noChangeArrowheads="1" noTextEdit="1"/>
          </p:cNvSpPr>
          <p:nvPr>
            <p:ph type="sldImg" idx="4294967295"/>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5653" name="Rectangle 5">
            <a:extLst>
              <a:ext uri="{FF2B5EF4-FFF2-40B4-BE49-F238E27FC236}">
                <a16:creationId xmlns:a16="http://schemas.microsoft.com/office/drawing/2014/main" id="{1F97DFF1-97A2-E39D-BFCC-219F47CC8286}"/>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5654" name="Rectangle 6">
            <a:extLst>
              <a:ext uri="{FF2B5EF4-FFF2-40B4-BE49-F238E27FC236}">
                <a16:creationId xmlns:a16="http://schemas.microsoft.com/office/drawing/2014/main" id="{8079814C-5215-BE01-034C-247534E9BE34}"/>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lstStyle>
            <a:lvl1pPr algn="l" eaLnBrk="1" hangingPunct="1">
              <a:spcBef>
                <a:spcPct val="0"/>
              </a:spcBef>
              <a:defRPr sz="1200">
                <a:latin typeface="Arial" panose="020B0604020202020204" pitchFamily="34" charset="0"/>
                <a:ea typeface="宋体" panose="02010600030101010101" pitchFamily="2" charset="-122"/>
                <a:cs typeface="+mn-cs"/>
              </a:defRPr>
            </a:lvl1pPr>
          </a:lstStyle>
          <a:p>
            <a:pPr>
              <a:defRPr/>
            </a:pPr>
            <a:r>
              <a:rPr lang="en-US" altLang="zh-CN"/>
              <a:t>第一课</a:t>
            </a:r>
          </a:p>
        </p:txBody>
      </p:sp>
      <p:sp>
        <p:nvSpPr>
          <p:cNvPr id="155655" name="Rectangle 7">
            <a:extLst>
              <a:ext uri="{FF2B5EF4-FFF2-40B4-BE49-F238E27FC236}">
                <a16:creationId xmlns:a16="http://schemas.microsoft.com/office/drawing/2014/main" id="{2561DB4B-35EB-6F82-D58C-A2F3057A910F}"/>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ea typeface="楷体_GB2312" pitchFamily="49" charset="-122"/>
              </a:defRPr>
            </a:lvl1pPr>
          </a:lstStyle>
          <a:p>
            <a:pPr>
              <a:defRPr/>
            </a:pPr>
            <a:fld id="{CBC078E0-CA61-4089-B268-50F1B14F609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a:extLst>
              <a:ext uri="{FF2B5EF4-FFF2-40B4-BE49-F238E27FC236}">
                <a16:creationId xmlns:a16="http://schemas.microsoft.com/office/drawing/2014/main" id="{9CBE18C5-92AD-5B0D-04CA-7835BDD522CC}"/>
              </a:ext>
            </a:extLst>
          </p:cNvPr>
          <p:cNvSpPr>
            <a:spLocks noGrp="1" noRot="1" noChangeAspect="1" noChangeArrowheads="1" noTextEdit="1"/>
          </p:cNvSpPr>
          <p:nvPr>
            <p:ph type="sldImg"/>
          </p:nvPr>
        </p:nvSpPr>
        <p:spPr>
          <a:ln/>
        </p:spPr>
      </p:sp>
      <p:sp>
        <p:nvSpPr>
          <p:cNvPr id="74755" name="备注占位符 2">
            <a:extLst>
              <a:ext uri="{FF2B5EF4-FFF2-40B4-BE49-F238E27FC236}">
                <a16:creationId xmlns:a16="http://schemas.microsoft.com/office/drawing/2014/main" id="{6D75A13C-8A74-E1B6-AB7E-19AC6A84AAA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
        <p:nvSpPr>
          <p:cNvPr id="74756" name="页眉占位符 3">
            <a:extLst>
              <a:ext uri="{FF2B5EF4-FFF2-40B4-BE49-F238E27FC236}">
                <a16:creationId xmlns:a16="http://schemas.microsoft.com/office/drawing/2014/main" id="{0708B2B3-4A52-B3D0-A85D-3BA43BA502DE}"/>
              </a:ext>
            </a:extLst>
          </p:cNvPr>
          <p:cNvSpPr txBox="1">
            <a:spLocks noGrp="1"/>
          </p:cNvSpP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ea typeface="楷体_GB2312" pitchFamily="49" charset="-122"/>
              </a:rPr>
              <a:t>第一课</a:t>
            </a:r>
          </a:p>
        </p:txBody>
      </p:sp>
      <p:sp>
        <p:nvSpPr>
          <p:cNvPr id="74757" name="日期占位符 4">
            <a:extLst>
              <a:ext uri="{FF2B5EF4-FFF2-40B4-BE49-F238E27FC236}">
                <a16:creationId xmlns:a16="http://schemas.microsoft.com/office/drawing/2014/main" id="{8EC1BE14-DF87-3A7F-EA8B-D5801741F8E7}"/>
              </a:ext>
            </a:extLst>
          </p:cNvPr>
          <p:cNvSpPr txBox="1">
            <a:spLocks noGrp="1"/>
          </p:cNvSpPr>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F5E9001B-E298-4899-A600-C0F5B22D36D9}" type="datetime1">
              <a:rPr lang="zh-CN" altLang="en-US">
                <a:solidFill>
                  <a:srgbClr val="000000"/>
                </a:solidFill>
                <a:ea typeface="楷体_GB2312" pitchFamily="49" charset="-122"/>
              </a:rPr>
              <a:pPr algn="r" eaLnBrk="1" hangingPunct="1">
                <a:spcBef>
                  <a:spcPct val="0"/>
                </a:spcBef>
              </a:pPr>
              <a:t>2025/12/26</a:t>
            </a:fld>
            <a:endParaRPr lang="en-US" altLang="zh-CN">
              <a:solidFill>
                <a:srgbClr val="000000"/>
              </a:solidFill>
              <a:ea typeface="楷体_GB2312" pitchFamily="49" charset="-122"/>
            </a:endParaRPr>
          </a:p>
        </p:txBody>
      </p:sp>
      <p:sp>
        <p:nvSpPr>
          <p:cNvPr id="74758" name="页脚占位符 5">
            <a:extLst>
              <a:ext uri="{FF2B5EF4-FFF2-40B4-BE49-F238E27FC236}">
                <a16:creationId xmlns:a16="http://schemas.microsoft.com/office/drawing/2014/main" id="{8134A229-CF6B-488A-30C9-ECBB6D0388FA}"/>
              </a:ext>
            </a:extLst>
          </p:cNvPr>
          <p:cNvSpPr txBox="1">
            <a:spLocks noGrp="1"/>
          </p:cNvSpPr>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eaLnBrk="1" hangingPunct="1">
              <a:spcBef>
                <a:spcPct val="0"/>
              </a:spcBef>
            </a:pPr>
            <a:r>
              <a:rPr lang="en-US" altLang="zh-CN">
                <a:solidFill>
                  <a:srgbClr val="000000"/>
                </a:solidFill>
                <a:ea typeface="楷体_GB2312" pitchFamily="49" charset="-122"/>
              </a:rPr>
              <a:t>第一课</a:t>
            </a:r>
          </a:p>
        </p:txBody>
      </p:sp>
      <p:sp>
        <p:nvSpPr>
          <p:cNvPr id="74759" name="灯片编号占位符 6">
            <a:extLst>
              <a:ext uri="{FF2B5EF4-FFF2-40B4-BE49-F238E27FC236}">
                <a16:creationId xmlns:a16="http://schemas.microsoft.com/office/drawing/2014/main" id="{8C128B4F-CDFA-8D79-B1B2-EB6F5EE81DDA}"/>
              </a:ext>
            </a:extLst>
          </p:cNvPr>
          <p:cNvSpPr txBox="1">
            <a:spLocks noGrp="1"/>
          </p:cNvSpPr>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lgn="r" eaLnBrk="1" hangingPunct="1">
              <a:spcBef>
                <a:spcPct val="0"/>
              </a:spcBef>
            </a:pPr>
            <a:fld id="{1A334B8B-B943-4F8B-9EDA-9AEDC49CFF9E}" type="slidenum">
              <a:rPr lang="en-US" altLang="zh-CN">
                <a:solidFill>
                  <a:srgbClr val="000000"/>
                </a:solidFill>
                <a:ea typeface="楷体_GB2312" pitchFamily="49" charset="-122"/>
              </a:rPr>
              <a:pPr algn="r" eaLnBrk="1" hangingPunct="1">
                <a:spcBef>
                  <a:spcPct val="0"/>
                </a:spcBef>
              </a:pPr>
              <a:t>1</a:t>
            </a:fld>
            <a:endParaRPr lang="en-US" altLang="zh-CN">
              <a:solidFill>
                <a:srgbClr val="000000"/>
              </a:solidFill>
              <a:ea typeface="楷体_GB2312" pitchFamily="49"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A1D690C2-607B-6907-604B-327C6AF157A7}"/>
              </a:ext>
            </a:extLst>
          </p:cNvPr>
          <p:cNvSpPr>
            <a:spLocks noGrp="1" noRot="1" noChangeAspect="1" noChangeArrowheads="1" noTextEdit="1"/>
          </p:cNvSpPr>
          <p:nvPr>
            <p:ph type="sldImg"/>
          </p:nvPr>
        </p:nvSpPr>
        <p:spPr>
          <a:ln/>
        </p:spPr>
      </p:sp>
      <p:sp>
        <p:nvSpPr>
          <p:cNvPr id="76803" name="Rectangle 3">
            <a:extLst>
              <a:ext uri="{FF2B5EF4-FFF2-40B4-BE49-F238E27FC236}">
                <a16:creationId xmlns:a16="http://schemas.microsoft.com/office/drawing/2014/main" id="{481D0BC6-E28C-1477-3BA3-293E1F7CE10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dirty="0"/>
              <a:t>电磁波以任意角度入射到不同媒质分界面上称为斜入射。在这种情况下，入射波、反射波和透射波的传播方向都不垂直于分界面。</a:t>
            </a:r>
          </a:p>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9A7586ED-0709-D535-9FA0-CD17C0096501}"/>
              </a:ext>
            </a:extLst>
          </p:cNvPr>
          <p:cNvSpPr>
            <a:spLocks noGrp="1" noRot="1" noChangeAspect="1" noChangeArrowheads="1" noTextEdit="1"/>
          </p:cNvSpPr>
          <p:nvPr>
            <p:ph type="sldImg"/>
          </p:nvPr>
        </p:nvSpPr>
        <p:spPr>
          <a:ln/>
        </p:spPr>
      </p:sp>
      <p:sp>
        <p:nvSpPr>
          <p:cNvPr id="78851" name="Rectangle 3">
            <a:extLst>
              <a:ext uri="{FF2B5EF4-FFF2-40B4-BE49-F238E27FC236}">
                <a16:creationId xmlns:a16="http://schemas.microsoft.com/office/drawing/2014/main" id="{228EA375-1B78-7574-2240-626A1136C58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kumimoji="1" lang="zh-CN" altLang="en-US">
                <a:solidFill>
                  <a:schemeClr val="bg1"/>
                </a:solidFill>
              </a:rPr>
              <a:t>任何一个线极化波</a:t>
            </a:r>
            <a:r>
              <a:rPr kumimoji="1" lang="en-US" altLang="zh-CN">
                <a:solidFill>
                  <a:schemeClr val="bg1"/>
                </a:solidFill>
              </a:rPr>
              <a:t>/</a:t>
            </a:r>
            <a:r>
              <a:rPr kumimoji="1" lang="zh-CN" altLang="en-US">
                <a:solidFill>
                  <a:schemeClr val="bg1"/>
                </a:solidFill>
              </a:rPr>
              <a:t>圆极化波</a:t>
            </a:r>
            <a:r>
              <a:rPr kumimoji="1" lang="en-US" altLang="zh-CN">
                <a:solidFill>
                  <a:schemeClr val="bg1"/>
                </a:solidFill>
              </a:rPr>
              <a:t>/</a:t>
            </a:r>
            <a:r>
              <a:rPr kumimoji="1" lang="zh-CN" altLang="en-US">
                <a:solidFill>
                  <a:schemeClr val="bg1"/>
                </a:solidFill>
              </a:rPr>
              <a:t>椭圆极化波可分解成两个线极化波的叠加。</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2A633C08-E8AE-625D-E467-8252B1DF19BF}"/>
              </a:ext>
            </a:extLst>
          </p:cNvPr>
          <p:cNvSpPr>
            <a:spLocks noGrp="1" noRot="1" noChangeAspect="1" noChangeArrowheads="1" noTextEdit="1"/>
          </p:cNvSpPr>
          <p:nvPr>
            <p:ph type="sldImg"/>
          </p:nvPr>
        </p:nvSpPr>
        <p:spPr>
          <a:ln/>
        </p:spPr>
      </p:sp>
      <p:sp>
        <p:nvSpPr>
          <p:cNvPr id="82947" name="Rectangle 3">
            <a:extLst>
              <a:ext uri="{FF2B5EF4-FFF2-40B4-BE49-F238E27FC236}">
                <a16:creationId xmlns:a16="http://schemas.microsoft.com/office/drawing/2014/main" id="{0E37B910-EAE2-B149-B2CE-B05DC24318E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l" fontAlgn="base">
              <a:buFont typeface="+mj-lt"/>
              <a:buNone/>
            </a:pPr>
            <a:r>
              <a:rPr lang="zh-CN" altLang="en-US" b="0" i="0" dirty="0">
                <a:effectLst/>
                <a:latin typeface="-apple-system"/>
              </a:rPr>
              <a:t>垂直入射时（</a:t>
            </a:r>
            <a:r>
              <a:rPr lang="el-GR" altLang="zh-CN" b="0" i="0" dirty="0">
                <a:effectLst/>
                <a:latin typeface="-apple-system"/>
              </a:rPr>
              <a:t>θ_</a:t>
            </a:r>
            <a:r>
              <a:rPr lang="en-US" altLang="zh-CN" b="0" i="0" dirty="0" err="1">
                <a:effectLst/>
                <a:latin typeface="-apple-system"/>
              </a:rPr>
              <a:t>i</a:t>
            </a:r>
            <a:r>
              <a:rPr lang="en-US" altLang="zh-CN" b="0" i="0" dirty="0">
                <a:effectLst/>
                <a:latin typeface="-apple-system"/>
              </a:rPr>
              <a:t> = 0 </a:t>
            </a:r>
            <a:r>
              <a:rPr lang="zh-CN" altLang="en-US" b="0" i="0" dirty="0">
                <a:effectLst/>
                <a:latin typeface="-apple-system"/>
              </a:rPr>
              <a:t>时，入射面失去定义），电磁波的电场和磁场方向与入射面垂直，此时电磁波的极化方向与入射面垂直，因此不会产生平行极化波或垂直极化波的区分。此外，垂直入射时电磁波的反射和折射特性与入射角度无关，因此也不需要区分平行极化波或垂直极化波。斜入射时，</a:t>
            </a:r>
            <a:r>
              <a:rPr lang="zh-CN" altLang="en-US" b="1" i="0" dirty="0">
                <a:effectLst/>
                <a:latin typeface="-apple-system"/>
              </a:rPr>
              <a:t>电场</a:t>
            </a:r>
            <a:r>
              <a:rPr lang="zh-CN" altLang="en-US" b="0" i="0" dirty="0">
                <a:effectLst/>
                <a:latin typeface="-apple-system"/>
              </a:rPr>
              <a:t>在界面上的投影可以</a:t>
            </a:r>
            <a:r>
              <a:rPr lang="zh-CN" altLang="en-US" b="1" i="0" dirty="0">
                <a:effectLst/>
                <a:latin typeface="-apple-system"/>
              </a:rPr>
              <a:t>分解</a:t>
            </a:r>
            <a:r>
              <a:rPr lang="zh-CN" altLang="en-US" b="0" i="0" dirty="0">
                <a:effectLst/>
                <a:latin typeface="-apple-system"/>
              </a:rPr>
              <a:t>成两个彼此独立、与边界条件耦合方式不同的分量，于是必须分别处理。</a:t>
            </a:r>
            <a:endParaRPr lang="en-US" altLang="zh-CN" b="0" i="0" dirty="0">
              <a:effectLst/>
              <a:latin typeface="-apple-system"/>
            </a:endParaRPr>
          </a:p>
          <a:p>
            <a:pPr algn="l" fontAlgn="base">
              <a:buFont typeface="+mj-lt"/>
              <a:buNone/>
            </a:pPr>
            <a:endParaRPr lang="en-US" altLang="zh-CN" b="0" i="0" dirty="0">
              <a:effectLst/>
              <a:latin typeface="-apple-system"/>
            </a:endParaRPr>
          </a:p>
          <a:p>
            <a:pPr algn="l" fontAlgn="base">
              <a:buFont typeface="+mj-lt"/>
              <a:buNone/>
            </a:pPr>
            <a:r>
              <a:rPr lang="zh-CN" altLang="en-US" b="0" i="0" dirty="0">
                <a:effectLst/>
                <a:latin typeface="-apple-system"/>
              </a:rPr>
              <a:t>反射</a:t>
            </a:r>
            <a:r>
              <a:rPr lang="en-US" altLang="zh-CN" b="0" i="0" dirty="0">
                <a:effectLst/>
                <a:latin typeface="-apple-system"/>
              </a:rPr>
              <a:t>/</a:t>
            </a:r>
            <a:r>
              <a:rPr lang="zh-CN" altLang="en-US" b="0" i="0" dirty="0">
                <a:effectLst/>
                <a:latin typeface="-apple-system"/>
              </a:rPr>
              <a:t>透射系数（</a:t>
            </a:r>
            <a:r>
              <a:rPr lang="en-US" altLang="zh-CN" b="0" i="0" dirty="0">
                <a:effectLst/>
                <a:latin typeface="-apple-system"/>
              </a:rPr>
              <a:t>Γ</a:t>
            </a:r>
            <a:r>
              <a:rPr lang="zh-CN" altLang="en-US" b="0" i="0" dirty="0">
                <a:effectLst/>
                <a:latin typeface="-apple-system"/>
              </a:rPr>
              <a:t>、</a:t>
            </a:r>
            <a:r>
              <a:rPr lang="en-US" altLang="zh-CN" b="0" i="0" dirty="0">
                <a:effectLst/>
                <a:latin typeface="-apple-system"/>
              </a:rPr>
              <a:t>T</a:t>
            </a:r>
            <a:r>
              <a:rPr lang="zh-CN" altLang="en-US" b="0" i="0" dirty="0">
                <a:effectLst/>
                <a:latin typeface="-apple-system"/>
              </a:rPr>
              <a:t>）本质上是</a:t>
            </a:r>
            <a:r>
              <a:rPr lang="zh-CN" altLang="en-US" b="1" i="0" dirty="0">
                <a:effectLst/>
                <a:latin typeface="-apple-system"/>
              </a:rPr>
              <a:t>边界条件对电磁场分量“匹配”的结果</a:t>
            </a:r>
            <a:r>
              <a:rPr lang="zh-CN" altLang="en-US" b="0" i="0" dirty="0">
                <a:effectLst/>
                <a:latin typeface="-apple-system"/>
              </a:rPr>
              <a:t>。</a:t>
            </a:r>
            <a:br>
              <a:rPr lang="zh-CN" altLang="en-US" dirty="0"/>
            </a:br>
            <a:r>
              <a:rPr lang="zh-CN" altLang="en-US" b="0" i="0" dirty="0">
                <a:effectLst/>
                <a:latin typeface="-apple-system"/>
              </a:rPr>
              <a:t>斜入射时，</a:t>
            </a:r>
            <a:r>
              <a:rPr lang="en-US" altLang="zh-CN" b="0" i="0" dirty="0">
                <a:effectLst/>
                <a:latin typeface="-apple-system"/>
              </a:rPr>
              <a:t>s-</a:t>
            </a:r>
            <a:r>
              <a:rPr lang="zh-CN" altLang="en-US" b="0" i="0" dirty="0">
                <a:effectLst/>
                <a:latin typeface="-apple-system"/>
              </a:rPr>
              <a:t>极化（</a:t>
            </a:r>
            <a:r>
              <a:rPr lang="en-US" altLang="zh-CN" b="0" i="0" dirty="0">
                <a:effectLst/>
                <a:latin typeface="-apple-system"/>
              </a:rPr>
              <a:t>TE</a:t>
            </a:r>
            <a:r>
              <a:rPr lang="zh-CN" altLang="en-US" b="0" i="0" dirty="0">
                <a:effectLst/>
                <a:latin typeface="-apple-system"/>
              </a:rPr>
              <a:t>）和 </a:t>
            </a:r>
            <a:r>
              <a:rPr lang="en-US" altLang="zh-CN" b="0" i="0" dirty="0">
                <a:effectLst/>
                <a:latin typeface="-apple-system"/>
              </a:rPr>
              <a:t>p-</a:t>
            </a:r>
            <a:r>
              <a:rPr lang="zh-CN" altLang="en-US" b="0" i="0" dirty="0">
                <a:effectLst/>
                <a:latin typeface="-apple-system"/>
              </a:rPr>
              <a:t>极化（</a:t>
            </a:r>
            <a:r>
              <a:rPr lang="en-US" altLang="zh-CN" b="0" i="0" dirty="0">
                <a:effectLst/>
                <a:latin typeface="-apple-system"/>
              </a:rPr>
              <a:t>TM</a:t>
            </a:r>
            <a:r>
              <a:rPr lang="zh-CN" altLang="en-US" b="0" i="0" dirty="0">
                <a:effectLst/>
                <a:latin typeface="-apple-system"/>
              </a:rPr>
              <a:t>）给边界提供的切向 </a:t>
            </a:r>
            <a:r>
              <a:rPr lang="en-US" altLang="zh-CN" b="0" i="0" dirty="0">
                <a:effectLst/>
                <a:latin typeface="-apple-system"/>
              </a:rPr>
              <a:t>E</a:t>
            </a:r>
            <a:r>
              <a:rPr lang="zh-CN" altLang="en-US" b="0" i="0" dirty="0">
                <a:effectLst/>
                <a:latin typeface="-apple-system"/>
              </a:rPr>
              <a:t>、</a:t>
            </a:r>
            <a:r>
              <a:rPr lang="en-US" altLang="zh-CN" b="0" i="0" dirty="0">
                <a:effectLst/>
                <a:latin typeface="-apple-system"/>
              </a:rPr>
              <a:t>H </a:t>
            </a:r>
            <a:r>
              <a:rPr lang="zh-CN" altLang="en-US" b="0" i="0" dirty="0">
                <a:effectLst/>
                <a:latin typeface="-apple-system"/>
              </a:rPr>
              <a:t>分量组合完全不同，因此 </a:t>
            </a:r>
            <a:r>
              <a:rPr lang="en-US" altLang="zh-CN" b="0" i="0" dirty="0">
                <a:effectLst/>
                <a:latin typeface="-apple-system"/>
              </a:rPr>
              <a:t>Γ</a:t>
            </a:r>
            <a:r>
              <a:rPr lang="zh-CN" altLang="en-US" b="0" i="0" dirty="0">
                <a:effectLst/>
                <a:latin typeface="-apple-system"/>
              </a:rPr>
              <a:t>、</a:t>
            </a:r>
            <a:r>
              <a:rPr lang="en-US" altLang="zh-CN" sz="1800" dirty="0">
                <a:effectLst/>
                <a:latin typeface="Times New Roman" panose="02020603050405020304" pitchFamily="18" charset="0"/>
                <a:ea typeface="等线" panose="02010600030101010101" pitchFamily="2" charset="-122"/>
              </a:rPr>
              <a:t>τ</a:t>
            </a:r>
            <a:r>
              <a:rPr lang="zh-CN" altLang="en-US" b="0" i="0" dirty="0">
                <a:effectLst/>
                <a:latin typeface="-apple-system"/>
              </a:rPr>
              <a:t>必须随极化而变，</a:t>
            </a:r>
            <a:r>
              <a:rPr lang="el-GR" altLang="zh-CN" b="0" i="0" dirty="0">
                <a:effectLst/>
                <a:latin typeface="-apple-system"/>
              </a:rPr>
              <a:t>Γ</a:t>
            </a:r>
            <a:r>
              <a:rPr lang="en-US" altLang="zh-CN" b="0" i="0" dirty="0">
                <a:effectLst/>
                <a:latin typeface="-apple-system"/>
              </a:rPr>
              <a:t>s ≠ </a:t>
            </a:r>
            <a:r>
              <a:rPr lang="el-GR" altLang="zh-CN" b="0" i="0" dirty="0">
                <a:effectLst/>
                <a:latin typeface="-apple-system"/>
              </a:rPr>
              <a:t>Γ</a:t>
            </a:r>
            <a:r>
              <a:rPr lang="en-US" altLang="zh-CN" b="0" i="0" dirty="0">
                <a:effectLst/>
                <a:latin typeface="-apple-system"/>
              </a:rPr>
              <a:t>p</a:t>
            </a:r>
            <a:r>
              <a:rPr lang="zh-CN" altLang="en-US" b="0" i="0" dirty="0">
                <a:effectLst/>
                <a:latin typeface="-apple-system"/>
              </a:rPr>
              <a:t>；</a:t>
            </a:r>
            <a:endParaRPr lang="en-US" altLang="zh-CN"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 typeface="+mj-lt"/>
              <a:buNone/>
              <a:tabLst/>
              <a:defRPr/>
            </a:pPr>
            <a:r>
              <a:rPr lang="zh-CN" altLang="en-US" b="0" i="0" dirty="0">
                <a:effectLst/>
                <a:latin typeface="-apple-system"/>
              </a:rPr>
              <a:t>垂直入射时，两种极化在界面上的场分量变成“同一个模”，</a:t>
            </a:r>
            <a:r>
              <a:rPr lang="en-US" altLang="zh-CN" b="0" i="0" dirty="0">
                <a:effectLst/>
                <a:latin typeface="inherit"/>
              </a:rPr>
              <a:t>TE </a:t>
            </a:r>
            <a:r>
              <a:rPr lang="zh-CN" altLang="en-US" b="0" i="0" dirty="0">
                <a:effectLst/>
                <a:latin typeface="inherit"/>
              </a:rPr>
              <a:t>与 </a:t>
            </a:r>
            <a:r>
              <a:rPr lang="en-US" altLang="zh-CN" b="0" i="0" dirty="0">
                <a:effectLst/>
                <a:latin typeface="inherit"/>
              </a:rPr>
              <a:t>TM </a:t>
            </a:r>
            <a:r>
              <a:rPr lang="zh-CN" altLang="en-US" b="0" i="0" dirty="0">
                <a:effectLst/>
                <a:latin typeface="inherit"/>
              </a:rPr>
              <a:t>的边界条件变成同一组（连续的 </a:t>
            </a:r>
            <a:r>
              <a:rPr lang="en-US" altLang="zh-CN" b="0" i="0" dirty="0">
                <a:effectLst/>
                <a:latin typeface="inherit"/>
              </a:rPr>
              <a:t>Et</a:t>
            </a:r>
            <a:r>
              <a:rPr lang="zh-CN" altLang="en-US" b="0" i="0" dirty="0">
                <a:effectLst/>
                <a:latin typeface="inherit"/>
              </a:rPr>
              <a:t>、</a:t>
            </a:r>
            <a:r>
              <a:rPr lang="en-US" altLang="zh-CN" b="0" i="0" dirty="0" err="1">
                <a:effectLst/>
                <a:latin typeface="inherit"/>
              </a:rPr>
              <a:t>Ht</a:t>
            </a:r>
            <a:r>
              <a:rPr lang="en-US" altLang="zh-CN" b="0" i="0" dirty="0">
                <a:effectLst/>
                <a:latin typeface="inherit"/>
              </a:rPr>
              <a:t> </a:t>
            </a:r>
            <a:r>
              <a:rPr lang="zh-CN" altLang="en-US" b="0" i="0" dirty="0">
                <a:effectLst/>
                <a:latin typeface="inherit"/>
              </a:rPr>
              <a:t>仅涉及 </a:t>
            </a:r>
            <a:r>
              <a:rPr lang="en-US" altLang="zh-CN" b="0" i="0" dirty="0">
                <a:effectLst/>
                <a:latin typeface="inherit"/>
              </a:rPr>
              <a:t>E∥ </a:t>
            </a:r>
            <a:r>
              <a:rPr lang="zh-CN" altLang="en-US" b="0" i="0" dirty="0">
                <a:effectLst/>
                <a:latin typeface="inherit"/>
              </a:rPr>
              <a:t>与 </a:t>
            </a:r>
            <a:r>
              <a:rPr lang="en-US" altLang="zh-CN" b="0" i="0" dirty="0">
                <a:effectLst/>
                <a:latin typeface="inherit"/>
              </a:rPr>
              <a:t>H∥</a:t>
            </a:r>
            <a:r>
              <a:rPr lang="zh-CN" altLang="en-US" b="0" i="0" dirty="0">
                <a:effectLst/>
                <a:latin typeface="inherit"/>
              </a:rPr>
              <a:t>）。</a:t>
            </a:r>
            <a:r>
              <a:rPr lang="zh-CN" altLang="en-US" b="0" i="0" dirty="0">
                <a:effectLst/>
                <a:latin typeface="-apple-system"/>
              </a:rPr>
              <a:t>于是 </a:t>
            </a:r>
            <a:r>
              <a:rPr lang="en-US" altLang="zh-CN" b="0" i="0" dirty="0">
                <a:effectLst/>
                <a:latin typeface="-apple-system"/>
              </a:rPr>
              <a:t>Γ</a:t>
            </a:r>
            <a:r>
              <a:rPr lang="zh-CN" altLang="en-US" b="0" i="0" dirty="0">
                <a:effectLst/>
                <a:latin typeface="-apple-system"/>
              </a:rPr>
              <a:t>、</a:t>
            </a:r>
            <a:r>
              <a:rPr lang="en-US" altLang="zh-CN" sz="1800" dirty="0">
                <a:effectLst/>
                <a:latin typeface="Times New Roman" panose="02020603050405020304" pitchFamily="18" charset="0"/>
                <a:ea typeface="等线" panose="02010600030101010101" pitchFamily="2" charset="-122"/>
              </a:rPr>
              <a:t>τ</a:t>
            </a:r>
            <a:r>
              <a:rPr lang="zh-CN" altLang="en-US" b="0" i="0" dirty="0">
                <a:effectLst/>
                <a:latin typeface="-apple-system"/>
              </a:rPr>
              <a:t>退化为与极化无关的唯一数值（</a:t>
            </a:r>
            <a:r>
              <a:rPr lang="en-US" altLang="zh-CN" b="0" i="0" dirty="0" err="1">
                <a:effectLst/>
                <a:latin typeface="-apple-system"/>
              </a:rPr>
              <a:t>θi</a:t>
            </a:r>
            <a:r>
              <a:rPr lang="en-US" altLang="zh-CN" b="0" i="0" dirty="0">
                <a:effectLst/>
                <a:latin typeface="-apple-system"/>
              </a:rPr>
              <a:t> = 0°</a:t>
            </a:r>
            <a:r>
              <a:rPr lang="zh-CN" altLang="en-US" b="0" i="0" dirty="0">
                <a:effectLst/>
                <a:latin typeface="-apple-system"/>
              </a:rPr>
              <a:t>，代入</a:t>
            </a:r>
            <a:r>
              <a:rPr lang="en-US" altLang="zh-CN" b="0" i="0" dirty="0" err="1">
                <a:effectLst/>
                <a:latin typeface="-apple-system"/>
              </a:rPr>
              <a:t>Γs</a:t>
            </a:r>
            <a:r>
              <a:rPr lang="zh-CN" altLang="en-US" b="0" i="0" dirty="0">
                <a:effectLst/>
                <a:latin typeface="-apple-system"/>
              </a:rPr>
              <a:t>、</a:t>
            </a:r>
            <a:r>
              <a:rPr lang="en-US" altLang="zh-CN" b="0" i="0" dirty="0" err="1">
                <a:effectLst/>
                <a:latin typeface="-apple-system"/>
              </a:rPr>
              <a:t>Γp</a:t>
            </a:r>
            <a:r>
              <a:rPr lang="en-US" altLang="zh-CN" b="0" i="0" dirty="0">
                <a:effectLst/>
                <a:latin typeface="-apple-system"/>
              </a:rPr>
              <a:t> </a:t>
            </a:r>
            <a:r>
              <a:rPr lang="zh-CN" altLang="en-US" b="0" i="0" dirty="0">
                <a:effectLst/>
                <a:latin typeface="-apple-system"/>
              </a:rPr>
              <a:t>差一个负号，是因为</a:t>
            </a:r>
            <a:r>
              <a:rPr lang="en-US" altLang="zh-CN" b="0" i="0" dirty="0">
                <a:effectLst/>
                <a:latin typeface="inherit"/>
              </a:rPr>
              <a:t>TM </a:t>
            </a:r>
            <a:r>
              <a:rPr lang="zh-CN" altLang="en-US" b="0" i="0" dirty="0">
                <a:effectLst/>
                <a:latin typeface="inherit"/>
              </a:rPr>
              <a:t>波的反射电场方向恰好与入射电场方向相反（</a:t>
            </a:r>
            <a:r>
              <a:rPr lang="en-US" altLang="zh-CN" b="0" i="0" dirty="0">
                <a:effectLst/>
                <a:latin typeface="inherit"/>
              </a:rPr>
              <a:t>180° </a:t>
            </a:r>
            <a:r>
              <a:rPr lang="zh-CN" altLang="en-US" b="0" i="0" dirty="0">
                <a:effectLst/>
                <a:latin typeface="inherit"/>
              </a:rPr>
              <a:t>相位差），但</a:t>
            </a:r>
            <a:r>
              <a:rPr lang="zh-CN" altLang="en-US" b="1" i="0" dirty="0">
                <a:effectLst/>
                <a:latin typeface="inherit"/>
              </a:rPr>
              <a:t>振幅大小仍然相同</a:t>
            </a:r>
            <a:r>
              <a:rPr lang="zh-CN" altLang="en-US" b="0" i="0" dirty="0">
                <a:effectLst/>
                <a:latin typeface="inherit"/>
              </a:rPr>
              <a:t>，能量反射率 </a:t>
            </a:r>
            <a:r>
              <a:rPr lang="en-US" altLang="zh-CN" b="0" i="0" dirty="0">
                <a:effectLst/>
                <a:latin typeface="inherit"/>
              </a:rPr>
              <a:t>|Γ|² </a:t>
            </a:r>
            <a:r>
              <a:rPr lang="zh-CN" altLang="en-US" b="0" i="0" dirty="0">
                <a:effectLst/>
                <a:latin typeface="inherit"/>
              </a:rPr>
              <a:t>也完全一致。负号只是坐标方向约定造成的相位差）</a:t>
            </a:r>
            <a:endParaRPr lang="en-US" altLang="zh-CN" b="0" i="0" dirty="0">
              <a:effectLst/>
              <a:latin typeface="inherit"/>
            </a:endParaRPr>
          </a:p>
          <a:p>
            <a:pPr marL="0" marR="0" lvl="0" indent="0" algn="l" defTabSz="914400" rtl="0" eaLnBrk="0" fontAlgn="base" latinLnBrk="0" hangingPunct="0">
              <a:lnSpc>
                <a:spcPct val="100000"/>
              </a:lnSpc>
              <a:spcBef>
                <a:spcPct val="30000"/>
              </a:spcBef>
              <a:spcAft>
                <a:spcPct val="0"/>
              </a:spcAft>
              <a:buClrTx/>
              <a:buSzTx/>
              <a:buFont typeface="+mj-lt"/>
              <a:buNone/>
              <a:tabLst/>
              <a:defRPr/>
            </a:pPr>
            <a:endParaRPr lang="en-US" altLang="zh-CN" b="0" i="0" dirty="0">
              <a:effectLst/>
              <a:latin typeface="inherit"/>
            </a:endParaRPr>
          </a:p>
          <a:p>
            <a:pPr algn="l" fontAlgn="base"/>
            <a:r>
              <a:rPr lang="zh-CN" altLang="en-US" b="0" i="0" dirty="0">
                <a:effectLst/>
                <a:latin typeface="-apple-system"/>
              </a:rPr>
              <a:t>斜入射时 </a:t>
            </a:r>
            <a:r>
              <a:rPr lang="en-US" altLang="zh-CN" b="0" i="0" dirty="0">
                <a:effectLst/>
                <a:latin typeface="-apple-system"/>
              </a:rPr>
              <a:t>Γ</a:t>
            </a:r>
            <a:r>
              <a:rPr lang="zh-CN" altLang="en-US" b="0" i="0" dirty="0">
                <a:effectLst/>
                <a:latin typeface="-apple-system"/>
              </a:rPr>
              <a:t>、</a:t>
            </a:r>
            <a:r>
              <a:rPr lang="en-US" altLang="zh-CN" b="0" i="0" dirty="0">
                <a:effectLst/>
                <a:latin typeface="-apple-system"/>
              </a:rPr>
              <a:t>T </a:t>
            </a:r>
            <a:r>
              <a:rPr lang="zh-CN" altLang="en-US" b="0" i="0" dirty="0">
                <a:effectLst/>
                <a:latin typeface="-apple-system"/>
              </a:rPr>
              <a:t>随极化不同，直接导致① 反射</a:t>
            </a:r>
            <a:r>
              <a:rPr lang="en-US" altLang="zh-CN" b="0" i="0" dirty="0">
                <a:effectLst/>
                <a:latin typeface="-apple-system"/>
              </a:rPr>
              <a:t>/</a:t>
            </a:r>
            <a:r>
              <a:rPr lang="zh-CN" altLang="en-US" b="0" i="0" dirty="0">
                <a:effectLst/>
                <a:latin typeface="-apple-system"/>
              </a:rPr>
              <a:t>透射能量不同（出现“偏振选择性”）② 反射或透射光的偏振态被改变③ 当入射角为 </a:t>
            </a:r>
            <a:r>
              <a:rPr lang="en-US" altLang="zh-CN" b="0" i="0" dirty="0">
                <a:effectLst/>
                <a:latin typeface="-apple-system"/>
              </a:rPr>
              <a:t>Brewster </a:t>
            </a:r>
            <a:r>
              <a:rPr lang="zh-CN" altLang="en-US" b="0" i="0" dirty="0">
                <a:effectLst/>
                <a:latin typeface="-apple-system"/>
              </a:rPr>
              <a:t>角时，</a:t>
            </a:r>
            <a:r>
              <a:rPr lang="en-US" altLang="zh-CN" b="0" i="0" dirty="0">
                <a:effectLst/>
                <a:latin typeface="-apple-system"/>
              </a:rPr>
              <a:t>TM(p) </a:t>
            </a:r>
            <a:r>
              <a:rPr lang="zh-CN" altLang="en-US" b="0" i="0" dirty="0">
                <a:effectLst/>
                <a:latin typeface="-apple-system"/>
              </a:rPr>
              <a:t>分量完全透射</a:t>
            </a:r>
            <a:r>
              <a:rPr lang="en-US" altLang="zh-CN" b="0" i="0" dirty="0">
                <a:effectLst/>
                <a:latin typeface="-apple-system"/>
              </a:rPr>
              <a:t>——</a:t>
            </a:r>
            <a:r>
              <a:rPr lang="zh-CN" altLang="en-US" b="0" i="0" dirty="0">
                <a:effectLst/>
                <a:latin typeface="-apple-system"/>
              </a:rPr>
              <a:t>只剩 </a:t>
            </a:r>
            <a:r>
              <a:rPr lang="en-US" altLang="zh-CN" b="0" i="0" dirty="0">
                <a:effectLst/>
                <a:latin typeface="-apple-system"/>
              </a:rPr>
              <a:t>TE(s) </a:t>
            </a:r>
            <a:r>
              <a:rPr lang="zh-CN" altLang="en-US" b="0" i="0" dirty="0">
                <a:effectLst/>
                <a:latin typeface="-apple-system"/>
              </a:rPr>
              <a:t>分量被反射，产生</a:t>
            </a:r>
            <a:r>
              <a:rPr lang="zh-CN" altLang="en-US" b="1" i="0" dirty="0">
                <a:effectLst/>
                <a:latin typeface="inherit"/>
              </a:rPr>
              <a:t>线偏振光</a:t>
            </a:r>
            <a:r>
              <a:rPr lang="zh-CN" altLang="en-US" b="0" i="0" dirty="0">
                <a:effectLst/>
                <a:latin typeface="-apple-system"/>
              </a:rPr>
              <a:t>。</a:t>
            </a:r>
            <a:r>
              <a:rPr lang="en-US" altLang="zh-CN" b="0" i="0" dirty="0">
                <a:effectLst/>
                <a:latin typeface="-apple-system"/>
              </a:rPr>
              <a:t>【</a:t>
            </a:r>
            <a:r>
              <a:rPr lang="zh-CN" altLang="en-US" b="0" i="0" dirty="0">
                <a:effectLst/>
                <a:latin typeface="-apple-system"/>
              </a:rPr>
              <a:t>总结</a:t>
            </a:r>
            <a:r>
              <a:rPr lang="en-US" altLang="zh-CN" b="0" i="0" dirty="0">
                <a:effectLst/>
                <a:latin typeface="-apple-system"/>
              </a:rPr>
              <a:t>】</a:t>
            </a:r>
            <a:r>
              <a:rPr lang="zh-CN" altLang="en-US" b="0" i="0" dirty="0">
                <a:effectLst/>
                <a:latin typeface="-apple-system"/>
              </a:rPr>
              <a:t>斜入射时的“极化相关”使得任何涉及角度入射的光学、射频系统都必须区分 </a:t>
            </a:r>
            <a:r>
              <a:rPr lang="en-US" altLang="zh-CN" b="0" i="0" dirty="0">
                <a:effectLst/>
                <a:latin typeface="-apple-system"/>
              </a:rPr>
              <a:t>TE </a:t>
            </a:r>
            <a:r>
              <a:rPr lang="zh-CN" altLang="en-US" b="0" i="0" dirty="0">
                <a:effectLst/>
                <a:latin typeface="-apple-system"/>
              </a:rPr>
              <a:t>与 </a:t>
            </a:r>
            <a:r>
              <a:rPr lang="en-US" altLang="zh-CN" b="0" i="0" dirty="0">
                <a:effectLst/>
                <a:latin typeface="-apple-system"/>
              </a:rPr>
              <a:t>TM </a:t>
            </a:r>
            <a:r>
              <a:rPr lang="zh-CN" altLang="en-US" b="0" i="0" dirty="0">
                <a:effectLst/>
                <a:latin typeface="-apple-system"/>
              </a:rPr>
              <a:t>来设计，否则会出现额外损耗、偏振噪声或成像伪影。</a:t>
            </a:r>
          </a:p>
          <a:p>
            <a:pPr algn="l" fontAlgn="base"/>
            <a:r>
              <a:rPr lang="zh-CN" altLang="en-US" b="0" i="0" dirty="0">
                <a:effectLst/>
                <a:latin typeface="-apple-system"/>
              </a:rPr>
              <a:t>具体后果：</a:t>
            </a:r>
          </a:p>
          <a:p>
            <a:pPr algn="l" fontAlgn="base">
              <a:buFont typeface="+mj-lt"/>
              <a:buAutoNum type="arabicPeriod"/>
            </a:pPr>
            <a:r>
              <a:rPr lang="zh-CN" altLang="en-US" b="0" i="0" dirty="0">
                <a:effectLst/>
                <a:latin typeface="inherit"/>
              </a:rPr>
              <a:t>能量分配不同</a:t>
            </a:r>
            <a:br>
              <a:rPr lang="zh-CN" altLang="en-US" b="0" i="0" dirty="0">
                <a:effectLst/>
                <a:latin typeface="inherit"/>
              </a:rPr>
            </a:br>
            <a:r>
              <a:rPr lang="en-US" altLang="zh-CN" b="0" i="0" dirty="0">
                <a:effectLst/>
                <a:latin typeface="inherit"/>
              </a:rPr>
              <a:t>|Γs|² ≠ |Γp|² ⇒ </a:t>
            </a:r>
            <a:r>
              <a:rPr lang="zh-CN" altLang="en-US" b="0" i="0" dirty="0">
                <a:effectLst/>
                <a:latin typeface="inherit"/>
              </a:rPr>
              <a:t>反射率 </a:t>
            </a:r>
            <a:r>
              <a:rPr lang="en-US" altLang="zh-CN" b="0" i="0" dirty="0">
                <a:effectLst/>
                <a:latin typeface="inherit"/>
              </a:rPr>
              <a:t>Rs ≠ Rp</a:t>
            </a:r>
            <a:r>
              <a:rPr lang="zh-CN" altLang="en-US" b="0" i="0" dirty="0">
                <a:effectLst/>
                <a:latin typeface="inherit"/>
              </a:rPr>
              <a:t>，透射率 </a:t>
            </a:r>
            <a:r>
              <a:rPr lang="en-US" altLang="zh-CN" b="0" i="0" dirty="0">
                <a:effectLst/>
                <a:latin typeface="inherit"/>
              </a:rPr>
              <a:t>Ts ≠ </a:t>
            </a:r>
            <a:r>
              <a:rPr lang="en-US" altLang="zh-CN" b="0" i="0" dirty="0" err="1">
                <a:effectLst/>
                <a:latin typeface="inherit"/>
              </a:rPr>
              <a:t>Tp</a:t>
            </a:r>
            <a:r>
              <a:rPr lang="zh-CN" altLang="en-US" b="0" i="0" dirty="0">
                <a:effectLst/>
                <a:latin typeface="inherit"/>
              </a:rPr>
              <a:t>。这在天线罩、激光腔镜、太阳能盖板等设计中必须分别计算两种极化的损耗。</a:t>
            </a:r>
          </a:p>
          <a:p>
            <a:pPr algn="l" fontAlgn="base">
              <a:buFont typeface="+mj-lt"/>
              <a:buAutoNum type="arabicPeriod"/>
            </a:pPr>
            <a:r>
              <a:rPr lang="zh-CN" altLang="en-US" b="0" i="0" dirty="0">
                <a:effectLst/>
                <a:latin typeface="inherit"/>
              </a:rPr>
              <a:t>偏振态旋转</a:t>
            </a:r>
            <a:br>
              <a:rPr lang="zh-CN" altLang="en-US" b="0" i="0" dirty="0">
                <a:effectLst/>
                <a:latin typeface="inherit"/>
              </a:rPr>
            </a:br>
            <a:r>
              <a:rPr lang="zh-CN" altLang="en-US" b="0" i="0" dirty="0">
                <a:effectLst/>
                <a:latin typeface="inherit"/>
              </a:rPr>
              <a:t>入射光若为自然光（非偏振），经界面后反射或透射光会变成</a:t>
            </a:r>
            <a:r>
              <a:rPr lang="zh-CN" altLang="en-US" b="1" i="0" dirty="0">
                <a:effectLst/>
                <a:latin typeface="inherit"/>
              </a:rPr>
              <a:t>部分偏振光</a:t>
            </a:r>
            <a:r>
              <a:rPr lang="zh-CN" altLang="en-US" b="0" i="0" dirty="0">
                <a:effectLst/>
                <a:latin typeface="inherit"/>
              </a:rPr>
              <a:t>；若入射光已是椭圆偏振，则反射或透射后主轴方向、椭圆率都会改变</a:t>
            </a:r>
            <a:r>
              <a:rPr lang="en-US" altLang="zh-CN" b="0" i="0" dirty="0">
                <a:effectLst/>
                <a:latin typeface="inherit"/>
              </a:rPr>
              <a:t>——</a:t>
            </a:r>
            <a:r>
              <a:rPr lang="zh-CN" altLang="en-US" b="0" i="0" dirty="0">
                <a:effectLst/>
                <a:latin typeface="inherit"/>
              </a:rPr>
              <a:t>需要 </a:t>
            </a:r>
            <a:r>
              <a:rPr lang="en-US" altLang="zh-CN" b="0" i="0" dirty="0">
                <a:effectLst/>
                <a:latin typeface="inherit"/>
              </a:rPr>
              <a:t>Jones </a:t>
            </a:r>
            <a:r>
              <a:rPr lang="zh-CN" altLang="en-US" b="0" i="0" dirty="0">
                <a:effectLst/>
                <a:latin typeface="inherit"/>
              </a:rPr>
              <a:t>矩阵或 </a:t>
            </a:r>
            <a:r>
              <a:rPr lang="en-US" altLang="zh-CN" b="0" i="0" dirty="0">
                <a:effectLst/>
                <a:latin typeface="inherit"/>
              </a:rPr>
              <a:t>Mueller </a:t>
            </a:r>
            <a:r>
              <a:rPr lang="zh-CN" altLang="en-US" b="0" i="0" dirty="0">
                <a:effectLst/>
                <a:latin typeface="inherit"/>
              </a:rPr>
              <a:t>矩阵处理。</a:t>
            </a:r>
          </a:p>
          <a:p>
            <a:pPr algn="l" fontAlgn="base">
              <a:buFont typeface="+mj-lt"/>
              <a:buAutoNum type="arabicPeriod"/>
            </a:pPr>
            <a:r>
              <a:rPr lang="en-US" altLang="zh-CN" b="0" i="0" dirty="0">
                <a:effectLst/>
                <a:latin typeface="inherit"/>
              </a:rPr>
              <a:t>Brewster </a:t>
            </a:r>
            <a:r>
              <a:rPr lang="zh-CN" altLang="en-US" b="0" i="0" dirty="0">
                <a:effectLst/>
                <a:latin typeface="inherit"/>
              </a:rPr>
              <a:t>角起偏</a:t>
            </a:r>
            <a:br>
              <a:rPr lang="zh-CN" altLang="en-US" b="0" i="0" dirty="0">
                <a:effectLst/>
                <a:latin typeface="inherit"/>
              </a:rPr>
            </a:br>
            <a:r>
              <a:rPr lang="zh-CN" altLang="en-US" b="0" i="0" dirty="0">
                <a:effectLst/>
                <a:latin typeface="inherit"/>
              </a:rPr>
              <a:t>当 </a:t>
            </a:r>
            <a:r>
              <a:rPr lang="en-US" altLang="zh-CN" b="0" i="0" dirty="0" err="1">
                <a:effectLst/>
                <a:latin typeface="inherit"/>
              </a:rPr>
              <a:t>θi</a:t>
            </a:r>
            <a:r>
              <a:rPr lang="en-US" altLang="zh-CN" b="0" i="0" dirty="0">
                <a:effectLst/>
                <a:latin typeface="inherit"/>
              </a:rPr>
              <a:t> = </a:t>
            </a:r>
            <a:r>
              <a:rPr lang="en-US" altLang="zh-CN" b="0" i="0" dirty="0" err="1">
                <a:effectLst/>
                <a:latin typeface="inherit"/>
              </a:rPr>
              <a:t>θB</a:t>
            </a:r>
            <a:r>
              <a:rPr lang="zh-CN" altLang="en-US" b="0" i="0" dirty="0">
                <a:effectLst/>
                <a:latin typeface="inherit"/>
              </a:rPr>
              <a:t>（</a:t>
            </a:r>
            <a:r>
              <a:rPr lang="en-US" altLang="zh-CN" b="0" i="0" dirty="0">
                <a:effectLst/>
                <a:latin typeface="inherit"/>
              </a:rPr>
              <a:t>tan </a:t>
            </a:r>
            <a:r>
              <a:rPr lang="en-US" altLang="zh-CN" b="0" i="0" dirty="0" err="1">
                <a:effectLst/>
                <a:latin typeface="inherit"/>
              </a:rPr>
              <a:t>θB</a:t>
            </a:r>
            <a:r>
              <a:rPr lang="en-US" altLang="zh-CN" b="0" i="0" dirty="0">
                <a:effectLst/>
                <a:latin typeface="inherit"/>
              </a:rPr>
              <a:t> = n2/n1</a:t>
            </a:r>
            <a:r>
              <a:rPr lang="zh-CN" altLang="en-US" b="0" i="0" dirty="0">
                <a:effectLst/>
                <a:latin typeface="inherit"/>
              </a:rPr>
              <a:t>）时 </a:t>
            </a:r>
            <a:r>
              <a:rPr lang="en-US" altLang="zh-CN" b="0" i="0" dirty="0" err="1">
                <a:effectLst/>
                <a:latin typeface="inherit"/>
              </a:rPr>
              <a:t>Γp</a:t>
            </a:r>
            <a:r>
              <a:rPr lang="en-US" altLang="zh-CN" b="0" i="0" dirty="0">
                <a:effectLst/>
                <a:latin typeface="inherit"/>
              </a:rPr>
              <a:t> = 0</a:t>
            </a:r>
            <a:r>
              <a:rPr lang="zh-CN" altLang="en-US" b="0" i="0" dirty="0">
                <a:effectLst/>
                <a:latin typeface="inherit"/>
              </a:rPr>
              <a:t>，只有 </a:t>
            </a:r>
            <a:r>
              <a:rPr lang="en-US" altLang="zh-CN" b="0" i="0" dirty="0">
                <a:effectLst/>
                <a:latin typeface="inherit"/>
              </a:rPr>
              <a:t>s </a:t>
            </a:r>
            <a:r>
              <a:rPr lang="zh-CN" altLang="en-US" b="0" i="0" dirty="0">
                <a:effectLst/>
                <a:latin typeface="inherit"/>
              </a:rPr>
              <a:t>分量被反射，透射光为纯 </a:t>
            </a:r>
            <a:r>
              <a:rPr lang="en-US" altLang="zh-CN" b="0" i="0" dirty="0">
                <a:effectLst/>
                <a:latin typeface="inherit"/>
              </a:rPr>
              <a:t>p </a:t>
            </a:r>
            <a:r>
              <a:rPr lang="zh-CN" altLang="en-US" b="0" i="0" dirty="0">
                <a:effectLst/>
                <a:latin typeface="inherit"/>
              </a:rPr>
              <a:t>分量；这就是激光谐振腔布儒斯特窗、摄影用 </a:t>
            </a:r>
            <a:r>
              <a:rPr lang="en-US" altLang="zh-CN" b="0" i="0" dirty="0">
                <a:effectLst/>
                <a:latin typeface="inherit"/>
              </a:rPr>
              <a:t>CPL </a:t>
            </a:r>
            <a:r>
              <a:rPr lang="zh-CN" altLang="en-US" b="0" i="0" dirty="0">
                <a:effectLst/>
                <a:latin typeface="inherit"/>
              </a:rPr>
              <a:t>滤光片的物理基础。</a:t>
            </a:r>
          </a:p>
          <a:p>
            <a:pPr algn="l" fontAlgn="base">
              <a:buFont typeface="+mj-lt"/>
              <a:buAutoNum type="arabicPeriod"/>
            </a:pPr>
            <a:r>
              <a:rPr lang="zh-CN" altLang="en-US" b="0" i="0" dirty="0">
                <a:effectLst/>
                <a:latin typeface="inherit"/>
              </a:rPr>
              <a:t>相位差引起的附加效应</a:t>
            </a:r>
            <a:br>
              <a:rPr lang="zh-CN" altLang="en-US" b="0" i="0" dirty="0">
                <a:effectLst/>
                <a:latin typeface="inherit"/>
              </a:rPr>
            </a:br>
            <a:r>
              <a:rPr lang="en-US" altLang="zh-CN" b="0" i="0" dirty="0" err="1">
                <a:effectLst/>
                <a:latin typeface="inherit"/>
              </a:rPr>
              <a:t>Γs</a:t>
            </a:r>
            <a:r>
              <a:rPr lang="zh-CN" altLang="en-US" b="0" i="0" dirty="0">
                <a:effectLst/>
                <a:latin typeface="inherit"/>
              </a:rPr>
              <a:t>、</a:t>
            </a:r>
            <a:r>
              <a:rPr lang="en-US" altLang="zh-CN" b="0" i="0" dirty="0" err="1">
                <a:effectLst/>
                <a:latin typeface="inherit"/>
              </a:rPr>
              <a:t>Γp</a:t>
            </a:r>
            <a:r>
              <a:rPr lang="en-US" altLang="zh-CN" b="0" i="0" dirty="0">
                <a:effectLst/>
                <a:latin typeface="inherit"/>
              </a:rPr>
              <a:t> </a:t>
            </a:r>
            <a:r>
              <a:rPr lang="zh-CN" altLang="en-US" b="0" i="0" dirty="0">
                <a:effectLst/>
                <a:latin typeface="inherit"/>
              </a:rPr>
              <a:t>不仅幅值不同，相位也不同；多次反射后会出现</a:t>
            </a:r>
            <a:r>
              <a:rPr lang="zh-CN" altLang="en-US" b="1" i="0" dirty="0">
                <a:effectLst/>
                <a:latin typeface="inherit"/>
              </a:rPr>
              <a:t>椭圆偏振</a:t>
            </a:r>
            <a:r>
              <a:rPr lang="zh-CN" altLang="en-US" b="0" i="0" dirty="0">
                <a:effectLst/>
                <a:latin typeface="inherit"/>
              </a:rPr>
              <a:t>或</a:t>
            </a:r>
            <a:r>
              <a:rPr lang="zh-CN" altLang="en-US" b="1" i="0" dirty="0">
                <a:effectLst/>
                <a:latin typeface="inherit"/>
              </a:rPr>
              <a:t>色散型偏振模转换</a:t>
            </a:r>
            <a:r>
              <a:rPr lang="zh-CN" altLang="en-US" b="0" i="0" dirty="0">
                <a:effectLst/>
                <a:latin typeface="inherit"/>
              </a:rPr>
              <a:t>，在光纤、薄膜光学中必须考虑。</a:t>
            </a:r>
            <a:endParaRPr lang="zh-CN" altLang="en-US"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 typeface="+mj-lt"/>
              <a:buNone/>
              <a:tabLst/>
              <a:defRPr/>
            </a:pPr>
            <a:endParaRPr kumimoji="1" lang="zh-CN" altLang="en-US" dirty="0">
              <a:solidFill>
                <a:schemeClr val="bg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4C4A904D-BD53-B3E1-7389-A20DB8B5D388}"/>
              </a:ext>
            </a:extLst>
          </p:cNvPr>
          <p:cNvSpPr>
            <a:spLocks noGrp="1" noRot="1" noChangeAspect="1" noChangeArrowheads="1" noTextEdit="1"/>
          </p:cNvSpPr>
          <p:nvPr>
            <p:ph type="sldImg"/>
          </p:nvPr>
        </p:nvSpPr>
        <p:spPr>
          <a:ln/>
        </p:spPr>
      </p:sp>
      <p:sp>
        <p:nvSpPr>
          <p:cNvPr id="84995" name="Rectangle 3">
            <a:extLst>
              <a:ext uri="{FF2B5EF4-FFF2-40B4-BE49-F238E27FC236}">
                <a16:creationId xmlns:a16="http://schemas.microsoft.com/office/drawing/2014/main" id="{63DF2B71-B15A-6471-830F-E36CEF2D31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垂直极化波和平行极化波都是平面波</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b="0" dirty="0">
                <a:effectLst/>
                <a:latin typeface="PingFang SC"/>
              </a:rPr>
              <a:t>菲涅耳公式</a:t>
            </a:r>
            <a:r>
              <a:rPr lang="zh-CN" altLang="en-US" dirty="0"/>
              <a:t>‌</a:t>
            </a:r>
            <a:r>
              <a:rPr lang="zh-CN" altLang="en-US" b="0" i="0" dirty="0">
                <a:solidFill>
                  <a:srgbClr val="333333"/>
                </a:solidFill>
                <a:effectLst/>
                <a:latin typeface="PingFang SC"/>
              </a:rPr>
              <a:t>（</a:t>
            </a:r>
            <a:r>
              <a:rPr lang="en-US" altLang="zh-CN" b="0" i="0" dirty="0">
                <a:solidFill>
                  <a:srgbClr val="333333"/>
                </a:solidFill>
                <a:effectLst/>
                <a:latin typeface="PingFang SC"/>
              </a:rPr>
              <a:t>Fresnel Formula</a:t>
            </a:r>
            <a:r>
              <a:rPr lang="zh-CN" altLang="en-US" b="0" i="0" dirty="0">
                <a:solidFill>
                  <a:srgbClr val="333333"/>
                </a:solidFill>
                <a:effectLst/>
                <a:latin typeface="PingFang SC"/>
              </a:rPr>
              <a:t>）是描述光在不同折射率介质界面反射和折射行为的核心光学方程。菲涅耳公式基于电磁场边界条件推导，用于分析光从介质</a:t>
            </a:r>
            <a:r>
              <a:rPr lang="en-US" altLang="zh-CN" b="0" i="0" dirty="0">
                <a:solidFill>
                  <a:srgbClr val="333333"/>
                </a:solidFill>
                <a:effectLst/>
                <a:latin typeface="PingFang SC"/>
              </a:rPr>
              <a:t>1</a:t>
            </a:r>
            <a:r>
              <a:rPr lang="zh-CN" altLang="en-US" b="0" i="0" dirty="0">
                <a:solidFill>
                  <a:srgbClr val="333333"/>
                </a:solidFill>
                <a:effectLst/>
                <a:latin typeface="PingFang SC"/>
              </a:rPr>
              <a:t>（折射率</a:t>
            </a:r>
            <a:r>
              <a:rPr lang="en-US" altLang="zh-CN" b="0" dirty="0">
                <a:solidFill>
                  <a:srgbClr val="333333"/>
                </a:solidFill>
                <a:effectLst/>
                <a:latin typeface="KaTeX_Main"/>
              </a:rPr>
              <a:t>n1</a:t>
            </a:r>
            <a:r>
              <a:rPr lang="en-US" altLang="zh-CN" b="0" i="1" dirty="0">
                <a:solidFill>
                  <a:srgbClr val="333333"/>
                </a:solidFill>
                <a:effectLst/>
                <a:latin typeface="KaTeX_Math"/>
              </a:rPr>
              <a:t>n</a:t>
            </a:r>
            <a:r>
              <a:rPr lang="en-US" altLang="zh-CN" b="0" dirty="0">
                <a:solidFill>
                  <a:srgbClr val="333333"/>
                </a:solidFill>
                <a:effectLst/>
                <a:latin typeface="KaTeX_Main"/>
              </a:rPr>
              <a:t>1​</a:t>
            </a:r>
            <a:r>
              <a:rPr lang="zh-CN" altLang="en-US" b="0" i="0" dirty="0">
                <a:solidFill>
                  <a:srgbClr val="333333"/>
                </a:solidFill>
                <a:effectLst/>
                <a:latin typeface="PingFang SC"/>
              </a:rPr>
              <a:t>）入射到介质</a:t>
            </a:r>
            <a:r>
              <a:rPr lang="en-US" altLang="zh-CN" b="0" i="0" dirty="0">
                <a:solidFill>
                  <a:srgbClr val="333333"/>
                </a:solidFill>
                <a:effectLst/>
                <a:latin typeface="PingFang SC"/>
              </a:rPr>
              <a:t>2</a:t>
            </a:r>
            <a:r>
              <a:rPr lang="zh-CN" altLang="en-US" b="0" i="0" dirty="0">
                <a:solidFill>
                  <a:srgbClr val="333333"/>
                </a:solidFill>
                <a:effectLst/>
                <a:latin typeface="PingFang SC"/>
              </a:rPr>
              <a:t>（折射率</a:t>
            </a:r>
            <a:r>
              <a:rPr lang="en-US" altLang="zh-CN" b="0" dirty="0">
                <a:solidFill>
                  <a:srgbClr val="333333"/>
                </a:solidFill>
                <a:effectLst/>
                <a:latin typeface="KaTeX_Main"/>
              </a:rPr>
              <a:t>n2</a:t>
            </a:r>
            <a:r>
              <a:rPr lang="en-US" altLang="zh-CN" b="0" i="1" dirty="0">
                <a:solidFill>
                  <a:srgbClr val="333333"/>
                </a:solidFill>
                <a:effectLst/>
                <a:latin typeface="KaTeX_Math"/>
              </a:rPr>
              <a:t>n</a:t>
            </a:r>
            <a:r>
              <a:rPr lang="en-US" altLang="zh-CN" b="0" dirty="0">
                <a:solidFill>
                  <a:srgbClr val="333333"/>
                </a:solidFill>
                <a:effectLst/>
                <a:latin typeface="KaTeX_Main"/>
              </a:rPr>
              <a:t>2​</a:t>
            </a:r>
            <a:r>
              <a:rPr lang="zh-CN" altLang="en-US" b="0" i="0" dirty="0">
                <a:solidFill>
                  <a:srgbClr val="333333"/>
                </a:solidFill>
                <a:effectLst/>
                <a:latin typeface="PingFang SC"/>
              </a:rPr>
              <a:t>）时的行为。其核心是计算</a:t>
            </a:r>
            <a:r>
              <a:rPr lang="zh-CN" altLang="en-US" dirty="0"/>
              <a:t>‌</a:t>
            </a:r>
            <a:r>
              <a:rPr lang="zh-CN" altLang="en-US" b="0" dirty="0">
                <a:effectLst/>
                <a:latin typeface="PingFang SC"/>
              </a:rPr>
              <a:t>反射系数</a:t>
            </a:r>
            <a:r>
              <a:rPr lang="zh-CN" altLang="en-US" dirty="0"/>
              <a:t>‌</a:t>
            </a:r>
            <a:r>
              <a:rPr lang="zh-CN" altLang="en-US" b="0" i="0" dirty="0">
                <a:solidFill>
                  <a:srgbClr val="333333"/>
                </a:solidFill>
                <a:effectLst/>
                <a:latin typeface="PingFang SC"/>
              </a:rPr>
              <a:t>和</a:t>
            </a:r>
            <a:r>
              <a:rPr lang="zh-CN" altLang="en-US" dirty="0"/>
              <a:t>‌</a:t>
            </a:r>
            <a:r>
              <a:rPr lang="zh-CN" altLang="en-US" b="0" dirty="0">
                <a:effectLst/>
                <a:latin typeface="PingFang SC"/>
              </a:rPr>
              <a:t>透射系数</a:t>
            </a:r>
            <a:r>
              <a:rPr lang="zh-CN" altLang="en-US" dirty="0"/>
              <a:t>‌</a:t>
            </a:r>
            <a:r>
              <a:rPr lang="zh-CN" altLang="en-US" b="0" i="0" dirty="0">
                <a:solidFill>
                  <a:srgbClr val="333333"/>
                </a:solidFill>
                <a:effectLst/>
                <a:latin typeface="PingFang SC"/>
              </a:rPr>
              <a:t>，并区分</a:t>
            </a:r>
            <a:r>
              <a:rPr lang="zh-CN" altLang="en-US" dirty="0"/>
              <a:t>‌</a:t>
            </a:r>
            <a:r>
              <a:rPr lang="en-US" altLang="zh-CN" b="0" dirty="0">
                <a:effectLst/>
                <a:latin typeface="PingFang SC"/>
              </a:rPr>
              <a:t>S</a:t>
            </a:r>
            <a:r>
              <a:rPr lang="zh-CN" altLang="en-US" b="0" dirty="0">
                <a:effectLst/>
                <a:latin typeface="PingFang SC"/>
              </a:rPr>
              <a:t>偏振光</a:t>
            </a:r>
            <a:r>
              <a:rPr lang="zh-CN" altLang="en-US" dirty="0"/>
              <a:t>‌（垂直入射面）和‌</a:t>
            </a:r>
            <a:r>
              <a:rPr lang="en-US" altLang="zh-CN" b="0" dirty="0">
                <a:effectLst/>
                <a:latin typeface="PingFang SC"/>
              </a:rPr>
              <a:t>P</a:t>
            </a:r>
            <a:r>
              <a:rPr lang="zh-CN" altLang="en-US" b="0" dirty="0">
                <a:effectLst/>
                <a:latin typeface="PingFang SC"/>
              </a:rPr>
              <a:t>偏振光</a:t>
            </a:r>
            <a:r>
              <a:rPr lang="zh-CN" altLang="en-US" dirty="0"/>
              <a:t>‌</a:t>
            </a:r>
            <a:r>
              <a:rPr lang="zh-CN" altLang="en-US" b="0" i="0" dirty="0">
                <a:solidFill>
                  <a:srgbClr val="333333"/>
                </a:solidFill>
                <a:effectLst/>
                <a:latin typeface="PingFang SC"/>
              </a:rPr>
              <a:t>（平行入射面）的不同响应。‌‌</a:t>
            </a:r>
            <a:endParaRPr lang="en-US" altLang="zh-CN" b="0" i="0" dirty="0">
              <a:solidFill>
                <a:srgbClr val="333333"/>
              </a:solidFill>
              <a:effectLst/>
              <a:latin typeface="PingFang SC"/>
            </a:endParaRPr>
          </a:p>
          <a:p>
            <a:pPr algn="l" fontAlgn="base"/>
            <a:r>
              <a:rPr lang="zh-CN" altLang="en-US" b="0" i="0" dirty="0">
                <a:effectLst/>
                <a:latin typeface="-apple-system"/>
              </a:rPr>
              <a:t>反射</a:t>
            </a:r>
            <a:r>
              <a:rPr lang="en-US" altLang="zh-CN" b="0" i="0" dirty="0">
                <a:effectLst/>
                <a:latin typeface="-apple-system"/>
              </a:rPr>
              <a:t>/</a:t>
            </a:r>
            <a:r>
              <a:rPr lang="zh-CN" altLang="en-US" b="0" i="0" dirty="0">
                <a:effectLst/>
                <a:latin typeface="-apple-system"/>
              </a:rPr>
              <a:t>透射系数（</a:t>
            </a:r>
            <a:r>
              <a:rPr lang="el-GR" altLang="zh-CN" b="0" i="0" dirty="0">
                <a:effectLst/>
                <a:latin typeface="-apple-system"/>
              </a:rPr>
              <a:t>Γ</a:t>
            </a:r>
            <a:r>
              <a:rPr lang="zh-CN" altLang="el-GR" b="0" i="0" dirty="0">
                <a:effectLst/>
                <a:latin typeface="-apple-system"/>
              </a:rPr>
              <a:t>、</a:t>
            </a:r>
            <a:r>
              <a:rPr lang="en-US" altLang="zh-CN" b="0" i="0" dirty="0">
                <a:effectLst/>
                <a:latin typeface="-apple-system"/>
              </a:rPr>
              <a:t>T</a:t>
            </a:r>
            <a:r>
              <a:rPr lang="zh-CN" altLang="en-US" b="0" i="0" dirty="0">
                <a:effectLst/>
                <a:latin typeface="-apple-system"/>
              </a:rPr>
              <a:t>）本质上是</a:t>
            </a:r>
            <a:r>
              <a:rPr lang="zh-CN" altLang="en-US" b="1" i="0" dirty="0">
                <a:effectLst/>
                <a:latin typeface="inherit"/>
              </a:rPr>
              <a:t>边界条件对电磁场分量“匹配”的结果</a:t>
            </a:r>
            <a:r>
              <a:rPr lang="zh-CN" altLang="en-US" b="0" i="0" dirty="0">
                <a:effectLst/>
                <a:latin typeface="-apple-system"/>
              </a:rPr>
              <a:t>。</a:t>
            </a:r>
            <a:br>
              <a:rPr lang="zh-CN" altLang="en-US" b="0" i="0" dirty="0">
                <a:effectLst/>
                <a:latin typeface="-apple-system"/>
              </a:rPr>
            </a:br>
            <a:r>
              <a:rPr lang="zh-CN" altLang="en-US" b="0" i="0" dirty="0">
                <a:effectLst/>
                <a:latin typeface="-apple-system"/>
              </a:rPr>
              <a:t>斜入射时，</a:t>
            </a:r>
            <a:r>
              <a:rPr lang="en-US" altLang="zh-CN" b="0" i="0" dirty="0">
                <a:effectLst/>
                <a:latin typeface="-apple-system"/>
              </a:rPr>
              <a:t>s-</a:t>
            </a:r>
            <a:r>
              <a:rPr lang="zh-CN" altLang="en-US" b="0" i="0" dirty="0">
                <a:effectLst/>
                <a:latin typeface="-apple-system"/>
              </a:rPr>
              <a:t>极化（</a:t>
            </a:r>
            <a:r>
              <a:rPr lang="en-US" altLang="zh-CN" b="0" i="0" dirty="0">
                <a:effectLst/>
                <a:latin typeface="-apple-system"/>
              </a:rPr>
              <a:t>TE</a:t>
            </a:r>
            <a:r>
              <a:rPr lang="zh-CN" altLang="en-US" b="0" i="0" dirty="0">
                <a:effectLst/>
                <a:latin typeface="-apple-system"/>
              </a:rPr>
              <a:t>）和 </a:t>
            </a:r>
            <a:r>
              <a:rPr lang="en-US" altLang="zh-CN" b="0" i="0" dirty="0">
                <a:effectLst/>
                <a:latin typeface="-apple-system"/>
              </a:rPr>
              <a:t>p-</a:t>
            </a:r>
            <a:r>
              <a:rPr lang="zh-CN" altLang="en-US" b="0" i="0" dirty="0">
                <a:effectLst/>
                <a:latin typeface="-apple-system"/>
              </a:rPr>
              <a:t>极化（</a:t>
            </a:r>
            <a:r>
              <a:rPr lang="en-US" altLang="zh-CN" b="0" i="0" dirty="0">
                <a:effectLst/>
                <a:latin typeface="-apple-system"/>
              </a:rPr>
              <a:t>TM</a:t>
            </a:r>
            <a:r>
              <a:rPr lang="zh-CN" altLang="en-US" b="0" i="0" dirty="0">
                <a:effectLst/>
                <a:latin typeface="-apple-system"/>
              </a:rPr>
              <a:t>）给边界提供的切向 </a:t>
            </a:r>
            <a:r>
              <a:rPr lang="en-US" altLang="zh-CN" b="0" i="0" dirty="0">
                <a:effectLst/>
                <a:latin typeface="-apple-system"/>
              </a:rPr>
              <a:t>E</a:t>
            </a:r>
            <a:r>
              <a:rPr lang="zh-CN" altLang="en-US" b="0" i="0" dirty="0">
                <a:effectLst/>
                <a:latin typeface="-apple-system"/>
              </a:rPr>
              <a:t>、</a:t>
            </a:r>
            <a:r>
              <a:rPr lang="en-US" altLang="zh-CN" b="0" i="0" dirty="0">
                <a:effectLst/>
                <a:latin typeface="-apple-system"/>
              </a:rPr>
              <a:t>H </a:t>
            </a:r>
            <a:r>
              <a:rPr lang="zh-CN" altLang="en-US" b="0" i="0" dirty="0">
                <a:effectLst/>
                <a:latin typeface="-apple-system"/>
              </a:rPr>
              <a:t>分量组合完全不同，因此 </a:t>
            </a:r>
            <a:r>
              <a:rPr lang="el-GR" altLang="zh-CN" b="0" i="0" dirty="0">
                <a:effectLst/>
                <a:latin typeface="-apple-system"/>
              </a:rPr>
              <a:t>Γ</a:t>
            </a:r>
            <a:r>
              <a:rPr lang="zh-CN" altLang="el-GR" b="0" i="0" dirty="0">
                <a:effectLst/>
                <a:latin typeface="-apple-system"/>
              </a:rPr>
              <a:t>、</a:t>
            </a:r>
            <a:r>
              <a:rPr lang="en-US" altLang="zh-CN" b="0" i="0" dirty="0">
                <a:effectLst/>
                <a:latin typeface="-apple-system"/>
              </a:rPr>
              <a:t>T </a:t>
            </a:r>
            <a:r>
              <a:rPr lang="zh-CN" altLang="en-US" b="0" i="0" dirty="0">
                <a:effectLst/>
                <a:latin typeface="-apple-system"/>
              </a:rPr>
              <a:t>必须随极化而变；垂直入射时，两种极化在界面上的场分量变成“同一个模”，于是 </a:t>
            </a:r>
            <a:r>
              <a:rPr lang="el-GR" altLang="zh-CN" b="0" i="0" dirty="0">
                <a:effectLst/>
                <a:latin typeface="-apple-system"/>
              </a:rPr>
              <a:t>Γ</a:t>
            </a:r>
            <a:r>
              <a:rPr lang="zh-CN" altLang="el-GR" b="0" i="0" dirty="0">
                <a:effectLst/>
                <a:latin typeface="-apple-system"/>
              </a:rPr>
              <a:t>、</a:t>
            </a:r>
            <a:r>
              <a:rPr lang="en-US" altLang="zh-CN" b="0" i="0" dirty="0">
                <a:effectLst/>
                <a:latin typeface="-apple-system"/>
              </a:rPr>
              <a:t>T </a:t>
            </a:r>
            <a:r>
              <a:rPr lang="zh-CN" altLang="en-US" b="0" i="0" dirty="0">
                <a:effectLst/>
                <a:latin typeface="-apple-system"/>
              </a:rPr>
              <a:t>退化为与极化无关的唯一数值。</a:t>
            </a:r>
          </a:p>
          <a:p>
            <a:pPr algn="l" fontAlgn="base"/>
            <a:r>
              <a:rPr lang="en-US" altLang="zh-CN" b="0" i="0" dirty="0">
                <a:effectLst/>
                <a:latin typeface="-apple-system"/>
              </a:rPr>
              <a:t>1 </a:t>
            </a:r>
            <a:r>
              <a:rPr lang="zh-CN" altLang="en-US" b="0" i="0" dirty="0">
                <a:effectLst/>
                <a:latin typeface="-apple-system"/>
              </a:rPr>
              <a:t>斜入射：两种极化 → 两组边界条件</a:t>
            </a:r>
            <a:br>
              <a:rPr lang="zh-CN" altLang="en-US" b="0" i="0" dirty="0">
                <a:effectLst/>
                <a:latin typeface="-apple-system"/>
              </a:rPr>
            </a:br>
            <a:r>
              <a:rPr lang="zh-CN" altLang="en-US" b="0" i="0" dirty="0">
                <a:effectLst/>
                <a:latin typeface="-apple-system"/>
              </a:rPr>
              <a:t>设入射面为 </a:t>
            </a:r>
            <a:r>
              <a:rPr lang="en-US" altLang="zh-CN" b="0" i="0" dirty="0">
                <a:effectLst/>
                <a:latin typeface="-apple-system"/>
              </a:rPr>
              <a:t>x-z </a:t>
            </a:r>
            <a:r>
              <a:rPr lang="zh-CN" altLang="en-US" b="0" i="0" dirty="0">
                <a:effectLst/>
                <a:latin typeface="-apple-system"/>
              </a:rPr>
              <a:t>平面，界面 </a:t>
            </a:r>
            <a:r>
              <a:rPr lang="en-US" altLang="zh-CN" b="0" i="0" dirty="0">
                <a:effectLst/>
                <a:latin typeface="-apple-system"/>
              </a:rPr>
              <a:t>z=0</a:t>
            </a:r>
            <a:r>
              <a:rPr lang="zh-CN" altLang="en-US" b="0" i="0" dirty="0">
                <a:effectLst/>
                <a:latin typeface="-apple-system"/>
              </a:rPr>
              <a:t>。</a:t>
            </a:r>
          </a:p>
          <a:p>
            <a:pPr algn="l" fontAlgn="base">
              <a:buFont typeface="Arial" panose="020B0604020202020204" pitchFamily="34" charset="0"/>
              <a:buChar char="•"/>
            </a:pPr>
            <a:r>
              <a:rPr lang="en-US" altLang="zh-CN" b="0" i="0" dirty="0">
                <a:effectLst/>
                <a:latin typeface="inherit"/>
              </a:rPr>
              <a:t>s-</a:t>
            </a:r>
            <a:r>
              <a:rPr lang="zh-CN" altLang="en-US" b="0" i="0" dirty="0">
                <a:effectLst/>
                <a:latin typeface="inherit"/>
              </a:rPr>
              <a:t>极化（</a:t>
            </a:r>
            <a:r>
              <a:rPr lang="en-US" altLang="zh-CN" b="0" i="0" dirty="0">
                <a:effectLst/>
                <a:latin typeface="inherit"/>
              </a:rPr>
              <a:t>TE</a:t>
            </a:r>
            <a:r>
              <a:rPr lang="zh-CN" altLang="en-US" b="0" i="0" dirty="0">
                <a:effectLst/>
                <a:latin typeface="inherit"/>
              </a:rPr>
              <a:t>）：</a:t>
            </a:r>
            <a:r>
              <a:rPr lang="en-US" altLang="zh-CN" b="0" i="0" dirty="0">
                <a:effectLst/>
                <a:latin typeface="inherit"/>
              </a:rPr>
              <a:t>E </a:t>
            </a:r>
            <a:r>
              <a:rPr lang="zh-CN" altLang="en-US" b="0" i="0" dirty="0">
                <a:effectLst/>
                <a:latin typeface="inherit"/>
              </a:rPr>
              <a:t>只有 </a:t>
            </a:r>
            <a:r>
              <a:rPr lang="en-US" altLang="zh-CN" b="0" i="0" dirty="0">
                <a:effectLst/>
                <a:latin typeface="inherit"/>
              </a:rPr>
              <a:t>Ey </a:t>
            </a:r>
            <a:r>
              <a:rPr lang="zh-CN" altLang="en-US" b="0" i="0" dirty="0">
                <a:effectLst/>
                <a:latin typeface="inherit"/>
              </a:rPr>
              <a:t>分量，</a:t>
            </a:r>
            <a:r>
              <a:rPr lang="en-US" altLang="zh-CN" b="0" i="0" dirty="0">
                <a:effectLst/>
                <a:latin typeface="inherit"/>
              </a:rPr>
              <a:t>H </a:t>
            </a:r>
            <a:r>
              <a:rPr lang="zh-CN" altLang="en-US" b="0" i="0" dirty="0">
                <a:effectLst/>
                <a:latin typeface="inherit"/>
              </a:rPr>
              <a:t>在 </a:t>
            </a:r>
            <a:r>
              <a:rPr lang="en-US" altLang="zh-CN" b="0" i="0" dirty="0">
                <a:effectLst/>
                <a:latin typeface="inherit"/>
              </a:rPr>
              <a:t>x-z </a:t>
            </a:r>
            <a:r>
              <a:rPr lang="zh-CN" altLang="en-US" b="0" i="0" dirty="0">
                <a:effectLst/>
                <a:latin typeface="inherit"/>
              </a:rPr>
              <a:t>平面。</a:t>
            </a:r>
            <a:br>
              <a:rPr lang="zh-CN" altLang="en-US" b="0" i="0" dirty="0">
                <a:effectLst/>
                <a:latin typeface="inherit"/>
              </a:rPr>
            </a:br>
            <a:r>
              <a:rPr lang="zh-CN" altLang="en-US" b="0" i="0" dirty="0">
                <a:effectLst/>
                <a:latin typeface="inherit"/>
              </a:rPr>
              <a:t>需要连续的切向量只有 </a:t>
            </a:r>
            <a:r>
              <a:rPr lang="en-US" altLang="zh-CN" b="0" i="0" dirty="0">
                <a:effectLst/>
                <a:latin typeface="inherit"/>
              </a:rPr>
              <a:t>Ey </a:t>
            </a:r>
            <a:r>
              <a:rPr lang="zh-CN" altLang="en-US" b="0" i="0" dirty="0">
                <a:effectLst/>
                <a:latin typeface="inherit"/>
              </a:rPr>
              <a:t>与 </a:t>
            </a:r>
            <a:r>
              <a:rPr lang="en-US" altLang="zh-CN" b="0" i="0" dirty="0" err="1">
                <a:effectLst/>
                <a:latin typeface="inherit"/>
              </a:rPr>
              <a:t>Hx</a:t>
            </a:r>
            <a:r>
              <a:rPr lang="zh-CN" altLang="en-US" b="0" i="0" dirty="0">
                <a:effectLst/>
                <a:latin typeface="inherit"/>
              </a:rPr>
              <a:t>。</a:t>
            </a:r>
          </a:p>
          <a:p>
            <a:pPr algn="l" fontAlgn="base">
              <a:buFont typeface="Arial" panose="020B0604020202020204" pitchFamily="34" charset="0"/>
              <a:buChar char="•"/>
            </a:pPr>
            <a:r>
              <a:rPr lang="en-US" altLang="zh-CN" b="0" i="0" dirty="0">
                <a:effectLst/>
                <a:latin typeface="inherit"/>
              </a:rPr>
              <a:t>p-</a:t>
            </a:r>
            <a:r>
              <a:rPr lang="zh-CN" altLang="en-US" b="0" i="0" dirty="0">
                <a:effectLst/>
                <a:latin typeface="inherit"/>
              </a:rPr>
              <a:t>极化（</a:t>
            </a:r>
            <a:r>
              <a:rPr lang="en-US" altLang="zh-CN" b="0" i="0" dirty="0">
                <a:effectLst/>
                <a:latin typeface="inherit"/>
              </a:rPr>
              <a:t>TM</a:t>
            </a:r>
            <a:r>
              <a:rPr lang="zh-CN" altLang="en-US" b="0" i="0" dirty="0">
                <a:effectLst/>
                <a:latin typeface="inherit"/>
              </a:rPr>
              <a:t>）：</a:t>
            </a:r>
            <a:r>
              <a:rPr lang="en-US" altLang="zh-CN" b="0" i="0" dirty="0">
                <a:effectLst/>
                <a:latin typeface="inherit"/>
              </a:rPr>
              <a:t>H </a:t>
            </a:r>
            <a:r>
              <a:rPr lang="zh-CN" altLang="en-US" b="0" i="0" dirty="0">
                <a:effectLst/>
                <a:latin typeface="inherit"/>
              </a:rPr>
              <a:t>只有 </a:t>
            </a:r>
            <a:r>
              <a:rPr lang="en-US" altLang="zh-CN" b="0" i="0" dirty="0">
                <a:effectLst/>
                <a:latin typeface="inherit"/>
              </a:rPr>
              <a:t>Hy </a:t>
            </a:r>
            <a:r>
              <a:rPr lang="zh-CN" altLang="en-US" b="0" i="0" dirty="0">
                <a:effectLst/>
                <a:latin typeface="inherit"/>
              </a:rPr>
              <a:t>分量，</a:t>
            </a:r>
            <a:r>
              <a:rPr lang="en-US" altLang="zh-CN" b="0" i="0" dirty="0">
                <a:effectLst/>
                <a:latin typeface="inherit"/>
              </a:rPr>
              <a:t>E </a:t>
            </a:r>
            <a:r>
              <a:rPr lang="zh-CN" altLang="en-US" b="0" i="0" dirty="0">
                <a:effectLst/>
                <a:latin typeface="inherit"/>
              </a:rPr>
              <a:t>在 </a:t>
            </a:r>
            <a:r>
              <a:rPr lang="en-US" altLang="zh-CN" b="0" i="0" dirty="0">
                <a:effectLst/>
                <a:latin typeface="inherit"/>
              </a:rPr>
              <a:t>x-z </a:t>
            </a:r>
            <a:r>
              <a:rPr lang="zh-CN" altLang="en-US" b="0" i="0" dirty="0">
                <a:effectLst/>
                <a:latin typeface="inherit"/>
              </a:rPr>
              <a:t>平面。</a:t>
            </a:r>
            <a:br>
              <a:rPr lang="zh-CN" altLang="en-US" b="0" i="0" dirty="0">
                <a:effectLst/>
                <a:latin typeface="inherit"/>
              </a:rPr>
            </a:br>
            <a:r>
              <a:rPr lang="zh-CN" altLang="en-US" b="0" i="0" dirty="0">
                <a:effectLst/>
                <a:latin typeface="inherit"/>
              </a:rPr>
              <a:t>需要连续的切向量是 </a:t>
            </a:r>
            <a:r>
              <a:rPr lang="en-US" altLang="zh-CN" b="0" i="0" dirty="0">
                <a:effectLst/>
                <a:latin typeface="inherit"/>
              </a:rPr>
              <a:t>Ex </a:t>
            </a:r>
            <a:r>
              <a:rPr lang="zh-CN" altLang="en-US" b="0" i="0" dirty="0">
                <a:effectLst/>
                <a:latin typeface="inherit"/>
              </a:rPr>
              <a:t>与 </a:t>
            </a:r>
            <a:r>
              <a:rPr lang="en-US" altLang="zh-CN" b="0" i="0" dirty="0">
                <a:effectLst/>
                <a:latin typeface="inherit"/>
              </a:rPr>
              <a:t>Hy</a:t>
            </a:r>
            <a:r>
              <a:rPr lang="zh-CN" altLang="en-US" b="0" i="0" dirty="0">
                <a:effectLst/>
                <a:latin typeface="inherit"/>
              </a:rPr>
              <a:t>。</a:t>
            </a:r>
          </a:p>
          <a:p>
            <a:pPr algn="l" fontAlgn="base"/>
            <a:r>
              <a:rPr lang="zh-CN" altLang="en-US" b="0" i="0" dirty="0">
                <a:effectLst/>
                <a:latin typeface="-apple-system"/>
              </a:rPr>
              <a:t>因为两组量满足不同的 </a:t>
            </a:r>
            <a:r>
              <a:rPr lang="en-US" altLang="zh-CN" b="0" i="0" dirty="0">
                <a:effectLst/>
                <a:latin typeface="-apple-system"/>
              </a:rPr>
              <a:t>Fresnel </a:t>
            </a:r>
            <a:r>
              <a:rPr lang="zh-CN" altLang="en-US" b="0" i="0" dirty="0">
                <a:effectLst/>
                <a:latin typeface="-apple-system"/>
              </a:rPr>
              <a:t>公式，所以</a:t>
            </a:r>
          </a:p>
          <a:p>
            <a:pPr algn="l" fontAlgn="base"/>
            <a:r>
              <a:rPr lang="zh-CN" altLang="en-US" b="0" i="0" dirty="0">
                <a:effectLst/>
                <a:latin typeface="-apple-system"/>
              </a:rPr>
              <a:t>  </a:t>
            </a:r>
            <a:r>
              <a:rPr lang="el-GR" altLang="zh-CN" b="0" i="0" dirty="0">
                <a:effectLst/>
                <a:latin typeface="-apple-system"/>
              </a:rPr>
              <a:t>Γ</a:t>
            </a:r>
            <a:r>
              <a:rPr lang="en-US" altLang="zh-CN" b="0" i="0" dirty="0">
                <a:effectLst/>
                <a:latin typeface="-apple-system"/>
              </a:rPr>
              <a:t>s = (</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1 cos</a:t>
            </a:r>
            <a:r>
              <a:rPr lang="el-GR" altLang="zh-CN" b="0" i="0" dirty="0">
                <a:effectLst/>
                <a:latin typeface="-apple-system"/>
              </a:rPr>
              <a:t>θ</a:t>
            </a:r>
            <a:r>
              <a:rPr lang="en-US" altLang="zh-CN" b="0" i="0" dirty="0" err="1">
                <a:effectLst/>
                <a:latin typeface="-apple-system"/>
              </a:rPr>
              <a:t>i</a:t>
            </a:r>
            <a:r>
              <a:rPr lang="en-US" altLang="zh-CN" b="0" i="0" dirty="0">
                <a:effectLst/>
                <a:latin typeface="-apple-system"/>
              </a:rPr>
              <a:t> − </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2 cos</a:t>
            </a:r>
            <a:r>
              <a:rPr lang="el-GR" altLang="zh-CN" b="0" i="0" dirty="0">
                <a:effectLst/>
                <a:latin typeface="-apple-system"/>
              </a:rPr>
              <a:t>θ</a:t>
            </a:r>
            <a:r>
              <a:rPr lang="en-US" altLang="zh-CN" b="0" i="0" dirty="0">
                <a:effectLst/>
                <a:latin typeface="-apple-system"/>
              </a:rPr>
              <a:t>t)/(</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1 cos</a:t>
            </a:r>
            <a:r>
              <a:rPr lang="el-GR" altLang="zh-CN" b="0" i="0" dirty="0">
                <a:effectLst/>
                <a:latin typeface="-apple-system"/>
              </a:rPr>
              <a:t>θ</a:t>
            </a:r>
            <a:r>
              <a:rPr lang="en-US" altLang="zh-CN" b="0" i="0" dirty="0" err="1">
                <a:effectLst/>
                <a:latin typeface="-apple-system"/>
              </a:rPr>
              <a:t>i</a:t>
            </a:r>
            <a:r>
              <a:rPr lang="en-US" altLang="zh-CN" b="0" i="0" dirty="0">
                <a:effectLst/>
                <a:latin typeface="-apple-system"/>
              </a:rPr>
              <a:t> + </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2 cos</a:t>
            </a:r>
            <a:r>
              <a:rPr lang="el-GR" altLang="zh-CN" b="0" i="0" dirty="0">
                <a:effectLst/>
                <a:latin typeface="-apple-system"/>
              </a:rPr>
              <a:t>θ</a:t>
            </a:r>
            <a:r>
              <a:rPr lang="en-US" altLang="zh-CN" b="0" i="0" dirty="0">
                <a:effectLst/>
                <a:latin typeface="-apple-system"/>
              </a:rPr>
              <a:t>t)</a:t>
            </a:r>
            <a:br>
              <a:rPr lang="en-US" altLang="zh-CN" b="0" i="0" dirty="0">
                <a:effectLst/>
                <a:latin typeface="-apple-system"/>
              </a:rPr>
            </a:br>
            <a:r>
              <a:rPr lang="en-US" altLang="zh-CN" b="0" i="0" dirty="0">
                <a:effectLst/>
                <a:latin typeface="-apple-system"/>
              </a:rPr>
              <a:t>  </a:t>
            </a:r>
            <a:r>
              <a:rPr lang="el-GR" altLang="zh-CN" b="0" i="0" dirty="0">
                <a:effectLst/>
                <a:latin typeface="-apple-system"/>
              </a:rPr>
              <a:t>Γ</a:t>
            </a:r>
            <a:r>
              <a:rPr lang="en-US" altLang="zh-CN" b="0" i="0" dirty="0">
                <a:effectLst/>
                <a:latin typeface="-apple-system"/>
              </a:rPr>
              <a:t>p = (</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2 cos</a:t>
            </a:r>
            <a:r>
              <a:rPr lang="el-GR" altLang="zh-CN" b="0" i="0" dirty="0">
                <a:effectLst/>
                <a:latin typeface="-apple-system"/>
              </a:rPr>
              <a:t>θ</a:t>
            </a:r>
            <a:r>
              <a:rPr lang="en-US" altLang="zh-CN" b="0" i="0" dirty="0" err="1">
                <a:effectLst/>
                <a:latin typeface="-apple-system"/>
              </a:rPr>
              <a:t>i</a:t>
            </a:r>
            <a:r>
              <a:rPr lang="en-US" altLang="zh-CN" b="0" i="0" dirty="0">
                <a:effectLst/>
                <a:latin typeface="-apple-system"/>
              </a:rPr>
              <a:t> − </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1 cos</a:t>
            </a:r>
            <a:r>
              <a:rPr lang="el-GR" altLang="zh-CN" b="0" i="0" dirty="0">
                <a:effectLst/>
                <a:latin typeface="-apple-system"/>
              </a:rPr>
              <a:t>θ</a:t>
            </a:r>
            <a:r>
              <a:rPr lang="en-US" altLang="zh-CN" b="0" i="0" dirty="0">
                <a:effectLst/>
                <a:latin typeface="-apple-system"/>
              </a:rPr>
              <a:t>t)/(</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2 cos</a:t>
            </a:r>
            <a:r>
              <a:rPr lang="el-GR" altLang="zh-CN" b="0" i="0" dirty="0">
                <a:effectLst/>
                <a:latin typeface="-apple-system"/>
              </a:rPr>
              <a:t>θ</a:t>
            </a:r>
            <a:r>
              <a:rPr lang="en-US" altLang="zh-CN" b="0" i="0" dirty="0" err="1">
                <a:effectLst/>
                <a:latin typeface="-apple-system"/>
              </a:rPr>
              <a:t>i</a:t>
            </a:r>
            <a:r>
              <a:rPr lang="en-US" altLang="zh-CN" b="0" i="0" dirty="0">
                <a:effectLst/>
                <a:latin typeface="-apple-system"/>
              </a:rPr>
              <a:t> + </a:t>
            </a:r>
            <a:r>
              <a:rPr lang="el-GR" altLang="zh-CN" b="0" i="0" dirty="0">
                <a:effectLst/>
                <a:latin typeface="Times New Roman" panose="02020603050405020304" pitchFamily="18" charset="0"/>
                <a:cs typeface="Times New Roman" panose="02020603050405020304" pitchFamily="18" charset="0"/>
              </a:rPr>
              <a:t>η</a:t>
            </a:r>
            <a:r>
              <a:rPr lang="en-US" altLang="zh-CN" b="0" i="0" dirty="0">
                <a:effectLst/>
                <a:latin typeface="-apple-system"/>
              </a:rPr>
              <a:t>1 cos</a:t>
            </a:r>
            <a:r>
              <a:rPr lang="el-GR" altLang="zh-CN" b="0" i="0" dirty="0">
                <a:effectLst/>
                <a:latin typeface="-apple-system"/>
              </a:rPr>
              <a:t>θ</a:t>
            </a:r>
            <a:r>
              <a:rPr lang="en-US" altLang="zh-CN" b="0" i="0" dirty="0">
                <a:effectLst/>
                <a:latin typeface="-apple-system"/>
              </a:rPr>
              <a:t>t)</a:t>
            </a:r>
          </a:p>
          <a:p>
            <a:pPr algn="l" fontAlgn="base"/>
            <a:r>
              <a:rPr lang="zh-CN" altLang="en-US" b="0" i="0" dirty="0">
                <a:effectLst/>
                <a:latin typeface="-apple-system"/>
              </a:rPr>
              <a:t>显然 </a:t>
            </a:r>
            <a:r>
              <a:rPr lang="el-GR" altLang="zh-CN" b="0" i="0" dirty="0">
                <a:effectLst/>
                <a:latin typeface="-apple-system"/>
              </a:rPr>
              <a:t>Γ</a:t>
            </a:r>
            <a:r>
              <a:rPr lang="en-US" altLang="zh-CN" b="0" i="0" dirty="0">
                <a:effectLst/>
                <a:latin typeface="-apple-system"/>
              </a:rPr>
              <a:t>s ≠ </a:t>
            </a:r>
            <a:r>
              <a:rPr lang="el-GR" altLang="zh-CN" b="0" i="0" dirty="0">
                <a:effectLst/>
                <a:latin typeface="-apple-system"/>
              </a:rPr>
              <a:t>Γ</a:t>
            </a:r>
            <a:r>
              <a:rPr lang="en-US" altLang="zh-CN" b="0" i="0" dirty="0">
                <a:effectLst/>
                <a:latin typeface="-apple-system"/>
              </a:rPr>
              <a:t>p</a:t>
            </a:r>
            <a:r>
              <a:rPr lang="zh-CN" altLang="en-US" b="0" i="0" dirty="0">
                <a:effectLst/>
                <a:latin typeface="-apple-system"/>
              </a:rPr>
              <a:t>。</a:t>
            </a:r>
          </a:p>
          <a:p>
            <a:pPr algn="l" fontAlgn="base"/>
            <a:r>
              <a:rPr lang="en-US" altLang="zh-CN" b="0" i="0" dirty="0">
                <a:effectLst/>
                <a:latin typeface="-apple-system"/>
              </a:rPr>
              <a:t>2 </a:t>
            </a:r>
            <a:r>
              <a:rPr lang="zh-CN" altLang="en-US" b="0" i="0" dirty="0">
                <a:effectLst/>
                <a:latin typeface="-apple-system"/>
              </a:rPr>
              <a:t>垂直入射：</a:t>
            </a:r>
            <a:r>
              <a:rPr lang="el-GR" altLang="zh-CN" b="0" i="0" dirty="0">
                <a:effectLst/>
                <a:latin typeface="-apple-system"/>
              </a:rPr>
              <a:t>θ</a:t>
            </a:r>
            <a:r>
              <a:rPr lang="en-US" altLang="zh-CN" b="0" i="0" dirty="0" err="1">
                <a:effectLst/>
                <a:latin typeface="-apple-system"/>
              </a:rPr>
              <a:t>i</a:t>
            </a:r>
            <a:r>
              <a:rPr lang="en-US" altLang="zh-CN" b="0" i="0" dirty="0">
                <a:effectLst/>
                <a:latin typeface="-apple-system"/>
              </a:rPr>
              <a:t> = 0°</a:t>
            </a:r>
            <a:r>
              <a:rPr lang="zh-CN" altLang="en-US" b="0" i="0" dirty="0">
                <a:effectLst/>
                <a:latin typeface="-apple-system"/>
              </a:rPr>
              <a:t>，两种极化“退化”为同一模式</a:t>
            </a:r>
            <a:br>
              <a:rPr lang="zh-CN" altLang="en-US" b="0" i="0" dirty="0">
                <a:effectLst/>
                <a:latin typeface="-apple-system"/>
              </a:rPr>
            </a:br>
            <a:r>
              <a:rPr lang="zh-CN" altLang="en-US" b="0" i="0" dirty="0">
                <a:effectLst/>
                <a:latin typeface="-apple-system"/>
              </a:rPr>
              <a:t>当 </a:t>
            </a:r>
            <a:r>
              <a:rPr lang="el-GR" altLang="zh-CN" b="0" i="0" dirty="0">
                <a:effectLst/>
                <a:latin typeface="-apple-system"/>
              </a:rPr>
              <a:t>θ</a:t>
            </a:r>
            <a:r>
              <a:rPr lang="en-US" altLang="zh-CN" b="0" i="0" dirty="0" err="1">
                <a:effectLst/>
                <a:latin typeface="-apple-system"/>
              </a:rPr>
              <a:t>i</a:t>
            </a:r>
            <a:r>
              <a:rPr lang="en-US" altLang="zh-CN" b="0" i="0" dirty="0">
                <a:effectLst/>
                <a:latin typeface="-apple-system"/>
              </a:rPr>
              <a:t> = 0° </a:t>
            </a:r>
            <a:r>
              <a:rPr lang="zh-CN" altLang="en-US" b="0" i="0" dirty="0">
                <a:effectLst/>
                <a:latin typeface="-apple-system"/>
              </a:rPr>
              <a:t>时：</a:t>
            </a:r>
          </a:p>
          <a:p>
            <a:pPr algn="l" fontAlgn="base">
              <a:buFont typeface="Arial" panose="020B0604020202020204" pitchFamily="34" charset="0"/>
              <a:buChar char="•"/>
            </a:pPr>
            <a:r>
              <a:rPr lang="zh-CN" altLang="en-US" b="0" i="0" dirty="0">
                <a:effectLst/>
                <a:latin typeface="inherit"/>
              </a:rPr>
              <a:t>入射波矢垂直界面，不论原来 </a:t>
            </a:r>
            <a:r>
              <a:rPr lang="en-US" altLang="zh-CN" b="0" i="0" dirty="0">
                <a:effectLst/>
                <a:latin typeface="inherit"/>
              </a:rPr>
              <a:t>s </a:t>
            </a:r>
            <a:r>
              <a:rPr lang="zh-CN" altLang="en-US" b="0" i="0" dirty="0">
                <a:effectLst/>
                <a:latin typeface="inherit"/>
              </a:rPr>
              <a:t>还是 </a:t>
            </a:r>
            <a:r>
              <a:rPr lang="en-US" altLang="zh-CN" b="0" i="0" dirty="0">
                <a:effectLst/>
                <a:latin typeface="inherit"/>
              </a:rPr>
              <a:t>p</a:t>
            </a:r>
            <a:r>
              <a:rPr lang="zh-CN" altLang="en-US" b="0" i="0" dirty="0">
                <a:effectLst/>
                <a:latin typeface="inherit"/>
              </a:rPr>
              <a:t>，</a:t>
            </a:r>
            <a:br>
              <a:rPr lang="zh-CN" altLang="en-US" b="0" i="0" dirty="0">
                <a:effectLst/>
                <a:latin typeface="inherit"/>
              </a:rPr>
            </a:br>
            <a:r>
              <a:rPr lang="zh-CN" altLang="en-US" b="0" i="0" dirty="0">
                <a:effectLst/>
                <a:latin typeface="inherit"/>
              </a:rPr>
              <a:t>现在电场、磁场都只有平行界面的分量；</a:t>
            </a:r>
          </a:p>
          <a:p>
            <a:pPr algn="l" fontAlgn="base">
              <a:buFont typeface="Arial" panose="020B0604020202020204" pitchFamily="34" charset="0"/>
              <a:buChar char="•"/>
            </a:pPr>
            <a:r>
              <a:rPr lang="en-US" altLang="zh-CN" b="0" i="0" dirty="0">
                <a:effectLst/>
                <a:latin typeface="inherit"/>
              </a:rPr>
              <a:t>TE </a:t>
            </a:r>
            <a:r>
              <a:rPr lang="zh-CN" altLang="en-US" b="0" i="0" dirty="0">
                <a:effectLst/>
                <a:latin typeface="inherit"/>
              </a:rPr>
              <a:t>与 </a:t>
            </a:r>
            <a:r>
              <a:rPr lang="en-US" altLang="zh-CN" b="0" i="0" dirty="0">
                <a:effectLst/>
                <a:latin typeface="inherit"/>
              </a:rPr>
              <a:t>TM </a:t>
            </a:r>
            <a:r>
              <a:rPr lang="zh-CN" altLang="en-US" b="0" i="0" dirty="0">
                <a:effectLst/>
                <a:latin typeface="inherit"/>
              </a:rPr>
              <a:t>的边界条件变成同一组：</a:t>
            </a:r>
            <a:br>
              <a:rPr lang="zh-CN" altLang="en-US" b="0" i="0" dirty="0">
                <a:effectLst/>
                <a:latin typeface="inherit"/>
              </a:rPr>
            </a:br>
            <a:r>
              <a:rPr lang="zh-CN" altLang="en-US" b="0" i="0" dirty="0">
                <a:effectLst/>
                <a:latin typeface="inherit"/>
              </a:rPr>
              <a:t>连续 </a:t>
            </a:r>
            <a:r>
              <a:rPr lang="en-US" altLang="zh-CN" b="0" i="0" dirty="0" err="1">
                <a:effectLst/>
                <a:latin typeface="inherit"/>
              </a:rPr>
              <a:t>Etang</a:t>
            </a:r>
            <a:r>
              <a:rPr lang="zh-CN" altLang="en-US" b="0" i="0" dirty="0">
                <a:effectLst/>
                <a:latin typeface="inherit"/>
              </a:rPr>
              <a:t>、</a:t>
            </a:r>
            <a:r>
              <a:rPr lang="en-US" altLang="zh-CN" b="0" i="0" dirty="0" err="1">
                <a:effectLst/>
                <a:latin typeface="inherit"/>
              </a:rPr>
              <a:t>Htang</a:t>
            </a:r>
            <a:r>
              <a:rPr lang="en-US" altLang="zh-CN" b="0" i="0" dirty="0">
                <a:effectLst/>
                <a:latin typeface="inherit"/>
              </a:rPr>
              <a:t> </a:t>
            </a:r>
            <a:r>
              <a:rPr lang="zh-CN" altLang="en-US" b="0" i="0" dirty="0">
                <a:effectLst/>
                <a:latin typeface="inherit"/>
              </a:rPr>
              <a:t>仅涉及 </a:t>
            </a:r>
            <a:r>
              <a:rPr lang="en-US" altLang="zh-CN" b="0" i="0" dirty="0">
                <a:effectLst/>
                <a:latin typeface="inherit"/>
              </a:rPr>
              <a:t>E∥ </a:t>
            </a:r>
            <a:r>
              <a:rPr lang="zh-CN" altLang="en-US" b="0" i="0" dirty="0">
                <a:effectLst/>
                <a:latin typeface="inherit"/>
              </a:rPr>
              <a:t>与 </a:t>
            </a:r>
            <a:r>
              <a:rPr lang="en-US" altLang="zh-CN" b="0" i="0" dirty="0">
                <a:effectLst/>
                <a:latin typeface="inherit"/>
              </a:rPr>
              <a:t>H∥</a:t>
            </a:r>
            <a:r>
              <a:rPr lang="zh-CN" altLang="en-US" b="0" i="0" dirty="0">
                <a:effectLst/>
                <a:latin typeface="inherit"/>
              </a:rPr>
              <a:t>。</a:t>
            </a:r>
          </a:p>
          <a:p>
            <a:pPr algn="l" fontAlgn="base"/>
            <a:r>
              <a:rPr lang="zh-CN" altLang="en-US" b="0" i="0" dirty="0">
                <a:effectLst/>
                <a:latin typeface="-apple-system"/>
              </a:rPr>
              <a:t>结果 </a:t>
            </a:r>
            <a:r>
              <a:rPr lang="en-US" altLang="zh-CN" b="0" i="0" dirty="0">
                <a:effectLst/>
                <a:latin typeface="-apple-system"/>
              </a:rPr>
              <a:t>Fresnel </a:t>
            </a:r>
            <a:r>
              <a:rPr lang="zh-CN" altLang="en-US" b="0" i="0" dirty="0">
                <a:effectLst/>
                <a:latin typeface="-apple-system"/>
              </a:rPr>
              <a:t>公式对两种极化给出同一个值：</a:t>
            </a:r>
          </a:p>
          <a:p>
            <a:pPr algn="l" fontAlgn="base"/>
            <a:r>
              <a:rPr lang="zh-CN" altLang="en-US" b="0" i="0" dirty="0">
                <a:effectLst/>
                <a:latin typeface="-apple-system"/>
              </a:rPr>
              <a:t>  </a:t>
            </a:r>
            <a:r>
              <a:rPr lang="el-GR" altLang="zh-CN" b="0" i="0" dirty="0">
                <a:effectLst/>
                <a:latin typeface="-apple-system"/>
              </a:rPr>
              <a:t>Γ = (</a:t>
            </a:r>
            <a:r>
              <a:rPr lang="en-US" altLang="zh-CN" b="0" i="0" dirty="0">
                <a:effectLst/>
                <a:latin typeface="-apple-system"/>
              </a:rPr>
              <a:t>n1 − n2)/(n1 + n2)</a:t>
            </a:r>
            <a:br>
              <a:rPr lang="en-US" altLang="zh-CN" b="0" i="0" dirty="0">
                <a:effectLst/>
                <a:latin typeface="-apple-system"/>
              </a:rPr>
            </a:br>
            <a:r>
              <a:rPr lang="en-US" altLang="zh-CN" b="0" i="0" dirty="0">
                <a:effectLst/>
                <a:latin typeface="-apple-system"/>
              </a:rPr>
              <a:t>  T = 2 n1/(n1 + n2)</a:t>
            </a:r>
          </a:p>
          <a:p>
            <a:pPr algn="l" fontAlgn="base"/>
            <a:r>
              <a:rPr lang="zh-CN" altLang="en-US" b="0" i="0" dirty="0">
                <a:effectLst/>
                <a:latin typeface="-apple-system"/>
              </a:rPr>
              <a:t>因此垂直入射时，反射</a:t>
            </a:r>
            <a:r>
              <a:rPr lang="en-US" altLang="zh-CN" b="0" i="0" dirty="0">
                <a:effectLst/>
                <a:latin typeface="-apple-system"/>
              </a:rPr>
              <a:t>/</a:t>
            </a:r>
            <a:r>
              <a:rPr lang="zh-CN" altLang="en-US" b="0" i="0" dirty="0">
                <a:effectLst/>
                <a:latin typeface="-apple-system"/>
              </a:rPr>
              <a:t>透射系数与极化方式无关。</a:t>
            </a:r>
          </a:p>
          <a:p>
            <a:br>
              <a:rPr lang="zh-CN" altLang="en-US" b="0" i="0" dirty="0">
                <a:solidFill>
                  <a:srgbClr val="333333"/>
                </a:solidFill>
                <a:effectLst/>
                <a:latin typeface="PingFang SC"/>
              </a:rPr>
            </a:br>
            <a:endParaRPr lang="zh-CN" altLang="en-US" dirty="0"/>
          </a:p>
        </p:txBody>
      </p:sp>
      <p:sp>
        <p:nvSpPr>
          <p:cNvPr id="4" name="日期占位符 3"/>
          <p:cNvSpPr>
            <a:spLocks noGrp="1"/>
          </p:cNvSpPr>
          <p:nvPr>
            <p:ph type="dt" idx="1"/>
          </p:nvPr>
        </p:nvSpPr>
        <p:spPr/>
        <p:txBody>
          <a:bodyPr/>
          <a:lstStyle/>
          <a:p>
            <a:pPr>
              <a:defRPr/>
            </a:pPr>
            <a:fld id="{572360AE-B9A9-41C9-8016-176F4842202D}" type="datetime1">
              <a:rPr lang="zh-CN" altLang="en-US" smtClean="0"/>
              <a:pPr>
                <a:defRPr/>
              </a:pPr>
              <a:t>2025/12/26</a:t>
            </a:fld>
            <a:endParaRPr lang="en-US" altLang="zh-CN"/>
          </a:p>
        </p:txBody>
      </p:sp>
    </p:spTree>
    <p:extLst>
      <p:ext uri="{BB962C8B-B14F-4D97-AF65-F5344CB8AC3E}">
        <p14:creationId xmlns:p14="http://schemas.microsoft.com/office/powerpoint/2010/main" val="2150796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98D9361E-78DA-20DC-1DF1-EAD214AEA43D}"/>
              </a:ext>
            </a:extLst>
          </p:cNvPr>
          <p:cNvSpPr>
            <a:spLocks noGrp="1" noRot="1" noChangeAspect="1" noChangeArrowheads="1" noTextEdit="1"/>
          </p:cNvSpPr>
          <p:nvPr>
            <p:ph type="sldImg"/>
          </p:nvPr>
        </p:nvSpPr>
        <p:spPr>
          <a:ln/>
        </p:spPr>
      </p:sp>
      <p:sp>
        <p:nvSpPr>
          <p:cNvPr id="101379" name="Rectangle 3">
            <a:extLst>
              <a:ext uri="{FF2B5EF4-FFF2-40B4-BE49-F238E27FC236}">
                <a16:creationId xmlns:a16="http://schemas.microsoft.com/office/drawing/2014/main" id="{86978AE0-5534-9C51-1384-5ACD581168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dirty="0"/>
              <a:t>全反射时，折射光消失，只剩下反射光</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D8E023A0-53F6-E9FF-CF53-8E1C1229AD29}"/>
              </a:ext>
            </a:extLst>
          </p:cNvPr>
          <p:cNvSpPr>
            <a:spLocks noGrp="1" noRot="1" noChangeAspect="1" noChangeArrowheads="1" noTextEdit="1"/>
          </p:cNvSpPr>
          <p:nvPr>
            <p:ph type="sldImg"/>
          </p:nvPr>
        </p:nvSpPr>
        <p:spPr>
          <a:ln/>
        </p:spPr>
      </p:sp>
      <p:sp>
        <p:nvSpPr>
          <p:cNvPr id="103427" name="Rectangle 3">
            <a:extLst>
              <a:ext uri="{FF2B5EF4-FFF2-40B4-BE49-F238E27FC236}">
                <a16:creationId xmlns:a16="http://schemas.microsoft.com/office/drawing/2014/main" id="{21FB3951-3BC0-A38C-4884-DB0A7B02F7E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lvl="2"/>
            <a:r>
              <a:rPr kumimoji="1" lang="zh-CN" altLang="en-US">
                <a:solidFill>
                  <a:srgbClr val="FF8383"/>
                </a:solidFill>
              </a:rPr>
              <a:t>均匀平面波</a:t>
            </a:r>
            <a:r>
              <a:rPr kumimoji="1" lang="zh-CN" altLang="en-US">
                <a:solidFill>
                  <a:srgbClr val="FF99CC"/>
                </a:solidFill>
              </a:rPr>
              <a:t>：</a:t>
            </a:r>
            <a:r>
              <a:rPr kumimoji="1" lang="zh-CN" altLang="en-US">
                <a:solidFill>
                  <a:schemeClr val="bg1"/>
                </a:solidFill>
              </a:rPr>
              <a:t>等相位面上电场和磁场的方向、振幅都保持不变的平面波。</a:t>
            </a:r>
          </a:p>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4BF96702-BC7B-F0E7-D6FF-1A1C07F6CDF2}"/>
              </a:ext>
            </a:extLst>
          </p:cNvPr>
          <p:cNvSpPr>
            <a:spLocks noGrp="1" noRot="1" noChangeAspect="1" noChangeArrowheads="1" noTextEdit="1"/>
          </p:cNvSpPr>
          <p:nvPr>
            <p:ph type="sldImg"/>
          </p:nvPr>
        </p:nvSpPr>
        <p:spPr>
          <a:ln/>
        </p:spPr>
      </p:sp>
      <p:sp>
        <p:nvSpPr>
          <p:cNvPr id="105475" name="Rectangle 3">
            <a:extLst>
              <a:ext uri="{FF2B5EF4-FFF2-40B4-BE49-F238E27FC236}">
                <a16:creationId xmlns:a16="http://schemas.microsoft.com/office/drawing/2014/main" id="{FD971F02-E06A-9985-039F-592CCC28882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95C9AEC0-9EF0-2EC3-C078-BB30FBB855BF}"/>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A3B776E2-84DC-76F1-FF5C-60BB8E79C8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b="0" i="0" dirty="0">
                <a:effectLst/>
                <a:latin typeface="-apple-system"/>
              </a:rPr>
              <a:t>光纤把光关在</a:t>
            </a:r>
            <a:r>
              <a:rPr lang="zh-CN" altLang="en-US" b="1" i="0" dirty="0">
                <a:effectLst/>
                <a:latin typeface="-apple-system"/>
              </a:rPr>
              <a:t>芯</a:t>
            </a:r>
            <a:r>
              <a:rPr lang="en-US" altLang="zh-CN" b="1" i="0" dirty="0">
                <a:effectLst/>
                <a:latin typeface="-apple-system"/>
              </a:rPr>
              <a:t>-</a:t>
            </a:r>
            <a:r>
              <a:rPr lang="zh-CN" altLang="en-US" b="1" i="0" dirty="0">
                <a:effectLst/>
                <a:latin typeface="-apple-system"/>
              </a:rPr>
              <a:t>包层界面内侧</a:t>
            </a:r>
            <a:r>
              <a:rPr lang="zh-CN" altLang="en-US" b="0" i="0" dirty="0">
                <a:effectLst/>
                <a:latin typeface="-apple-system"/>
              </a:rPr>
              <a:t>的</a:t>
            </a:r>
            <a:r>
              <a:rPr lang="zh-CN" altLang="en-US" b="1" i="0" dirty="0">
                <a:effectLst/>
                <a:latin typeface="-apple-system"/>
              </a:rPr>
              <a:t>全反射</a:t>
            </a:r>
            <a:r>
              <a:rPr lang="zh-CN" altLang="en-US" b="0" i="0" dirty="0">
                <a:effectLst/>
                <a:latin typeface="-apple-system"/>
              </a:rPr>
              <a:t>里，场分布是</a:t>
            </a:r>
            <a:r>
              <a:rPr lang="zh-CN" altLang="en-US" b="1" i="0" dirty="0">
                <a:effectLst/>
                <a:latin typeface="-apple-system"/>
              </a:rPr>
              <a:t>振荡型</a:t>
            </a:r>
            <a:r>
              <a:rPr lang="zh-CN" altLang="en-US" b="0" i="0" dirty="0">
                <a:effectLst/>
                <a:latin typeface="-apple-system"/>
              </a:rPr>
              <a:t>的导模（</a:t>
            </a:r>
            <a:r>
              <a:rPr lang="en-US" altLang="zh-CN" b="0" i="0" dirty="0">
                <a:effectLst/>
                <a:latin typeface="-apple-system"/>
              </a:rPr>
              <a:t>HE/EH</a:t>
            </a:r>
            <a:r>
              <a:rPr lang="zh-CN" altLang="en-US" b="0" i="0" dirty="0">
                <a:effectLst/>
                <a:latin typeface="-apple-system"/>
              </a:rPr>
              <a:t>、</a:t>
            </a:r>
            <a:r>
              <a:rPr lang="en-US" altLang="zh-CN" b="0" i="0" dirty="0">
                <a:effectLst/>
                <a:latin typeface="-apple-system"/>
              </a:rPr>
              <a:t>TE</a:t>
            </a:r>
            <a:r>
              <a:rPr lang="zh-CN" altLang="en-US" b="0" i="0" dirty="0">
                <a:effectLst/>
                <a:latin typeface="-apple-system"/>
              </a:rPr>
              <a:t>、</a:t>
            </a:r>
            <a:r>
              <a:rPr lang="en-US" altLang="zh-CN" b="0" i="0" dirty="0">
                <a:effectLst/>
                <a:latin typeface="-apple-system"/>
              </a:rPr>
              <a:t>TM </a:t>
            </a:r>
            <a:r>
              <a:rPr lang="zh-CN" altLang="en-US" b="0" i="0" dirty="0">
                <a:effectLst/>
                <a:latin typeface="-apple-system"/>
              </a:rPr>
              <a:t>系列），能量在横截面内往返干涉形成驻波；光纤属于</a:t>
            </a:r>
            <a:r>
              <a:rPr lang="zh-CN" altLang="en-US" b="1" i="0" dirty="0">
                <a:effectLst/>
                <a:latin typeface="-apple-system"/>
              </a:rPr>
              <a:t>全反射介质波导</a:t>
            </a:r>
            <a:r>
              <a:rPr lang="zh-CN" altLang="en-US" b="0" i="0" dirty="0">
                <a:effectLst/>
                <a:latin typeface="-apple-system"/>
              </a:rPr>
              <a:t>，不是表面波传输线。</a:t>
            </a:r>
            <a:br>
              <a:rPr lang="zh-CN" altLang="en-US" dirty="0"/>
            </a:br>
            <a:r>
              <a:rPr lang="zh-CN" altLang="en-US" b="0" i="0" dirty="0">
                <a:effectLst/>
                <a:latin typeface="-apple-system"/>
              </a:rPr>
              <a:t>表面波传输线（如单根金属线、介质</a:t>
            </a:r>
            <a:r>
              <a:rPr lang="en-US" altLang="zh-CN" b="0" i="0" dirty="0">
                <a:effectLst/>
                <a:latin typeface="-apple-system"/>
              </a:rPr>
              <a:t>-</a:t>
            </a:r>
            <a:r>
              <a:rPr lang="zh-CN" altLang="en-US" b="0" i="0" dirty="0">
                <a:effectLst/>
                <a:latin typeface="-apple-system"/>
              </a:rPr>
              <a:t>金属平面）靠的是</a:t>
            </a:r>
            <a:r>
              <a:rPr lang="zh-CN" altLang="en-US" b="1" i="0" dirty="0">
                <a:effectLst/>
                <a:latin typeface="-apple-system"/>
              </a:rPr>
              <a:t>界面固有表面模式</a:t>
            </a:r>
            <a:r>
              <a:rPr lang="zh-CN" altLang="en-US" b="0" i="0" dirty="0">
                <a:effectLst/>
                <a:latin typeface="-apple-system"/>
              </a:rPr>
              <a:t>（</a:t>
            </a:r>
            <a:r>
              <a:rPr lang="en-US" altLang="zh-CN" b="0" i="0" dirty="0">
                <a:effectLst/>
                <a:latin typeface="-apple-system"/>
              </a:rPr>
              <a:t>TM₀ </a:t>
            </a:r>
            <a:r>
              <a:rPr lang="zh-CN" altLang="en-US" b="0" i="0" dirty="0">
                <a:effectLst/>
                <a:latin typeface="-apple-system"/>
              </a:rPr>
              <a:t>型 </a:t>
            </a:r>
            <a:r>
              <a:rPr lang="en-US" altLang="zh-CN" b="0" i="0" dirty="0">
                <a:effectLst/>
                <a:latin typeface="-apple-system"/>
              </a:rPr>
              <a:t>SPP </a:t>
            </a:r>
            <a:r>
              <a:rPr lang="zh-CN" altLang="en-US" b="0" i="0" dirty="0">
                <a:effectLst/>
                <a:latin typeface="-apple-system"/>
              </a:rPr>
              <a:t>等），场在界面外</a:t>
            </a:r>
            <a:r>
              <a:rPr lang="zh-CN" altLang="en-US" b="1" i="0" dirty="0">
                <a:effectLst/>
                <a:latin typeface="-apple-system"/>
              </a:rPr>
              <a:t>指数衰减</a:t>
            </a:r>
            <a:r>
              <a:rPr lang="zh-CN" altLang="en-US" b="0" i="0" dirty="0">
                <a:effectLst/>
                <a:latin typeface="-apple-system"/>
              </a:rPr>
              <a:t>，没有径向振荡。</a:t>
            </a:r>
            <a:endParaRPr lang="en-US" altLang="zh-CN" b="0"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br>
              <a:rPr lang="zh-CN" altLang="en-US" dirty="0"/>
            </a:br>
            <a:r>
              <a:rPr lang="zh-CN" altLang="en-US" b="0" i="0" dirty="0">
                <a:effectLst/>
                <a:latin typeface="-apple-system"/>
              </a:rPr>
              <a:t>介质波导（如光纤、矩形介质条）靠</a:t>
            </a:r>
            <a:r>
              <a:rPr lang="zh-CN" altLang="en-US" b="1" i="0" dirty="0">
                <a:effectLst/>
                <a:latin typeface="-apple-system"/>
              </a:rPr>
              <a:t>全反射</a:t>
            </a:r>
            <a:r>
              <a:rPr lang="zh-CN" altLang="en-US" b="0" i="0" dirty="0">
                <a:effectLst/>
                <a:latin typeface="-apple-system"/>
              </a:rPr>
              <a:t>把能量关在</a:t>
            </a:r>
            <a:r>
              <a:rPr lang="zh-CN" altLang="en-US" b="1" i="0" dirty="0">
                <a:effectLst/>
                <a:latin typeface="-apple-system"/>
              </a:rPr>
              <a:t>高折射率芯区</a:t>
            </a:r>
            <a:r>
              <a:rPr lang="zh-CN" altLang="en-US" b="0" i="0" dirty="0">
                <a:effectLst/>
                <a:latin typeface="-apple-system"/>
              </a:rPr>
              <a:t>，横向场在芯内</a:t>
            </a:r>
            <a:r>
              <a:rPr lang="zh-CN" altLang="en-US" b="1" i="0" dirty="0">
                <a:effectLst/>
                <a:latin typeface="-apple-system"/>
              </a:rPr>
              <a:t>振荡</a:t>
            </a:r>
            <a:r>
              <a:rPr lang="zh-CN" altLang="en-US" b="0" i="0" dirty="0">
                <a:effectLst/>
                <a:latin typeface="-apple-system"/>
              </a:rPr>
              <a:t>，在包层</a:t>
            </a:r>
            <a:r>
              <a:rPr lang="zh-CN" altLang="en-US" b="1" i="0" dirty="0">
                <a:effectLst/>
                <a:latin typeface="-apple-system"/>
              </a:rPr>
              <a:t>指数衰减</a:t>
            </a:r>
            <a:r>
              <a:rPr lang="zh-CN" altLang="en-US" b="0" i="0" dirty="0">
                <a:effectLst/>
                <a:latin typeface="-apple-system"/>
              </a:rPr>
              <a:t>；</a:t>
            </a:r>
            <a:br>
              <a:rPr lang="zh-CN" altLang="en-US" dirty="0"/>
            </a:br>
            <a:r>
              <a:rPr lang="zh-CN" altLang="en-US" b="0" i="0" dirty="0">
                <a:effectLst/>
                <a:latin typeface="-apple-system"/>
              </a:rPr>
              <a:t>表面波传输线则靠</a:t>
            </a:r>
            <a:r>
              <a:rPr lang="zh-CN" altLang="en-US" b="1" i="0" dirty="0">
                <a:effectLst/>
                <a:latin typeface="-apple-system"/>
              </a:rPr>
              <a:t>单一界面固有的慢波模式</a:t>
            </a:r>
            <a:r>
              <a:rPr lang="zh-CN" altLang="en-US" b="0" i="0" dirty="0">
                <a:effectLst/>
                <a:latin typeface="-apple-system"/>
              </a:rPr>
              <a:t>（</a:t>
            </a:r>
            <a:r>
              <a:rPr lang="en-US" altLang="zh-CN" b="0" i="0" dirty="0">
                <a:effectLst/>
                <a:latin typeface="-apple-system"/>
              </a:rPr>
              <a:t>TM₀ </a:t>
            </a:r>
            <a:r>
              <a:rPr lang="zh-CN" altLang="en-US" b="0" i="0" dirty="0">
                <a:effectLst/>
                <a:latin typeface="-apple-system"/>
              </a:rPr>
              <a:t>表面波），场在</a:t>
            </a:r>
            <a:r>
              <a:rPr lang="zh-CN" altLang="en-US" b="1" i="0" dirty="0">
                <a:effectLst/>
                <a:latin typeface="-apple-system"/>
              </a:rPr>
              <a:t>两侧都指数衰减</a:t>
            </a:r>
            <a:r>
              <a:rPr lang="zh-CN" altLang="en-US" b="0" i="0" dirty="0">
                <a:effectLst/>
                <a:latin typeface="-apple-system"/>
              </a:rPr>
              <a:t>，无振荡芯区。 </a:t>
            </a:r>
            <a:r>
              <a:rPr lang="zh-CN" altLang="en-US" b="1" i="0" dirty="0">
                <a:effectLst/>
                <a:latin typeface="-apple-system"/>
              </a:rPr>
              <a:t>“场只能贴着界面走，离开界面就指数衰减，能量被锁在结构表面 </a:t>
            </a:r>
            <a:r>
              <a:rPr lang="en-US" altLang="zh-CN" b="1" i="0" dirty="0">
                <a:effectLst/>
                <a:latin typeface="-apple-system"/>
              </a:rPr>
              <a:t>±λ </a:t>
            </a:r>
            <a:r>
              <a:rPr lang="zh-CN" altLang="en-US" b="1" i="0" dirty="0">
                <a:effectLst/>
                <a:latin typeface="-apple-system"/>
              </a:rPr>
              <a:t>量级以内。”</a:t>
            </a:r>
            <a:endParaRPr lang="en-US" altLang="zh-CN" b="0" i="0" dirty="0">
              <a:effectLst/>
              <a:latin typeface="-apple-system"/>
            </a:endParaRPr>
          </a:p>
          <a:p>
            <a:endParaRPr lang="zh-CN" alt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C143C1A3-3090-C7A0-7FA5-6AC3E3452538}"/>
              </a:ext>
            </a:extLst>
          </p:cNvPr>
          <p:cNvSpPr>
            <a:spLocks noGrp="1" noRot="1" noChangeAspect="1" noChangeArrowheads="1" noTextEdit="1"/>
          </p:cNvSpPr>
          <p:nvPr>
            <p:ph type="sldImg"/>
          </p:nvPr>
        </p:nvSpPr>
        <p:spPr>
          <a:ln/>
        </p:spPr>
      </p:sp>
      <p:sp>
        <p:nvSpPr>
          <p:cNvPr id="109571" name="Rectangle 3">
            <a:extLst>
              <a:ext uri="{FF2B5EF4-FFF2-40B4-BE49-F238E27FC236}">
                <a16:creationId xmlns:a16="http://schemas.microsoft.com/office/drawing/2014/main" id="{3229CB66-3213-70F7-722C-7C5E70F199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a:t>一个圆极化波可以分解为两个正交的等幅的线极化波</a:t>
            </a:r>
          </a:p>
          <a:p>
            <a:r>
              <a:rPr lang="en-US" altLang="zh-CN"/>
              <a:t>E=</a:t>
            </a:r>
            <a:r>
              <a:rPr lang="en-US" altLang="zh-CN" b="1"/>
              <a:t>e</a:t>
            </a:r>
            <a:r>
              <a:rPr lang="en-US" altLang="zh-CN" b="1" baseline="-25000"/>
              <a:t>x</a:t>
            </a:r>
            <a:r>
              <a:rPr lang="en-US" altLang="zh-CN"/>
              <a:t>E</a:t>
            </a:r>
            <a:r>
              <a:rPr lang="en-US" altLang="zh-CN" baseline="-25000"/>
              <a:t>m</a:t>
            </a:r>
            <a:r>
              <a:rPr lang="en-US" altLang="zh-CN"/>
              <a:t>cos(</a:t>
            </a:r>
            <a:r>
              <a:rPr lang="el-GR" altLang="zh-CN">
                <a:cs typeface="Arial" panose="020B0604020202020204" pitchFamily="34" charset="0"/>
              </a:rPr>
              <a:t>ω</a:t>
            </a:r>
            <a:r>
              <a:rPr lang="en-US" altLang="zh-CN">
                <a:cs typeface="Arial" panose="020B0604020202020204" pitchFamily="34" charset="0"/>
              </a:rPr>
              <a:t>t-kz+</a:t>
            </a:r>
            <a:r>
              <a:rPr lang="el-GR" altLang="zh-CN">
                <a:cs typeface="Arial" panose="020B0604020202020204" pitchFamily="34" charset="0"/>
              </a:rPr>
              <a:t>Φ</a:t>
            </a:r>
            <a:r>
              <a:rPr lang="en-US" altLang="zh-CN" baseline="-25000">
                <a:cs typeface="Arial" panose="020B0604020202020204" pitchFamily="34" charset="0"/>
              </a:rPr>
              <a:t>x</a:t>
            </a:r>
            <a:r>
              <a:rPr lang="en-US" altLang="zh-CN"/>
              <a:t>)+</a:t>
            </a:r>
            <a:r>
              <a:rPr lang="en-US" altLang="zh-CN" b="1"/>
              <a:t>e</a:t>
            </a:r>
            <a:r>
              <a:rPr lang="en-US" altLang="zh-CN" b="1" baseline="-25000"/>
              <a:t>y</a:t>
            </a:r>
            <a:r>
              <a:rPr lang="en-US" altLang="zh-CN"/>
              <a:t>E</a:t>
            </a:r>
            <a:r>
              <a:rPr lang="en-US" altLang="zh-CN" baseline="-25000"/>
              <a:t>m</a:t>
            </a:r>
            <a:r>
              <a:rPr lang="en-US" altLang="zh-CN"/>
              <a:t>cos(</a:t>
            </a:r>
            <a:r>
              <a:rPr lang="el-GR" altLang="zh-CN">
                <a:cs typeface="Arial" panose="020B0604020202020204" pitchFamily="34" charset="0"/>
              </a:rPr>
              <a:t>ω</a:t>
            </a:r>
            <a:r>
              <a:rPr lang="en-US" altLang="zh-CN">
                <a:cs typeface="Arial" panose="020B0604020202020204" pitchFamily="34" charset="0"/>
              </a:rPr>
              <a:t>t-kz+</a:t>
            </a:r>
            <a:r>
              <a:rPr lang="el-GR" altLang="zh-CN">
                <a:cs typeface="Arial" panose="020B0604020202020204" pitchFamily="34" charset="0"/>
              </a:rPr>
              <a:t>Φ</a:t>
            </a:r>
            <a:r>
              <a:rPr lang="en-US" altLang="zh-CN" baseline="-25000">
                <a:cs typeface="Arial" panose="020B0604020202020204" pitchFamily="34" charset="0"/>
              </a:rPr>
              <a:t>x</a:t>
            </a:r>
            <a:r>
              <a:rPr lang="en-US" altLang="zh-CN">
                <a:cs typeface="Arial" panose="020B0604020202020204" pitchFamily="34" charset="0"/>
              </a:rPr>
              <a:t>+90º</a:t>
            </a:r>
            <a:r>
              <a:rPr lang="en-US" altLang="zh-CN"/>
              <a:t>)</a:t>
            </a:r>
            <a:r>
              <a:rPr lang="en-US" altLang="zh-CN">
                <a:cs typeface="Arial" panose="020B0604020202020204" pitchFamily="34" charset="0"/>
              </a:rPr>
              <a:t> </a:t>
            </a:r>
            <a:r>
              <a:rPr lang="en-US" altLang="zh-CN">
                <a:latin typeface="宋体" panose="02010600030101010101" pitchFamily="2" charset="-122"/>
                <a:cs typeface="Arial" panose="020B0604020202020204" pitchFamily="34" charset="0"/>
              </a:rPr>
              <a:t>→</a:t>
            </a:r>
            <a:r>
              <a:rPr lang="en-US" altLang="zh-CN" b="1"/>
              <a:t>e</a:t>
            </a:r>
            <a:r>
              <a:rPr lang="en-US" altLang="zh-CN" b="1" baseline="-25000"/>
              <a:t>x</a:t>
            </a:r>
            <a:r>
              <a:rPr lang="en-US" altLang="zh-CN"/>
              <a:t>E</a:t>
            </a:r>
            <a:r>
              <a:rPr lang="en-US" altLang="zh-CN" baseline="-25000"/>
              <a:t>m </a:t>
            </a:r>
            <a:r>
              <a:rPr lang="en-US" altLang="zh-CN" b="1"/>
              <a:t>e</a:t>
            </a:r>
            <a:r>
              <a:rPr lang="en-US" altLang="zh-CN" baseline="-25000"/>
              <a:t> </a:t>
            </a:r>
            <a:r>
              <a:rPr lang="en-US" altLang="zh-CN" b="1" baseline="30000"/>
              <a:t>-j(</a:t>
            </a:r>
            <a:r>
              <a:rPr lang="en-US" altLang="zh-CN" baseline="30000">
                <a:cs typeface="Arial" panose="020B0604020202020204" pitchFamily="34" charset="0"/>
              </a:rPr>
              <a:t>kz-</a:t>
            </a:r>
            <a:r>
              <a:rPr lang="el-GR" altLang="zh-CN" baseline="30000">
                <a:cs typeface="Arial" panose="020B0604020202020204" pitchFamily="34" charset="0"/>
              </a:rPr>
              <a:t>Φ</a:t>
            </a:r>
            <a:r>
              <a:rPr lang="en-US" altLang="zh-CN" baseline="30000">
                <a:cs typeface="Arial" panose="020B0604020202020204" pitchFamily="34" charset="0"/>
              </a:rPr>
              <a:t>x</a:t>
            </a:r>
            <a:r>
              <a:rPr lang="en-US" altLang="zh-CN" b="1" baseline="30000"/>
              <a:t>) </a:t>
            </a:r>
            <a:r>
              <a:rPr lang="en-US" altLang="zh-CN">
                <a:latin typeface="宋体" panose="02010600030101010101" pitchFamily="2" charset="-122"/>
                <a:cs typeface="Arial" panose="020B0604020202020204" pitchFamily="34" charset="0"/>
              </a:rPr>
              <a:t>-j </a:t>
            </a:r>
            <a:r>
              <a:rPr lang="en-US" altLang="zh-CN" b="1"/>
              <a:t>e</a:t>
            </a:r>
            <a:r>
              <a:rPr lang="en-US" altLang="zh-CN" b="1" baseline="-25000"/>
              <a:t>y</a:t>
            </a:r>
            <a:r>
              <a:rPr lang="en-US" altLang="zh-CN"/>
              <a:t>E</a:t>
            </a:r>
            <a:r>
              <a:rPr lang="en-US" altLang="zh-CN" baseline="-25000"/>
              <a:t>m </a:t>
            </a:r>
            <a:r>
              <a:rPr lang="en-US" altLang="zh-CN" b="1"/>
              <a:t>e</a:t>
            </a:r>
            <a:r>
              <a:rPr lang="en-US" altLang="zh-CN" baseline="-25000"/>
              <a:t> </a:t>
            </a:r>
            <a:r>
              <a:rPr lang="en-US" altLang="zh-CN" b="1" baseline="30000"/>
              <a:t>-j(</a:t>
            </a:r>
            <a:r>
              <a:rPr lang="en-US" altLang="zh-CN" baseline="30000">
                <a:cs typeface="Arial" panose="020B0604020202020204" pitchFamily="34" charset="0"/>
              </a:rPr>
              <a:t>kz-</a:t>
            </a:r>
            <a:r>
              <a:rPr lang="el-GR" altLang="zh-CN" baseline="30000">
                <a:cs typeface="Arial" panose="020B0604020202020204" pitchFamily="34" charset="0"/>
              </a:rPr>
              <a:t>Φ</a:t>
            </a:r>
            <a:r>
              <a:rPr lang="en-US" altLang="zh-CN" baseline="30000">
                <a:cs typeface="Arial" panose="020B0604020202020204" pitchFamily="34" charset="0"/>
              </a:rPr>
              <a:t>x</a:t>
            </a:r>
            <a:r>
              <a:rPr lang="en-US" altLang="zh-CN" b="1" baseline="30000"/>
              <a:t>) </a:t>
            </a:r>
            <a:endParaRPr lang="en-US" altLang="zh-CN">
              <a:latin typeface="宋体" panose="02010600030101010101" pitchFamily="2" charset="-122"/>
              <a:cs typeface="Arial" panose="020B0604020202020204" pitchFamily="34" charset="0"/>
            </a:endParaRPr>
          </a:p>
          <a:p>
            <a:r>
              <a:rPr lang="en-US" altLang="zh-CN">
                <a:latin typeface="宋体" panose="02010600030101010101" pitchFamily="2" charset="-122"/>
                <a:cs typeface="Arial" panose="020B0604020202020204" pitchFamily="34" charset="0"/>
              </a:rPr>
              <a:t> →(</a:t>
            </a:r>
            <a:r>
              <a:rPr lang="en-US" altLang="zh-CN" b="1"/>
              <a:t>e</a:t>
            </a:r>
            <a:r>
              <a:rPr lang="en-US" altLang="zh-CN" b="1" baseline="-25000"/>
              <a:t>x</a:t>
            </a:r>
            <a:r>
              <a:rPr lang="en-US" altLang="zh-CN">
                <a:cs typeface="Arial" panose="020B0604020202020204" pitchFamily="34" charset="0"/>
              </a:rPr>
              <a:t>+j</a:t>
            </a:r>
            <a:r>
              <a:rPr lang="en-US" altLang="zh-CN" b="1"/>
              <a:t>e</a:t>
            </a:r>
            <a:r>
              <a:rPr lang="en-US" altLang="zh-CN" b="1" baseline="-25000"/>
              <a:t>y</a:t>
            </a:r>
            <a:r>
              <a:rPr lang="en-US" altLang="zh-CN">
                <a:latin typeface="宋体" panose="02010600030101010101" pitchFamily="2" charset="-122"/>
                <a:cs typeface="Arial" panose="020B0604020202020204" pitchFamily="34" charset="0"/>
              </a:rPr>
              <a:t>) </a:t>
            </a:r>
            <a:r>
              <a:rPr lang="en-US" altLang="zh-CN"/>
              <a:t>E</a:t>
            </a:r>
            <a:r>
              <a:rPr lang="en-US" altLang="zh-CN" baseline="-25000"/>
              <a:t>m</a:t>
            </a:r>
            <a:r>
              <a:rPr lang="en-US" altLang="zh-CN" b="1"/>
              <a:t>e</a:t>
            </a:r>
            <a:r>
              <a:rPr lang="en-US" altLang="zh-CN" baseline="-25000"/>
              <a:t> </a:t>
            </a:r>
            <a:r>
              <a:rPr lang="en-US" altLang="zh-CN" b="1" baseline="30000"/>
              <a:t>-j(</a:t>
            </a:r>
            <a:r>
              <a:rPr lang="en-US" altLang="zh-CN" baseline="30000">
                <a:cs typeface="Arial" panose="020B0604020202020204" pitchFamily="34" charset="0"/>
              </a:rPr>
              <a:t>kz-</a:t>
            </a:r>
            <a:r>
              <a:rPr lang="el-GR" altLang="zh-CN" baseline="30000">
                <a:cs typeface="Arial" panose="020B0604020202020204" pitchFamily="34" charset="0"/>
              </a:rPr>
              <a:t>Φ</a:t>
            </a:r>
            <a:r>
              <a:rPr lang="en-US" altLang="zh-CN" baseline="30000">
                <a:cs typeface="Arial" panose="020B0604020202020204" pitchFamily="34" charset="0"/>
              </a:rPr>
              <a:t>x</a:t>
            </a:r>
            <a:r>
              <a:rPr lang="en-US" altLang="zh-CN" b="1" baseline="30000"/>
              <a:t>) </a:t>
            </a:r>
            <a:r>
              <a:rPr lang="en-US" altLang="zh-CN">
                <a:latin typeface="宋体" panose="02010600030101010101" pitchFamily="2" charset="-122"/>
                <a:cs typeface="Arial" panose="020B0604020202020204" pitchFamily="34" charset="0"/>
              </a:rPr>
              <a:t>/2+ (</a:t>
            </a:r>
            <a:r>
              <a:rPr lang="en-US" altLang="zh-CN" b="1"/>
              <a:t>e</a:t>
            </a:r>
            <a:r>
              <a:rPr lang="en-US" altLang="zh-CN" b="1" baseline="-25000"/>
              <a:t>x</a:t>
            </a:r>
            <a:r>
              <a:rPr lang="en-US" altLang="zh-CN">
                <a:cs typeface="Arial" panose="020B0604020202020204" pitchFamily="34" charset="0"/>
              </a:rPr>
              <a:t>-j</a:t>
            </a:r>
            <a:r>
              <a:rPr lang="en-US" altLang="zh-CN" b="1"/>
              <a:t>e</a:t>
            </a:r>
            <a:r>
              <a:rPr lang="en-US" altLang="zh-CN" b="1" baseline="-25000"/>
              <a:t>y</a:t>
            </a:r>
            <a:r>
              <a:rPr lang="en-US" altLang="zh-CN">
                <a:latin typeface="宋体" panose="02010600030101010101" pitchFamily="2" charset="-122"/>
                <a:cs typeface="Arial" panose="020B0604020202020204" pitchFamily="34" charset="0"/>
              </a:rPr>
              <a:t>) </a:t>
            </a:r>
            <a:r>
              <a:rPr lang="en-US" altLang="zh-CN"/>
              <a:t>E</a:t>
            </a:r>
            <a:r>
              <a:rPr lang="en-US" altLang="zh-CN" baseline="-25000"/>
              <a:t>m</a:t>
            </a:r>
            <a:r>
              <a:rPr lang="en-US" altLang="zh-CN" b="1"/>
              <a:t>e</a:t>
            </a:r>
            <a:r>
              <a:rPr lang="en-US" altLang="zh-CN" baseline="-25000"/>
              <a:t> </a:t>
            </a:r>
            <a:r>
              <a:rPr lang="en-US" altLang="zh-CN" b="1" baseline="30000"/>
              <a:t>-j(</a:t>
            </a:r>
            <a:r>
              <a:rPr lang="en-US" altLang="zh-CN" baseline="30000">
                <a:cs typeface="Arial" panose="020B0604020202020204" pitchFamily="34" charset="0"/>
              </a:rPr>
              <a:t>kz-</a:t>
            </a:r>
            <a:r>
              <a:rPr lang="el-GR" altLang="zh-CN" baseline="30000">
                <a:cs typeface="Arial" panose="020B0604020202020204" pitchFamily="34" charset="0"/>
              </a:rPr>
              <a:t>Φ</a:t>
            </a:r>
            <a:r>
              <a:rPr lang="en-US" altLang="zh-CN" baseline="30000">
                <a:cs typeface="Arial" panose="020B0604020202020204" pitchFamily="34" charset="0"/>
              </a:rPr>
              <a:t>x</a:t>
            </a:r>
            <a:r>
              <a:rPr lang="en-US" altLang="zh-CN" b="1" baseline="30000"/>
              <a:t>) </a:t>
            </a:r>
            <a:r>
              <a:rPr lang="en-US" altLang="zh-CN">
                <a:latin typeface="宋体" panose="02010600030101010101" pitchFamily="2" charset="-122"/>
                <a:cs typeface="Arial" panose="020B0604020202020204" pitchFamily="34" charset="0"/>
              </a:rPr>
              <a:t>/2+ (</a:t>
            </a:r>
            <a:r>
              <a:rPr lang="en-US" altLang="zh-CN" b="1"/>
              <a:t>e</a:t>
            </a:r>
            <a:r>
              <a:rPr lang="en-US" altLang="zh-CN" b="1" baseline="-25000"/>
              <a:t>x</a:t>
            </a:r>
            <a:r>
              <a:rPr lang="en-US" altLang="zh-CN">
                <a:cs typeface="Arial" panose="020B0604020202020204" pitchFamily="34" charset="0"/>
              </a:rPr>
              <a:t>-j</a:t>
            </a:r>
            <a:r>
              <a:rPr lang="en-US" altLang="zh-CN" b="1"/>
              <a:t>e</a:t>
            </a:r>
            <a:r>
              <a:rPr lang="en-US" altLang="zh-CN" b="1" baseline="-25000"/>
              <a:t>y</a:t>
            </a:r>
            <a:r>
              <a:rPr lang="en-US" altLang="zh-CN">
                <a:latin typeface="宋体" panose="02010600030101010101" pitchFamily="2" charset="-122"/>
                <a:cs typeface="Arial" panose="020B0604020202020204" pitchFamily="34" charset="0"/>
              </a:rPr>
              <a:t>) </a:t>
            </a:r>
            <a:r>
              <a:rPr lang="en-US" altLang="zh-CN"/>
              <a:t>E</a:t>
            </a:r>
            <a:r>
              <a:rPr lang="en-US" altLang="zh-CN" baseline="-25000"/>
              <a:t>m</a:t>
            </a:r>
            <a:r>
              <a:rPr lang="en-US" altLang="zh-CN" b="1"/>
              <a:t>e</a:t>
            </a:r>
            <a:r>
              <a:rPr lang="en-US" altLang="zh-CN" baseline="-25000"/>
              <a:t> </a:t>
            </a:r>
            <a:r>
              <a:rPr lang="en-US" altLang="zh-CN" b="1" baseline="30000"/>
              <a:t>-j(</a:t>
            </a:r>
            <a:r>
              <a:rPr lang="en-US" altLang="zh-CN" baseline="30000">
                <a:cs typeface="Arial" panose="020B0604020202020204" pitchFamily="34" charset="0"/>
              </a:rPr>
              <a:t>kz-</a:t>
            </a:r>
            <a:r>
              <a:rPr lang="el-GR" altLang="zh-CN" baseline="30000">
                <a:cs typeface="Arial" panose="020B0604020202020204" pitchFamily="34" charset="0"/>
              </a:rPr>
              <a:t>Φ</a:t>
            </a:r>
            <a:r>
              <a:rPr lang="en-US" altLang="zh-CN" baseline="30000">
                <a:cs typeface="Arial" panose="020B0604020202020204" pitchFamily="34" charset="0"/>
              </a:rPr>
              <a:t>x</a:t>
            </a:r>
            <a:r>
              <a:rPr lang="en-US" altLang="zh-CN" b="1" baseline="30000"/>
              <a:t>) </a:t>
            </a:r>
            <a:r>
              <a:rPr lang="en-US" altLang="zh-CN">
                <a:latin typeface="宋体" panose="02010600030101010101" pitchFamily="2" charset="-122"/>
                <a:cs typeface="Arial" panose="020B0604020202020204" pitchFamily="34" charset="0"/>
              </a:rPr>
              <a:t>/2+ (-</a:t>
            </a:r>
            <a:r>
              <a:rPr lang="en-US" altLang="zh-CN" b="1"/>
              <a:t>e</a:t>
            </a:r>
            <a:r>
              <a:rPr lang="en-US" altLang="zh-CN" b="1" baseline="-25000"/>
              <a:t>x</a:t>
            </a:r>
            <a:r>
              <a:rPr lang="en-US" altLang="zh-CN">
                <a:cs typeface="Arial" panose="020B0604020202020204" pitchFamily="34" charset="0"/>
              </a:rPr>
              <a:t>-j</a:t>
            </a:r>
            <a:r>
              <a:rPr lang="en-US" altLang="zh-CN" b="1"/>
              <a:t>e</a:t>
            </a:r>
            <a:r>
              <a:rPr lang="en-US" altLang="zh-CN" b="1" baseline="-25000"/>
              <a:t>y</a:t>
            </a:r>
            <a:r>
              <a:rPr lang="en-US" altLang="zh-CN">
                <a:latin typeface="宋体" panose="02010600030101010101" pitchFamily="2" charset="-122"/>
                <a:cs typeface="Arial" panose="020B0604020202020204" pitchFamily="34" charset="0"/>
              </a:rPr>
              <a:t>) </a:t>
            </a:r>
            <a:r>
              <a:rPr lang="en-US" altLang="zh-CN"/>
              <a:t>E</a:t>
            </a:r>
            <a:r>
              <a:rPr lang="en-US" altLang="zh-CN" baseline="-25000"/>
              <a:t>m</a:t>
            </a:r>
            <a:r>
              <a:rPr lang="en-US" altLang="zh-CN" b="1"/>
              <a:t>e</a:t>
            </a:r>
            <a:r>
              <a:rPr lang="en-US" altLang="zh-CN" baseline="-25000"/>
              <a:t> </a:t>
            </a:r>
            <a:r>
              <a:rPr lang="en-US" altLang="zh-CN" b="1" baseline="30000"/>
              <a:t>-j(</a:t>
            </a:r>
            <a:r>
              <a:rPr lang="en-US" altLang="zh-CN" baseline="30000">
                <a:cs typeface="Arial" panose="020B0604020202020204" pitchFamily="34" charset="0"/>
              </a:rPr>
              <a:t>kz-</a:t>
            </a:r>
            <a:r>
              <a:rPr lang="el-GR" altLang="zh-CN" baseline="30000">
                <a:cs typeface="Arial" panose="020B0604020202020204" pitchFamily="34" charset="0"/>
              </a:rPr>
              <a:t>Φ</a:t>
            </a:r>
            <a:r>
              <a:rPr lang="en-US" altLang="zh-CN" baseline="30000">
                <a:cs typeface="Arial" panose="020B0604020202020204" pitchFamily="34" charset="0"/>
              </a:rPr>
              <a:t>x</a:t>
            </a:r>
            <a:r>
              <a:rPr lang="en-US" altLang="zh-CN" b="1" baseline="30000"/>
              <a:t>) </a:t>
            </a:r>
            <a:r>
              <a:rPr lang="en-US" altLang="zh-CN">
                <a:latin typeface="宋体" panose="02010600030101010101" pitchFamily="2" charset="-122"/>
                <a:cs typeface="Arial" panose="020B0604020202020204" pitchFamily="34" charset="0"/>
              </a:rPr>
              <a:t>/2</a:t>
            </a:r>
          </a:p>
          <a:p>
            <a:r>
              <a:rPr lang="zh-CN" altLang="en-US">
                <a:latin typeface="宋体" panose="02010600030101010101" pitchFamily="2" charset="-122"/>
                <a:cs typeface="Arial" panose="020B0604020202020204" pitchFamily="34" charset="0"/>
              </a:rPr>
              <a:t>第一、四项为相位差为</a:t>
            </a:r>
            <a:r>
              <a:rPr lang="en-US" altLang="zh-CN">
                <a:latin typeface="宋体" panose="02010600030101010101" pitchFamily="2" charset="-122"/>
                <a:cs typeface="Arial" panose="020B0604020202020204" pitchFamily="34" charset="0"/>
              </a:rPr>
              <a:t>180°</a:t>
            </a:r>
            <a:r>
              <a:rPr lang="zh-CN" altLang="en-US">
                <a:latin typeface="宋体" panose="02010600030101010101" pitchFamily="2" charset="-122"/>
                <a:cs typeface="Arial" panose="020B0604020202020204" pitchFamily="34" charset="0"/>
              </a:rPr>
              <a:t>的线极化波，二、三项为相位差为</a:t>
            </a:r>
            <a:r>
              <a:rPr lang="en-US" altLang="zh-CN">
                <a:latin typeface="宋体" panose="02010600030101010101" pitchFamily="2" charset="-122"/>
                <a:cs typeface="Arial" panose="020B0604020202020204" pitchFamily="34" charset="0"/>
              </a:rPr>
              <a:t>0°</a:t>
            </a:r>
            <a:r>
              <a:rPr lang="zh-CN" altLang="en-US">
                <a:latin typeface="宋体" panose="02010600030101010101" pitchFamily="2" charset="-122"/>
                <a:cs typeface="Arial" panose="020B0604020202020204" pitchFamily="34" charset="0"/>
              </a:rPr>
              <a:t>的线极化波，且两线极化波正交。</a:t>
            </a:r>
          </a:p>
          <a:p>
            <a:endParaRPr lang="zh-CN" altLang="en-US">
              <a:latin typeface="宋体" panose="02010600030101010101" pitchFamily="2" charset="-122"/>
              <a:cs typeface="Arial" panose="020B0604020202020204" pitchFamily="34" charset="0"/>
            </a:endParaRPr>
          </a:p>
          <a:p>
            <a:r>
              <a:rPr lang="zh-CN" altLang="en-US" b="1">
                <a:solidFill>
                  <a:schemeClr val="bg1"/>
                </a:solidFill>
              </a:rPr>
              <a:t>入射的圆极化波可以分解成平行极化与垂直极化的两个线极化波，虽然两个线极化波的反射系数的大小此时都为</a:t>
            </a:r>
            <a:r>
              <a:rPr lang="en-US" altLang="zh-CN" b="1">
                <a:solidFill>
                  <a:schemeClr val="bg1"/>
                </a:solidFill>
              </a:rPr>
              <a:t>1</a:t>
            </a:r>
            <a:r>
              <a:rPr lang="zh-CN" altLang="en-US" b="1">
                <a:solidFill>
                  <a:schemeClr val="bg1"/>
                </a:solidFill>
              </a:rPr>
              <a:t>，</a:t>
            </a:r>
            <a:r>
              <a:rPr lang="zh-CN" altLang="en-US" b="1" u="sng">
                <a:solidFill>
                  <a:schemeClr val="bg1"/>
                </a:solidFill>
              </a:rPr>
              <a:t>但它们的相位差不等于</a:t>
            </a:r>
            <a:r>
              <a:rPr lang="en-US" altLang="zh-CN" b="1" u="sng">
                <a:solidFill>
                  <a:schemeClr val="bg1"/>
                </a:solidFill>
              </a:rPr>
              <a:t>±</a:t>
            </a:r>
            <a:r>
              <a:rPr lang="el-GR" altLang="zh-CN" b="1" u="sng">
                <a:solidFill>
                  <a:schemeClr val="bg1"/>
                </a:solidFill>
              </a:rPr>
              <a:t>π</a:t>
            </a:r>
            <a:r>
              <a:rPr lang="en-US" altLang="zh-CN" b="1" u="sng">
                <a:solidFill>
                  <a:schemeClr val="bg1"/>
                </a:solidFill>
              </a:rPr>
              <a:t>/ 2</a:t>
            </a:r>
            <a:r>
              <a:rPr lang="zh-CN" altLang="en-US" b="1" u="sng">
                <a:solidFill>
                  <a:schemeClr val="bg1"/>
                </a:solidFill>
              </a:rPr>
              <a:t>，因此反射后的两个线极化波叠加后的反射波不是圆极化波、而是椭圆极化波</a:t>
            </a:r>
            <a:r>
              <a:rPr lang="zh-CN" altLang="en-US" b="1">
                <a:solidFill>
                  <a:schemeClr val="bg1"/>
                </a:solidFill>
              </a:rPr>
              <a:t>。</a:t>
            </a:r>
            <a:endParaRPr lang="zh-CN" altLang="en-US" baseline="30000">
              <a:latin typeface="宋体" panose="02010600030101010101" pitchFamily="2" charset="-122"/>
              <a:cs typeface="Arial" panose="020B0604020202020204" pitchFamily="34" charset="0"/>
            </a:endParaRPr>
          </a:p>
          <a:p>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8D93C521-7FB7-9BCA-95B8-74EBFA94AA20}"/>
              </a:ext>
            </a:extLst>
          </p:cNvPr>
          <p:cNvSpPr>
            <a:spLocks noGrp="1" noRot="1" noChangeAspect="1" noChangeArrowheads="1" noTextEdit="1"/>
          </p:cNvSpPr>
          <p:nvPr>
            <p:ph type="sldImg"/>
          </p:nvPr>
        </p:nvSpPr>
        <p:spPr>
          <a:ln/>
        </p:spPr>
      </p:sp>
      <p:sp>
        <p:nvSpPr>
          <p:cNvPr id="111619" name="Rectangle 3">
            <a:extLst>
              <a:ext uri="{FF2B5EF4-FFF2-40B4-BE49-F238E27FC236}">
                <a16:creationId xmlns:a16="http://schemas.microsoft.com/office/drawing/2014/main" id="{8B633133-BAC8-8401-E3C5-017E8834158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zh-CN" altLang="en-US" dirty="0"/>
              <a:t>光纤就是表面波传输线</a:t>
            </a:r>
            <a:endParaRPr lang="en-US" altLang="zh-CN" dirty="0"/>
          </a:p>
          <a:p>
            <a:r>
              <a:rPr lang="en-US" altLang="zh-CN" dirty="0"/>
              <a:t>n</a:t>
            </a:r>
            <a:r>
              <a:rPr lang="zh-CN" altLang="en-US" dirty="0"/>
              <a:t>为折射率</a:t>
            </a:r>
          </a:p>
          <a:p>
            <a:r>
              <a:rPr lang="zh-CN" altLang="en-US" dirty="0"/>
              <a:t>入射光线从空气入射到</a:t>
            </a:r>
            <a:r>
              <a:rPr lang="en-US" altLang="zh-CN" dirty="0"/>
              <a:t>A</a:t>
            </a:r>
            <a:r>
              <a:rPr lang="zh-CN" altLang="en-US" dirty="0"/>
              <a:t>点，进入玻璃芯后直射到芯与外皮层的分界面上。由于</a:t>
            </a:r>
            <a:r>
              <a:rPr lang="en-US" altLang="zh-CN" dirty="0"/>
              <a:t>n1&gt;n2</a:t>
            </a:r>
            <a:r>
              <a:rPr lang="zh-CN" altLang="en-US" dirty="0"/>
              <a:t>。所以</a:t>
            </a:r>
            <a:r>
              <a:rPr lang="el-GR" altLang="zh-CN" dirty="0">
                <a:latin typeface="宋体" panose="02010600030101010101" pitchFamily="2" charset="-122"/>
              </a:rPr>
              <a:t>θ</a:t>
            </a:r>
            <a:r>
              <a:rPr lang="en-US" altLang="zh-CN" dirty="0">
                <a:latin typeface="宋体" panose="02010600030101010101" pitchFamily="2" charset="-122"/>
              </a:rPr>
              <a:t>1&gt; </a:t>
            </a:r>
            <a:r>
              <a:rPr lang="el-GR" altLang="zh-CN" dirty="0">
                <a:latin typeface="宋体" panose="02010600030101010101" pitchFamily="2" charset="-122"/>
              </a:rPr>
              <a:t>θ</a:t>
            </a:r>
            <a:r>
              <a:rPr lang="en-US" altLang="zh-CN" dirty="0">
                <a:latin typeface="宋体" panose="02010600030101010101" pitchFamily="2" charset="-122"/>
              </a:rPr>
              <a:t>C</a:t>
            </a:r>
            <a:r>
              <a:rPr lang="zh-CN" altLang="en-US" dirty="0">
                <a:latin typeface="宋体" panose="02010600030101010101" pitchFamily="2" charset="-122"/>
              </a:rPr>
              <a:t>就产生全反射，也就是只要光线在</a:t>
            </a:r>
            <a:r>
              <a:rPr lang="en-US" altLang="zh-CN" dirty="0">
                <a:latin typeface="宋体" panose="02010600030101010101" pitchFamily="2" charset="-122"/>
              </a:rPr>
              <a:t>A</a:t>
            </a:r>
            <a:r>
              <a:rPr lang="zh-CN" altLang="en-US" dirty="0">
                <a:latin typeface="宋体" panose="02010600030101010101" pitchFamily="2" charset="-122"/>
              </a:rPr>
              <a:t>端的入射角不大于一个固定值就能连续不断地产生全反射，从而纤维的一端传导到另一端。</a:t>
            </a:r>
            <a:endParaRPr lang="el-GR" altLang="zh-CN" dirty="0">
              <a:latin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effectLst/>
                <a:latin typeface="-apple-system"/>
              </a:rPr>
              <a:t>“波全部透射入空气”的条件是</a:t>
            </a:r>
            <a:r>
              <a:rPr lang="zh-CN" altLang="en-US" b="1" i="0" dirty="0">
                <a:effectLst/>
                <a:latin typeface="-apple-system"/>
              </a:rPr>
              <a:t>入射角等于布儒斯特角且为 </a:t>
            </a:r>
            <a:r>
              <a:rPr lang="en-US" altLang="zh-CN" b="1" i="0" dirty="0">
                <a:effectLst/>
                <a:latin typeface="-apple-system"/>
              </a:rPr>
              <a:t>TM </a:t>
            </a:r>
            <a:r>
              <a:rPr lang="zh-CN" altLang="en-US" b="1" i="0" dirty="0">
                <a:effectLst/>
                <a:latin typeface="-apple-system"/>
              </a:rPr>
              <a:t>波（</a:t>
            </a:r>
            <a:r>
              <a:rPr lang="en-US" altLang="zh-CN" b="1" i="0" dirty="0">
                <a:effectLst/>
                <a:latin typeface="-apple-system"/>
              </a:rPr>
              <a:t>p </a:t>
            </a:r>
            <a:r>
              <a:rPr lang="zh-CN" altLang="en-US" b="1" i="0" dirty="0">
                <a:effectLst/>
                <a:latin typeface="-apple-system"/>
              </a:rPr>
              <a:t>偏振）</a:t>
            </a:r>
            <a:r>
              <a:rPr lang="zh-CN" altLang="en-US" b="0" i="0" dirty="0">
                <a:effectLst/>
                <a:latin typeface="-apple-system"/>
              </a:rPr>
              <a:t>。</a:t>
            </a:r>
            <a:endParaRPr lang="en-US" altLang="zh-CN" b="1" i="0" dirty="0">
              <a:effectLst/>
              <a:latin typeface="-apple-system"/>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1" i="0" dirty="0">
                <a:effectLst/>
                <a:latin typeface="-apple-system"/>
              </a:rPr>
              <a:t>当入射角 </a:t>
            </a:r>
            <a:r>
              <a:rPr lang="en-US" altLang="zh-CN" b="1" i="0" dirty="0" err="1">
                <a:effectLst/>
                <a:latin typeface="-apple-system"/>
              </a:rPr>
              <a:t>θ</a:t>
            </a:r>
            <a:r>
              <a:rPr lang="en-US" altLang="zh-CN" b="1" i="0" baseline="-25000" dirty="0" err="1">
                <a:effectLst/>
                <a:latin typeface="-apple-system"/>
              </a:rPr>
              <a:t>i</a:t>
            </a:r>
            <a:r>
              <a:rPr lang="en-US" altLang="zh-CN" b="1" i="0" dirty="0">
                <a:effectLst/>
                <a:latin typeface="-apple-system"/>
              </a:rPr>
              <a:t> = </a:t>
            </a:r>
            <a:r>
              <a:rPr lang="en-US" altLang="zh-CN" b="1" i="0" dirty="0" err="1">
                <a:effectLst/>
                <a:latin typeface="-apple-system"/>
              </a:rPr>
              <a:t>θ</a:t>
            </a:r>
            <a:r>
              <a:rPr lang="en-US" altLang="zh-CN" b="1" i="0" baseline="-25000" dirty="0" err="1">
                <a:effectLst/>
                <a:latin typeface="-apple-system"/>
              </a:rPr>
              <a:t>b</a:t>
            </a:r>
            <a:r>
              <a:rPr lang="zh-CN" altLang="en-US" b="1" i="0" dirty="0">
                <a:effectLst/>
                <a:latin typeface="-apple-system"/>
              </a:rPr>
              <a:t>（布儒斯特角）时，</a:t>
            </a:r>
            <a:r>
              <a:rPr lang="zh-CN" altLang="en-US" b="1" i="0" dirty="0">
                <a:effectLst/>
                <a:latin typeface="inherit"/>
              </a:rPr>
              <a:t>若波为 </a:t>
            </a:r>
            <a:r>
              <a:rPr lang="en-US" altLang="zh-CN" b="1" i="0" dirty="0">
                <a:effectLst/>
                <a:latin typeface="inherit"/>
              </a:rPr>
              <a:t>TM </a:t>
            </a:r>
            <a:r>
              <a:rPr lang="zh-CN" altLang="en-US" b="1" i="0" dirty="0">
                <a:effectLst/>
                <a:latin typeface="inherit"/>
              </a:rPr>
              <a:t>波（</a:t>
            </a:r>
            <a:r>
              <a:rPr lang="en-US" altLang="zh-CN" b="1" i="0" dirty="0">
                <a:effectLst/>
                <a:latin typeface="inherit"/>
              </a:rPr>
              <a:t>p </a:t>
            </a:r>
            <a:r>
              <a:rPr lang="zh-CN" altLang="en-US" b="1" i="0" dirty="0">
                <a:effectLst/>
                <a:latin typeface="inherit"/>
              </a:rPr>
              <a:t>偏振）</a:t>
            </a:r>
            <a:r>
              <a:rPr lang="zh-CN" altLang="en-US" b="1" i="0" dirty="0">
                <a:effectLst/>
                <a:latin typeface="-apple-system"/>
              </a:rPr>
              <a:t>，则</a:t>
            </a:r>
            <a:r>
              <a:rPr lang="zh-CN" altLang="en-US" b="1" i="0" dirty="0">
                <a:effectLst/>
                <a:latin typeface="inherit"/>
              </a:rPr>
              <a:t>无反射，全部透射入空气</a:t>
            </a:r>
            <a:r>
              <a:rPr lang="zh-CN" altLang="en-US" b="1" i="0" dirty="0">
                <a:effectLst/>
                <a:latin typeface="-apple-system"/>
              </a:rPr>
              <a:t>。</a:t>
            </a:r>
            <a:r>
              <a:rPr lang="en-US" altLang="zh-CN" b="0" i="0" dirty="0">
                <a:effectLst/>
                <a:latin typeface="inherit"/>
              </a:rPr>
              <a:t>TE </a:t>
            </a:r>
            <a:r>
              <a:rPr lang="zh-CN" altLang="en-US" b="0" i="0" dirty="0">
                <a:effectLst/>
                <a:latin typeface="inherit"/>
              </a:rPr>
              <a:t>波（</a:t>
            </a:r>
            <a:r>
              <a:rPr lang="en-US" altLang="zh-CN" b="0" i="0" dirty="0">
                <a:effectLst/>
                <a:latin typeface="inherit"/>
              </a:rPr>
              <a:t>s </a:t>
            </a:r>
            <a:r>
              <a:rPr lang="zh-CN" altLang="en-US" b="0" i="0" dirty="0">
                <a:effectLst/>
                <a:latin typeface="inherit"/>
              </a:rPr>
              <a:t>偏振）仍会部分</a:t>
            </a:r>
            <a:r>
              <a:rPr lang="zh-CN" altLang="en-US" b="0" i="0">
                <a:effectLst/>
                <a:latin typeface="inherit"/>
              </a:rPr>
              <a:t>反射；题目</a:t>
            </a:r>
            <a:r>
              <a:rPr lang="zh-CN" altLang="en-US" b="0" i="0" dirty="0">
                <a:effectLst/>
                <a:latin typeface="inherit"/>
              </a:rPr>
              <a:t>中“波全部透射入空气”应理解为</a:t>
            </a:r>
            <a:r>
              <a:rPr lang="en-US" altLang="zh-CN" b="1" i="0" dirty="0">
                <a:effectLst/>
                <a:latin typeface="inherit"/>
              </a:rPr>
              <a:t>TM </a:t>
            </a:r>
            <a:r>
              <a:rPr lang="zh-CN" altLang="en-US" b="1" i="0" dirty="0">
                <a:effectLst/>
                <a:latin typeface="inherit"/>
              </a:rPr>
              <a:t>波在布儒斯特角下入射时反射系数为零</a:t>
            </a:r>
            <a:r>
              <a:rPr lang="zh-CN" altLang="en-US" b="0" i="0" dirty="0">
                <a:effectLst/>
                <a:latin typeface="inherit"/>
              </a:rPr>
              <a:t>。</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b="1" i="0" dirty="0">
              <a:effectLst/>
              <a:latin typeface="-apple-system"/>
            </a:endParaRPr>
          </a:p>
          <a:p>
            <a:endParaRPr lang="zh-CN" altLang="en-US" dirty="0"/>
          </a:p>
        </p:txBody>
      </p:sp>
      <p:sp>
        <p:nvSpPr>
          <p:cNvPr id="4" name="日期占位符 3"/>
          <p:cNvSpPr>
            <a:spLocks noGrp="1"/>
          </p:cNvSpPr>
          <p:nvPr>
            <p:ph type="dt" idx="1"/>
          </p:nvPr>
        </p:nvSpPr>
        <p:spPr/>
        <p:txBody>
          <a:bodyPr/>
          <a:lstStyle/>
          <a:p>
            <a:pPr>
              <a:defRPr/>
            </a:pPr>
            <a:fld id="{572360AE-B9A9-41C9-8016-176F4842202D}" type="datetime1">
              <a:rPr lang="zh-CN" altLang="en-US" smtClean="0"/>
              <a:pPr>
                <a:defRPr/>
              </a:pPr>
              <a:t>2025/12/26</a:t>
            </a:fld>
            <a:endParaRPr lang="en-US" altLang="zh-CN"/>
          </a:p>
        </p:txBody>
      </p:sp>
    </p:spTree>
    <p:extLst>
      <p:ext uri="{BB962C8B-B14F-4D97-AF65-F5344CB8AC3E}">
        <p14:creationId xmlns:p14="http://schemas.microsoft.com/office/powerpoint/2010/main" val="18706423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noProof="1"/>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p>
        </p:txBody>
      </p:sp>
      <p:sp>
        <p:nvSpPr>
          <p:cNvPr id="4" name="Rectangle 10">
            <a:extLst>
              <a:ext uri="{FF2B5EF4-FFF2-40B4-BE49-F238E27FC236}">
                <a16:creationId xmlns:a16="http://schemas.microsoft.com/office/drawing/2014/main" id="{2A5314F3-AE84-7B1A-1031-333E954538B2}"/>
              </a:ext>
            </a:extLst>
          </p:cNvPr>
          <p:cNvSpPr>
            <a:spLocks noGrp="1" noChangeArrowheads="1"/>
          </p:cNvSpPr>
          <p:nvPr>
            <p:ph type="sldNum" sz="quarter" idx="10"/>
          </p:nvPr>
        </p:nvSpPr>
        <p:spPr>
          <a:ln/>
        </p:spPr>
        <p:txBody>
          <a:bodyPr/>
          <a:lstStyle>
            <a:lvl1pPr>
              <a:defRPr/>
            </a:lvl1pPr>
          </a:lstStyle>
          <a:p>
            <a:pPr>
              <a:defRPr/>
            </a:pPr>
            <a:fld id="{5F476107-36E9-4A2D-8692-66D5828D936D}" type="slidenum">
              <a:rPr lang="en-US" altLang="zh-CN"/>
              <a:pPr>
                <a:defRPr/>
              </a:pPr>
              <a:t>‹#›</a:t>
            </a:fld>
            <a:endParaRPr lang="en-US" altLang="zh-CN"/>
          </a:p>
        </p:txBody>
      </p:sp>
    </p:spTree>
    <p:extLst>
      <p:ext uri="{BB962C8B-B14F-4D97-AF65-F5344CB8AC3E}">
        <p14:creationId xmlns:p14="http://schemas.microsoft.com/office/powerpoint/2010/main" val="19045887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0">
            <a:extLst>
              <a:ext uri="{FF2B5EF4-FFF2-40B4-BE49-F238E27FC236}">
                <a16:creationId xmlns:a16="http://schemas.microsoft.com/office/drawing/2014/main" id="{5BFE9E3F-B545-CB35-ECC7-F7A9D23AC596}"/>
              </a:ext>
            </a:extLst>
          </p:cNvPr>
          <p:cNvSpPr>
            <a:spLocks noGrp="1" noChangeArrowheads="1"/>
          </p:cNvSpPr>
          <p:nvPr>
            <p:ph type="sldNum" sz="quarter" idx="10"/>
          </p:nvPr>
        </p:nvSpPr>
        <p:spPr>
          <a:ln/>
        </p:spPr>
        <p:txBody>
          <a:bodyPr/>
          <a:lstStyle>
            <a:lvl1pPr>
              <a:defRPr/>
            </a:lvl1pPr>
          </a:lstStyle>
          <a:p>
            <a:pPr>
              <a:defRPr/>
            </a:pPr>
            <a:fld id="{5DFC41E3-C7E0-48B5-ADF7-64F5A6332FEE}" type="slidenum">
              <a:rPr lang="en-US" altLang="zh-CN"/>
              <a:pPr>
                <a:defRPr/>
              </a:pPr>
              <a:t>‹#›</a:t>
            </a:fld>
            <a:endParaRPr lang="en-US" altLang="zh-CN"/>
          </a:p>
        </p:txBody>
      </p:sp>
    </p:spTree>
    <p:extLst>
      <p:ext uri="{BB962C8B-B14F-4D97-AF65-F5344CB8AC3E}">
        <p14:creationId xmlns:p14="http://schemas.microsoft.com/office/powerpoint/2010/main" val="1689787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noProof="1"/>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noProof="1"/>
              <a:t>单击此处编辑母版文本样式</a:t>
            </a:r>
          </a:p>
        </p:txBody>
      </p:sp>
      <p:sp>
        <p:nvSpPr>
          <p:cNvPr id="4" name="Rectangle 10">
            <a:extLst>
              <a:ext uri="{FF2B5EF4-FFF2-40B4-BE49-F238E27FC236}">
                <a16:creationId xmlns:a16="http://schemas.microsoft.com/office/drawing/2014/main" id="{637ACCD7-5800-4E88-9DDB-78C1332A0B4D}"/>
              </a:ext>
            </a:extLst>
          </p:cNvPr>
          <p:cNvSpPr>
            <a:spLocks noGrp="1" noChangeArrowheads="1"/>
          </p:cNvSpPr>
          <p:nvPr>
            <p:ph type="sldNum" sz="quarter" idx="10"/>
          </p:nvPr>
        </p:nvSpPr>
        <p:spPr>
          <a:ln/>
        </p:spPr>
        <p:txBody>
          <a:bodyPr/>
          <a:lstStyle>
            <a:lvl1pPr>
              <a:defRPr/>
            </a:lvl1pPr>
          </a:lstStyle>
          <a:p>
            <a:pPr>
              <a:defRPr/>
            </a:pPr>
            <a:fld id="{56C6460D-1367-401F-B1C3-58C5488B6F8A}" type="slidenum">
              <a:rPr lang="en-US" altLang="zh-CN"/>
              <a:pPr>
                <a:defRPr/>
              </a:pPr>
              <a:t>‹#›</a:t>
            </a:fld>
            <a:endParaRPr lang="en-US" altLang="zh-CN"/>
          </a:p>
        </p:txBody>
      </p:sp>
    </p:spTree>
    <p:extLst>
      <p:ext uri="{BB962C8B-B14F-4D97-AF65-F5344CB8AC3E}">
        <p14:creationId xmlns:p14="http://schemas.microsoft.com/office/powerpoint/2010/main" val="21392618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0">
            <a:extLst>
              <a:ext uri="{FF2B5EF4-FFF2-40B4-BE49-F238E27FC236}">
                <a16:creationId xmlns:a16="http://schemas.microsoft.com/office/drawing/2014/main" id="{71DA72C6-1CD1-9D2B-BD2C-1905F2860918}"/>
              </a:ext>
            </a:extLst>
          </p:cNvPr>
          <p:cNvSpPr>
            <a:spLocks noGrp="1" noChangeArrowheads="1"/>
          </p:cNvSpPr>
          <p:nvPr>
            <p:ph type="sldNum" sz="quarter" idx="10"/>
          </p:nvPr>
        </p:nvSpPr>
        <p:spPr>
          <a:ln/>
        </p:spPr>
        <p:txBody>
          <a:bodyPr/>
          <a:lstStyle>
            <a:lvl1pPr>
              <a:defRPr/>
            </a:lvl1pPr>
          </a:lstStyle>
          <a:p>
            <a:pPr>
              <a:defRPr/>
            </a:pPr>
            <a:fld id="{5AABC8C2-FBDD-4D89-BA81-957C503E062E}" type="slidenum">
              <a:rPr lang="en-US" altLang="zh-CN"/>
              <a:pPr>
                <a:defRPr/>
              </a:pPr>
              <a:t>‹#›</a:t>
            </a:fld>
            <a:endParaRPr lang="en-US" altLang="zh-CN"/>
          </a:p>
        </p:txBody>
      </p:sp>
    </p:spTree>
    <p:extLst>
      <p:ext uri="{BB962C8B-B14F-4D97-AF65-F5344CB8AC3E}">
        <p14:creationId xmlns:p14="http://schemas.microsoft.com/office/powerpoint/2010/main" val="988995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noProof="1"/>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Rectangle 10">
            <a:extLst>
              <a:ext uri="{FF2B5EF4-FFF2-40B4-BE49-F238E27FC236}">
                <a16:creationId xmlns:a16="http://schemas.microsoft.com/office/drawing/2014/main" id="{DB83E1F4-C231-F1FB-4021-0ABBD3426902}"/>
              </a:ext>
            </a:extLst>
          </p:cNvPr>
          <p:cNvSpPr>
            <a:spLocks noGrp="1" noChangeArrowheads="1"/>
          </p:cNvSpPr>
          <p:nvPr>
            <p:ph type="sldNum" sz="quarter" idx="10"/>
          </p:nvPr>
        </p:nvSpPr>
        <p:spPr>
          <a:ln/>
        </p:spPr>
        <p:txBody>
          <a:bodyPr/>
          <a:lstStyle>
            <a:lvl1pPr>
              <a:defRPr/>
            </a:lvl1pPr>
          </a:lstStyle>
          <a:p>
            <a:pPr>
              <a:defRPr/>
            </a:pPr>
            <a:fld id="{AFF191D9-8BFF-4E58-8ECD-EF7CE2704728}" type="slidenum">
              <a:rPr lang="en-US" altLang="zh-CN"/>
              <a:pPr>
                <a:defRPr/>
              </a:pPr>
              <a:t>‹#›</a:t>
            </a:fld>
            <a:endParaRPr lang="en-US" altLang="zh-CN"/>
          </a:p>
        </p:txBody>
      </p:sp>
    </p:spTree>
    <p:extLst>
      <p:ext uri="{BB962C8B-B14F-4D97-AF65-F5344CB8AC3E}">
        <p14:creationId xmlns:p14="http://schemas.microsoft.com/office/powerpoint/2010/main" val="381411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Rectangle 10">
            <a:extLst>
              <a:ext uri="{FF2B5EF4-FFF2-40B4-BE49-F238E27FC236}">
                <a16:creationId xmlns:a16="http://schemas.microsoft.com/office/drawing/2014/main" id="{A73E5ACC-650F-14B1-FA87-1852D474C254}"/>
              </a:ext>
            </a:extLst>
          </p:cNvPr>
          <p:cNvSpPr>
            <a:spLocks noGrp="1" noChangeArrowheads="1"/>
          </p:cNvSpPr>
          <p:nvPr>
            <p:ph type="sldNum" sz="quarter" idx="10"/>
          </p:nvPr>
        </p:nvSpPr>
        <p:spPr>
          <a:ln/>
        </p:spPr>
        <p:txBody>
          <a:bodyPr/>
          <a:lstStyle>
            <a:lvl1pPr>
              <a:defRPr/>
            </a:lvl1pPr>
          </a:lstStyle>
          <a:p>
            <a:pPr>
              <a:defRPr/>
            </a:pPr>
            <a:fld id="{7878C6B1-C5A1-4FB5-8080-327465C4201F}" type="slidenum">
              <a:rPr lang="en-US" altLang="zh-CN"/>
              <a:pPr>
                <a:defRPr/>
              </a:pPr>
              <a:t>‹#›</a:t>
            </a:fld>
            <a:endParaRPr lang="en-US" altLang="zh-CN"/>
          </a:p>
        </p:txBody>
      </p:sp>
    </p:spTree>
    <p:extLst>
      <p:ext uri="{BB962C8B-B14F-4D97-AF65-F5344CB8AC3E}">
        <p14:creationId xmlns:p14="http://schemas.microsoft.com/office/powerpoint/2010/main" val="2163199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228F03DA-DE20-D3C9-A392-416C458B4F46}"/>
              </a:ext>
            </a:extLst>
          </p:cNvPr>
          <p:cNvSpPr>
            <a:spLocks noGrp="1" noChangeArrowheads="1"/>
          </p:cNvSpPr>
          <p:nvPr>
            <p:ph type="sldNum" sz="quarter" idx="10"/>
          </p:nvPr>
        </p:nvSpPr>
        <p:spPr>
          <a:ln/>
        </p:spPr>
        <p:txBody>
          <a:bodyPr/>
          <a:lstStyle>
            <a:lvl1pPr>
              <a:defRPr/>
            </a:lvl1pPr>
          </a:lstStyle>
          <a:p>
            <a:pPr>
              <a:defRPr/>
            </a:pPr>
            <a:fld id="{534DF974-AF1D-41A6-8D38-E28D81D2751C}" type="slidenum">
              <a:rPr lang="en-US" altLang="zh-CN"/>
              <a:pPr>
                <a:defRPr/>
              </a:pPr>
              <a:t>‹#›</a:t>
            </a:fld>
            <a:endParaRPr lang="en-US" altLang="zh-CN"/>
          </a:p>
        </p:txBody>
      </p:sp>
    </p:spTree>
    <p:extLst>
      <p:ext uri="{BB962C8B-B14F-4D97-AF65-F5344CB8AC3E}">
        <p14:creationId xmlns:p14="http://schemas.microsoft.com/office/powerpoint/2010/main" val="4074699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10">
            <a:extLst>
              <a:ext uri="{FF2B5EF4-FFF2-40B4-BE49-F238E27FC236}">
                <a16:creationId xmlns:a16="http://schemas.microsoft.com/office/drawing/2014/main" id="{BC291554-86B2-1626-423B-87522024EBA1}"/>
              </a:ext>
            </a:extLst>
          </p:cNvPr>
          <p:cNvSpPr>
            <a:spLocks noGrp="1" noChangeArrowheads="1"/>
          </p:cNvSpPr>
          <p:nvPr>
            <p:ph type="sldNum" sz="quarter" idx="10"/>
          </p:nvPr>
        </p:nvSpPr>
        <p:spPr>
          <a:ln/>
        </p:spPr>
        <p:txBody>
          <a:bodyPr/>
          <a:lstStyle>
            <a:lvl1pPr>
              <a:defRPr/>
            </a:lvl1pPr>
          </a:lstStyle>
          <a:p>
            <a:pPr>
              <a:defRPr/>
            </a:pPr>
            <a:fld id="{543557EE-87BA-4138-A911-594B56E36996}" type="slidenum">
              <a:rPr lang="en-US" altLang="zh-CN"/>
              <a:pPr>
                <a:defRPr/>
              </a:pPr>
              <a:t>‹#›</a:t>
            </a:fld>
            <a:endParaRPr lang="en-US" altLang="zh-CN"/>
          </a:p>
        </p:txBody>
      </p:sp>
    </p:spTree>
    <p:extLst>
      <p:ext uri="{BB962C8B-B14F-4D97-AF65-F5344CB8AC3E}">
        <p14:creationId xmlns:p14="http://schemas.microsoft.com/office/powerpoint/2010/main" val="5089938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noProof="1"/>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noProof="1"/>
              <a:t>单击此处编辑母版文本样式</a:t>
            </a:r>
          </a:p>
        </p:txBody>
      </p:sp>
      <p:sp>
        <p:nvSpPr>
          <p:cNvPr id="5" name="Rectangle 10">
            <a:extLst>
              <a:ext uri="{FF2B5EF4-FFF2-40B4-BE49-F238E27FC236}">
                <a16:creationId xmlns:a16="http://schemas.microsoft.com/office/drawing/2014/main" id="{83CFCCB6-90B1-F748-9B29-9D3E8D091C98}"/>
              </a:ext>
            </a:extLst>
          </p:cNvPr>
          <p:cNvSpPr>
            <a:spLocks noGrp="1" noChangeArrowheads="1"/>
          </p:cNvSpPr>
          <p:nvPr>
            <p:ph type="sldNum" sz="quarter" idx="10"/>
          </p:nvPr>
        </p:nvSpPr>
        <p:spPr>
          <a:ln/>
        </p:spPr>
        <p:txBody>
          <a:bodyPr/>
          <a:lstStyle>
            <a:lvl1pPr>
              <a:defRPr/>
            </a:lvl1pPr>
          </a:lstStyle>
          <a:p>
            <a:pPr>
              <a:defRPr/>
            </a:pPr>
            <a:fld id="{022AE020-F5CF-43E6-8933-0A83FACEF20A}" type="slidenum">
              <a:rPr lang="en-US" altLang="zh-CN"/>
              <a:pPr>
                <a:defRPr/>
              </a:pPr>
              <a:t>‹#›</a:t>
            </a:fld>
            <a:endParaRPr lang="en-US" altLang="zh-CN"/>
          </a:p>
        </p:txBody>
      </p:sp>
    </p:spTree>
    <p:extLst>
      <p:ext uri="{BB962C8B-B14F-4D97-AF65-F5344CB8AC3E}">
        <p14:creationId xmlns:p14="http://schemas.microsoft.com/office/powerpoint/2010/main" val="667782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0">
            <a:extLst>
              <a:ext uri="{FF2B5EF4-FFF2-40B4-BE49-F238E27FC236}">
                <a16:creationId xmlns:a16="http://schemas.microsoft.com/office/drawing/2014/main" id="{44E2B2F7-FA8D-2BFA-868C-3F4893C083C6}"/>
              </a:ext>
            </a:extLst>
          </p:cNvPr>
          <p:cNvSpPr>
            <a:spLocks noGrp="1" noChangeArrowheads="1"/>
          </p:cNvSpPr>
          <p:nvPr>
            <p:ph type="sldNum" sz="quarter" idx="10"/>
          </p:nvPr>
        </p:nvSpPr>
        <p:spPr>
          <a:ln/>
        </p:spPr>
        <p:txBody>
          <a:bodyPr/>
          <a:lstStyle>
            <a:lvl1pPr>
              <a:defRPr/>
            </a:lvl1pPr>
          </a:lstStyle>
          <a:p>
            <a:pPr>
              <a:defRPr/>
            </a:pPr>
            <a:fld id="{F124ACCC-DE64-418D-8787-0EE829725E51}" type="slidenum">
              <a:rPr lang="en-US" altLang="zh-CN"/>
              <a:pPr>
                <a:defRPr/>
              </a:pPr>
              <a:t>‹#›</a:t>
            </a:fld>
            <a:endParaRPr lang="en-US" altLang="zh-CN"/>
          </a:p>
        </p:txBody>
      </p:sp>
    </p:spTree>
    <p:extLst>
      <p:ext uri="{BB962C8B-B14F-4D97-AF65-F5344CB8AC3E}">
        <p14:creationId xmlns:p14="http://schemas.microsoft.com/office/powerpoint/2010/main" val="27203751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10">
            <a:extLst>
              <a:ext uri="{FF2B5EF4-FFF2-40B4-BE49-F238E27FC236}">
                <a16:creationId xmlns:a16="http://schemas.microsoft.com/office/drawing/2014/main" id="{C21643D1-1A0C-212F-93C2-9ED707F48702}"/>
              </a:ext>
            </a:extLst>
          </p:cNvPr>
          <p:cNvSpPr>
            <a:spLocks noGrp="1" noChangeArrowheads="1"/>
          </p:cNvSpPr>
          <p:nvPr>
            <p:ph type="sldNum" sz="quarter" idx="10"/>
          </p:nvPr>
        </p:nvSpPr>
        <p:spPr>
          <a:ln/>
        </p:spPr>
        <p:txBody>
          <a:bodyPr/>
          <a:lstStyle>
            <a:lvl1pPr>
              <a:defRPr/>
            </a:lvl1pPr>
          </a:lstStyle>
          <a:p>
            <a:pPr>
              <a:defRPr/>
            </a:pPr>
            <a:fld id="{D2C2AA90-52B5-40C8-9C27-65ADA924C95F}" type="slidenum">
              <a:rPr lang="en-US" altLang="zh-CN"/>
              <a:pPr>
                <a:defRPr/>
              </a:pPr>
              <a:t>‹#›</a:t>
            </a:fld>
            <a:endParaRPr lang="en-US" altLang="zh-CN"/>
          </a:p>
        </p:txBody>
      </p:sp>
    </p:spTree>
    <p:extLst>
      <p:ext uri="{BB962C8B-B14F-4D97-AF65-F5344CB8AC3E}">
        <p14:creationId xmlns:p14="http://schemas.microsoft.com/office/powerpoint/2010/main" val="1404943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3" name="Rectangle 10">
            <a:extLst>
              <a:ext uri="{FF2B5EF4-FFF2-40B4-BE49-F238E27FC236}">
                <a16:creationId xmlns:a16="http://schemas.microsoft.com/office/drawing/2014/main" id="{F6EAA918-5272-DC56-8B96-8F8F7B276844}"/>
              </a:ext>
            </a:extLst>
          </p:cNvPr>
          <p:cNvSpPr>
            <a:spLocks noGrp="1" noChangeArrowheads="1"/>
          </p:cNvSpPr>
          <p:nvPr>
            <p:ph type="sldNum" sz="quarter" idx="10"/>
          </p:nvPr>
        </p:nvSpPr>
        <p:spPr>
          <a:ln/>
        </p:spPr>
        <p:txBody>
          <a:bodyPr/>
          <a:lstStyle>
            <a:lvl1pPr>
              <a:defRPr/>
            </a:lvl1pPr>
          </a:lstStyle>
          <a:p>
            <a:pPr>
              <a:defRPr/>
            </a:pPr>
            <a:fld id="{25C01F6B-9351-472E-B82C-9790F31BB6D1}" type="slidenum">
              <a:rPr lang="en-US" altLang="zh-CN"/>
              <a:pPr>
                <a:defRPr/>
              </a:pPr>
              <a:t>‹#›</a:t>
            </a:fld>
            <a:endParaRPr lang="en-US" altLang="zh-CN"/>
          </a:p>
        </p:txBody>
      </p:sp>
    </p:spTree>
    <p:extLst>
      <p:ext uri="{BB962C8B-B14F-4D97-AF65-F5344CB8AC3E}">
        <p14:creationId xmlns:p14="http://schemas.microsoft.com/office/powerpoint/2010/main" val="36536239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noProof="1"/>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Rectangle 10">
            <a:extLst>
              <a:ext uri="{FF2B5EF4-FFF2-40B4-BE49-F238E27FC236}">
                <a16:creationId xmlns:a16="http://schemas.microsoft.com/office/drawing/2014/main" id="{4F27B996-574D-9C4E-6173-7D94A97FC9EC}"/>
              </a:ext>
            </a:extLst>
          </p:cNvPr>
          <p:cNvSpPr>
            <a:spLocks noGrp="1" noChangeArrowheads="1"/>
          </p:cNvSpPr>
          <p:nvPr>
            <p:ph type="sldNum" sz="quarter" idx="10"/>
          </p:nvPr>
        </p:nvSpPr>
        <p:spPr>
          <a:ln/>
        </p:spPr>
        <p:txBody>
          <a:bodyPr/>
          <a:lstStyle>
            <a:lvl1pPr>
              <a:defRPr/>
            </a:lvl1pPr>
          </a:lstStyle>
          <a:p>
            <a:pPr>
              <a:defRPr/>
            </a:pPr>
            <a:fld id="{4C682734-2C28-48F0-B9A6-58FF926E4888}" type="slidenum">
              <a:rPr lang="en-US" altLang="zh-CN"/>
              <a:pPr>
                <a:defRPr/>
              </a:pPr>
              <a:t>‹#›</a:t>
            </a:fld>
            <a:endParaRPr lang="en-US" altLang="zh-CN"/>
          </a:p>
        </p:txBody>
      </p:sp>
    </p:spTree>
    <p:extLst>
      <p:ext uri="{BB962C8B-B14F-4D97-AF65-F5344CB8AC3E}">
        <p14:creationId xmlns:p14="http://schemas.microsoft.com/office/powerpoint/2010/main" val="6291317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noProof="1"/>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Rectangle 10">
            <a:extLst>
              <a:ext uri="{FF2B5EF4-FFF2-40B4-BE49-F238E27FC236}">
                <a16:creationId xmlns:a16="http://schemas.microsoft.com/office/drawing/2014/main" id="{2719CAF6-F0D5-3BB8-7AA1-D744DBBFFC93}"/>
              </a:ext>
            </a:extLst>
          </p:cNvPr>
          <p:cNvSpPr>
            <a:spLocks noGrp="1" noChangeArrowheads="1"/>
          </p:cNvSpPr>
          <p:nvPr>
            <p:ph type="sldNum" sz="quarter" idx="10"/>
          </p:nvPr>
        </p:nvSpPr>
        <p:spPr>
          <a:ln/>
        </p:spPr>
        <p:txBody>
          <a:bodyPr/>
          <a:lstStyle>
            <a:lvl1pPr>
              <a:defRPr/>
            </a:lvl1pPr>
          </a:lstStyle>
          <a:p>
            <a:pPr>
              <a:defRPr/>
            </a:pPr>
            <a:fld id="{E0665359-11C3-4498-A7B7-009ADDA384EA}" type="slidenum">
              <a:rPr lang="en-US" altLang="zh-CN"/>
              <a:pPr>
                <a:defRPr/>
              </a:pPr>
              <a:t>‹#›</a:t>
            </a:fld>
            <a:endParaRPr lang="en-US" altLang="zh-CN"/>
          </a:p>
        </p:txBody>
      </p:sp>
    </p:spTree>
    <p:extLst>
      <p:ext uri="{BB962C8B-B14F-4D97-AF65-F5344CB8AC3E}">
        <p14:creationId xmlns:p14="http://schemas.microsoft.com/office/powerpoint/2010/main" val="36085981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10">
            <a:extLst>
              <a:ext uri="{FF2B5EF4-FFF2-40B4-BE49-F238E27FC236}">
                <a16:creationId xmlns:a16="http://schemas.microsoft.com/office/drawing/2014/main" id="{634A8882-49A7-9B7A-0578-EE0D89AFB471}"/>
              </a:ext>
            </a:extLst>
          </p:cNvPr>
          <p:cNvSpPr>
            <a:spLocks noGrp="1" noChangeArrowheads="1"/>
          </p:cNvSpPr>
          <p:nvPr>
            <p:ph type="sldNum" sz="quarter" idx="10"/>
          </p:nvPr>
        </p:nvSpPr>
        <p:spPr>
          <a:ln/>
        </p:spPr>
        <p:txBody>
          <a:bodyPr/>
          <a:lstStyle>
            <a:lvl1pPr>
              <a:defRPr/>
            </a:lvl1pPr>
          </a:lstStyle>
          <a:p>
            <a:pPr>
              <a:defRPr/>
            </a:pPr>
            <a:fld id="{AF544622-D2A9-4942-951E-E16023A752D0}" type="slidenum">
              <a:rPr lang="en-US" altLang="zh-CN"/>
              <a:pPr>
                <a:defRPr/>
              </a:pPr>
              <a:t>‹#›</a:t>
            </a:fld>
            <a:endParaRPr lang="en-US" altLang="zh-CN"/>
          </a:p>
        </p:txBody>
      </p:sp>
    </p:spTree>
    <p:extLst>
      <p:ext uri="{BB962C8B-B14F-4D97-AF65-F5344CB8AC3E}">
        <p14:creationId xmlns:p14="http://schemas.microsoft.com/office/powerpoint/2010/main" val="5783937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28650" y="1825625"/>
            <a:ext cx="788670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a:extLst>
              <a:ext uri="{FF2B5EF4-FFF2-40B4-BE49-F238E27FC236}">
                <a16:creationId xmlns:a16="http://schemas.microsoft.com/office/drawing/2014/main" id="{7EF42BCF-064F-DD9C-327F-14B3206067F3}"/>
              </a:ext>
            </a:extLst>
          </p:cNvPr>
          <p:cNvSpPr>
            <a:spLocks noGrp="1" noChangeArrowheads="1"/>
          </p:cNvSpPr>
          <p:nvPr>
            <p:ph type="sldNum" sz="quarter" idx="10"/>
          </p:nvPr>
        </p:nvSpPr>
        <p:spPr>
          <a:ln/>
        </p:spPr>
        <p:txBody>
          <a:bodyPr/>
          <a:lstStyle>
            <a:lvl1pPr>
              <a:defRPr/>
            </a:lvl1pPr>
          </a:lstStyle>
          <a:p>
            <a:pPr>
              <a:defRPr/>
            </a:pPr>
            <a:fld id="{803A220C-72F7-43CE-A75B-0C03FD2C91D4}" type="slidenum">
              <a:rPr lang="en-US" altLang="zh-CN"/>
              <a:pPr>
                <a:defRPr/>
              </a:pPr>
              <a:t>‹#›</a:t>
            </a:fld>
            <a:endParaRPr lang="en-US" altLang="zh-CN"/>
          </a:p>
        </p:txBody>
      </p:sp>
    </p:spTree>
    <p:extLst>
      <p:ext uri="{BB962C8B-B14F-4D97-AF65-F5344CB8AC3E}">
        <p14:creationId xmlns:p14="http://schemas.microsoft.com/office/powerpoint/2010/main" val="1070850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a:prstGeom prst="rect">
            <a:avLst/>
          </a:prstGeo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10">
            <a:extLst>
              <a:ext uri="{FF2B5EF4-FFF2-40B4-BE49-F238E27FC236}">
                <a16:creationId xmlns:a16="http://schemas.microsoft.com/office/drawing/2014/main" id="{51DF5102-C89F-B6E2-394D-655CCA82464D}"/>
              </a:ext>
            </a:extLst>
          </p:cNvPr>
          <p:cNvSpPr>
            <a:spLocks noGrp="1" noChangeArrowheads="1"/>
          </p:cNvSpPr>
          <p:nvPr>
            <p:ph type="sldNum" sz="quarter" idx="10"/>
          </p:nvPr>
        </p:nvSpPr>
        <p:spPr>
          <a:ln/>
        </p:spPr>
        <p:txBody>
          <a:bodyPr/>
          <a:lstStyle>
            <a:lvl1pPr>
              <a:defRPr/>
            </a:lvl1pPr>
          </a:lstStyle>
          <a:p>
            <a:pPr>
              <a:defRPr/>
            </a:pPr>
            <a:fld id="{867241A7-C7D4-41DA-9E3A-5A7376BDB9F8}" type="slidenum">
              <a:rPr lang="en-US" altLang="zh-CN"/>
              <a:pPr>
                <a:defRPr/>
              </a:pPr>
              <a:t>‹#›</a:t>
            </a:fld>
            <a:endParaRPr lang="en-US" altLang="zh-CN"/>
          </a:p>
        </p:txBody>
      </p:sp>
    </p:spTree>
    <p:extLst>
      <p:ext uri="{BB962C8B-B14F-4D97-AF65-F5344CB8AC3E}">
        <p14:creationId xmlns:p14="http://schemas.microsoft.com/office/powerpoint/2010/main" val="212735220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a:extLst>
              <a:ext uri="{FF2B5EF4-FFF2-40B4-BE49-F238E27FC236}">
                <a16:creationId xmlns:a16="http://schemas.microsoft.com/office/drawing/2014/main" id="{20402394-9DE4-426A-2849-8481FBB01933}"/>
              </a:ext>
            </a:extLst>
          </p:cNvPr>
          <p:cNvSpPr>
            <a:spLocks noGrp="1" noChangeArrowheads="1"/>
          </p:cNvSpPr>
          <p:nvPr>
            <p:ph type="sldNum" sz="quarter" idx="10"/>
          </p:nvPr>
        </p:nvSpPr>
        <p:spPr>
          <a:ln/>
        </p:spPr>
        <p:txBody>
          <a:bodyPr/>
          <a:lstStyle>
            <a:lvl1pPr>
              <a:defRPr/>
            </a:lvl1pPr>
          </a:lstStyle>
          <a:p>
            <a:pPr>
              <a:defRPr/>
            </a:pPr>
            <a:fld id="{6AF164D2-57C4-4B0F-A5E7-8A251D0E8831}" type="slidenum">
              <a:rPr lang="en-US" altLang="zh-CN"/>
              <a:pPr>
                <a:defRPr/>
              </a:pPr>
              <a:t>‹#›</a:t>
            </a:fld>
            <a:endParaRPr lang="en-US" altLang="zh-CN"/>
          </a:p>
        </p:txBody>
      </p:sp>
    </p:spTree>
    <p:extLst>
      <p:ext uri="{BB962C8B-B14F-4D97-AF65-F5344CB8AC3E}">
        <p14:creationId xmlns:p14="http://schemas.microsoft.com/office/powerpoint/2010/main" val="33905041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a:prstGeom prst="rect">
            <a:avLst/>
          </a:prstGeo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10">
            <a:extLst>
              <a:ext uri="{FF2B5EF4-FFF2-40B4-BE49-F238E27FC236}">
                <a16:creationId xmlns:a16="http://schemas.microsoft.com/office/drawing/2014/main" id="{15771647-73A5-69D6-591C-A9E5E662F05E}"/>
              </a:ext>
            </a:extLst>
          </p:cNvPr>
          <p:cNvSpPr>
            <a:spLocks noGrp="1" noChangeArrowheads="1"/>
          </p:cNvSpPr>
          <p:nvPr>
            <p:ph type="sldNum" sz="quarter" idx="10"/>
          </p:nvPr>
        </p:nvSpPr>
        <p:spPr>
          <a:ln/>
        </p:spPr>
        <p:txBody>
          <a:bodyPr/>
          <a:lstStyle>
            <a:lvl1pPr>
              <a:defRPr/>
            </a:lvl1pPr>
          </a:lstStyle>
          <a:p>
            <a:pPr>
              <a:defRPr/>
            </a:pPr>
            <a:fld id="{BAD9510E-8B50-4947-9DAF-1208DA238419}" type="slidenum">
              <a:rPr lang="en-US" altLang="zh-CN"/>
              <a:pPr>
                <a:defRPr/>
              </a:pPr>
              <a:t>‹#›</a:t>
            </a:fld>
            <a:endParaRPr lang="en-US" altLang="zh-CN"/>
          </a:p>
        </p:txBody>
      </p:sp>
    </p:spTree>
    <p:extLst>
      <p:ext uri="{BB962C8B-B14F-4D97-AF65-F5344CB8AC3E}">
        <p14:creationId xmlns:p14="http://schemas.microsoft.com/office/powerpoint/2010/main" val="25005360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Rectangle 10">
            <a:extLst>
              <a:ext uri="{FF2B5EF4-FFF2-40B4-BE49-F238E27FC236}">
                <a16:creationId xmlns:a16="http://schemas.microsoft.com/office/drawing/2014/main" id="{2AB6E5E2-4A6A-D2EF-BE39-D8FFFCFFCFB6}"/>
              </a:ext>
            </a:extLst>
          </p:cNvPr>
          <p:cNvSpPr>
            <a:spLocks noGrp="1" noChangeArrowheads="1"/>
          </p:cNvSpPr>
          <p:nvPr>
            <p:ph type="sldNum" sz="quarter" idx="10"/>
          </p:nvPr>
        </p:nvSpPr>
        <p:spPr>
          <a:ln/>
        </p:spPr>
        <p:txBody>
          <a:bodyPr/>
          <a:lstStyle>
            <a:lvl1pPr>
              <a:defRPr/>
            </a:lvl1pPr>
          </a:lstStyle>
          <a:p>
            <a:pPr>
              <a:defRPr/>
            </a:pPr>
            <a:fld id="{10CBDBA2-5A41-4F24-B0E3-ED2015858C3F}" type="slidenum">
              <a:rPr lang="en-US" altLang="zh-CN"/>
              <a:pPr>
                <a:defRPr/>
              </a:pPr>
              <a:t>‹#›</a:t>
            </a:fld>
            <a:endParaRPr lang="en-US" altLang="zh-CN"/>
          </a:p>
        </p:txBody>
      </p:sp>
    </p:spTree>
    <p:extLst>
      <p:ext uri="{BB962C8B-B14F-4D97-AF65-F5344CB8AC3E}">
        <p14:creationId xmlns:p14="http://schemas.microsoft.com/office/powerpoint/2010/main" val="39884388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
            <a:extLst>
              <a:ext uri="{FF2B5EF4-FFF2-40B4-BE49-F238E27FC236}">
                <a16:creationId xmlns:a16="http://schemas.microsoft.com/office/drawing/2014/main" id="{9D73BCE3-2839-420A-6794-7B935359E4AD}"/>
              </a:ext>
            </a:extLst>
          </p:cNvPr>
          <p:cNvSpPr>
            <a:spLocks noGrp="1" noChangeArrowheads="1"/>
          </p:cNvSpPr>
          <p:nvPr>
            <p:ph type="sldNum" sz="quarter" idx="10"/>
          </p:nvPr>
        </p:nvSpPr>
        <p:spPr>
          <a:ln/>
        </p:spPr>
        <p:txBody>
          <a:bodyPr/>
          <a:lstStyle>
            <a:lvl1pPr>
              <a:defRPr/>
            </a:lvl1pPr>
          </a:lstStyle>
          <a:p>
            <a:pPr>
              <a:defRPr/>
            </a:pPr>
            <a:fld id="{67B6F73A-109B-4151-8325-C4C9914A82F9}" type="slidenum">
              <a:rPr lang="en-US" altLang="zh-CN"/>
              <a:pPr>
                <a:defRPr/>
              </a:pPr>
              <a:t>‹#›</a:t>
            </a:fld>
            <a:endParaRPr lang="en-US" altLang="zh-CN"/>
          </a:p>
        </p:txBody>
      </p:sp>
    </p:spTree>
    <p:extLst>
      <p:ext uri="{BB962C8B-B14F-4D97-AF65-F5344CB8AC3E}">
        <p14:creationId xmlns:p14="http://schemas.microsoft.com/office/powerpoint/2010/main" val="4273133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0">
            <a:extLst>
              <a:ext uri="{FF2B5EF4-FFF2-40B4-BE49-F238E27FC236}">
                <a16:creationId xmlns:a16="http://schemas.microsoft.com/office/drawing/2014/main" id="{80E1F0BF-9F5F-54A0-8695-C4E1E2EA6432}"/>
              </a:ext>
            </a:extLst>
          </p:cNvPr>
          <p:cNvSpPr>
            <a:spLocks noGrp="1" noChangeArrowheads="1"/>
          </p:cNvSpPr>
          <p:nvPr>
            <p:ph type="sldNum" sz="quarter" idx="10"/>
          </p:nvPr>
        </p:nvSpPr>
        <p:spPr>
          <a:ln/>
        </p:spPr>
        <p:txBody>
          <a:bodyPr/>
          <a:lstStyle>
            <a:lvl1pPr>
              <a:defRPr/>
            </a:lvl1pPr>
          </a:lstStyle>
          <a:p>
            <a:pPr>
              <a:defRPr/>
            </a:pPr>
            <a:fld id="{4C1ECB34-FD96-458A-97E7-1FC6495CE106}" type="slidenum">
              <a:rPr lang="en-US" altLang="zh-CN"/>
              <a:pPr>
                <a:defRPr/>
              </a:pPr>
              <a:t>‹#›</a:t>
            </a:fld>
            <a:endParaRPr lang="en-US" altLang="zh-CN"/>
          </a:p>
        </p:txBody>
      </p:sp>
    </p:spTree>
    <p:extLst>
      <p:ext uri="{BB962C8B-B14F-4D97-AF65-F5344CB8AC3E}">
        <p14:creationId xmlns:p14="http://schemas.microsoft.com/office/powerpoint/2010/main" val="58864981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a:prstGeom prst="rect">
            <a:avLst/>
          </a:prstGeo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10">
            <a:extLst>
              <a:ext uri="{FF2B5EF4-FFF2-40B4-BE49-F238E27FC236}">
                <a16:creationId xmlns:a16="http://schemas.microsoft.com/office/drawing/2014/main" id="{5519434B-F89B-715D-31F1-036D02973241}"/>
              </a:ext>
            </a:extLst>
          </p:cNvPr>
          <p:cNvSpPr>
            <a:spLocks noGrp="1" noChangeArrowheads="1"/>
          </p:cNvSpPr>
          <p:nvPr>
            <p:ph type="sldNum" sz="quarter" idx="10"/>
          </p:nvPr>
        </p:nvSpPr>
        <p:spPr>
          <a:ln/>
        </p:spPr>
        <p:txBody>
          <a:bodyPr/>
          <a:lstStyle>
            <a:lvl1pPr>
              <a:defRPr/>
            </a:lvl1pPr>
          </a:lstStyle>
          <a:p>
            <a:pPr>
              <a:defRPr/>
            </a:pPr>
            <a:fld id="{881D3824-9961-4366-9FA2-090939D065C2}" type="slidenum">
              <a:rPr lang="en-US" altLang="zh-CN"/>
              <a:pPr>
                <a:defRPr/>
              </a:pPr>
              <a:t>‹#›</a:t>
            </a:fld>
            <a:endParaRPr lang="en-US" altLang="zh-CN"/>
          </a:p>
        </p:txBody>
      </p:sp>
    </p:spTree>
    <p:extLst>
      <p:ext uri="{BB962C8B-B14F-4D97-AF65-F5344CB8AC3E}">
        <p14:creationId xmlns:p14="http://schemas.microsoft.com/office/powerpoint/2010/main" val="6113677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28650" y="1825625"/>
            <a:ext cx="7886700" cy="43513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a:extLst>
              <a:ext uri="{FF2B5EF4-FFF2-40B4-BE49-F238E27FC236}">
                <a16:creationId xmlns:a16="http://schemas.microsoft.com/office/drawing/2014/main" id="{1D3351A3-659E-B6A1-FF82-8590EF217D38}"/>
              </a:ext>
            </a:extLst>
          </p:cNvPr>
          <p:cNvSpPr>
            <a:spLocks noGrp="1" noChangeArrowheads="1"/>
          </p:cNvSpPr>
          <p:nvPr>
            <p:ph type="sldNum" sz="quarter" idx="10"/>
          </p:nvPr>
        </p:nvSpPr>
        <p:spPr>
          <a:ln/>
        </p:spPr>
        <p:txBody>
          <a:bodyPr/>
          <a:lstStyle>
            <a:lvl1pPr>
              <a:defRPr/>
            </a:lvl1pPr>
          </a:lstStyle>
          <a:p>
            <a:pPr>
              <a:defRPr/>
            </a:pPr>
            <a:fld id="{22967BB1-D046-4145-88D5-1C2650EC0ED7}" type="slidenum">
              <a:rPr lang="en-US" altLang="zh-CN"/>
              <a:pPr>
                <a:defRPr/>
              </a:pPr>
              <a:t>‹#›</a:t>
            </a:fld>
            <a:endParaRPr lang="en-US" altLang="zh-CN"/>
          </a:p>
        </p:txBody>
      </p:sp>
    </p:spTree>
    <p:extLst>
      <p:ext uri="{BB962C8B-B14F-4D97-AF65-F5344CB8AC3E}">
        <p14:creationId xmlns:p14="http://schemas.microsoft.com/office/powerpoint/2010/main" val="14884876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762625" cy="5811838"/>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
            <a:extLst>
              <a:ext uri="{FF2B5EF4-FFF2-40B4-BE49-F238E27FC236}">
                <a16:creationId xmlns:a16="http://schemas.microsoft.com/office/drawing/2014/main" id="{AD374F5D-E89C-26DF-B0BA-E140629418E4}"/>
              </a:ext>
            </a:extLst>
          </p:cNvPr>
          <p:cNvSpPr>
            <a:spLocks noGrp="1" noChangeArrowheads="1"/>
          </p:cNvSpPr>
          <p:nvPr>
            <p:ph type="sldNum" sz="quarter" idx="10"/>
          </p:nvPr>
        </p:nvSpPr>
        <p:spPr>
          <a:ln/>
        </p:spPr>
        <p:txBody>
          <a:bodyPr/>
          <a:lstStyle>
            <a:lvl1pPr>
              <a:defRPr/>
            </a:lvl1pPr>
          </a:lstStyle>
          <a:p>
            <a:pPr>
              <a:defRPr/>
            </a:pPr>
            <a:fld id="{3A3A7383-E5BD-4825-977F-B81FA5B8FE00}" type="slidenum">
              <a:rPr lang="en-US" altLang="zh-CN"/>
              <a:pPr>
                <a:defRPr/>
              </a:pPr>
              <a:t>‹#›</a:t>
            </a:fld>
            <a:endParaRPr lang="en-US" altLang="zh-CN"/>
          </a:p>
        </p:txBody>
      </p:sp>
    </p:spTree>
    <p:extLst>
      <p:ext uri="{BB962C8B-B14F-4D97-AF65-F5344CB8AC3E}">
        <p14:creationId xmlns:p14="http://schemas.microsoft.com/office/powerpoint/2010/main" val="91726557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10">
            <a:extLst>
              <a:ext uri="{FF2B5EF4-FFF2-40B4-BE49-F238E27FC236}">
                <a16:creationId xmlns:a16="http://schemas.microsoft.com/office/drawing/2014/main" id="{6188B7E8-B3B1-0963-F6C2-51047CD7E285}"/>
              </a:ext>
            </a:extLst>
          </p:cNvPr>
          <p:cNvSpPr>
            <a:spLocks noGrp="1" noChangeArrowheads="1"/>
          </p:cNvSpPr>
          <p:nvPr>
            <p:ph type="sldNum" sz="quarter" idx="10"/>
          </p:nvPr>
        </p:nvSpPr>
        <p:spPr>
          <a:ln/>
        </p:spPr>
        <p:txBody>
          <a:bodyPr/>
          <a:lstStyle>
            <a:lvl1pPr>
              <a:defRPr/>
            </a:lvl1pPr>
          </a:lstStyle>
          <a:p>
            <a:pPr>
              <a:defRPr/>
            </a:pPr>
            <a:fld id="{BAC2911D-41AD-45C5-AB3B-F9C4588E526D}" type="slidenum">
              <a:rPr lang="en-US" altLang="zh-CN"/>
              <a:pPr>
                <a:defRPr/>
              </a:pPr>
              <a:t>‹#›</a:t>
            </a:fld>
            <a:endParaRPr lang="en-US" altLang="zh-CN"/>
          </a:p>
        </p:txBody>
      </p:sp>
    </p:spTree>
    <p:extLst>
      <p:ext uri="{BB962C8B-B14F-4D97-AF65-F5344CB8AC3E}">
        <p14:creationId xmlns:p14="http://schemas.microsoft.com/office/powerpoint/2010/main" val="404281156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AndTwoObj" preserve="1">
  <p:cSld name="标题，一项大型内容和两项小型内容">
    <p:spTree>
      <p:nvGrpSpPr>
        <p:cNvPr id="1" name=""/>
        <p:cNvGrpSpPr/>
        <p:nvPr/>
      </p:nvGrpSpPr>
      <p:grpSpPr>
        <a:xfrm>
          <a:off x="0" y="0"/>
          <a:ext cx="0" cy="0"/>
          <a:chOff x="0" y="0"/>
          <a:chExt cx="0" cy="0"/>
        </a:xfrm>
      </p:grpSpPr>
      <p:sp>
        <p:nvSpPr>
          <p:cNvPr id="2" name="标题 1"/>
          <p:cNvSpPr>
            <a:spLocks noGrp="1"/>
          </p:cNvSpPr>
          <p:nvPr>
            <p:ph type="title"/>
          </p:nvPr>
        </p:nvSpPr>
        <p:spPr>
          <a:xfrm>
            <a:off x="628650" y="365125"/>
            <a:ext cx="7886700" cy="1325563"/>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28650" y="1825625"/>
            <a:ext cx="3867150" cy="4351338"/>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825625"/>
            <a:ext cx="3867150" cy="209867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4076700"/>
            <a:ext cx="3867150" cy="21002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Rectangle 10">
            <a:extLst>
              <a:ext uri="{FF2B5EF4-FFF2-40B4-BE49-F238E27FC236}">
                <a16:creationId xmlns:a16="http://schemas.microsoft.com/office/drawing/2014/main" id="{E7C3F0B8-D34C-FB80-5F3D-5C9AAB6B28A8}"/>
              </a:ext>
            </a:extLst>
          </p:cNvPr>
          <p:cNvSpPr>
            <a:spLocks noGrp="1" noChangeArrowheads="1"/>
          </p:cNvSpPr>
          <p:nvPr>
            <p:ph type="sldNum" sz="quarter" idx="10"/>
          </p:nvPr>
        </p:nvSpPr>
        <p:spPr>
          <a:ln/>
        </p:spPr>
        <p:txBody>
          <a:bodyPr/>
          <a:lstStyle>
            <a:lvl1pPr>
              <a:defRPr/>
            </a:lvl1pPr>
          </a:lstStyle>
          <a:p>
            <a:pPr>
              <a:defRPr/>
            </a:pPr>
            <a:fld id="{369156CB-8EC9-4863-96F4-5D2883AA216F}" type="slidenum">
              <a:rPr lang="en-US" altLang="zh-CN"/>
              <a:pPr>
                <a:defRPr/>
              </a:pPr>
              <a:t>‹#›</a:t>
            </a:fld>
            <a:endParaRPr lang="en-US" altLang="zh-CN"/>
          </a:p>
        </p:txBody>
      </p:sp>
    </p:spTree>
    <p:extLst>
      <p:ext uri="{BB962C8B-B14F-4D97-AF65-F5344CB8AC3E}">
        <p14:creationId xmlns:p14="http://schemas.microsoft.com/office/powerpoint/2010/main" val="15338904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10">
            <a:extLst>
              <a:ext uri="{FF2B5EF4-FFF2-40B4-BE49-F238E27FC236}">
                <a16:creationId xmlns:a16="http://schemas.microsoft.com/office/drawing/2014/main" id="{09E32302-7463-4006-C7FF-7E94FBDA5750}"/>
              </a:ext>
            </a:extLst>
          </p:cNvPr>
          <p:cNvSpPr>
            <a:spLocks noGrp="1" noChangeArrowheads="1"/>
          </p:cNvSpPr>
          <p:nvPr>
            <p:ph type="sldNum" sz="quarter" idx="10"/>
          </p:nvPr>
        </p:nvSpPr>
        <p:spPr>
          <a:ln/>
        </p:spPr>
        <p:txBody>
          <a:bodyPr/>
          <a:lstStyle>
            <a:lvl1pPr>
              <a:defRPr/>
            </a:lvl1pPr>
          </a:lstStyle>
          <a:p>
            <a:pPr>
              <a:defRPr/>
            </a:pPr>
            <a:fld id="{9F39671E-475E-41DF-A467-3D3EF5CCC20E}" type="slidenum">
              <a:rPr lang="en-US" altLang="zh-CN"/>
              <a:pPr>
                <a:defRPr/>
              </a:pPr>
              <a:t>‹#›</a:t>
            </a:fld>
            <a:endParaRPr lang="en-US" altLang="zh-CN"/>
          </a:p>
        </p:txBody>
      </p:sp>
    </p:spTree>
    <p:extLst>
      <p:ext uri="{BB962C8B-B14F-4D97-AF65-F5344CB8AC3E}">
        <p14:creationId xmlns:p14="http://schemas.microsoft.com/office/powerpoint/2010/main" val="470709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6" Type="http://schemas.openxmlformats.org/officeDocument/2006/relationships/image" Target="../media/image1.jpeg"/><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716804" name="Rectangle 4">
            <a:extLst>
              <a:ext uri="{FF2B5EF4-FFF2-40B4-BE49-F238E27FC236}">
                <a16:creationId xmlns:a16="http://schemas.microsoft.com/office/drawing/2014/main" id="{A9D6C28C-0892-5968-85D9-C259288E91ED}"/>
              </a:ext>
            </a:extLst>
          </p:cNvPr>
          <p:cNvSpPr>
            <a:spLocks noChangeArrowheads="1"/>
          </p:cNvSpPr>
          <p:nvPr/>
        </p:nvSpPr>
        <p:spPr bwMode="ltGray">
          <a:xfrm>
            <a:off x="2268538" y="44450"/>
            <a:ext cx="5399087" cy="350838"/>
          </a:xfrm>
          <a:prstGeom prst="rect">
            <a:avLst/>
          </a:prstGeom>
          <a:noFill/>
          <a:ln>
            <a:noFill/>
          </a:ln>
          <a:effectLst/>
        </p:spPr>
        <p:txBody>
          <a:bodyPr/>
          <a:lstStyle/>
          <a:p>
            <a:pPr algn="ctr" eaLnBrk="1" hangingPunct="1">
              <a:lnSpc>
                <a:spcPct val="60000"/>
              </a:lnSpc>
              <a:defRPr/>
            </a:pPr>
            <a:r>
              <a:rPr lang="zh-CN" altLang="en-US">
                <a:solidFill>
                  <a:schemeClr val="bg1"/>
                </a:solidFill>
                <a:latin typeface="隶书" panose="02010509060101010101" pitchFamily="49" charset="-122"/>
                <a:ea typeface="隶书" panose="02010509060101010101" pitchFamily="49" charset="-122"/>
              </a:rPr>
              <a:t>第</a:t>
            </a:r>
            <a:r>
              <a:rPr lang="en-US" altLang="zh-CN" b="1">
                <a:solidFill>
                  <a:schemeClr val="bg1"/>
                </a:solidFill>
                <a:latin typeface="隶书" panose="02010509060101010101" pitchFamily="49" charset="-122"/>
                <a:ea typeface="隶书" panose="02010509060101010101" pitchFamily="49" charset="-122"/>
              </a:rPr>
              <a:t>6</a:t>
            </a:r>
            <a:r>
              <a:rPr lang="zh-CN" altLang="en-US">
                <a:solidFill>
                  <a:schemeClr val="bg1"/>
                </a:solidFill>
                <a:latin typeface="隶书" panose="02010509060101010101" pitchFamily="49" charset="-122"/>
                <a:ea typeface="隶书" panose="02010509060101010101" pitchFamily="49" charset="-122"/>
              </a:rPr>
              <a:t>章 均匀平面波的反射与透射</a:t>
            </a:r>
            <a:endParaRPr lang="zh-CN" altLang="en-US">
              <a:solidFill>
                <a:srgbClr val="FFCC99"/>
              </a:solidFill>
              <a:effectDag name="">
                <a:cont type="tree" name="">
                  <a:effect ref="fillLine"/>
                  <a:outerShdw dist="38100" dir="13500000" algn="br">
                    <a:srgbClr val="FFDDBB"/>
                  </a:outerShdw>
                </a:cont>
                <a:cont type="tree" name="">
                  <a:effect ref="fillLine"/>
                  <a:outerShdw dist="38100" dir="2700000" algn="tl">
                    <a:srgbClr val="997A5B"/>
                  </a:outerShdw>
                </a:cont>
                <a:effect ref="fillLine"/>
              </a:effectDag>
              <a:latin typeface="隶书" panose="02010509060101010101" pitchFamily="49" charset="-122"/>
              <a:ea typeface="隶书" panose="02010509060101010101" pitchFamily="49" charset="-122"/>
            </a:endParaRPr>
          </a:p>
        </p:txBody>
      </p:sp>
      <p:sp>
        <p:nvSpPr>
          <p:cNvPr id="1027" name="Rectangle 5">
            <a:extLst>
              <a:ext uri="{FF2B5EF4-FFF2-40B4-BE49-F238E27FC236}">
                <a16:creationId xmlns:a16="http://schemas.microsoft.com/office/drawing/2014/main" id="{E9C91A7D-FED9-CF2F-59ED-2BAC6BDFE4DE}"/>
              </a:ext>
            </a:extLst>
          </p:cNvPr>
          <p:cNvSpPr>
            <a:spLocks noChangeArrowheads="1"/>
          </p:cNvSpPr>
          <p:nvPr/>
        </p:nvSpPr>
        <p:spPr bwMode="ltGray">
          <a:xfrm>
            <a:off x="107950" y="44450"/>
            <a:ext cx="2089150" cy="360363"/>
          </a:xfrm>
          <a:prstGeom prst="rect">
            <a:avLst/>
          </a:prstGeom>
          <a:noFill/>
          <a:ln>
            <a:noFill/>
          </a:ln>
          <a:effectLst/>
        </p:spPr>
        <p:txBody>
          <a:bodyPr tIns="10800"/>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defRPr/>
            </a:pPr>
            <a:r>
              <a:rPr lang="zh-CN" altLang="en-US" sz="2000" b="1">
                <a:solidFill>
                  <a:srgbClr val="573CFC"/>
                </a:solidFill>
                <a:ea typeface="华文行楷" panose="02010800040101010101" pitchFamily="2" charset="-122"/>
              </a:rPr>
              <a:t>电磁场与电磁波</a:t>
            </a:r>
          </a:p>
        </p:txBody>
      </p:sp>
      <p:sp>
        <p:nvSpPr>
          <p:cNvPr id="1028" name="Rectangle 9" descr="深色横线">
            <a:extLst>
              <a:ext uri="{FF2B5EF4-FFF2-40B4-BE49-F238E27FC236}">
                <a16:creationId xmlns:a16="http://schemas.microsoft.com/office/drawing/2014/main" id="{F7AD6DFB-E470-A9D1-6A8F-6A4EFC81DBC4}"/>
              </a:ext>
            </a:extLst>
          </p:cNvPr>
          <p:cNvSpPr>
            <a:spLocks noChangeArrowheads="1"/>
          </p:cNvSpPr>
          <p:nvPr/>
        </p:nvSpPr>
        <p:spPr bwMode="ltGray">
          <a:xfrm>
            <a:off x="0" y="333375"/>
            <a:ext cx="9144000" cy="71438"/>
          </a:xfrm>
          <a:prstGeom prst="rect">
            <a:avLst/>
          </a:prstGeom>
          <a:pattFill prst="dkHorz">
            <a:fgClr>
              <a:srgbClr val="CC3300"/>
            </a:fgClr>
            <a:bgClr>
              <a:srgbClr val="9A9A9A"/>
            </a:bgClr>
          </a:patt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716810" name="Rectangle 10">
            <a:extLst>
              <a:ext uri="{FF2B5EF4-FFF2-40B4-BE49-F238E27FC236}">
                <a16:creationId xmlns:a16="http://schemas.microsoft.com/office/drawing/2014/main" id="{7D8A0A11-4247-331D-A5A3-AE6F16A99C99}"/>
              </a:ext>
            </a:extLst>
          </p:cNvPr>
          <p:cNvSpPr>
            <a:spLocks noGrp="1" noChangeArrowheads="1"/>
          </p:cNvSpPr>
          <p:nvPr>
            <p:ph type="sldNum" sz="quarter" idx="4"/>
          </p:nvPr>
        </p:nvSpPr>
        <p:spPr bwMode="ltGray">
          <a:xfrm>
            <a:off x="7956550" y="0"/>
            <a:ext cx="1054100" cy="33337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ea typeface="楷体_GB2312" pitchFamily="49" charset="-122"/>
              </a:defRPr>
            </a:lvl1pPr>
          </a:lstStyle>
          <a:p>
            <a:pPr>
              <a:defRPr/>
            </a:pPr>
            <a:fld id="{CF868AAB-E16B-46D8-8865-F5778ECA13E0}" type="slidenum">
              <a:rPr lang="en-US" altLang="zh-CN"/>
              <a:pPr>
                <a:defRPr/>
              </a:pPr>
              <a:t>‹#›</a:t>
            </a:fld>
            <a:endParaRPr lang="en-US" altLang="zh-CN"/>
          </a:p>
        </p:txBody>
      </p:sp>
      <p:sp>
        <p:nvSpPr>
          <p:cNvPr id="1030" name="Rectangle 11">
            <a:extLst>
              <a:ext uri="{FF2B5EF4-FFF2-40B4-BE49-F238E27FC236}">
                <a16:creationId xmlns:a16="http://schemas.microsoft.com/office/drawing/2014/main" id="{9240647D-3885-9D46-7F48-D9F54DAC0D7C}"/>
              </a:ext>
            </a:extLst>
          </p:cNvPr>
          <p:cNvSpPr>
            <a:spLocks noChangeArrowheads="1"/>
          </p:cNvSpPr>
          <p:nvPr/>
        </p:nvSpPr>
        <p:spPr bwMode="auto">
          <a:xfrm>
            <a:off x="0" y="404813"/>
            <a:ext cx="9144000" cy="6119812"/>
          </a:xfrm>
          <a:prstGeom prst="rect">
            <a:avLst/>
          </a:prstGeom>
          <a:gradFill rotWithShape="0">
            <a:gsLst>
              <a:gs pos="0">
                <a:srgbClr val="0000FF"/>
              </a:gs>
              <a:gs pos="100000">
                <a:srgbClr val="000076"/>
              </a:gs>
            </a:gsLst>
            <a:lin ang="2700000" scaled="1"/>
          </a:grad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1" name="Rectangle 16" descr="栎木">
            <a:extLst>
              <a:ext uri="{FF2B5EF4-FFF2-40B4-BE49-F238E27FC236}">
                <a16:creationId xmlns:a16="http://schemas.microsoft.com/office/drawing/2014/main" id="{920AE617-A7F0-3CC7-8FFA-D5BCDD9542AD}"/>
              </a:ext>
            </a:extLst>
          </p:cNvPr>
          <p:cNvSpPr>
            <a:spLocks noChangeArrowheads="1"/>
          </p:cNvSpPr>
          <p:nvPr/>
        </p:nvSpPr>
        <p:spPr bwMode="auto">
          <a:xfrm>
            <a:off x="0" y="6562725"/>
            <a:ext cx="9144000" cy="333375"/>
          </a:xfrm>
          <a:prstGeom prst="rect">
            <a:avLst/>
          </a:prstGeom>
          <a:blipFill dpi="0" rotWithShape="0">
            <a:blip r:embed="rId16"/>
            <a:srcRect/>
            <a:tile tx="0" ty="0" sx="100000" sy="100000" flip="none" algn="tl"/>
          </a:blip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3" name="Rectangle 18" descr="深色横线">
            <a:extLst>
              <a:ext uri="{FF2B5EF4-FFF2-40B4-BE49-F238E27FC236}">
                <a16:creationId xmlns:a16="http://schemas.microsoft.com/office/drawing/2014/main" id="{E85F9810-5F4E-7B02-6000-30C15AE0BA2C}"/>
              </a:ext>
            </a:extLst>
          </p:cNvPr>
          <p:cNvSpPr>
            <a:spLocks noChangeArrowheads="1"/>
          </p:cNvSpPr>
          <p:nvPr/>
        </p:nvSpPr>
        <p:spPr bwMode="auto">
          <a:xfrm>
            <a:off x="0" y="6526213"/>
            <a:ext cx="9144000" cy="71437"/>
          </a:xfrm>
          <a:prstGeom prst="rect">
            <a:avLst/>
          </a:prstGeom>
          <a:pattFill prst="dkHorz">
            <a:fgClr>
              <a:srgbClr val="CC3300"/>
            </a:fgClr>
            <a:bgClr>
              <a:srgbClr val="9A9A9A"/>
            </a:bgClr>
          </a:patt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4" name="AutoShape 19">
            <a:hlinkClick r:id="" action="ppaction://hlinkshowjump?jump=firstslide" highlightClick="1"/>
            <a:extLst>
              <a:ext uri="{FF2B5EF4-FFF2-40B4-BE49-F238E27FC236}">
                <a16:creationId xmlns:a16="http://schemas.microsoft.com/office/drawing/2014/main" id="{DBBD5D7F-4AE9-0CD8-EB94-FB63D1945BFB}"/>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5" name="AutoShape 20">
            <a:hlinkClick r:id="" action="ppaction://hlinkshowjump?jump=previousslide" highlightClick="1"/>
            <a:extLst>
              <a:ext uri="{FF2B5EF4-FFF2-40B4-BE49-F238E27FC236}">
                <a16:creationId xmlns:a16="http://schemas.microsoft.com/office/drawing/2014/main" id="{D8B27AFA-B33B-004E-F4AF-66EE9E01721C}"/>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6" name="AutoShape 21">
            <a:hlinkClick r:id="" action="ppaction://hlinkshowjump?jump=nextslide" highlightClick="1"/>
            <a:extLst>
              <a:ext uri="{FF2B5EF4-FFF2-40B4-BE49-F238E27FC236}">
                <a16:creationId xmlns:a16="http://schemas.microsoft.com/office/drawing/2014/main" id="{BBFC6D22-EB7C-3385-89C3-5A5BDECCB15D}"/>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7" name="AutoShape 22">
            <a:hlinkClick r:id="" action="ppaction://hlinkshowjump?jump=lastslide" highlightClick="1"/>
            <a:extLst>
              <a:ext uri="{FF2B5EF4-FFF2-40B4-BE49-F238E27FC236}">
                <a16:creationId xmlns:a16="http://schemas.microsoft.com/office/drawing/2014/main" id="{9564D9AC-0F92-1E07-F591-9CBB104F2330}"/>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 id="2147483676" r:id="rId13"/>
    <p:sldLayoutId id="2147483677" r:id="rId14"/>
  </p:sldLayoutIdLst>
  <p:txStyles>
    <p:titleStyle>
      <a:lvl1pPr algn="l" rtl="0" eaLnBrk="0" fontAlgn="base" hangingPunct="0">
        <a:spcBef>
          <a:spcPct val="0"/>
        </a:spcBef>
        <a:spcAft>
          <a:spcPct val="0"/>
        </a:spcAft>
        <a:defRPr sz="2000" kern="12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defRPr sz="2800" kern="12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blackGray">
      <p:bgPr>
        <a:blipFill dpi="0" rotWithShape="0">
          <a:blip r:embed="rId16"/>
          <a:srcRect/>
          <a:tile tx="0" ty="0" sx="100000" sy="100000" flip="none" algn="tl"/>
        </a:blipFill>
        <a:effectLst/>
      </p:bgPr>
    </p:bg>
    <p:spTree>
      <p:nvGrpSpPr>
        <p:cNvPr id="1" name=""/>
        <p:cNvGrpSpPr/>
        <p:nvPr/>
      </p:nvGrpSpPr>
      <p:grpSpPr>
        <a:xfrm>
          <a:off x="0" y="0"/>
          <a:ext cx="0" cy="0"/>
          <a:chOff x="0" y="0"/>
          <a:chExt cx="0" cy="0"/>
        </a:xfrm>
      </p:grpSpPr>
      <p:sp>
        <p:nvSpPr>
          <p:cNvPr id="716804" name="Rectangle 4">
            <a:extLst>
              <a:ext uri="{FF2B5EF4-FFF2-40B4-BE49-F238E27FC236}">
                <a16:creationId xmlns:a16="http://schemas.microsoft.com/office/drawing/2014/main" id="{87E080B6-2B29-E0EC-9E31-F7F106CD2A54}"/>
              </a:ext>
            </a:extLst>
          </p:cNvPr>
          <p:cNvSpPr>
            <a:spLocks noChangeArrowheads="1"/>
          </p:cNvSpPr>
          <p:nvPr/>
        </p:nvSpPr>
        <p:spPr bwMode="ltGray">
          <a:xfrm>
            <a:off x="2268538" y="44450"/>
            <a:ext cx="5399087" cy="350838"/>
          </a:xfrm>
          <a:prstGeom prst="rect">
            <a:avLst/>
          </a:prstGeom>
          <a:noFill/>
          <a:ln>
            <a:noFill/>
          </a:ln>
          <a:effectLst/>
        </p:spPr>
        <p:txBody>
          <a:bodyPr/>
          <a:lstStyle/>
          <a:p>
            <a:pPr algn="ctr" eaLnBrk="1" hangingPunct="1">
              <a:lnSpc>
                <a:spcPct val="60000"/>
              </a:lnSpc>
              <a:defRPr/>
            </a:pPr>
            <a:r>
              <a:rPr lang="zh-CN" altLang="en-US">
                <a:solidFill>
                  <a:schemeClr val="bg1"/>
                </a:solidFill>
                <a:latin typeface="隶书" panose="02010509060101010101" pitchFamily="49" charset="-122"/>
                <a:ea typeface="隶书" panose="02010509060101010101" pitchFamily="49" charset="-122"/>
              </a:rPr>
              <a:t>第</a:t>
            </a:r>
            <a:r>
              <a:rPr lang="en-US" altLang="zh-CN" b="1">
                <a:solidFill>
                  <a:schemeClr val="bg1"/>
                </a:solidFill>
                <a:latin typeface="隶书" panose="02010509060101010101" pitchFamily="49" charset="-122"/>
                <a:ea typeface="隶书" panose="02010509060101010101" pitchFamily="49" charset="-122"/>
              </a:rPr>
              <a:t>6</a:t>
            </a:r>
            <a:r>
              <a:rPr lang="zh-CN" altLang="en-US">
                <a:solidFill>
                  <a:schemeClr val="bg1"/>
                </a:solidFill>
                <a:latin typeface="隶书" panose="02010509060101010101" pitchFamily="49" charset="-122"/>
                <a:ea typeface="隶书" panose="02010509060101010101" pitchFamily="49" charset="-122"/>
              </a:rPr>
              <a:t>章 均匀平面波的反射与透射</a:t>
            </a:r>
            <a:endParaRPr lang="zh-CN" altLang="en-US">
              <a:solidFill>
                <a:srgbClr val="FFCC99"/>
              </a:solidFill>
              <a:effectDag name="">
                <a:cont type="tree" name="">
                  <a:effect ref="fillLine"/>
                  <a:outerShdw dist="38100" dir="13500000" algn="br">
                    <a:srgbClr val="FFDDBB"/>
                  </a:outerShdw>
                </a:cont>
                <a:cont type="tree" name="">
                  <a:effect ref="fillLine"/>
                  <a:outerShdw dist="38100" dir="2700000" algn="tl">
                    <a:srgbClr val="997A5B"/>
                  </a:outerShdw>
                </a:cont>
                <a:effect ref="fillLine"/>
              </a:effectDag>
              <a:latin typeface="隶书" panose="02010509060101010101" pitchFamily="49" charset="-122"/>
              <a:ea typeface="隶书" panose="02010509060101010101" pitchFamily="49" charset="-122"/>
            </a:endParaRPr>
          </a:p>
        </p:txBody>
      </p:sp>
      <p:sp>
        <p:nvSpPr>
          <p:cNvPr id="1027" name="Rectangle 5">
            <a:extLst>
              <a:ext uri="{FF2B5EF4-FFF2-40B4-BE49-F238E27FC236}">
                <a16:creationId xmlns:a16="http://schemas.microsoft.com/office/drawing/2014/main" id="{69749A01-B640-40C8-CD80-F40CC47FC310}"/>
              </a:ext>
            </a:extLst>
          </p:cNvPr>
          <p:cNvSpPr>
            <a:spLocks noChangeArrowheads="1"/>
          </p:cNvSpPr>
          <p:nvPr/>
        </p:nvSpPr>
        <p:spPr bwMode="ltGray">
          <a:xfrm>
            <a:off x="107950" y="44450"/>
            <a:ext cx="2089150" cy="360363"/>
          </a:xfrm>
          <a:prstGeom prst="rect">
            <a:avLst/>
          </a:prstGeom>
          <a:noFill/>
          <a:ln>
            <a:noFill/>
          </a:ln>
          <a:effectLst/>
        </p:spPr>
        <p:txBody>
          <a:bodyPr tIns="10800"/>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spcBef>
                <a:spcPct val="0"/>
              </a:spcBef>
              <a:defRPr/>
            </a:pPr>
            <a:r>
              <a:rPr lang="zh-CN" altLang="en-US" sz="2000" b="1">
                <a:solidFill>
                  <a:srgbClr val="573CFC"/>
                </a:solidFill>
                <a:ea typeface="华文行楷" panose="02010800040101010101" pitchFamily="2" charset="-122"/>
              </a:rPr>
              <a:t>电磁场与电磁波</a:t>
            </a:r>
          </a:p>
        </p:txBody>
      </p:sp>
      <p:sp>
        <p:nvSpPr>
          <p:cNvPr id="1028" name="Rectangle 9" descr="深色横线">
            <a:extLst>
              <a:ext uri="{FF2B5EF4-FFF2-40B4-BE49-F238E27FC236}">
                <a16:creationId xmlns:a16="http://schemas.microsoft.com/office/drawing/2014/main" id="{71BF3D2E-6013-BC0C-8FD0-826B377A1840}"/>
              </a:ext>
            </a:extLst>
          </p:cNvPr>
          <p:cNvSpPr>
            <a:spLocks noChangeArrowheads="1"/>
          </p:cNvSpPr>
          <p:nvPr/>
        </p:nvSpPr>
        <p:spPr bwMode="ltGray">
          <a:xfrm>
            <a:off x="0" y="333375"/>
            <a:ext cx="9144000" cy="71438"/>
          </a:xfrm>
          <a:prstGeom prst="rect">
            <a:avLst/>
          </a:prstGeom>
          <a:pattFill prst="dkHorz">
            <a:fgClr>
              <a:srgbClr val="CC3300"/>
            </a:fgClr>
            <a:bgClr>
              <a:srgbClr val="9A9A9A"/>
            </a:bgClr>
          </a:patt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716810" name="Rectangle 10">
            <a:extLst>
              <a:ext uri="{FF2B5EF4-FFF2-40B4-BE49-F238E27FC236}">
                <a16:creationId xmlns:a16="http://schemas.microsoft.com/office/drawing/2014/main" id="{F677237C-6D3A-3AC0-2B1B-41A079BAD773}"/>
              </a:ext>
            </a:extLst>
          </p:cNvPr>
          <p:cNvSpPr>
            <a:spLocks noGrp="1" noChangeArrowheads="1"/>
          </p:cNvSpPr>
          <p:nvPr>
            <p:ph type="sldNum" sz="quarter" idx="4"/>
          </p:nvPr>
        </p:nvSpPr>
        <p:spPr bwMode="ltGray">
          <a:xfrm>
            <a:off x="7956550" y="0"/>
            <a:ext cx="1054100" cy="333375"/>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ea typeface="楷体_GB2312" pitchFamily="49" charset="-122"/>
              </a:defRPr>
            </a:lvl1pPr>
          </a:lstStyle>
          <a:p>
            <a:pPr>
              <a:defRPr/>
            </a:pPr>
            <a:fld id="{B46BB461-B086-4E64-809B-37D308D66766}" type="slidenum">
              <a:rPr lang="en-US" altLang="zh-CN"/>
              <a:pPr>
                <a:defRPr/>
              </a:pPr>
              <a:t>‹#›</a:t>
            </a:fld>
            <a:endParaRPr lang="en-US" altLang="zh-CN"/>
          </a:p>
        </p:txBody>
      </p:sp>
      <p:sp>
        <p:nvSpPr>
          <p:cNvPr id="1030" name="Rectangle 11">
            <a:extLst>
              <a:ext uri="{FF2B5EF4-FFF2-40B4-BE49-F238E27FC236}">
                <a16:creationId xmlns:a16="http://schemas.microsoft.com/office/drawing/2014/main" id="{D05C9060-A46D-011C-BBCE-EA0CD5B8862B}"/>
              </a:ext>
            </a:extLst>
          </p:cNvPr>
          <p:cNvSpPr>
            <a:spLocks noChangeArrowheads="1"/>
          </p:cNvSpPr>
          <p:nvPr/>
        </p:nvSpPr>
        <p:spPr bwMode="auto">
          <a:xfrm>
            <a:off x="0" y="404813"/>
            <a:ext cx="9144000" cy="6119812"/>
          </a:xfrm>
          <a:prstGeom prst="rect">
            <a:avLst/>
          </a:prstGeom>
          <a:gradFill rotWithShape="0">
            <a:gsLst>
              <a:gs pos="0">
                <a:srgbClr val="0000FF"/>
              </a:gs>
              <a:gs pos="100000">
                <a:srgbClr val="000076"/>
              </a:gs>
            </a:gsLst>
            <a:lin ang="2700000" scaled="1"/>
          </a:grad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1" name="Rectangle 16" descr="栎木">
            <a:extLst>
              <a:ext uri="{FF2B5EF4-FFF2-40B4-BE49-F238E27FC236}">
                <a16:creationId xmlns:a16="http://schemas.microsoft.com/office/drawing/2014/main" id="{0D02EE85-55A8-B190-749F-BFEBDD4AD482}"/>
              </a:ext>
            </a:extLst>
          </p:cNvPr>
          <p:cNvSpPr>
            <a:spLocks noChangeArrowheads="1"/>
          </p:cNvSpPr>
          <p:nvPr/>
        </p:nvSpPr>
        <p:spPr bwMode="auto">
          <a:xfrm>
            <a:off x="0" y="6562725"/>
            <a:ext cx="9144000" cy="333375"/>
          </a:xfrm>
          <a:prstGeom prst="rect">
            <a:avLst/>
          </a:prstGeom>
          <a:blipFill dpi="0" rotWithShape="0">
            <a:blip r:embed="rId16"/>
            <a:srcRect/>
            <a:tile tx="0" ty="0" sx="100000" sy="100000" flip="none" algn="tl"/>
          </a:blip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3" name="Rectangle 18" descr="深色横线">
            <a:extLst>
              <a:ext uri="{FF2B5EF4-FFF2-40B4-BE49-F238E27FC236}">
                <a16:creationId xmlns:a16="http://schemas.microsoft.com/office/drawing/2014/main" id="{C0C99A68-1FD3-AF77-EA85-FD0A6DD0DB75}"/>
              </a:ext>
            </a:extLst>
          </p:cNvPr>
          <p:cNvSpPr>
            <a:spLocks noChangeArrowheads="1"/>
          </p:cNvSpPr>
          <p:nvPr/>
        </p:nvSpPr>
        <p:spPr bwMode="auto">
          <a:xfrm>
            <a:off x="0" y="6526213"/>
            <a:ext cx="9144000" cy="71437"/>
          </a:xfrm>
          <a:prstGeom prst="rect">
            <a:avLst/>
          </a:prstGeom>
          <a:pattFill prst="dkHorz">
            <a:fgClr>
              <a:srgbClr val="CC3300"/>
            </a:fgClr>
            <a:bgClr>
              <a:srgbClr val="9A9A9A"/>
            </a:bgClr>
          </a:pattFill>
          <a:ln>
            <a:noFill/>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4" name="AutoShape 19">
            <a:hlinkClick r:id="" action="ppaction://hlinkshowjump?jump=firstslide" highlightClick="1"/>
            <a:extLst>
              <a:ext uri="{FF2B5EF4-FFF2-40B4-BE49-F238E27FC236}">
                <a16:creationId xmlns:a16="http://schemas.microsoft.com/office/drawing/2014/main" id="{6592279A-A805-D034-B65F-F6C21F5CF078}"/>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5" name="AutoShape 20">
            <a:hlinkClick r:id="" action="ppaction://hlinkshowjump?jump=previousslide" highlightClick="1"/>
            <a:extLst>
              <a:ext uri="{FF2B5EF4-FFF2-40B4-BE49-F238E27FC236}">
                <a16:creationId xmlns:a16="http://schemas.microsoft.com/office/drawing/2014/main" id="{54F3B226-0A0B-E4FF-45D3-1BFE1FA8CD43}"/>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6" name="AutoShape 21">
            <a:hlinkClick r:id="" action="ppaction://hlinkshowjump?jump=nextslide" highlightClick="1"/>
            <a:extLst>
              <a:ext uri="{FF2B5EF4-FFF2-40B4-BE49-F238E27FC236}">
                <a16:creationId xmlns:a16="http://schemas.microsoft.com/office/drawing/2014/main" id="{EB40B72A-00E8-A672-1723-0001668E6B54}"/>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
        <p:nvSpPr>
          <p:cNvPr id="1037" name="AutoShape 22">
            <a:hlinkClick r:id="" action="ppaction://hlinkshowjump?jump=lastslide" highlightClick="1"/>
            <a:extLst>
              <a:ext uri="{FF2B5EF4-FFF2-40B4-BE49-F238E27FC236}">
                <a16:creationId xmlns:a16="http://schemas.microsoft.com/office/drawing/2014/main" id="{728B9591-5C79-E581-BCBA-B07DFDAA650B}"/>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p:spPr>
        <p:txBody>
          <a:bodyPr wrap="none" anchor="ctr"/>
          <a:lstStyle>
            <a:lvl1pPr>
              <a:spcBef>
                <a:spcPct val="20000"/>
              </a:spcBef>
              <a:defRPr sz="2400">
                <a:solidFill>
                  <a:schemeClr val="tx1"/>
                </a:solidFill>
                <a:latin typeface="Arial" panose="020B0604020202020204" pitchFamily="34" charset="0"/>
                <a:ea typeface="楷体_GB2312" pitchFamily="49" charset="-122"/>
              </a:defRPr>
            </a:lvl1pPr>
            <a:lvl2pPr marL="742950" indent="-285750">
              <a:spcBef>
                <a:spcPct val="20000"/>
              </a:spcBef>
              <a:defRPr sz="2400">
                <a:solidFill>
                  <a:schemeClr val="tx1"/>
                </a:solidFill>
                <a:latin typeface="Arial" panose="020B0604020202020204" pitchFamily="34" charset="0"/>
                <a:ea typeface="楷体_GB2312" pitchFamily="49" charset="-122"/>
              </a:defRPr>
            </a:lvl2pPr>
            <a:lvl3pPr marL="1143000" indent="-228600">
              <a:spcBef>
                <a:spcPct val="20000"/>
              </a:spcBef>
              <a:defRPr sz="2400">
                <a:solidFill>
                  <a:schemeClr val="tx1"/>
                </a:solidFill>
                <a:latin typeface="Arial" panose="020B0604020202020204" pitchFamily="34" charset="0"/>
                <a:ea typeface="楷体_GB2312" pitchFamily="49" charset="-122"/>
              </a:defRPr>
            </a:lvl3pPr>
            <a:lvl4pPr marL="1600200" indent="-228600">
              <a:spcBef>
                <a:spcPct val="20000"/>
              </a:spcBef>
              <a:defRPr sz="2400">
                <a:solidFill>
                  <a:schemeClr val="tx1"/>
                </a:solidFill>
                <a:latin typeface="Arial" panose="020B0604020202020204" pitchFamily="34" charset="0"/>
                <a:ea typeface="楷体_GB2312" pitchFamily="49" charset="-122"/>
              </a:defRPr>
            </a:lvl4pPr>
            <a:lvl5pPr marL="2057400" indent="-228600">
              <a:spcBef>
                <a:spcPct val="20000"/>
              </a:spcBef>
              <a:defRPr sz="2400">
                <a:solidFill>
                  <a:schemeClr val="tx1"/>
                </a:solidFill>
                <a:latin typeface="Arial" panose="020B0604020202020204" pitchFamily="34" charset="0"/>
                <a:ea typeface="楷体_GB2312" pitchFamily="49" charset="-122"/>
              </a:defRPr>
            </a:lvl5pPr>
            <a:lvl6pPr marL="25146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6pPr>
            <a:lvl7pPr marL="29718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7pPr>
            <a:lvl8pPr marL="34290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8pPr>
            <a:lvl9pPr marL="3886200" indent="-228600" eaLnBrk="0" fontAlgn="base" hangingPunct="0">
              <a:spcBef>
                <a:spcPct val="20000"/>
              </a:spcBef>
              <a:spcAft>
                <a:spcPct val="0"/>
              </a:spcAft>
              <a:defRPr sz="2400">
                <a:solidFill>
                  <a:schemeClr val="tx1"/>
                </a:solidFill>
                <a:latin typeface="Arial" panose="020B0604020202020204" pitchFamily="34" charset="0"/>
                <a:ea typeface="楷体_GB2312" pitchFamily="49" charset="-122"/>
              </a:defRPr>
            </a:lvl9pPr>
          </a:lstStyle>
          <a:p>
            <a:pPr eaLnBrk="1" hangingPunct="1">
              <a:defRPr/>
            </a:pPr>
            <a:endParaRPr lang="zh-CN" altLang="en-US"/>
          </a:p>
        </p:txBody>
      </p:sp>
    </p:spTree>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Lst>
  <p:hf hdr="0" ftr="0" dt="0"/>
  <p:txStyles>
    <p:titleStyle>
      <a:lvl1pPr algn="l" rtl="0" eaLnBrk="0" fontAlgn="base" hangingPunct="0">
        <a:spcBef>
          <a:spcPct val="0"/>
        </a:spcBef>
        <a:spcAft>
          <a:spcPct val="0"/>
        </a:spcAft>
        <a:defRPr sz="2000" kern="1200">
          <a:solidFill>
            <a:schemeClr val="accent1"/>
          </a:solidFill>
          <a:latin typeface="+mj-lt"/>
          <a:ea typeface="+mj-ea"/>
          <a:cs typeface="+mj-cs"/>
        </a:defRPr>
      </a:lvl1pPr>
      <a:lvl2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2pPr>
      <a:lvl3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3pPr>
      <a:lvl4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4pPr>
      <a:lvl5pPr algn="l" rtl="0" eaLnBrk="0" fontAlgn="base" hangingPunct="0">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5pPr>
      <a:lvl6pPr marL="4572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6pPr>
      <a:lvl7pPr marL="9144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7pPr>
      <a:lvl8pPr marL="13716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8pPr>
      <a:lvl9pPr marL="1828800" algn="l" rtl="0" fontAlgn="base">
        <a:spcBef>
          <a:spcPct val="0"/>
        </a:spcBef>
        <a:spcAft>
          <a:spcPct val="0"/>
        </a:spcAft>
        <a:defRPr sz="2000">
          <a:solidFill>
            <a:schemeClr val="accent1"/>
          </a:solidFill>
          <a:latin typeface="Arial" panose="020B0604020202020204" pitchFamily="34" charset="0"/>
          <a:ea typeface="宋体" panose="02010600030101010101" pitchFamily="2" charset="-122"/>
          <a:cs typeface="Arial" panose="020B0604020202020204" pitchFamily="34" charset="0"/>
        </a:defRPr>
      </a:lvl9pPr>
    </p:titleStyle>
    <p:bodyStyle>
      <a:lvl1pPr marL="342900" indent="-342900" algn="l" rtl="0" eaLnBrk="0" fontAlgn="base" hangingPunct="0">
        <a:spcBef>
          <a:spcPct val="20000"/>
        </a:spcBef>
        <a:spcAft>
          <a:spcPct val="0"/>
        </a:spcAft>
        <a:defRPr sz="2800" kern="1200">
          <a:solidFill>
            <a:schemeClr val="tx1"/>
          </a:solidFill>
          <a:effectLst>
            <a:outerShdw blurRad="38100" dist="38100" dir="2700000" algn="tl">
              <a:srgbClr val="FFFFFF"/>
            </a:outerShdw>
          </a:effectLst>
          <a:latin typeface="+mn-lt"/>
          <a:ea typeface="+mn-ea"/>
          <a:cs typeface="+mn-cs"/>
        </a:defRPr>
      </a:lvl1pPr>
      <a:lvl2pPr marL="742950" indent="-285750" algn="l" rtl="0" eaLnBrk="0" fontAlgn="base" hangingPunct="0">
        <a:spcBef>
          <a:spcPct val="20000"/>
        </a:spcBef>
        <a:spcAft>
          <a:spcPct val="0"/>
        </a:spcAft>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notesSlide" Target="../notesSlides/notesSlide1.xml"/><Relationship Id="rId1" Type="http://schemas.openxmlformats.org/officeDocument/2006/relationships/slideLayout" Target="../slideLayouts/slideLayout21.xml"/><Relationship Id="rId4" Type="http://schemas.openxmlformats.org/officeDocument/2006/relationships/slide" Target="slide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image" Target="../media/image2.png"/><Relationship Id="rId7" Type="http://schemas.openxmlformats.org/officeDocument/2006/relationships/image" Target="../media/image4.wmf"/><Relationship Id="rId2" Type="http://schemas.openxmlformats.org/officeDocument/2006/relationships/notesSlide" Target="../notesSlides/notesSlide3.xml"/><Relationship Id="rId1" Type="http://schemas.openxmlformats.org/officeDocument/2006/relationships/slideLayout" Target="../slideLayouts/slideLayout21.xml"/><Relationship Id="rId6" Type="http://schemas.openxmlformats.org/officeDocument/2006/relationships/oleObject" Target="../embeddings/oleObject2.bin"/><Relationship Id="rId11" Type="http://schemas.openxmlformats.org/officeDocument/2006/relationships/image" Target="../media/image6.wmf"/><Relationship Id="rId5" Type="http://schemas.openxmlformats.org/officeDocument/2006/relationships/image" Target="../media/image3.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5.w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8.bin"/><Relationship Id="rId3" Type="http://schemas.openxmlformats.org/officeDocument/2006/relationships/image" Target="../media/image7.emf"/><Relationship Id="rId7" Type="http://schemas.openxmlformats.org/officeDocument/2006/relationships/image" Target="../media/image9.emf"/><Relationship Id="rId12" Type="http://schemas.openxmlformats.org/officeDocument/2006/relationships/image" Target="../media/image2.png"/><Relationship Id="rId2" Type="http://schemas.openxmlformats.org/officeDocument/2006/relationships/oleObject" Target="../embeddings/oleObject5.bin"/><Relationship Id="rId1" Type="http://schemas.openxmlformats.org/officeDocument/2006/relationships/slideLayout" Target="../slideLayouts/slideLayout21.xml"/><Relationship Id="rId6" Type="http://schemas.openxmlformats.org/officeDocument/2006/relationships/oleObject" Target="../embeddings/oleObject7.bin"/><Relationship Id="rId11" Type="http://schemas.openxmlformats.org/officeDocument/2006/relationships/image" Target="../media/image11.emf"/><Relationship Id="rId5" Type="http://schemas.openxmlformats.org/officeDocument/2006/relationships/image" Target="../media/image8.emf"/><Relationship Id="rId10" Type="http://schemas.openxmlformats.org/officeDocument/2006/relationships/oleObject" Target="../embeddings/oleObject9.bin"/><Relationship Id="rId4" Type="http://schemas.openxmlformats.org/officeDocument/2006/relationships/oleObject" Target="../embeddings/oleObject6.bin"/><Relationship Id="rId9" Type="http://schemas.openxmlformats.org/officeDocument/2006/relationships/image" Target="../media/image10.emf"/></Relationships>
</file>

<file path=ppt/slides/_rels/slide5.xml.rels><?xml version="1.0" encoding="UTF-8" standalone="yes"?>
<Relationships xmlns="http://schemas.openxmlformats.org/package/2006/relationships"><Relationship Id="rId8" Type="http://schemas.openxmlformats.org/officeDocument/2006/relationships/image" Target="../media/image14.emf"/><Relationship Id="rId13" Type="http://schemas.openxmlformats.org/officeDocument/2006/relationships/image" Target="../media/image15.emf"/><Relationship Id="rId18" Type="http://schemas.openxmlformats.org/officeDocument/2006/relationships/image" Target="../media/image2.png"/><Relationship Id="rId3" Type="http://schemas.openxmlformats.org/officeDocument/2006/relationships/oleObject" Target="../embeddings/oleObject10.bin"/><Relationship Id="rId7" Type="http://schemas.openxmlformats.org/officeDocument/2006/relationships/oleObject" Target="../embeddings/oleObject11.bin"/><Relationship Id="rId12" Type="http://schemas.openxmlformats.org/officeDocument/2006/relationships/oleObject" Target="../embeddings/oleObject12.bin"/><Relationship Id="rId17" Type="http://schemas.openxmlformats.org/officeDocument/2006/relationships/image" Target="../media/image17.emf"/><Relationship Id="rId2" Type="http://schemas.openxmlformats.org/officeDocument/2006/relationships/image" Target="../media/image12.png"/><Relationship Id="rId16" Type="http://schemas.openxmlformats.org/officeDocument/2006/relationships/oleObject" Target="../embeddings/oleObject14.bin"/><Relationship Id="rId1" Type="http://schemas.openxmlformats.org/officeDocument/2006/relationships/slideLayout" Target="../slideLayouts/slideLayout21.xml"/><Relationship Id="rId6" Type="http://schemas.openxmlformats.org/officeDocument/2006/relationships/image" Target="../media/image12.emf"/><Relationship Id="rId11" Type="http://schemas.openxmlformats.org/officeDocument/2006/relationships/image" Target="../media/image15.png"/><Relationship Id="rId5" Type="http://schemas.openxmlformats.org/officeDocument/2006/relationships/oleObject" Target="../embeddings/oleObject10.bin"/><Relationship Id="rId15" Type="http://schemas.openxmlformats.org/officeDocument/2006/relationships/image" Target="../media/image16.emf"/><Relationship Id="rId10" Type="http://schemas.openxmlformats.org/officeDocument/2006/relationships/image" Target="../media/image14.emf"/><Relationship Id="rId19" Type="http://schemas.openxmlformats.org/officeDocument/2006/relationships/image" Target="../media/image19.png"/><Relationship Id="rId4" Type="http://schemas.openxmlformats.org/officeDocument/2006/relationships/image" Target="../media/image12.emf"/><Relationship Id="rId9" Type="http://schemas.openxmlformats.org/officeDocument/2006/relationships/oleObject" Target="../embeddings/oleObject11.bin"/><Relationship Id="rId14" Type="http://schemas.openxmlformats.org/officeDocument/2006/relationships/oleObject" Target="../embeddings/oleObject13.bin"/></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1.xml"/><Relationship Id="rId5" Type="http://schemas.openxmlformats.org/officeDocument/2006/relationships/image" Target="../media/image20.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13" Type="http://schemas.openxmlformats.org/officeDocument/2006/relationships/oleObject" Target="../embeddings/oleObject20.bin"/><Relationship Id="rId18" Type="http://schemas.openxmlformats.org/officeDocument/2006/relationships/image" Target="../media/image28.wmf"/><Relationship Id="rId26" Type="http://schemas.openxmlformats.org/officeDocument/2006/relationships/image" Target="../media/image32.wmf"/><Relationship Id="rId3" Type="http://schemas.openxmlformats.org/officeDocument/2006/relationships/oleObject" Target="../embeddings/oleObject15.bin"/><Relationship Id="rId21" Type="http://schemas.openxmlformats.org/officeDocument/2006/relationships/oleObject" Target="../embeddings/oleObject24.bin"/><Relationship Id="rId7" Type="http://schemas.openxmlformats.org/officeDocument/2006/relationships/oleObject" Target="../embeddings/oleObject17.bin"/><Relationship Id="rId12" Type="http://schemas.openxmlformats.org/officeDocument/2006/relationships/image" Target="../media/image25.wmf"/><Relationship Id="rId17" Type="http://schemas.openxmlformats.org/officeDocument/2006/relationships/oleObject" Target="../embeddings/oleObject22.bin"/><Relationship Id="rId25" Type="http://schemas.openxmlformats.org/officeDocument/2006/relationships/oleObject" Target="../embeddings/oleObject26.bin"/><Relationship Id="rId33" Type="http://schemas.openxmlformats.org/officeDocument/2006/relationships/image" Target="../media/image36.png"/><Relationship Id="rId2" Type="http://schemas.openxmlformats.org/officeDocument/2006/relationships/notesSlide" Target="../notesSlides/notesSlide5.xml"/><Relationship Id="rId16" Type="http://schemas.openxmlformats.org/officeDocument/2006/relationships/image" Target="../media/image27.wmf"/><Relationship Id="rId20" Type="http://schemas.openxmlformats.org/officeDocument/2006/relationships/image" Target="../media/image29.wmf"/><Relationship Id="rId29" Type="http://schemas.openxmlformats.org/officeDocument/2006/relationships/oleObject" Target="../embeddings/oleObject28.bin"/><Relationship Id="rId1" Type="http://schemas.openxmlformats.org/officeDocument/2006/relationships/slideLayout" Target="../slideLayouts/slideLayout21.xml"/><Relationship Id="rId6" Type="http://schemas.openxmlformats.org/officeDocument/2006/relationships/image" Target="../media/image22.emf"/><Relationship Id="rId11" Type="http://schemas.openxmlformats.org/officeDocument/2006/relationships/oleObject" Target="../embeddings/oleObject19.bin"/><Relationship Id="rId24" Type="http://schemas.openxmlformats.org/officeDocument/2006/relationships/image" Target="../media/image31.wmf"/><Relationship Id="rId32" Type="http://schemas.openxmlformats.org/officeDocument/2006/relationships/image" Target="../media/image35.wmf"/><Relationship Id="rId5" Type="http://schemas.openxmlformats.org/officeDocument/2006/relationships/oleObject" Target="../embeddings/oleObject16.bin"/><Relationship Id="rId15" Type="http://schemas.openxmlformats.org/officeDocument/2006/relationships/oleObject" Target="../embeddings/oleObject21.bin"/><Relationship Id="rId23" Type="http://schemas.openxmlformats.org/officeDocument/2006/relationships/oleObject" Target="../embeddings/oleObject25.bin"/><Relationship Id="rId28" Type="http://schemas.openxmlformats.org/officeDocument/2006/relationships/image" Target="../media/image33.wmf"/><Relationship Id="rId10" Type="http://schemas.openxmlformats.org/officeDocument/2006/relationships/image" Target="../media/image24.wmf"/><Relationship Id="rId19" Type="http://schemas.openxmlformats.org/officeDocument/2006/relationships/oleObject" Target="../embeddings/oleObject23.bin"/><Relationship Id="rId31" Type="http://schemas.openxmlformats.org/officeDocument/2006/relationships/oleObject" Target="../embeddings/oleObject29.bin"/><Relationship Id="rId4" Type="http://schemas.openxmlformats.org/officeDocument/2006/relationships/image" Target="../media/image21.emf"/><Relationship Id="rId9" Type="http://schemas.openxmlformats.org/officeDocument/2006/relationships/oleObject" Target="../embeddings/oleObject18.bin"/><Relationship Id="rId14" Type="http://schemas.openxmlformats.org/officeDocument/2006/relationships/image" Target="../media/image26.wmf"/><Relationship Id="rId22" Type="http://schemas.openxmlformats.org/officeDocument/2006/relationships/image" Target="../media/image30.wmf"/><Relationship Id="rId27" Type="http://schemas.openxmlformats.org/officeDocument/2006/relationships/oleObject" Target="../embeddings/oleObject27.bin"/><Relationship Id="rId30" Type="http://schemas.openxmlformats.org/officeDocument/2006/relationships/image" Target="../media/image34.wmf"/><Relationship Id="rId8" Type="http://schemas.openxmlformats.org/officeDocument/2006/relationships/image" Target="../media/image23.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33.bin"/><Relationship Id="rId13" Type="http://schemas.openxmlformats.org/officeDocument/2006/relationships/image" Target="../media/image26.wmf"/><Relationship Id="rId18" Type="http://schemas.openxmlformats.org/officeDocument/2006/relationships/oleObject" Target="../embeddings/oleObject38.bin"/><Relationship Id="rId26" Type="http://schemas.openxmlformats.org/officeDocument/2006/relationships/oleObject" Target="../embeddings/oleObject42.bin"/><Relationship Id="rId3" Type="http://schemas.openxmlformats.org/officeDocument/2006/relationships/image" Target="../media/image37.emf"/><Relationship Id="rId21" Type="http://schemas.openxmlformats.org/officeDocument/2006/relationships/image" Target="../media/image30.wmf"/><Relationship Id="rId7" Type="http://schemas.openxmlformats.org/officeDocument/2006/relationships/image" Target="../media/image39.emf"/><Relationship Id="rId12" Type="http://schemas.openxmlformats.org/officeDocument/2006/relationships/oleObject" Target="../embeddings/oleObject35.bin"/><Relationship Id="rId17" Type="http://schemas.openxmlformats.org/officeDocument/2006/relationships/image" Target="../media/image28.wmf"/><Relationship Id="rId25" Type="http://schemas.openxmlformats.org/officeDocument/2006/relationships/image" Target="../media/image32.wmf"/><Relationship Id="rId2" Type="http://schemas.openxmlformats.org/officeDocument/2006/relationships/oleObject" Target="../embeddings/oleObject30.bin"/><Relationship Id="rId16" Type="http://schemas.openxmlformats.org/officeDocument/2006/relationships/oleObject" Target="../embeddings/oleObject37.bin"/><Relationship Id="rId20" Type="http://schemas.openxmlformats.org/officeDocument/2006/relationships/oleObject" Target="../embeddings/oleObject39.bin"/><Relationship Id="rId29" Type="http://schemas.openxmlformats.org/officeDocument/2006/relationships/image" Target="../media/image34.wmf"/><Relationship Id="rId1" Type="http://schemas.openxmlformats.org/officeDocument/2006/relationships/slideLayout" Target="../slideLayouts/slideLayout20.xml"/><Relationship Id="rId6" Type="http://schemas.openxmlformats.org/officeDocument/2006/relationships/oleObject" Target="../embeddings/oleObject32.bin"/><Relationship Id="rId11" Type="http://schemas.openxmlformats.org/officeDocument/2006/relationships/image" Target="../media/image25.wmf"/><Relationship Id="rId24" Type="http://schemas.openxmlformats.org/officeDocument/2006/relationships/oleObject" Target="../embeddings/oleObject41.bin"/><Relationship Id="rId32" Type="http://schemas.openxmlformats.org/officeDocument/2006/relationships/image" Target="../media/image36.png"/><Relationship Id="rId5" Type="http://schemas.openxmlformats.org/officeDocument/2006/relationships/image" Target="../media/image38.emf"/><Relationship Id="rId15" Type="http://schemas.openxmlformats.org/officeDocument/2006/relationships/image" Target="../media/image27.wmf"/><Relationship Id="rId23" Type="http://schemas.openxmlformats.org/officeDocument/2006/relationships/image" Target="../media/image31.wmf"/><Relationship Id="rId28" Type="http://schemas.openxmlformats.org/officeDocument/2006/relationships/oleObject" Target="../embeddings/oleObject43.bin"/><Relationship Id="rId10" Type="http://schemas.openxmlformats.org/officeDocument/2006/relationships/oleObject" Target="../embeddings/oleObject34.bin"/><Relationship Id="rId19" Type="http://schemas.openxmlformats.org/officeDocument/2006/relationships/image" Target="../media/image29.wmf"/><Relationship Id="rId31" Type="http://schemas.openxmlformats.org/officeDocument/2006/relationships/image" Target="../media/image35.wmf"/><Relationship Id="rId4" Type="http://schemas.openxmlformats.org/officeDocument/2006/relationships/oleObject" Target="../embeddings/oleObject31.bin"/><Relationship Id="rId9" Type="http://schemas.openxmlformats.org/officeDocument/2006/relationships/image" Target="../media/image24.wmf"/><Relationship Id="rId14" Type="http://schemas.openxmlformats.org/officeDocument/2006/relationships/oleObject" Target="../embeddings/oleObject36.bin"/><Relationship Id="rId22" Type="http://schemas.openxmlformats.org/officeDocument/2006/relationships/oleObject" Target="../embeddings/oleObject40.bin"/><Relationship Id="rId27" Type="http://schemas.openxmlformats.org/officeDocument/2006/relationships/image" Target="../media/image33.wmf"/><Relationship Id="rId30" Type="http://schemas.openxmlformats.org/officeDocument/2006/relationships/oleObject" Target="../embeddings/oleObject44.bin"/></Relationships>
</file>

<file path=ppt/slides/_rels/slide9.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oleObject" Target="../embeddings/oleObject45.bin"/><Relationship Id="rId1" Type="http://schemas.openxmlformats.org/officeDocument/2006/relationships/slideLayout" Target="../slideLayouts/slideLayout20.xml"/><Relationship Id="rId6" Type="http://schemas.openxmlformats.org/officeDocument/2006/relationships/image" Target="../media/image36.png"/><Relationship Id="rId5" Type="http://schemas.openxmlformats.org/officeDocument/2006/relationships/image" Target="../media/image41.emf"/><Relationship Id="rId4" Type="http://schemas.openxmlformats.org/officeDocument/2006/relationships/oleObject" Target="../embeddings/oleObject46.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50.bin"/><Relationship Id="rId13" Type="http://schemas.openxmlformats.org/officeDocument/2006/relationships/image" Target="../media/image26.wmf"/><Relationship Id="rId18" Type="http://schemas.openxmlformats.org/officeDocument/2006/relationships/oleObject" Target="../embeddings/oleObject55.bin"/><Relationship Id="rId26" Type="http://schemas.openxmlformats.org/officeDocument/2006/relationships/oleObject" Target="../embeddings/oleObject59.bin"/><Relationship Id="rId3" Type="http://schemas.openxmlformats.org/officeDocument/2006/relationships/image" Target="../media/image42.emf"/><Relationship Id="rId21" Type="http://schemas.openxmlformats.org/officeDocument/2006/relationships/image" Target="../media/image30.wmf"/><Relationship Id="rId7" Type="http://schemas.openxmlformats.org/officeDocument/2006/relationships/image" Target="../media/image44.emf"/><Relationship Id="rId12" Type="http://schemas.openxmlformats.org/officeDocument/2006/relationships/oleObject" Target="../embeddings/oleObject52.bin"/><Relationship Id="rId17" Type="http://schemas.openxmlformats.org/officeDocument/2006/relationships/image" Target="../media/image28.wmf"/><Relationship Id="rId25" Type="http://schemas.openxmlformats.org/officeDocument/2006/relationships/image" Target="../media/image32.wmf"/><Relationship Id="rId2" Type="http://schemas.openxmlformats.org/officeDocument/2006/relationships/oleObject" Target="../embeddings/oleObject47.bin"/><Relationship Id="rId16" Type="http://schemas.openxmlformats.org/officeDocument/2006/relationships/oleObject" Target="../embeddings/oleObject54.bin"/><Relationship Id="rId20" Type="http://schemas.openxmlformats.org/officeDocument/2006/relationships/oleObject" Target="../embeddings/oleObject56.bin"/><Relationship Id="rId29" Type="http://schemas.openxmlformats.org/officeDocument/2006/relationships/image" Target="../media/image34.wmf"/><Relationship Id="rId1" Type="http://schemas.openxmlformats.org/officeDocument/2006/relationships/slideLayout" Target="../slideLayouts/slideLayout20.xml"/><Relationship Id="rId6" Type="http://schemas.openxmlformats.org/officeDocument/2006/relationships/oleObject" Target="../embeddings/oleObject49.bin"/><Relationship Id="rId11" Type="http://schemas.openxmlformats.org/officeDocument/2006/relationships/image" Target="../media/image25.wmf"/><Relationship Id="rId24" Type="http://schemas.openxmlformats.org/officeDocument/2006/relationships/oleObject" Target="../embeddings/oleObject58.bin"/><Relationship Id="rId32" Type="http://schemas.openxmlformats.org/officeDocument/2006/relationships/image" Target="../media/image36.png"/><Relationship Id="rId5" Type="http://schemas.openxmlformats.org/officeDocument/2006/relationships/image" Target="../media/image43.emf"/><Relationship Id="rId15" Type="http://schemas.openxmlformats.org/officeDocument/2006/relationships/image" Target="../media/image27.wmf"/><Relationship Id="rId23" Type="http://schemas.openxmlformats.org/officeDocument/2006/relationships/image" Target="../media/image31.wmf"/><Relationship Id="rId28" Type="http://schemas.openxmlformats.org/officeDocument/2006/relationships/oleObject" Target="../embeddings/oleObject60.bin"/><Relationship Id="rId10" Type="http://schemas.openxmlformats.org/officeDocument/2006/relationships/oleObject" Target="../embeddings/oleObject51.bin"/><Relationship Id="rId19" Type="http://schemas.openxmlformats.org/officeDocument/2006/relationships/image" Target="../media/image29.wmf"/><Relationship Id="rId31" Type="http://schemas.openxmlformats.org/officeDocument/2006/relationships/image" Target="../media/image35.wmf"/><Relationship Id="rId4" Type="http://schemas.openxmlformats.org/officeDocument/2006/relationships/oleObject" Target="../embeddings/oleObject48.bin"/><Relationship Id="rId9" Type="http://schemas.openxmlformats.org/officeDocument/2006/relationships/image" Target="../media/image24.wmf"/><Relationship Id="rId14" Type="http://schemas.openxmlformats.org/officeDocument/2006/relationships/oleObject" Target="../embeddings/oleObject53.bin"/><Relationship Id="rId22" Type="http://schemas.openxmlformats.org/officeDocument/2006/relationships/oleObject" Target="../embeddings/oleObject57.bin"/><Relationship Id="rId27" Type="http://schemas.openxmlformats.org/officeDocument/2006/relationships/image" Target="../media/image33.wmf"/><Relationship Id="rId30" Type="http://schemas.openxmlformats.org/officeDocument/2006/relationships/oleObject" Target="../embeddings/oleObject61.bin"/></Relationships>
</file>

<file path=ppt/slides/_rels/slide11.xml.rels><?xml version="1.0" encoding="UTF-8" standalone="yes"?>
<Relationships xmlns="http://schemas.openxmlformats.org/package/2006/relationships"><Relationship Id="rId8" Type="http://schemas.openxmlformats.org/officeDocument/2006/relationships/image" Target="../media/image47.emf"/><Relationship Id="rId13" Type="http://schemas.openxmlformats.org/officeDocument/2006/relationships/oleObject" Target="../embeddings/oleObject67.bin"/><Relationship Id="rId3" Type="http://schemas.openxmlformats.org/officeDocument/2006/relationships/oleObject" Target="../embeddings/oleObject62.bin"/><Relationship Id="rId7" Type="http://schemas.openxmlformats.org/officeDocument/2006/relationships/oleObject" Target="../embeddings/oleObject64.bin"/><Relationship Id="rId12" Type="http://schemas.openxmlformats.org/officeDocument/2006/relationships/image" Target="../media/image49.emf"/><Relationship Id="rId17" Type="http://schemas.openxmlformats.org/officeDocument/2006/relationships/image" Target="../media/image52.png"/><Relationship Id="rId2" Type="http://schemas.openxmlformats.org/officeDocument/2006/relationships/notesSlide" Target="../notesSlides/notesSlide6.xml"/><Relationship Id="rId16" Type="http://schemas.openxmlformats.org/officeDocument/2006/relationships/image" Target="../media/image51.emf"/><Relationship Id="rId1" Type="http://schemas.openxmlformats.org/officeDocument/2006/relationships/slideLayout" Target="../slideLayouts/slideLayout20.xml"/><Relationship Id="rId6" Type="http://schemas.openxmlformats.org/officeDocument/2006/relationships/image" Target="../media/image46.emf"/><Relationship Id="rId11" Type="http://schemas.openxmlformats.org/officeDocument/2006/relationships/oleObject" Target="../embeddings/oleObject66.bin"/><Relationship Id="rId5" Type="http://schemas.openxmlformats.org/officeDocument/2006/relationships/oleObject" Target="../embeddings/oleObject63.bin"/><Relationship Id="rId15" Type="http://schemas.openxmlformats.org/officeDocument/2006/relationships/oleObject" Target="../embeddings/oleObject68.bin"/><Relationship Id="rId10" Type="http://schemas.openxmlformats.org/officeDocument/2006/relationships/image" Target="../media/image48.emf"/><Relationship Id="rId4" Type="http://schemas.openxmlformats.org/officeDocument/2006/relationships/image" Target="../media/image45.emf"/><Relationship Id="rId9" Type="http://schemas.openxmlformats.org/officeDocument/2006/relationships/oleObject" Target="../embeddings/oleObject65.bin"/><Relationship Id="rId14" Type="http://schemas.openxmlformats.org/officeDocument/2006/relationships/image" Target="../media/image50.emf"/></Relationships>
</file>

<file path=ppt/slides/_rels/slide12.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oleObject" Target="../embeddings/oleObject74.bin"/><Relationship Id="rId18" Type="http://schemas.openxmlformats.org/officeDocument/2006/relationships/image" Target="../media/image60.wmf"/><Relationship Id="rId26" Type="http://schemas.openxmlformats.org/officeDocument/2006/relationships/image" Target="../media/image64.wmf"/><Relationship Id="rId3" Type="http://schemas.openxmlformats.org/officeDocument/2006/relationships/image" Target="../media/image53.emf"/><Relationship Id="rId21" Type="http://schemas.openxmlformats.org/officeDocument/2006/relationships/oleObject" Target="../embeddings/oleObject78.bin"/><Relationship Id="rId7" Type="http://schemas.openxmlformats.org/officeDocument/2006/relationships/image" Target="../media/image55.emf"/><Relationship Id="rId12" Type="http://schemas.openxmlformats.org/officeDocument/2006/relationships/image" Target="../media/image57.wmf"/><Relationship Id="rId17" Type="http://schemas.openxmlformats.org/officeDocument/2006/relationships/oleObject" Target="../embeddings/oleObject76.bin"/><Relationship Id="rId25" Type="http://schemas.openxmlformats.org/officeDocument/2006/relationships/oleObject" Target="../embeddings/oleObject80.bin"/><Relationship Id="rId2" Type="http://schemas.openxmlformats.org/officeDocument/2006/relationships/oleObject" Target="../embeddings/oleObject69.bin"/><Relationship Id="rId16" Type="http://schemas.openxmlformats.org/officeDocument/2006/relationships/image" Target="../media/image59.wmf"/><Relationship Id="rId20" Type="http://schemas.openxmlformats.org/officeDocument/2006/relationships/image" Target="../media/image61.wmf"/><Relationship Id="rId29" Type="http://schemas.openxmlformats.org/officeDocument/2006/relationships/oleObject" Target="../embeddings/oleObject82.bin"/><Relationship Id="rId1" Type="http://schemas.openxmlformats.org/officeDocument/2006/relationships/slideLayout" Target="../slideLayouts/slideLayout20.xml"/><Relationship Id="rId6" Type="http://schemas.openxmlformats.org/officeDocument/2006/relationships/oleObject" Target="../embeddings/oleObject71.bin"/><Relationship Id="rId11" Type="http://schemas.openxmlformats.org/officeDocument/2006/relationships/oleObject" Target="../embeddings/oleObject73.bin"/><Relationship Id="rId24" Type="http://schemas.openxmlformats.org/officeDocument/2006/relationships/image" Target="../media/image63.wmf"/><Relationship Id="rId32" Type="http://schemas.openxmlformats.org/officeDocument/2006/relationships/image" Target="../media/image67.wmf"/><Relationship Id="rId5" Type="http://schemas.openxmlformats.org/officeDocument/2006/relationships/image" Target="../media/image54.emf"/><Relationship Id="rId15" Type="http://schemas.openxmlformats.org/officeDocument/2006/relationships/oleObject" Target="../embeddings/oleObject75.bin"/><Relationship Id="rId23" Type="http://schemas.openxmlformats.org/officeDocument/2006/relationships/oleObject" Target="../embeddings/oleObject79.bin"/><Relationship Id="rId28" Type="http://schemas.openxmlformats.org/officeDocument/2006/relationships/image" Target="../media/image65.wmf"/><Relationship Id="rId10" Type="http://schemas.openxmlformats.org/officeDocument/2006/relationships/image" Target="../media/image56.wmf"/><Relationship Id="rId19" Type="http://schemas.openxmlformats.org/officeDocument/2006/relationships/oleObject" Target="../embeddings/oleObject77.bin"/><Relationship Id="rId31" Type="http://schemas.openxmlformats.org/officeDocument/2006/relationships/oleObject" Target="../embeddings/oleObject83.bin"/><Relationship Id="rId4" Type="http://schemas.openxmlformats.org/officeDocument/2006/relationships/oleObject" Target="../embeddings/oleObject70.bin"/><Relationship Id="rId9" Type="http://schemas.openxmlformats.org/officeDocument/2006/relationships/oleObject" Target="../embeddings/oleObject72.bin"/><Relationship Id="rId14" Type="http://schemas.openxmlformats.org/officeDocument/2006/relationships/image" Target="../media/image58.wmf"/><Relationship Id="rId22" Type="http://schemas.openxmlformats.org/officeDocument/2006/relationships/image" Target="../media/image62.wmf"/><Relationship Id="rId27" Type="http://schemas.openxmlformats.org/officeDocument/2006/relationships/oleObject" Target="../embeddings/oleObject81.bin"/><Relationship Id="rId30" Type="http://schemas.openxmlformats.org/officeDocument/2006/relationships/image" Target="../media/image66.wmf"/></Relationships>
</file>

<file path=ppt/slides/_rels/slide13.xml.rels><?xml version="1.0" encoding="UTF-8" standalone="yes"?>
<Relationships xmlns="http://schemas.openxmlformats.org/package/2006/relationships"><Relationship Id="rId13" Type="http://schemas.openxmlformats.org/officeDocument/2006/relationships/oleObject" Target="../embeddings/oleObject89.bin"/><Relationship Id="rId18" Type="http://schemas.openxmlformats.org/officeDocument/2006/relationships/image" Target="../media/image59.wmf"/><Relationship Id="rId26" Type="http://schemas.openxmlformats.org/officeDocument/2006/relationships/image" Target="../media/image63.wmf"/><Relationship Id="rId3" Type="http://schemas.openxmlformats.org/officeDocument/2006/relationships/image" Target="../media/image68.emf"/><Relationship Id="rId21" Type="http://schemas.openxmlformats.org/officeDocument/2006/relationships/oleObject" Target="../embeddings/oleObject93.bin"/><Relationship Id="rId34" Type="http://schemas.openxmlformats.org/officeDocument/2006/relationships/image" Target="../media/image78.wmf"/><Relationship Id="rId7" Type="http://schemas.openxmlformats.org/officeDocument/2006/relationships/image" Target="../media/image70.emf"/><Relationship Id="rId12" Type="http://schemas.openxmlformats.org/officeDocument/2006/relationships/image" Target="../media/image72.wmf"/><Relationship Id="rId17" Type="http://schemas.openxmlformats.org/officeDocument/2006/relationships/oleObject" Target="../embeddings/oleObject91.bin"/><Relationship Id="rId25" Type="http://schemas.openxmlformats.org/officeDocument/2006/relationships/oleObject" Target="../embeddings/oleObject95.bin"/><Relationship Id="rId33" Type="http://schemas.openxmlformats.org/officeDocument/2006/relationships/oleObject" Target="../embeddings/oleObject99.bin"/><Relationship Id="rId2" Type="http://schemas.openxmlformats.org/officeDocument/2006/relationships/oleObject" Target="../embeddings/oleObject84.bin"/><Relationship Id="rId16" Type="http://schemas.openxmlformats.org/officeDocument/2006/relationships/image" Target="../media/image58.wmf"/><Relationship Id="rId20" Type="http://schemas.openxmlformats.org/officeDocument/2006/relationships/image" Target="../media/image74.wmf"/><Relationship Id="rId29" Type="http://schemas.openxmlformats.org/officeDocument/2006/relationships/oleObject" Target="../embeddings/oleObject97.bin"/><Relationship Id="rId1" Type="http://schemas.openxmlformats.org/officeDocument/2006/relationships/slideLayout" Target="../slideLayouts/slideLayout20.xml"/><Relationship Id="rId6" Type="http://schemas.openxmlformats.org/officeDocument/2006/relationships/oleObject" Target="../embeddings/oleObject86.bin"/><Relationship Id="rId11" Type="http://schemas.openxmlformats.org/officeDocument/2006/relationships/oleObject" Target="../embeddings/oleObject88.bin"/><Relationship Id="rId24" Type="http://schemas.openxmlformats.org/officeDocument/2006/relationships/image" Target="../media/image62.wmf"/><Relationship Id="rId32" Type="http://schemas.openxmlformats.org/officeDocument/2006/relationships/image" Target="../media/image77.wmf"/><Relationship Id="rId5" Type="http://schemas.openxmlformats.org/officeDocument/2006/relationships/image" Target="../media/image69.emf"/><Relationship Id="rId15" Type="http://schemas.openxmlformats.org/officeDocument/2006/relationships/oleObject" Target="../embeddings/oleObject90.bin"/><Relationship Id="rId23" Type="http://schemas.openxmlformats.org/officeDocument/2006/relationships/oleObject" Target="../embeddings/oleObject94.bin"/><Relationship Id="rId28" Type="http://schemas.openxmlformats.org/officeDocument/2006/relationships/image" Target="../media/image76.wmf"/><Relationship Id="rId10" Type="http://schemas.openxmlformats.org/officeDocument/2006/relationships/image" Target="../media/image36.png"/><Relationship Id="rId19" Type="http://schemas.openxmlformats.org/officeDocument/2006/relationships/oleObject" Target="../embeddings/oleObject92.bin"/><Relationship Id="rId31" Type="http://schemas.openxmlformats.org/officeDocument/2006/relationships/oleObject" Target="../embeddings/oleObject98.bin"/><Relationship Id="rId4" Type="http://schemas.openxmlformats.org/officeDocument/2006/relationships/oleObject" Target="../embeddings/oleObject85.bin"/><Relationship Id="rId9" Type="http://schemas.openxmlformats.org/officeDocument/2006/relationships/image" Target="../media/image71.emf"/><Relationship Id="rId14" Type="http://schemas.openxmlformats.org/officeDocument/2006/relationships/image" Target="../media/image73.wmf"/><Relationship Id="rId22" Type="http://schemas.openxmlformats.org/officeDocument/2006/relationships/image" Target="../media/image75.wmf"/><Relationship Id="rId27" Type="http://schemas.openxmlformats.org/officeDocument/2006/relationships/oleObject" Target="../embeddings/oleObject96.bin"/><Relationship Id="rId30" Type="http://schemas.openxmlformats.org/officeDocument/2006/relationships/image" Target="../media/image65.wmf"/><Relationship Id="rId8" Type="http://schemas.openxmlformats.org/officeDocument/2006/relationships/oleObject" Target="../embeddings/oleObject87.bin"/></Relationships>
</file>

<file path=ppt/slides/_rels/slide14.xml.rels><?xml version="1.0" encoding="UTF-8" standalone="yes"?>
<Relationships xmlns="http://schemas.openxmlformats.org/package/2006/relationships"><Relationship Id="rId8" Type="http://schemas.openxmlformats.org/officeDocument/2006/relationships/image" Target="../media/image81.emf"/><Relationship Id="rId3" Type="http://schemas.openxmlformats.org/officeDocument/2006/relationships/image" Target="../media/image79.emf"/><Relationship Id="rId7" Type="http://schemas.openxmlformats.org/officeDocument/2006/relationships/oleObject" Target="../embeddings/oleObject102.bin"/><Relationship Id="rId2" Type="http://schemas.openxmlformats.org/officeDocument/2006/relationships/oleObject" Target="../embeddings/oleObject100.bin"/><Relationship Id="rId1" Type="http://schemas.openxmlformats.org/officeDocument/2006/relationships/slideLayout" Target="../slideLayouts/slideLayout20.xml"/><Relationship Id="rId6" Type="http://schemas.openxmlformats.org/officeDocument/2006/relationships/image" Target="../media/image36.png"/><Relationship Id="rId5" Type="http://schemas.openxmlformats.org/officeDocument/2006/relationships/image" Target="../media/image80.emf"/><Relationship Id="rId10" Type="http://schemas.openxmlformats.org/officeDocument/2006/relationships/image" Target="../media/image82.emf"/><Relationship Id="rId4" Type="http://schemas.openxmlformats.org/officeDocument/2006/relationships/oleObject" Target="../embeddings/oleObject101.bin"/><Relationship Id="rId9" Type="http://schemas.openxmlformats.org/officeDocument/2006/relationships/oleObject" Target="../embeddings/oleObject103.bin"/></Relationships>
</file>

<file path=ppt/slides/_rels/slide15.xml.rels><?xml version="1.0" encoding="UTF-8" standalone="yes"?>
<Relationships xmlns="http://schemas.openxmlformats.org/package/2006/relationships"><Relationship Id="rId13" Type="http://schemas.openxmlformats.org/officeDocument/2006/relationships/oleObject" Target="../embeddings/oleObject109.bin"/><Relationship Id="rId18" Type="http://schemas.openxmlformats.org/officeDocument/2006/relationships/image" Target="../media/image59.wmf"/><Relationship Id="rId26" Type="http://schemas.openxmlformats.org/officeDocument/2006/relationships/image" Target="../media/image63.wmf"/><Relationship Id="rId3" Type="http://schemas.openxmlformats.org/officeDocument/2006/relationships/image" Target="../media/image83.emf"/><Relationship Id="rId21" Type="http://schemas.openxmlformats.org/officeDocument/2006/relationships/oleObject" Target="../embeddings/oleObject113.bin"/><Relationship Id="rId34" Type="http://schemas.openxmlformats.org/officeDocument/2006/relationships/image" Target="../media/image78.wmf"/><Relationship Id="rId7" Type="http://schemas.openxmlformats.org/officeDocument/2006/relationships/image" Target="../media/image85.emf"/><Relationship Id="rId12" Type="http://schemas.openxmlformats.org/officeDocument/2006/relationships/image" Target="../media/image72.wmf"/><Relationship Id="rId17" Type="http://schemas.openxmlformats.org/officeDocument/2006/relationships/oleObject" Target="../embeddings/oleObject111.bin"/><Relationship Id="rId25" Type="http://schemas.openxmlformats.org/officeDocument/2006/relationships/oleObject" Target="../embeddings/oleObject115.bin"/><Relationship Id="rId33" Type="http://schemas.openxmlformats.org/officeDocument/2006/relationships/oleObject" Target="../embeddings/oleObject119.bin"/><Relationship Id="rId2" Type="http://schemas.openxmlformats.org/officeDocument/2006/relationships/oleObject" Target="../embeddings/oleObject104.bin"/><Relationship Id="rId16" Type="http://schemas.openxmlformats.org/officeDocument/2006/relationships/image" Target="../media/image58.wmf"/><Relationship Id="rId20" Type="http://schemas.openxmlformats.org/officeDocument/2006/relationships/image" Target="../media/image74.wmf"/><Relationship Id="rId29" Type="http://schemas.openxmlformats.org/officeDocument/2006/relationships/oleObject" Target="../embeddings/oleObject117.bin"/><Relationship Id="rId1" Type="http://schemas.openxmlformats.org/officeDocument/2006/relationships/slideLayout" Target="../slideLayouts/slideLayout20.xml"/><Relationship Id="rId6" Type="http://schemas.openxmlformats.org/officeDocument/2006/relationships/oleObject" Target="../embeddings/oleObject106.bin"/><Relationship Id="rId11" Type="http://schemas.openxmlformats.org/officeDocument/2006/relationships/oleObject" Target="../embeddings/oleObject108.bin"/><Relationship Id="rId24" Type="http://schemas.openxmlformats.org/officeDocument/2006/relationships/image" Target="../media/image62.wmf"/><Relationship Id="rId32" Type="http://schemas.openxmlformats.org/officeDocument/2006/relationships/image" Target="../media/image77.wmf"/><Relationship Id="rId5" Type="http://schemas.openxmlformats.org/officeDocument/2006/relationships/image" Target="../media/image84.emf"/><Relationship Id="rId15" Type="http://schemas.openxmlformats.org/officeDocument/2006/relationships/oleObject" Target="../embeddings/oleObject110.bin"/><Relationship Id="rId23" Type="http://schemas.openxmlformats.org/officeDocument/2006/relationships/oleObject" Target="../embeddings/oleObject114.bin"/><Relationship Id="rId28" Type="http://schemas.openxmlformats.org/officeDocument/2006/relationships/image" Target="../media/image76.wmf"/><Relationship Id="rId10" Type="http://schemas.openxmlformats.org/officeDocument/2006/relationships/image" Target="../media/image36.png"/><Relationship Id="rId19" Type="http://schemas.openxmlformats.org/officeDocument/2006/relationships/oleObject" Target="../embeddings/oleObject112.bin"/><Relationship Id="rId31" Type="http://schemas.openxmlformats.org/officeDocument/2006/relationships/oleObject" Target="../embeddings/oleObject118.bin"/><Relationship Id="rId4" Type="http://schemas.openxmlformats.org/officeDocument/2006/relationships/oleObject" Target="../embeddings/oleObject105.bin"/><Relationship Id="rId9" Type="http://schemas.openxmlformats.org/officeDocument/2006/relationships/image" Target="../media/image86.emf"/><Relationship Id="rId14" Type="http://schemas.openxmlformats.org/officeDocument/2006/relationships/image" Target="../media/image73.wmf"/><Relationship Id="rId22" Type="http://schemas.openxmlformats.org/officeDocument/2006/relationships/image" Target="../media/image75.wmf"/><Relationship Id="rId27" Type="http://schemas.openxmlformats.org/officeDocument/2006/relationships/oleObject" Target="../embeddings/oleObject116.bin"/><Relationship Id="rId30" Type="http://schemas.openxmlformats.org/officeDocument/2006/relationships/image" Target="../media/image65.wmf"/><Relationship Id="rId8" Type="http://schemas.openxmlformats.org/officeDocument/2006/relationships/oleObject" Target="../embeddings/oleObject107.bin"/></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23.bin"/><Relationship Id="rId13" Type="http://schemas.openxmlformats.org/officeDocument/2006/relationships/image" Target="../media/image92.emf"/><Relationship Id="rId3" Type="http://schemas.openxmlformats.org/officeDocument/2006/relationships/image" Target="../media/image87.emf"/><Relationship Id="rId7" Type="http://schemas.openxmlformats.org/officeDocument/2006/relationships/image" Target="../media/image89.emf"/><Relationship Id="rId12" Type="http://schemas.openxmlformats.org/officeDocument/2006/relationships/oleObject" Target="../embeddings/oleObject125.bin"/><Relationship Id="rId2" Type="http://schemas.openxmlformats.org/officeDocument/2006/relationships/oleObject" Target="../embeddings/oleObject120.bin"/><Relationship Id="rId1" Type="http://schemas.openxmlformats.org/officeDocument/2006/relationships/slideLayout" Target="../slideLayouts/slideLayout20.xml"/><Relationship Id="rId6" Type="http://schemas.openxmlformats.org/officeDocument/2006/relationships/oleObject" Target="../embeddings/oleObject122.bin"/><Relationship Id="rId11" Type="http://schemas.openxmlformats.org/officeDocument/2006/relationships/image" Target="../media/image91.emf"/><Relationship Id="rId5" Type="http://schemas.openxmlformats.org/officeDocument/2006/relationships/image" Target="../media/image88.emf"/><Relationship Id="rId15" Type="http://schemas.openxmlformats.org/officeDocument/2006/relationships/image" Target="../media/image93.emf"/><Relationship Id="rId10" Type="http://schemas.openxmlformats.org/officeDocument/2006/relationships/oleObject" Target="../embeddings/oleObject124.bin"/><Relationship Id="rId4" Type="http://schemas.openxmlformats.org/officeDocument/2006/relationships/oleObject" Target="../embeddings/oleObject121.bin"/><Relationship Id="rId9" Type="http://schemas.openxmlformats.org/officeDocument/2006/relationships/image" Target="../media/image90.emf"/><Relationship Id="rId14" Type="http://schemas.openxmlformats.org/officeDocument/2006/relationships/oleObject" Target="../embeddings/oleObject126.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30.bin"/><Relationship Id="rId3" Type="http://schemas.openxmlformats.org/officeDocument/2006/relationships/image" Target="../media/image94.emf"/><Relationship Id="rId7" Type="http://schemas.openxmlformats.org/officeDocument/2006/relationships/image" Target="../media/image96.emf"/><Relationship Id="rId12" Type="http://schemas.openxmlformats.org/officeDocument/2006/relationships/image" Target="../media/image20.png"/><Relationship Id="rId2" Type="http://schemas.openxmlformats.org/officeDocument/2006/relationships/oleObject" Target="../embeddings/oleObject127.bin"/><Relationship Id="rId1" Type="http://schemas.openxmlformats.org/officeDocument/2006/relationships/slideLayout" Target="../slideLayouts/slideLayout20.xml"/><Relationship Id="rId6" Type="http://schemas.openxmlformats.org/officeDocument/2006/relationships/oleObject" Target="../embeddings/oleObject129.bin"/><Relationship Id="rId11" Type="http://schemas.openxmlformats.org/officeDocument/2006/relationships/image" Target="../media/image18.png"/><Relationship Id="rId5" Type="http://schemas.openxmlformats.org/officeDocument/2006/relationships/image" Target="../media/image95.emf"/><Relationship Id="rId10" Type="http://schemas.openxmlformats.org/officeDocument/2006/relationships/image" Target="../media/image2.png"/><Relationship Id="rId4" Type="http://schemas.openxmlformats.org/officeDocument/2006/relationships/oleObject" Target="../embeddings/oleObject128.bin"/><Relationship Id="rId9" Type="http://schemas.openxmlformats.org/officeDocument/2006/relationships/image" Target="../media/image97.e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134.bin"/><Relationship Id="rId13" Type="http://schemas.openxmlformats.org/officeDocument/2006/relationships/oleObject" Target="../embeddings/oleObject136.bin"/><Relationship Id="rId3" Type="http://schemas.openxmlformats.org/officeDocument/2006/relationships/image" Target="../media/image98.emf"/><Relationship Id="rId7" Type="http://schemas.openxmlformats.org/officeDocument/2006/relationships/image" Target="../media/image100.emf"/><Relationship Id="rId12" Type="http://schemas.openxmlformats.org/officeDocument/2006/relationships/image" Target="../media/image103.emf"/><Relationship Id="rId2" Type="http://schemas.openxmlformats.org/officeDocument/2006/relationships/oleObject" Target="../embeddings/oleObject131.bin"/><Relationship Id="rId1" Type="http://schemas.openxmlformats.org/officeDocument/2006/relationships/slideLayout" Target="../slideLayouts/slideLayout20.xml"/><Relationship Id="rId6" Type="http://schemas.openxmlformats.org/officeDocument/2006/relationships/oleObject" Target="../embeddings/oleObject133.bin"/><Relationship Id="rId11" Type="http://schemas.openxmlformats.org/officeDocument/2006/relationships/oleObject" Target="../embeddings/oleObject135.bin"/><Relationship Id="rId5" Type="http://schemas.openxmlformats.org/officeDocument/2006/relationships/image" Target="../media/image99.emf"/><Relationship Id="rId15" Type="http://schemas.openxmlformats.org/officeDocument/2006/relationships/image" Target="../media/image2.png"/><Relationship Id="rId10" Type="http://schemas.openxmlformats.org/officeDocument/2006/relationships/image" Target="../media/image102.png"/><Relationship Id="rId4" Type="http://schemas.openxmlformats.org/officeDocument/2006/relationships/oleObject" Target="../embeddings/oleObject132.bin"/><Relationship Id="rId9" Type="http://schemas.openxmlformats.org/officeDocument/2006/relationships/image" Target="../media/image101.emf"/><Relationship Id="rId14" Type="http://schemas.openxmlformats.org/officeDocument/2006/relationships/image" Target="../media/image104.e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image" Target="../media/image105.emf"/><Relationship Id="rId7" Type="http://schemas.openxmlformats.org/officeDocument/2006/relationships/image" Target="../media/image2.png"/><Relationship Id="rId2" Type="http://schemas.openxmlformats.org/officeDocument/2006/relationships/oleObject" Target="../embeddings/oleObject137.bin"/><Relationship Id="rId1" Type="http://schemas.openxmlformats.org/officeDocument/2006/relationships/slideLayout" Target="../slideLayouts/slideLayout20.xml"/><Relationship Id="rId6" Type="http://schemas.openxmlformats.org/officeDocument/2006/relationships/image" Target="../media/image36.png"/><Relationship Id="rId11" Type="http://schemas.openxmlformats.org/officeDocument/2006/relationships/image" Target="../media/image108.emf"/><Relationship Id="rId5" Type="http://schemas.openxmlformats.org/officeDocument/2006/relationships/image" Target="../media/image106.emf"/><Relationship Id="rId10" Type="http://schemas.openxmlformats.org/officeDocument/2006/relationships/oleObject" Target="../embeddings/oleObject140.bin"/><Relationship Id="rId4" Type="http://schemas.openxmlformats.org/officeDocument/2006/relationships/oleObject" Target="../embeddings/oleObject138.bin"/><Relationship Id="rId9" Type="http://schemas.openxmlformats.org/officeDocument/2006/relationships/image" Target="../media/image107.emf"/></Relationships>
</file>

<file path=ppt/slides/_rels/slide20.xml.rels><?xml version="1.0" encoding="UTF-8" standalone="yes"?>
<Relationships xmlns="http://schemas.openxmlformats.org/package/2006/relationships"><Relationship Id="rId3" Type="http://schemas.openxmlformats.org/officeDocument/2006/relationships/image" Target="../media/image109.emf"/><Relationship Id="rId2" Type="http://schemas.openxmlformats.org/officeDocument/2006/relationships/oleObject" Target="../embeddings/oleObject141.bin"/><Relationship Id="rId1" Type="http://schemas.openxmlformats.org/officeDocument/2006/relationships/slideLayout" Target="../slideLayouts/slideLayout26.xml"/><Relationship Id="rId5" Type="http://schemas.openxmlformats.org/officeDocument/2006/relationships/image" Target="../media/image110.wmf"/><Relationship Id="rId4" Type="http://schemas.openxmlformats.org/officeDocument/2006/relationships/oleObject" Target="../embeddings/oleObject142.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46.bin"/><Relationship Id="rId13" Type="http://schemas.openxmlformats.org/officeDocument/2006/relationships/image" Target="../media/image116.wmf"/><Relationship Id="rId3" Type="http://schemas.openxmlformats.org/officeDocument/2006/relationships/image" Target="../media/image111.wmf"/><Relationship Id="rId7" Type="http://schemas.openxmlformats.org/officeDocument/2006/relationships/image" Target="../media/image113.emf"/><Relationship Id="rId12" Type="http://schemas.openxmlformats.org/officeDocument/2006/relationships/oleObject" Target="../embeddings/oleObject148.bin"/><Relationship Id="rId2" Type="http://schemas.openxmlformats.org/officeDocument/2006/relationships/oleObject" Target="../embeddings/oleObject143.bin"/><Relationship Id="rId1" Type="http://schemas.openxmlformats.org/officeDocument/2006/relationships/slideLayout" Target="../slideLayouts/slideLayout26.xml"/><Relationship Id="rId6" Type="http://schemas.openxmlformats.org/officeDocument/2006/relationships/oleObject" Target="../embeddings/oleObject145.bin"/><Relationship Id="rId11" Type="http://schemas.openxmlformats.org/officeDocument/2006/relationships/image" Target="../media/image115.wmf"/><Relationship Id="rId5" Type="http://schemas.openxmlformats.org/officeDocument/2006/relationships/image" Target="../media/image112.emf"/><Relationship Id="rId10" Type="http://schemas.openxmlformats.org/officeDocument/2006/relationships/oleObject" Target="../embeddings/oleObject147.bin"/><Relationship Id="rId4" Type="http://schemas.openxmlformats.org/officeDocument/2006/relationships/oleObject" Target="../embeddings/oleObject144.bin"/><Relationship Id="rId9" Type="http://schemas.openxmlformats.org/officeDocument/2006/relationships/image" Target="../media/image114.emf"/></Relationships>
</file>

<file path=ppt/slides/_rels/slide22.xml.rels><?xml version="1.0" encoding="UTF-8" standalone="yes"?>
<Relationships xmlns="http://schemas.openxmlformats.org/package/2006/relationships"><Relationship Id="rId8" Type="http://schemas.openxmlformats.org/officeDocument/2006/relationships/image" Target="../media/image118.wmf"/><Relationship Id="rId3" Type="http://schemas.openxmlformats.org/officeDocument/2006/relationships/oleObject" Target="../embeddings/oleObject149.bin"/><Relationship Id="rId7" Type="http://schemas.openxmlformats.org/officeDocument/2006/relationships/oleObject" Target="../embeddings/oleObject150.bin"/><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36.png"/><Relationship Id="rId5" Type="http://schemas.openxmlformats.org/officeDocument/2006/relationships/image" Target="../media/image2.png"/><Relationship Id="rId10" Type="http://schemas.openxmlformats.org/officeDocument/2006/relationships/image" Target="../media/image119.wmf"/><Relationship Id="rId4" Type="http://schemas.openxmlformats.org/officeDocument/2006/relationships/image" Target="../media/image117.emf"/><Relationship Id="rId9" Type="http://schemas.openxmlformats.org/officeDocument/2006/relationships/oleObject" Target="../embeddings/oleObject151.bin"/></Relationships>
</file>

<file path=ppt/slides/_rels/slide23.xml.rels><?xml version="1.0" encoding="UTF-8" standalone="yes"?>
<Relationships xmlns="http://schemas.openxmlformats.org/package/2006/relationships"><Relationship Id="rId8" Type="http://schemas.openxmlformats.org/officeDocument/2006/relationships/image" Target="../media/image122.emf"/><Relationship Id="rId13" Type="http://schemas.openxmlformats.org/officeDocument/2006/relationships/image" Target="../media/image124.wmf"/><Relationship Id="rId3" Type="http://schemas.openxmlformats.org/officeDocument/2006/relationships/oleObject" Target="../embeddings/oleObject152.bin"/><Relationship Id="rId7" Type="http://schemas.openxmlformats.org/officeDocument/2006/relationships/oleObject" Target="../embeddings/oleObject154.bin"/><Relationship Id="rId12" Type="http://schemas.openxmlformats.org/officeDocument/2006/relationships/oleObject" Target="../embeddings/oleObject156.bin"/><Relationship Id="rId17" Type="http://schemas.openxmlformats.org/officeDocument/2006/relationships/image" Target="../media/image126.wmf"/><Relationship Id="rId2" Type="http://schemas.openxmlformats.org/officeDocument/2006/relationships/notesSlide" Target="../notesSlides/notesSlide8.xml"/><Relationship Id="rId16" Type="http://schemas.openxmlformats.org/officeDocument/2006/relationships/oleObject" Target="../embeddings/oleObject158.bin"/><Relationship Id="rId1" Type="http://schemas.openxmlformats.org/officeDocument/2006/relationships/slideLayout" Target="../slideLayouts/slideLayout18.xml"/><Relationship Id="rId6" Type="http://schemas.openxmlformats.org/officeDocument/2006/relationships/image" Target="../media/image121.emf"/><Relationship Id="rId11" Type="http://schemas.openxmlformats.org/officeDocument/2006/relationships/image" Target="../media/image123.emf"/><Relationship Id="rId5" Type="http://schemas.openxmlformats.org/officeDocument/2006/relationships/oleObject" Target="../embeddings/oleObject153.bin"/><Relationship Id="rId15" Type="http://schemas.openxmlformats.org/officeDocument/2006/relationships/image" Target="../media/image125.wmf"/><Relationship Id="rId10" Type="http://schemas.openxmlformats.org/officeDocument/2006/relationships/oleObject" Target="../embeddings/oleObject155.bin"/><Relationship Id="rId4" Type="http://schemas.openxmlformats.org/officeDocument/2006/relationships/image" Target="../media/image120.emf"/><Relationship Id="rId9" Type="http://schemas.openxmlformats.org/officeDocument/2006/relationships/image" Target="../media/image2.png"/><Relationship Id="rId14" Type="http://schemas.openxmlformats.org/officeDocument/2006/relationships/oleObject" Target="../embeddings/oleObject157.bin"/></Relationships>
</file>

<file path=ppt/slides/_rels/slide24.xml.rels><?xml version="1.0" encoding="UTF-8" standalone="yes"?>
<Relationships xmlns="http://schemas.openxmlformats.org/package/2006/relationships"><Relationship Id="rId3" Type="http://schemas.openxmlformats.org/officeDocument/2006/relationships/image" Target="../media/image127.gif"/><Relationship Id="rId7" Type="http://schemas.openxmlformats.org/officeDocument/2006/relationships/image" Target="../media/image130.wmf"/><Relationship Id="rId2" Type="http://schemas.openxmlformats.org/officeDocument/2006/relationships/notesSlide" Target="../notesSlides/notesSlide9.xml"/><Relationship Id="rId1" Type="http://schemas.openxmlformats.org/officeDocument/2006/relationships/slideLayout" Target="../slideLayouts/slideLayout26.xml"/><Relationship Id="rId6" Type="http://schemas.openxmlformats.org/officeDocument/2006/relationships/oleObject" Target="../embeddings/oleObject159.bin"/><Relationship Id="rId5" Type="http://schemas.openxmlformats.org/officeDocument/2006/relationships/image" Target="../media/image129.png"/><Relationship Id="rId4" Type="http://schemas.openxmlformats.org/officeDocument/2006/relationships/image" Target="../media/image128.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6.xml"/><Relationship Id="rId4" Type="http://schemas.openxmlformats.org/officeDocument/2006/relationships/image" Target="../media/image131.png"/></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60.bin"/><Relationship Id="rId2" Type="http://schemas.openxmlformats.org/officeDocument/2006/relationships/notesSlide" Target="../notesSlides/notesSlide11.xml"/><Relationship Id="rId1" Type="http://schemas.openxmlformats.org/officeDocument/2006/relationships/slideLayout" Target="../slideLayouts/slideLayout20.xml"/><Relationship Id="rId4" Type="http://schemas.openxmlformats.org/officeDocument/2006/relationships/image" Target="../media/image132.emf"/></Relationships>
</file>

<file path=ppt/slides/_rels/slide27.xml.rels><?xml version="1.0" encoding="UTF-8" standalone="yes"?>
<Relationships xmlns="http://schemas.openxmlformats.org/package/2006/relationships"><Relationship Id="rId8" Type="http://schemas.openxmlformats.org/officeDocument/2006/relationships/image" Target="../media/image135.emf"/><Relationship Id="rId13" Type="http://schemas.openxmlformats.org/officeDocument/2006/relationships/oleObject" Target="../embeddings/oleObject166.bin"/><Relationship Id="rId3" Type="http://schemas.openxmlformats.org/officeDocument/2006/relationships/oleObject" Target="../embeddings/oleObject161.bin"/><Relationship Id="rId7" Type="http://schemas.openxmlformats.org/officeDocument/2006/relationships/oleObject" Target="../embeddings/oleObject163.bin"/><Relationship Id="rId12" Type="http://schemas.openxmlformats.org/officeDocument/2006/relationships/image" Target="../media/image137.emf"/><Relationship Id="rId17" Type="http://schemas.openxmlformats.org/officeDocument/2006/relationships/image" Target="../media/image140.png"/><Relationship Id="rId2" Type="http://schemas.openxmlformats.org/officeDocument/2006/relationships/notesSlide" Target="../notesSlides/notesSlide12.xml"/><Relationship Id="rId16" Type="http://schemas.openxmlformats.org/officeDocument/2006/relationships/image" Target="../media/image139.emf"/><Relationship Id="rId1" Type="http://schemas.openxmlformats.org/officeDocument/2006/relationships/slideLayout" Target="../slideLayouts/slideLayout20.xml"/><Relationship Id="rId6" Type="http://schemas.openxmlformats.org/officeDocument/2006/relationships/image" Target="../media/image134.emf"/><Relationship Id="rId11" Type="http://schemas.openxmlformats.org/officeDocument/2006/relationships/oleObject" Target="../embeddings/oleObject165.bin"/><Relationship Id="rId5" Type="http://schemas.openxmlformats.org/officeDocument/2006/relationships/oleObject" Target="../embeddings/oleObject162.bin"/><Relationship Id="rId15" Type="http://schemas.openxmlformats.org/officeDocument/2006/relationships/oleObject" Target="../embeddings/oleObject167.bin"/><Relationship Id="rId10" Type="http://schemas.openxmlformats.org/officeDocument/2006/relationships/image" Target="../media/image136.emf"/><Relationship Id="rId4" Type="http://schemas.openxmlformats.org/officeDocument/2006/relationships/image" Target="../media/image133.emf"/><Relationship Id="rId9" Type="http://schemas.openxmlformats.org/officeDocument/2006/relationships/oleObject" Target="../embeddings/oleObject164.bin"/><Relationship Id="rId14" Type="http://schemas.openxmlformats.org/officeDocument/2006/relationships/image" Target="../media/image138.emf"/></Relationships>
</file>

<file path=ppt/slides/_rels/slide28.xml.rels><?xml version="1.0" encoding="UTF-8" standalone="yes"?>
<Relationships xmlns="http://schemas.openxmlformats.org/package/2006/relationships"><Relationship Id="rId8" Type="http://schemas.openxmlformats.org/officeDocument/2006/relationships/image" Target="../media/image143.emf"/><Relationship Id="rId3" Type="http://schemas.openxmlformats.org/officeDocument/2006/relationships/oleObject" Target="../embeddings/oleObject168.bin"/><Relationship Id="rId7" Type="http://schemas.openxmlformats.org/officeDocument/2006/relationships/oleObject" Target="../embeddings/oleObject170.bin"/><Relationship Id="rId2" Type="http://schemas.openxmlformats.org/officeDocument/2006/relationships/image" Target="../media/image102.png"/><Relationship Id="rId1" Type="http://schemas.openxmlformats.org/officeDocument/2006/relationships/slideLayout" Target="../slideLayouts/slideLayout20.xml"/><Relationship Id="rId6" Type="http://schemas.openxmlformats.org/officeDocument/2006/relationships/image" Target="../media/image142.emf"/><Relationship Id="rId11" Type="http://schemas.openxmlformats.org/officeDocument/2006/relationships/image" Target="../media/image2.png"/><Relationship Id="rId5" Type="http://schemas.openxmlformats.org/officeDocument/2006/relationships/oleObject" Target="../embeddings/oleObject169.bin"/><Relationship Id="rId10" Type="http://schemas.openxmlformats.org/officeDocument/2006/relationships/image" Target="../media/image144.emf"/><Relationship Id="rId4" Type="http://schemas.openxmlformats.org/officeDocument/2006/relationships/image" Target="../media/image141.emf"/><Relationship Id="rId9" Type="http://schemas.openxmlformats.org/officeDocument/2006/relationships/oleObject" Target="../embeddings/oleObject171.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72.bin"/><Relationship Id="rId7" Type="http://schemas.openxmlformats.org/officeDocument/2006/relationships/image" Target="../media/image146.wmf"/><Relationship Id="rId2" Type="http://schemas.openxmlformats.org/officeDocument/2006/relationships/image" Target="../media/image36.png"/><Relationship Id="rId1" Type="http://schemas.openxmlformats.org/officeDocument/2006/relationships/slideLayout" Target="../slideLayouts/slideLayout26.xml"/><Relationship Id="rId6" Type="http://schemas.openxmlformats.org/officeDocument/2006/relationships/oleObject" Target="../embeddings/oleObject173.bin"/><Relationship Id="rId5" Type="http://schemas.openxmlformats.org/officeDocument/2006/relationships/image" Target="../media/image2.png"/><Relationship Id="rId4" Type="http://schemas.openxmlformats.org/officeDocument/2006/relationships/image" Target="../media/image145.emf"/></Relationships>
</file>

<file path=ppt/slides/_rels/slide30.xml.rels><?xml version="1.0" encoding="UTF-8" standalone="yes"?>
<Relationships xmlns="http://schemas.openxmlformats.org/package/2006/relationships"><Relationship Id="rId8" Type="http://schemas.openxmlformats.org/officeDocument/2006/relationships/image" Target="../media/image149.emf"/><Relationship Id="rId13" Type="http://schemas.openxmlformats.org/officeDocument/2006/relationships/oleObject" Target="../embeddings/oleObject179.bin"/><Relationship Id="rId18" Type="http://schemas.openxmlformats.org/officeDocument/2006/relationships/image" Target="../media/image154.emf"/><Relationship Id="rId3" Type="http://schemas.openxmlformats.org/officeDocument/2006/relationships/oleObject" Target="../embeddings/oleObject174.bin"/><Relationship Id="rId7" Type="http://schemas.openxmlformats.org/officeDocument/2006/relationships/oleObject" Target="../embeddings/oleObject176.bin"/><Relationship Id="rId12" Type="http://schemas.openxmlformats.org/officeDocument/2006/relationships/image" Target="../media/image151.emf"/><Relationship Id="rId17" Type="http://schemas.openxmlformats.org/officeDocument/2006/relationships/oleObject" Target="../embeddings/oleObject181.bin"/><Relationship Id="rId2" Type="http://schemas.openxmlformats.org/officeDocument/2006/relationships/notesSlide" Target="../notesSlides/notesSlide13.xml"/><Relationship Id="rId16" Type="http://schemas.openxmlformats.org/officeDocument/2006/relationships/image" Target="../media/image153.emf"/><Relationship Id="rId1" Type="http://schemas.openxmlformats.org/officeDocument/2006/relationships/slideLayout" Target="../slideLayouts/slideLayout20.xml"/><Relationship Id="rId6" Type="http://schemas.openxmlformats.org/officeDocument/2006/relationships/image" Target="../media/image148.emf"/><Relationship Id="rId11" Type="http://schemas.openxmlformats.org/officeDocument/2006/relationships/oleObject" Target="../embeddings/oleObject178.bin"/><Relationship Id="rId5" Type="http://schemas.openxmlformats.org/officeDocument/2006/relationships/oleObject" Target="../embeddings/oleObject175.bin"/><Relationship Id="rId15" Type="http://schemas.openxmlformats.org/officeDocument/2006/relationships/oleObject" Target="../embeddings/oleObject180.bin"/><Relationship Id="rId10" Type="http://schemas.openxmlformats.org/officeDocument/2006/relationships/image" Target="../media/image150.emf"/><Relationship Id="rId4" Type="http://schemas.openxmlformats.org/officeDocument/2006/relationships/image" Target="../media/image147.emf"/><Relationship Id="rId9" Type="http://schemas.openxmlformats.org/officeDocument/2006/relationships/oleObject" Target="../embeddings/oleObject177.bin"/><Relationship Id="rId14" Type="http://schemas.openxmlformats.org/officeDocument/2006/relationships/image" Target="../media/image152.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DF38A0AB-A2C6-B098-617B-93EF9A95E319}"/>
              </a:ext>
            </a:extLst>
          </p:cNvPr>
          <p:cNvSpPr>
            <a:spLocks noGrp="1" noChangeArrowheads="1"/>
          </p:cNvSpPr>
          <p:nvPr>
            <p:ph type="title" idx="4294967295"/>
          </p:nvPr>
        </p:nvSpPr>
        <p:spPr bwMode="blackGray">
          <a:xfrm>
            <a:off x="539750" y="908050"/>
            <a:ext cx="8229600" cy="490538"/>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ctr"/>
            <a:r>
              <a:rPr lang="en-US" altLang="zh-CN" sz="2800"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 6.3   </a:t>
            </a:r>
            <a:r>
              <a:rPr lang="zh-CN" altLang="en-US" sz="2800" b="1">
                <a:solidFill>
                  <a:schemeClr val="bg1"/>
                </a:solidFill>
                <a:latin typeface="Times New Roman" panose="02020603050405020304" pitchFamily="18" charset="0"/>
                <a:ea typeface="幼圆" panose="02010509060101010101" pitchFamily="49" charset="-122"/>
                <a:cs typeface="Times New Roman" panose="02020603050405020304" pitchFamily="18" charset="0"/>
              </a:rPr>
              <a:t>均匀平面波对理想介质分界平面的斜入射</a:t>
            </a:r>
          </a:p>
        </p:txBody>
      </p:sp>
      <p:sp>
        <p:nvSpPr>
          <p:cNvPr id="73731" name="Text Box 3">
            <a:extLst>
              <a:ext uri="{FF2B5EF4-FFF2-40B4-BE49-F238E27FC236}">
                <a16:creationId xmlns:a16="http://schemas.microsoft.com/office/drawing/2014/main" id="{0EFA837F-82BD-2756-1CB5-37E2E4E35409}"/>
              </a:ext>
            </a:extLst>
          </p:cNvPr>
          <p:cNvSpPr txBox="1">
            <a:spLocks noChangeArrowheads="1"/>
          </p:cNvSpPr>
          <p:nvPr/>
        </p:nvSpPr>
        <p:spPr bwMode="auto">
          <a:xfrm>
            <a:off x="1835150" y="2132013"/>
            <a:ext cx="5689600" cy="3817937"/>
          </a:xfrm>
          <a:prstGeom prst="rect">
            <a:avLst/>
          </a:prstGeom>
          <a:solidFill>
            <a:srgbClr val="CCFFFF"/>
          </a:solidFill>
          <a:ln w="25400">
            <a:solidFill>
              <a:srgbClr val="99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a:spcBef>
                <a:spcPct val="20000"/>
              </a:spcBef>
            </a:pPr>
            <a:endParaRPr lang="zh-CN" altLang="en-US" sz="3200" b="1">
              <a:solidFill>
                <a:srgbClr val="FF0000"/>
              </a:solidFill>
              <a:ea typeface="隶书" panose="02010509060101010101" pitchFamily="49" charset="-122"/>
            </a:endParaRPr>
          </a:p>
          <a:p>
            <a:pPr>
              <a:lnSpc>
                <a:spcPct val="200000"/>
              </a:lnSpc>
              <a:spcBef>
                <a:spcPct val="20000"/>
              </a:spcBef>
              <a:buFont typeface="Wingdings" panose="05000000000000000000" pitchFamily="2" charset="2"/>
              <a:buNone/>
            </a:pPr>
            <a:r>
              <a:rPr lang="zh-CN" altLang="en-US" b="1">
                <a:solidFill>
                  <a:srgbClr val="000000"/>
                </a:solidFill>
                <a:latin typeface="Times New Roman" panose="02020603050405020304" pitchFamily="18" charset="0"/>
                <a:ea typeface="楷体_GB2312" pitchFamily="49" charset="-122"/>
              </a:rPr>
              <a:t> </a:t>
            </a:r>
            <a:r>
              <a:rPr lang="en-US" altLang="zh-CN" b="1">
                <a:solidFill>
                  <a:srgbClr val="000000"/>
                </a:solidFill>
                <a:latin typeface="Times New Roman" panose="02020603050405020304" pitchFamily="18" charset="0"/>
                <a:ea typeface="楷体_GB2312" pitchFamily="49" charset="-122"/>
              </a:rPr>
              <a:t>6.3.1   </a:t>
            </a:r>
            <a:r>
              <a:rPr lang="zh-CN" altLang="en-US" b="1">
                <a:solidFill>
                  <a:srgbClr val="FFFFFF"/>
                </a:solidFill>
                <a:latin typeface="Times New Roman" panose="02020603050405020304" pitchFamily="18" charset="0"/>
                <a:ea typeface="楷体_GB2312" pitchFamily="49" charset="-122"/>
                <a:hlinkClick r:id="rId3" action="ppaction://hlinksldjump"/>
              </a:rPr>
              <a:t>反射定律与折射定律</a:t>
            </a:r>
            <a:endParaRPr lang="zh-CN" altLang="en-US" b="1">
              <a:solidFill>
                <a:srgbClr val="FFFFFF"/>
              </a:solidFill>
              <a:latin typeface="Times New Roman" panose="02020603050405020304" pitchFamily="18" charset="0"/>
              <a:ea typeface="楷体_GB2312" pitchFamily="49" charset="-122"/>
            </a:endParaRPr>
          </a:p>
          <a:p>
            <a:pPr>
              <a:lnSpc>
                <a:spcPct val="200000"/>
              </a:lnSpc>
              <a:spcBef>
                <a:spcPct val="20000"/>
              </a:spcBef>
              <a:buFont typeface="Wingdings" panose="05000000000000000000" pitchFamily="2" charset="2"/>
              <a:buNone/>
            </a:pPr>
            <a:r>
              <a:rPr lang="zh-CN" altLang="en-US" b="1">
                <a:solidFill>
                  <a:srgbClr val="000000"/>
                </a:solidFill>
                <a:latin typeface="Times New Roman" panose="02020603050405020304" pitchFamily="18" charset="0"/>
                <a:ea typeface="楷体_GB2312" pitchFamily="49" charset="-122"/>
              </a:rPr>
              <a:t> </a:t>
            </a:r>
            <a:r>
              <a:rPr lang="en-US" altLang="zh-CN" b="1">
                <a:solidFill>
                  <a:srgbClr val="000000"/>
                </a:solidFill>
                <a:latin typeface="Times New Roman" panose="02020603050405020304" pitchFamily="18" charset="0"/>
                <a:ea typeface="楷体_GB2312" pitchFamily="49" charset="-122"/>
              </a:rPr>
              <a:t>6.3.2   </a:t>
            </a:r>
            <a:r>
              <a:rPr lang="zh-CN" altLang="en-US" b="1">
                <a:solidFill>
                  <a:srgbClr val="FFFFFF"/>
                </a:solidFill>
                <a:latin typeface="Times New Roman" panose="02020603050405020304" pitchFamily="18" charset="0"/>
                <a:ea typeface="楷体_GB2312" pitchFamily="49" charset="-122"/>
                <a:hlinkClick r:id="rId3" action="ppaction://hlinksldjump"/>
              </a:rPr>
              <a:t>反射系数与折射系数</a:t>
            </a:r>
            <a:endParaRPr lang="zh-CN" altLang="en-US" b="1">
              <a:solidFill>
                <a:srgbClr val="FFFFFF"/>
              </a:solidFill>
              <a:latin typeface="Times New Roman" panose="02020603050405020304" pitchFamily="18" charset="0"/>
              <a:ea typeface="楷体_GB2312" pitchFamily="49" charset="-122"/>
            </a:endParaRPr>
          </a:p>
          <a:p>
            <a:pPr>
              <a:lnSpc>
                <a:spcPct val="200000"/>
              </a:lnSpc>
              <a:spcBef>
                <a:spcPct val="20000"/>
              </a:spcBef>
              <a:buFont typeface="Wingdings" panose="05000000000000000000" pitchFamily="2" charset="2"/>
              <a:buNone/>
            </a:pPr>
            <a:r>
              <a:rPr lang="zh-CN" altLang="en-US" b="1">
                <a:solidFill>
                  <a:srgbClr val="000000"/>
                </a:solidFill>
                <a:latin typeface="Times New Roman" panose="02020603050405020304" pitchFamily="18" charset="0"/>
                <a:ea typeface="楷体_GB2312" pitchFamily="49" charset="-122"/>
              </a:rPr>
              <a:t> </a:t>
            </a:r>
            <a:r>
              <a:rPr lang="en-US" altLang="zh-CN" b="1">
                <a:solidFill>
                  <a:srgbClr val="000000"/>
                </a:solidFill>
                <a:latin typeface="Times New Roman" panose="02020603050405020304" pitchFamily="18" charset="0"/>
                <a:ea typeface="楷体_GB2312" pitchFamily="49" charset="-122"/>
              </a:rPr>
              <a:t>6.3.3</a:t>
            </a:r>
            <a:r>
              <a:rPr lang="en-US" altLang="zh-CN" b="1">
                <a:solidFill>
                  <a:srgbClr val="FFFFFF"/>
                </a:solidFill>
                <a:latin typeface="Times New Roman" panose="02020603050405020304" pitchFamily="18" charset="0"/>
                <a:ea typeface="楷体_GB2312" pitchFamily="49" charset="-122"/>
              </a:rPr>
              <a:t>   </a:t>
            </a:r>
            <a:r>
              <a:rPr lang="zh-CN" altLang="en-US" b="1">
                <a:solidFill>
                  <a:srgbClr val="FFFFFF"/>
                </a:solidFill>
                <a:latin typeface="Times New Roman" panose="02020603050405020304" pitchFamily="18" charset="0"/>
                <a:ea typeface="楷体_GB2312" pitchFamily="49" charset="-122"/>
                <a:hlinkClick r:id="rId3" action="ppaction://hlinksldjump"/>
              </a:rPr>
              <a:t>全反射与全透射</a:t>
            </a:r>
            <a:endParaRPr kumimoji="1" lang="zh-CN" altLang="en-US" b="1">
              <a:solidFill>
                <a:srgbClr val="000000"/>
              </a:solidFill>
              <a:latin typeface="Times New Roman" panose="02020603050405020304" pitchFamily="18" charset="0"/>
            </a:endParaRPr>
          </a:p>
          <a:p>
            <a:pPr>
              <a:lnSpc>
                <a:spcPct val="200000"/>
              </a:lnSpc>
              <a:spcBef>
                <a:spcPct val="20000"/>
              </a:spcBef>
              <a:buFont typeface="Wingdings" panose="05000000000000000000" pitchFamily="2" charset="2"/>
              <a:buNone/>
            </a:pPr>
            <a:endParaRPr kumimoji="1" lang="en-US" altLang="zh-CN" b="1">
              <a:solidFill>
                <a:srgbClr val="000000"/>
              </a:solidFill>
              <a:latin typeface="Times New Roman" panose="02020603050405020304" pitchFamily="18" charset="0"/>
            </a:endParaRPr>
          </a:p>
        </p:txBody>
      </p:sp>
      <p:sp>
        <p:nvSpPr>
          <p:cNvPr id="73732" name="AutoShape 4">
            <a:hlinkClick r:id="rId4" action="ppaction://hlinksldjump" highlightClick="1"/>
            <a:extLst>
              <a:ext uri="{FF2B5EF4-FFF2-40B4-BE49-F238E27FC236}">
                <a16:creationId xmlns:a16="http://schemas.microsoft.com/office/drawing/2014/main" id="{DC102DAB-182F-874A-8C54-B3C161DCC7EE}"/>
              </a:ext>
            </a:extLst>
          </p:cNvPr>
          <p:cNvSpPr>
            <a:spLocks noChangeArrowheads="1"/>
          </p:cNvSpPr>
          <p:nvPr/>
        </p:nvSpPr>
        <p:spPr bwMode="auto">
          <a:xfrm>
            <a:off x="7537450" y="6597650"/>
            <a:ext cx="360363" cy="252413"/>
          </a:xfrm>
          <a:prstGeom prst="actionButtonBeginning">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endParaRPr lang="zh-CN" altLang="en-US">
              <a:solidFill>
                <a:srgbClr val="000000"/>
              </a:solidFill>
              <a:ea typeface="楷体_GB2312" pitchFamily="49" charset="-122"/>
            </a:endParaRPr>
          </a:p>
        </p:txBody>
      </p:sp>
      <p:sp>
        <p:nvSpPr>
          <p:cNvPr id="73733" name="AutoShape 5">
            <a:hlinkClick r:id="" action="ppaction://hlinkshowjump?jump=previousslide" highlightClick="1"/>
            <a:extLst>
              <a:ext uri="{FF2B5EF4-FFF2-40B4-BE49-F238E27FC236}">
                <a16:creationId xmlns:a16="http://schemas.microsoft.com/office/drawing/2014/main" id="{B81C1C84-495E-5FCF-2F6D-DCC8DE3B2590}"/>
              </a:ext>
            </a:extLst>
          </p:cNvPr>
          <p:cNvSpPr>
            <a:spLocks noChangeArrowheads="1"/>
          </p:cNvSpPr>
          <p:nvPr/>
        </p:nvSpPr>
        <p:spPr bwMode="auto">
          <a:xfrm>
            <a:off x="7954963" y="6597650"/>
            <a:ext cx="360362" cy="258763"/>
          </a:xfrm>
          <a:prstGeom prst="actionButtonBackPrevious">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endParaRPr lang="zh-CN" altLang="en-US">
              <a:solidFill>
                <a:srgbClr val="000000"/>
              </a:solidFill>
              <a:ea typeface="楷体_GB2312" pitchFamily="49" charset="-122"/>
            </a:endParaRPr>
          </a:p>
        </p:txBody>
      </p:sp>
      <p:sp>
        <p:nvSpPr>
          <p:cNvPr id="73734" name="AutoShape 6">
            <a:hlinkClick r:id="" action="ppaction://hlinkshowjump?jump=nextslide" highlightClick="1"/>
            <a:extLst>
              <a:ext uri="{FF2B5EF4-FFF2-40B4-BE49-F238E27FC236}">
                <a16:creationId xmlns:a16="http://schemas.microsoft.com/office/drawing/2014/main" id="{DF88E46E-D97D-B6F4-C43A-BB3841F35D6C}"/>
              </a:ext>
            </a:extLst>
          </p:cNvPr>
          <p:cNvSpPr>
            <a:spLocks noChangeArrowheads="1"/>
          </p:cNvSpPr>
          <p:nvPr/>
        </p:nvSpPr>
        <p:spPr bwMode="auto">
          <a:xfrm>
            <a:off x="8372475" y="6597650"/>
            <a:ext cx="360363" cy="252413"/>
          </a:xfrm>
          <a:prstGeom prst="actionButtonForwardNext">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endParaRPr lang="zh-CN" altLang="en-US">
              <a:solidFill>
                <a:srgbClr val="000000"/>
              </a:solidFill>
              <a:ea typeface="楷体_GB2312" pitchFamily="49" charset="-122"/>
            </a:endParaRPr>
          </a:p>
        </p:txBody>
      </p:sp>
      <p:sp>
        <p:nvSpPr>
          <p:cNvPr id="73735" name="AutoShape 7">
            <a:hlinkClick r:id="" action="ppaction://hlinkshowjump?jump=lastslide" highlightClick="1"/>
            <a:extLst>
              <a:ext uri="{FF2B5EF4-FFF2-40B4-BE49-F238E27FC236}">
                <a16:creationId xmlns:a16="http://schemas.microsoft.com/office/drawing/2014/main" id="{F4F0D971-AC53-F791-13CD-5506D5506123}"/>
              </a:ext>
            </a:extLst>
          </p:cNvPr>
          <p:cNvSpPr>
            <a:spLocks noChangeArrowheads="1"/>
          </p:cNvSpPr>
          <p:nvPr/>
        </p:nvSpPr>
        <p:spPr bwMode="auto">
          <a:xfrm>
            <a:off x="8763000" y="6597650"/>
            <a:ext cx="360363" cy="252413"/>
          </a:xfrm>
          <a:prstGeom prst="actionButtonEnd">
            <a:avLst/>
          </a:prstGeom>
          <a:solidFill>
            <a:srgbClr val="3366FF"/>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endParaRPr lang="zh-CN" altLang="en-US">
              <a:solidFill>
                <a:srgbClr val="000000"/>
              </a:solidFill>
              <a:ea typeface="楷体_GB2312"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26069DC-0823-3D1C-2591-6192A865DFEC}"/>
              </a:ext>
            </a:extLst>
          </p:cNvPr>
          <p:cNvSpPr>
            <a:spLocks noChangeArrowheads="1"/>
          </p:cNvSpPr>
          <p:nvPr/>
        </p:nvSpPr>
        <p:spPr bwMode="auto">
          <a:xfrm>
            <a:off x="2771775" y="3213100"/>
            <a:ext cx="914400" cy="91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75779" name="Rectangle 3">
            <a:extLst>
              <a:ext uri="{FF2B5EF4-FFF2-40B4-BE49-F238E27FC236}">
                <a16:creationId xmlns:a16="http://schemas.microsoft.com/office/drawing/2014/main" id="{5CD6521C-D475-261B-9447-54D145C7F9EE}"/>
              </a:ext>
            </a:extLst>
          </p:cNvPr>
          <p:cNvSpPr>
            <a:spLocks noChangeArrowheads="1"/>
          </p:cNvSpPr>
          <p:nvPr/>
        </p:nvSpPr>
        <p:spPr bwMode="auto">
          <a:xfrm>
            <a:off x="3276600" y="3429000"/>
            <a:ext cx="5183188" cy="309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73732" name="Text Box 4">
            <a:extLst>
              <a:ext uri="{FF2B5EF4-FFF2-40B4-BE49-F238E27FC236}">
                <a16:creationId xmlns:a16="http://schemas.microsoft.com/office/drawing/2014/main" id="{49265376-19D7-BC28-6A75-B282D1EA5607}"/>
              </a:ext>
            </a:extLst>
          </p:cNvPr>
          <p:cNvSpPr txBox="1">
            <a:spLocks noChangeArrowheads="1"/>
          </p:cNvSpPr>
          <p:nvPr/>
        </p:nvSpPr>
        <p:spPr bwMode="auto">
          <a:xfrm>
            <a:off x="252413" y="549275"/>
            <a:ext cx="3887787" cy="3452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sz="2000" b="1">
                <a:solidFill>
                  <a:srgbClr val="FFFFFF"/>
                </a:solidFill>
                <a:latin typeface="楷体_GB2312" pitchFamily="49" charset="-122"/>
                <a:ea typeface="楷体_GB2312" pitchFamily="49" charset="-122"/>
              </a:rPr>
              <a:t>     </a:t>
            </a:r>
            <a:r>
              <a:rPr kumimoji="1" lang="zh-CN" altLang="en-US" b="1">
                <a:solidFill>
                  <a:srgbClr val="FFFFFF"/>
                </a:solidFill>
                <a:latin typeface="楷体_GB2312" pitchFamily="49" charset="-122"/>
                <a:ea typeface="楷体_GB2312" pitchFamily="49" charset="-122"/>
              </a:rPr>
              <a:t>当平面波向平面边界上以任意角度斜投射时，同样会发生反射与透射现象，而且通常透射波的方向与入射波不同，其传播方向发生弯折。因此，</a:t>
            </a:r>
            <a:r>
              <a:rPr kumimoji="1" lang="zh-CN" altLang="en-US" b="1" u="sng">
                <a:solidFill>
                  <a:srgbClr val="FFFFFF"/>
                </a:solidFill>
                <a:latin typeface="楷体_GB2312" pitchFamily="49" charset="-122"/>
                <a:ea typeface="楷体_GB2312" pitchFamily="49" charset="-122"/>
              </a:rPr>
              <a:t>这种透射波又称为</a:t>
            </a:r>
            <a:r>
              <a:rPr kumimoji="1" lang="zh-CN" altLang="en-US" b="1" u="sng">
                <a:solidFill>
                  <a:srgbClr val="FF0000"/>
                </a:solidFill>
                <a:latin typeface="楷体_GB2312" pitchFamily="49" charset="-122"/>
                <a:ea typeface="楷体_GB2312" pitchFamily="49" charset="-122"/>
              </a:rPr>
              <a:t>折射波</a:t>
            </a:r>
            <a:r>
              <a:rPr kumimoji="1" lang="zh-CN" altLang="en-US" b="1">
                <a:solidFill>
                  <a:srgbClr val="FFFFFF"/>
                </a:solidFill>
                <a:latin typeface="楷体_GB2312" pitchFamily="49" charset="-122"/>
                <a:ea typeface="楷体_GB2312" pitchFamily="49" charset="-122"/>
              </a:rPr>
              <a:t>。</a:t>
            </a:r>
          </a:p>
        </p:txBody>
      </p:sp>
      <p:sp>
        <p:nvSpPr>
          <p:cNvPr id="73733" name="Text Box 5">
            <a:extLst>
              <a:ext uri="{FF2B5EF4-FFF2-40B4-BE49-F238E27FC236}">
                <a16:creationId xmlns:a16="http://schemas.microsoft.com/office/drawing/2014/main" id="{EFF4ACA2-0BC9-FD72-00FF-B6723D6E83F6}"/>
              </a:ext>
            </a:extLst>
          </p:cNvPr>
          <p:cNvSpPr txBox="1">
            <a:spLocks noChangeArrowheads="1"/>
          </p:cNvSpPr>
          <p:nvPr/>
        </p:nvSpPr>
        <p:spPr bwMode="auto">
          <a:xfrm>
            <a:off x="755650" y="4292600"/>
            <a:ext cx="806450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dirty="0">
                <a:solidFill>
                  <a:srgbClr val="E781E0"/>
                </a:solidFill>
                <a:latin typeface="宋体" panose="02010600030101010101" pitchFamily="2" charset="-122"/>
              </a:rPr>
              <a:t>入射面</a:t>
            </a:r>
            <a:r>
              <a:rPr kumimoji="1" lang="zh-CN" altLang="en-US" b="1" dirty="0">
                <a:solidFill>
                  <a:srgbClr val="E781E0"/>
                </a:solidFill>
                <a:latin typeface="楷体_GB2312" pitchFamily="49" charset="-122"/>
                <a:ea typeface="楷体_GB2312" pitchFamily="49" charset="-122"/>
              </a:rPr>
              <a:t>：</a:t>
            </a:r>
            <a:r>
              <a:rPr kumimoji="1" lang="zh-CN" altLang="en-US" b="1" dirty="0">
                <a:solidFill>
                  <a:srgbClr val="FFFFFF"/>
                </a:solidFill>
                <a:latin typeface="楷体_GB2312" pitchFamily="49" charset="-122"/>
                <a:ea typeface="楷体_GB2312" pitchFamily="49" charset="-122"/>
              </a:rPr>
              <a:t>入射波的波矢量与分界面法线矢量构成的平面</a:t>
            </a:r>
          </a:p>
        </p:txBody>
      </p:sp>
      <p:sp>
        <p:nvSpPr>
          <p:cNvPr id="73734" name="Text Box 6">
            <a:extLst>
              <a:ext uri="{FF2B5EF4-FFF2-40B4-BE49-F238E27FC236}">
                <a16:creationId xmlns:a16="http://schemas.microsoft.com/office/drawing/2014/main" id="{B3808F5B-3229-018F-DA9E-AB8C6D76397C}"/>
              </a:ext>
            </a:extLst>
          </p:cNvPr>
          <p:cNvSpPr txBox="1">
            <a:spLocks noChangeArrowheads="1"/>
          </p:cNvSpPr>
          <p:nvPr/>
        </p:nvSpPr>
        <p:spPr bwMode="auto">
          <a:xfrm>
            <a:off x="755650" y="5300663"/>
            <a:ext cx="756126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a:solidFill>
                  <a:srgbClr val="E781E0"/>
                </a:solidFill>
                <a:latin typeface="宋体" panose="02010600030101010101" pitchFamily="2" charset="-122"/>
              </a:rPr>
              <a:t>反射角</a:t>
            </a:r>
            <a:r>
              <a:rPr kumimoji="1" lang="el-GR" altLang="zh-CN" b="1" i="1">
                <a:solidFill>
                  <a:srgbClr val="E781E0"/>
                </a:solidFill>
                <a:latin typeface="Times New Roman" panose="02020603050405020304" pitchFamily="18" charset="0"/>
                <a:ea typeface="楷体_GB2312" pitchFamily="49" charset="-122"/>
              </a:rPr>
              <a:t>θ</a:t>
            </a:r>
            <a:r>
              <a:rPr kumimoji="1" lang="en-US" altLang="zh-CN" b="1" baseline="-25000">
                <a:solidFill>
                  <a:srgbClr val="E781E0"/>
                </a:solidFill>
                <a:latin typeface="Times New Roman" panose="02020603050405020304" pitchFamily="18" charset="0"/>
                <a:ea typeface="楷体_GB2312" pitchFamily="49" charset="-122"/>
              </a:rPr>
              <a:t>r</a:t>
            </a:r>
            <a:r>
              <a:rPr kumimoji="1" lang="en-US" altLang="zh-CN" b="1" i="1" baseline="-25000">
                <a:solidFill>
                  <a:srgbClr val="E781E0"/>
                </a:solidFill>
                <a:latin typeface="Times New Roman" panose="02020603050405020304" pitchFamily="18" charset="0"/>
                <a:ea typeface="楷体_GB2312" pitchFamily="49" charset="-122"/>
              </a:rPr>
              <a:t> </a:t>
            </a:r>
            <a:r>
              <a:rPr kumimoji="1" lang="zh-CN" altLang="en-US" b="1">
                <a:solidFill>
                  <a:srgbClr val="E781E0"/>
                </a:solidFill>
                <a:latin typeface="Times New Roman" panose="02020603050405020304" pitchFamily="18" charset="0"/>
                <a:ea typeface="楷体_GB2312" pitchFamily="49" charset="-122"/>
              </a:rPr>
              <a:t>：</a:t>
            </a:r>
            <a:r>
              <a:rPr kumimoji="1" lang="zh-CN" altLang="en-US" b="1">
                <a:solidFill>
                  <a:srgbClr val="FFFFFF"/>
                </a:solidFill>
                <a:latin typeface="楷体_GB2312" pitchFamily="49" charset="-122"/>
                <a:ea typeface="楷体_GB2312" pitchFamily="49" charset="-122"/>
              </a:rPr>
              <a:t>反射线与边界面法线之间的夹角</a:t>
            </a:r>
          </a:p>
        </p:txBody>
      </p:sp>
      <p:sp>
        <p:nvSpPr>
          <p:cNvPr id="73735" name="Text Box 7">
            <a:extLst>
              <a:ext uri="{FF2B5EF4-FFF2-40B4-BE49-F238E27FC236}">
                <a16:creationId xmlns:a16="http://schemas.microsoft.com/office/drawing/2014/main" id="{7BB3553D-CDDA-A01B-E743-FD6F0C7EF5B1}"/>
              </a:ext>
            </a:extLst>
          </p:cNvPr>
          <p:cNvSpPr txBox="1">
            <a:spLocks noChangeArrowheads="1"/>
          </p:cNvSpPr>
          <p:nvPr/>
        </p:nvSpPr>
        <p:spPr bwMode="auto">
          <a:xfrm>
            <a:off x="755650" y="4797425"/>
            <a:ext cx="7561263"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a:solidFill>
                  <a:srgbClr val="E781E0"/>
                </a:solidFill>
                <a:latin typeface="宋体" panose="02010600030101010101" pitchFamily="2" charset="-122"/>
              </a:rPr>
              <a:t>入射角</a:t>
            </a:r>
            <a:r>
              <a:rPr kumimoji="1" lang="el-GR" altLang="zh-CN" b="1" i="1">
                <a:solidFill>
                  <a:srgbClr val="E781E0"/>
                </a:solidFill>
                <a:latin typeface="Times New Roman" panose="02020603050405020304" pitchFamily="18" charset="0"/>
                <a:ea typeface="楷体_GB2312" pitchFamily="49" charset="-122"/>
              </a:rPr>
              <a:t>θ</a:t>
            </a:r>
            <a:r>
              <a:rPr kumimoji="1" lang="en-US" altLang="zh-CN" b="1" baseline="-25000">
                <a:solidFill>
                  <a:srgbClr val="E781E0"/>
                </a:solidFill>
                <a:latin typeface="Times New Roman" panose="02020603050405020304" pitchFamily="18" charset="0"/>
                <a:ea typeface="楷体_GB2312" pitchFamily="49" charset="-122"/>
              </a:rPr>
              <a:t>i</a:t>
            </a:r>
            <a:r>
              <a:rPr kumimoji="1" lang="en-US" altLang="zh-CN" b="1" baseline="-25000">
                <a:solidFill>
                  <a:srgbClr val="E781E0"/>
                </a:solidFill>
                <a:latin typeface="楷体_GB2312" pitchFamily="49" charset="-122"/>
                <a:ea typeface="楷体_GB2312" pitchFamily="49" charset="-122"/>
              </a:rPr>
              <a:t> </a:t>
            </a:r>
            <a:r>
              <a:rPr kumimoji="1" lang="zh-CN" altLang="en-US" b="1">
                <a:solidFill>
                  <a:srgbClr val="E781E0"/>
                </a:solidFill>
                <a:latin typeface="楷体_GB2312" pitchFamily="49" charset="-122"/>
                <a:ea typeface="楷体_GB2312" pitchFamily="49" charset="-122"/>
              </a:rPr>
              <a:t>：</a:t>
            </a:r>
            <a:r>
              <a:rPr kumimoji="1" lang="zh-CN" altLang="en-US" b="1">
                <a:solidFill>
                  <a:srgbClr val="FFFFFF"/>
                </a:solidFill>
                <a:latin typeface="楷体_GB2312" pitchFamily="49" charset="-122"/>
                <a:ea typeface="楷体_GB2312" pitchFamily="49" charset="-122"/>
              </a:rPr>
              <a:t>入射线与边界面法线之间的夹角</a:t>
            </a:r>
          </a:p>
        </p:txBody>
      </p:sp>
      <p:sp>
        <p:nvSpPr>
          <p:cNvPr id="73736" name="Text Box 8">
            <a:extLst>
              <a:ext uri="{FF2B5EF4-FFF2-40B4-BE49-F238E27FC236}">
                <a16:creationId xmlns:a16="http://schemas.microsoft.com/office/drawing/2014/main" id="{6C5746EC-8456-0712-71D3-99F5423C4AC3}"/>
              </a:ext>
            </a:extLst>
          </p:cNvPr>
          <p:cNvSpPr txBox="1">
            <a:spLocks noChangeArrowheads="1"/>
          </p:cNvSpPr>
          <p:nvPr/>
        </p:nvSpPr>
        <p:spPr bwMode="auto">
          <a:xfrm>
            <a:off x="755650" y="5832475"/>
            <a:ext cx="7561263"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a:solidFill>
                  <a:srgbClr val="E781E0"/>
                </a:solidFill>
                <a:latin typeface="宋体" panose="02010600030101010101" pitchFamily="2" charset="-122"/>
              </a:rPr>
              <a:t>折射角</a:t>
            </a:r>
            <a:r>
              <a:rPr kumimoji="1" lang="el-GR" altLang="zh-CN" b="1" i="1">
                <a:solidFill>
                  <a:srgbClr val="E781E0"/>
                </a:solidFill>
                <a:latin typeface="Times New Roman" panose="02020603050405020304" pitchFamily="18" charset="0"/>
                <a:ea typeface="楷体_GB2312" pitchFamily="49" charset="-122"/>
              </a:rPr>
              <a:t>θ</a:t>
            </a:r>
            <a:r>
              <a:rPr kumimoji="1" lang="en-US" altLang="zh-CN" b="1" baseline="-25000">
                <a:solidFill>
                  <a:srgbClr val="E781E0"/>
                </a:solidFill>
                <a:latin typeface="Times New Roman" panose="02020603050405020304" pitchFamily="18" charset="0"/>
                <a:ea typeface="楷体_GB2312" pitchFamily="49" charset="-122"/>
              </a:rPr>
              <a:t>t</a:t>
            </a:r>
            <a:r>
              <a:rPr kumimoji="1" lang="en-US" altLang="zh-CN" b="1" i="1" baseline="-25000">
                <a:solidFill>
                  <a:srgbClr val="E781E0"/>
                </a:solidFill>
                <a:latin typeface="Times New Roman" panose="02020603050405020304" pitchFamily="18" charset="0"/>
                <a:ea typeface="楷体_GB2312" pitchFamily="49" charset="-122"/>
              </a:rPr>
              <a:t> </a:t>
            </a:r>
            <a:r>
              <a:rPr kumimoji="1" lang="zh-CN" altLang="en-US" b="1">
                <a:solidFill>
                  <a:srgbClr val="E781E0"/>
                </a:solidFill>
                <a:latin typeface="Times New Roman" panose="02020603050405020304" pitchFamily="18" charset="0"/>
                <a:ea typeface="楷体_GB2312" pitchFamily="49" charset="-122"/>
              </a:rPr>
              <a:t>：</a:t>
            </a:r>
            <a:r>
              <a:rPr kumimoji="1" lang="zh-CN" altLang="en-US" b="1">
                <a:solidFill>
                  <a:srgbClr val="FFFFFF"/>
                </a:solidFill>
                <a:latin typeface="Times New Roman" panose="02020603050405020304" pitchFamily="18" charset="0"/>
                <a:ea typeface="楷体_GB2312" pitchFamily="49" charset="-122"/>
              </a:rPr>
              <a:t>折射线与边界面法线之间的夹角</a:t>
            </a:r>
          </a:p>
        </p:txBody>
      </p:sp>
      <p:grpSp>
        <p:nvGrpSpPr>
          <p:cNvPr id="73737" name="Group 9">
            <a:extLst>
              <a:ext uri="{FF2B5EF4-FFF2-40B4-BE49-F238E27FC236}">
                <a16:creationId xmlns:a16="http://schemas.microsoft.com/office/drawing/2014/main" id="{82DAC138-8FF9-CBA9-74FB-A8D2DF00CCB1}"/>
              </a:ext>
            </a:extLst>
          </p:cNvPr>
          <p:cNvGrpSpPr>
            <a:grpSpLocks/>
          </p:cNvGrpSpPr>
          <p:nvPr/>
        </p:nvGrpSpPr>
        <p:grpSpPr bwMode="auto">
          <a:xfrm>
            <a:off x="4338638" y="620713"/>
            <a:ext cx="4805362" cy="3311525"/>
            <a:chOff x="2733" y="663"/>
            <a:chExt cx="3027" cy="2086"/>
          </a:xfrm>
        </p:grpSpPr>
        <p:sp>
          <p:nvSpPr>
            <p:cNvPr id="75786" name="Rectangle 10">
              <a:extLst>
                <a:ext uri="{FF2B5EF4-FFF2-40B4-BE49-F238E27FC236}">
                  <a16:creationId xmlns:a16="http://schemas.microsoft.com/office/drawing/2014/main" id="{C3AC8785-9ED6-1267-415E-A3E6C3072ABD}"/>
                </a:ext>
              </a:extLst>
            </p:cNvPr>
            <p:cNvSpPr>
              <a:spLocks noChangeArrowheads="1"/>
            </p:cNvSpPr>
            <p:nvPr/>
          </p:nvSpPr>
          <p:spPr bwMode="auto">
            <a:xfrm>
              <a:off x="2866" y="663"/>
              <a:ext cx="2771" cy="2086"/>
            </a:xfrm>
            <a:prstGeom prst="rect">
              <a:avLst/>
            </a:prstGeom>
            <a:solidFill>
              <a:srgbClr val="99CCFF"/>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75787" name="Text Box 11">
              <a:extLst>
                <a:ext uri="{FF2B5EF4-FFF2-40B4-BE49-F238E27FC236}">
                  <a16:creationId xmlns:a16="http://schemas.microsoft.com/office/drawing/2014/main" id="{47EBC093-4140-91F6-7295-AF87B0590032}"/>
                </a:ext>
              </a:extLst>
            </p:cNvPr>
            <p:cNvSpPr txBox="1">
              <a:spLocks noChangeArrowheads="1"/>
            </p:cNvSpPr>
            <p:nvPr/>
          </p:nvSpPr>
          <p:spPr bwMode="auto">
            <a:xfrm>
              <a:off x="3027" y="2463"/>
              <a:ext cx="2485" cy="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lnSpc>
                  <a:spcPct val="128000"/>
                </a:lnSpc>
                <a:spcBef>
                  <a:spcPct val="20000"/>
                </a:spcBef>
              </a:pPr>
              <a:r>
                <a:rPr lang="zh-CN" altLang="en-US" sz="1600" b="1">
                  <a:solidFill>
                    <a:srgbClr val="000000"/>
                  </a:solidFill>
                  <a:latin typeface="Times New Roman" panose="02020603050405020304" pitchFamily="18" charset="0"/>
                </a:rPr>
                <a:t>均匀平面波对理想介质分界面的斜入射</a:t>
              </a:r>
              <a:endParaRPr lang="zh-CN" altLang="en-US" sz="1600" b="1">
                <a:solidFill>
                  <a:srgbClr val="000000"/>
                </a:solidFill>
              </a:endParaRPr>
            </a:p>
          </p:txBody>
        </p:sp>
        <p:grpSp>
          <p:nvGrpSpPr>
            <p:cNvPr id="75788" name="Group 12">
              <a:extLst>
                <a:ext uri="{FF2B5EF4-FFF2-40B4-BE49-F238E27FC236}">
                  <a16:creationId xmlns:a16="http://schemas.microsoft.com/office/drawing/2014/main" id="{FA57C985-53A4-4C60-3753-25D0DCF814C5}"/>
                </a:ext>
              </a:extLst>
            </p:cNvPr>
            <p:cNvGrpSpPr>
              <a:grpSpLocks noChangeAspect="1"/>
            </p:cNvGrpSpPr>
            <p:nvPr/>
          </p:nvGrpSpPr>
          <p:grpSpPr bwMode="auto">
            <a:xfrm>
              <a:off x="2733" y="663"/>
              <a:ext cx="3027" cy="1872"/>
              <a:chOff x="2653" y="572"/>
              <a:chExt cx="3027" cy="1750"/>
            </a:xfrm>
          </p:grpSpPr>
          <p:sp>
            <p:nvSpPr>
              <p:cNvPr id="75789" name="AutoShape 13">
                <a:extLst>
                  <a:ext uri="{FF2B5EF4-FFF2-40B4-BE49-F238E27FC236}">
                    <a16:creationId xmlns:a16="http://schemas.microsoft.com/office/drawing/2014/main" id="{345BF9DA-5BB6-DBF9-BE68-F7AEE4AA4703}"/>
                  </a:ext>
                </a:extLst>
              </p:cNvPr>
              <p:cNvSpPr>
                <a:spLocks noChangeAspect="1" noChangeArrowheads="1" noTextEdit="1"/>
              </p:cNvSpPr>
              <p:nvPr/>
            </p:nvSpPr>
            <p:spPr bwMode="auto">
              <a:xfrm>
                <a:off x="2653" y="572"/>
                <a:ext cx="2994" cy="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pSp>
            <p:nvGrpSpPr>
              <p:cNvPr id="75790" name="Group 14">
                <a:extLst>
                  <a:ext uri="{FF2B5EF4-FFF2-40B4-BE49-F238E27FC236}">
                    <a16:creationId xmlns:a16="http://schemas.microsoft.com/office/drawing/2014/main" id="{4F841621-4B1F-D563-388E-5739F0774C0E}"/>
                  </a:ext>
                </a:extLst>
              </p:cNvPr>
              <p:cNvGrpSpPr>
                <a:grpSpLocks/>
              </p:cNvGrpSpPr>
              <p:nvPr/>
            </p:nvGrpSpPr>
            <p:grpSpPr bwMode="auto">
              <a:xfrm>
                <a:off x="3142" y="1242"/>
                <a:ext cx="2538" cy="1080"/>
                <a:chOff x="3142" y="1242"/>
                <a:chExt cx="2538" cy="1080"/>
              </a:xfrm>
            </p:grpSpPr>
            <p:sp>
              <p:nvSpPr>
                <p:cNvPr id="76209" name="Rectangle 15">
                  <a:extLst>
                    <a:ext uri="{FF2B5EF4-FFF2-40B4-BE49-F238E27FC236}">
                      <a16:creationId xmlns:a16="http://schemas.microsoft.com/office/drawing/2014/main" id="{D003BDCE-E44E-F237-216C-CF98BD6CA61B}"/>
                    </a:ext>
                  </a:extLst>
                </p:cNvPr>
                <p:cNvSpPr>
                  <a:spLocks noChangeArrowheads="1"/>
                </p:cNvSpPr>
                <p:nvPr/>
              </p:nvSpPr>
              <p:spPr bwMode="auto">
                <a:xfrm>
                  <a:off x="5652" y="2196"/>
                  <a:ext cx="2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a:solidFill>
                        <a:srgbClr val="000000"/>
                      </a:solidFill>
                      <a:latin typeface="Times New Roman" panose="02020603050405020304" pitchFamily="18" charset="0"/>
                    </a:rPr>
                    <a:t> </a:t>
                  </a:r>
                  <a:endParaRPr lang="zh-CN" altLang="en-US" sz="2800">
                    <a:solidFill>
                      <a:srgbClr val="000000"/>
                    </a:solidFill>
                  </a:endParaRPr>
                </a:p>
              </p:txBody>
            </p:sp>
            <p:sp>
              <p:nvSpPr>
                <p:cNvPr id="76210" name="Freeform 16">
                  <a:extLst>
                    <a:ext uri="{FF2B5EF4-FFF2-40B4-BE49-F238E27FC236}">
                      <a16:creationId xmlns:a16="http://schemas.microsoft.com/office/drawing/2014/main" id="{5A424F60-69F6-DDF0-A882-8351BB2C4FC8}"/>
                    </a:ext>
                  </a:extLst>
                </p:cNvPr>
                <p:cNvSpPr>
                  <a:spLocks/>
                </p:cNvSpPr>
                <p:nvPr/>
              </p:nvSpPr>
              <p:spPr bwMode="auto">
                <a:xfrm>
                  <a:off x="3323" y="1242"/>
                  <a:ext cx="146" cy="132"/>
                </a:xfrm>
                <a:custGeom>
                  <a:avLst/>
                  <a:gdLst>
                    <a:gd name="T0" fmla="*/ 9 w 146"/>
                    <a:gd name="T1" fmla="*/ 131 h 132"/>
                    <a:gd name="T2" fmla="*/ 0 w 146"/>
                    <a:gd name="T3" fmla="*/ 132 h 132"/>
                    <a:gd name="T4" fmla="*/ 137 w 146"/>
                    <a:gd name="T5" fmla="*/ 2 h 132"/>
                    <a:gd name="T6" fmla="*/ 146 w 146"/>
                    <a:gd name="T7" fmla="*/ 0 h 132"/>
                    <a:gd name="T8" fmla="*/ 9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1"/>
                      </a:moveTo>
                      <a:lnTo>
                        <a:pt x="0" y="132"/>
                      </a:lnTo>
                      <a:lnTo>
                        <a:pt x="137" y="2"/>
                      </a:lnTo>
                      <a:lnTo>
                        <a:pt x="146" y="0"/>
                      </a:lnTo>
                      <a:lnTo>
                        <a:pt x="9"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1" name="Line 17">
                  <a:extLst>
                    <a:ext uri="{FF2B5EF4-FFF2-40B4-BE49-F238E27FC236}">
                      <a16:creationId xmlns:a16="http://schemas.microsoft.com/office/drawing/2014/main" id="{D3C03DFB-B8F1-1BDC-1983-C9342AD40285}"/>
                    </a:ext>
                  </a:extLst>
                </p:cNvPr>
                <p:cNvSpPr>
                  <a:spLocks noChangeShapeType="1"/>
                </p:cNvSpPr>
                <p:nvPr/>
              </p:nvSpPr>
              <p:spPr bwMode="auto">
                <a:xfrm flipV="1">
                  <a:off x="3332" y="1242"/>
                  <a:ext cx="137"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12" name="Freeform 18">
                  <a:extLst>
                    <a:ext uri="{FF2B5EF4-FFF2-40B4-BE49-F238E27FC236}">
                      <a16:creationId xmlns:a16="http://schemas.microsoft.com/office/drawing/2014/main" id="{B47585C3-AFD4-88B0-8598-7ABEA4290D77}"/>
                    </a:ext>
                  </a:extLst>
                </p:cNvPr>
                <p:cNvSpPr>
                  <a:spLocks/>
                </p:cNvSpPr>
                <p:nvPr/>
              </p:nvSpPr>
              <p:spPr bwMode="auto">
                <a:xfrm>
                  <a:off x="3327" y="1242"/>
                  <a:ext cx="142" cy="132"/>
                </a:xfrm>
                <a:custGeom>
                  <a:avLst/>
                  <a:gdLst>
                    <a:gd name="T0" fmla="*/ 5 w 142"/>
                    <a:gd name="T1" fmla="*/ 131 h 132"/>
                    <a:gd name="T2" fmla="*/ 0 w 142"/>
                    <a:gd name="T3" fmla="*/ 132 h 132"/>
                    <a:gd name="T4" fmla="*/ 137 w 142"/>
                    <a:gd name="T5" fmla="*/ 2 h 132"/>
                    <a:gd name="T6" fmla="*/ 142 w 142"/>
                    <a:gd name="T7" fmla="*/ 0 h 132"/>
                    <a:gd name="T8" fmla="*/ 5 w 142"/>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2">
                      <a:moveTo>
                        <a:pt x="5" y="131"/>
                      </a:moveTo>
                      <a:lnTo>
                        <a:pt x="0" y="132"/>
                      </a:lnTo>
                      <a:lnTo>
                        <a:pt x="137" y="2"/>
                      </a:lnTo>
                      <a:lnTo>
                        <a:pt x="142" y="0"/>
                      </a:lnTo>
                      <a:lnTo>
                        <a:pt x="5"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3" name="Freeform 19">
                  <a:extLst>
                    <a:ext uri="{FF2B5EF4-FFF2-40B4-BE49-F238E27FC236}">
                      <a16:creationId xmlns:a16="http://schemas.microsoft.com/office/drawing/2014/main" id="{3E23FFF4-CD0F-D53B-CBB3-81A940DBFD51}"/>
                    </a:ext>
                  </a:extLst>
                </p:cNvPr>
                <p:cNvSpPr>
                  <a:spLocks/>
                </p:cNvSpPr>
                <p:nvPr/>
              </p:nvSpPr>
              <p:spPr bwMode="auto">
                <a:xfrm>
                  <a:off x="3323" y="1244"/>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4" name="Freeform 20">
                  <a:extLst>
                    <a:ext uri="{FF2B5EF4-FFF2-40B4-BE49-F238E27FC236}">
                      <a16:creationId xmlns:a16="http://schemas.microsoft.com/office/drawing/2014/main" id="{20F67634-1B4E-317D-2F47-1376243B3E59}"/>
                    </a:ext>
                  </a:extLst>
                </p:cNvPr>
                <p:cNvSpPr>
                  <a:spLocks/>
                </p:cNvSpPr>
                <p:nvPr/>
              </p:nvSpPr>
              <p:spPr bwMode="auto">
                <a:xfrm>
                  <a:off x="3314" y="1244"/>
                  <a:ext cx="146" cy="130"/>
                </a:xfrm>
                <a:custGeom>
                  <a:avLst/>
                  <a:gdLst>
                    <a:gd name="T0" fmla="*/ 9 w 146"/>
                    <a:gd name="T1" fmla="*/ 130 h 130"/>
                    <a:gd name="T2" fmla="*/ 0 w 146"/>
                    <a:gd name="T3" fmla="*/ 130 h 130"/>
                    <a:gd name="T4" fmla="*/ 137 w 146"/>
                    <a:gd name="T5" fmla="*/ 0 h 130"/>
                    <a:gd name="T6" fmla="*/ 146 w 146"/>
                    <a:gd name="T7" fmla="*/ 0 h 130"/>
                    <a:gd name="T8" fmla="*/ 9 w 146"/>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0">
                      <a:moveTo>
                        <a:pt x="9" y="130"/>
                      </a:moveTo>
                      <a:lnTo>
                        <a:pt x="0" y="130"/>
                      </a:lnTo>
                      <a:lnTo>
                        <a:pt x="137" y="0"/>
                      </a:lnTo>
                      <a:lnTo>
                        <a:pt x="146" y="0"/>
                      </a:lnTo>
                      <a:lnTo>
                        <a:pt x="9"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5" name="Line 21">
                  <a:extLst>
                    <a:ext uri="{FF2B5EF4-FFF2-40B4-BE49-F238E27FC236}">
                      <a16:creationId xmlns:a16="http://schemas.microsoft.com/office/drawing/2014/main" id="{CA25AAEB-88BA-8F97-28FC-EA02189D2E6E}"/>
                    </a:ext>
                  </a:extLst>
                </p:cNvPr>
                <p:cNvSpPr>
                  <a:spLocks noChangeShapeType="1"/>
                </p:cNvSpPr>
                <p:nvPr/>
              </p:nvSpPr>
              <p:spPr bwMode="auto">
                <a:xfrm flipV="1">
                  <a:off x="3323" y="1244"/>
                  <a:ext cx="137" cy="130"/>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16" name="Freeform 22">
                  <a:extLst>
                    <a:ext uri="{FF2B5EF4-FFF2-40B4-BE49-F238E27FC236}">
                      <a16:creationId xmlns:a16="http://schemas.microsoft.com/office/drawing/2014/main" id="{99843142-4927-A471-B529-E0A4EDD244FC}"/>
                    </a:ext>
                  </a:extLst>
                </p:cNvPr>
                <p:cNvSpPr>
                  <a:spLocks/>
                </p:cNvSpPr>
                <p:nvPr/>
              </p:nvSpPr>
              <p:spPr bwMode="auto">
                <a:xfrm>
                  <a:off x="3319" y="1244"/>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7" name="Freeform 23">
                  <a:extLst>
                    <a:ext uri="{FF2B5EF4-FFF2-40B4-BE49-F238E27FC236}">
                      <a16:creationId xmlns:a16="http://schemas.microsoft.com/office/drawing/2014/main" id="{5063CF14-A388-C181-6E91-3CBE2A8E4486}"/>
                    </a:ext>
                  </a:extLst>
                </p:cNvPr>
                <p:cNvSpPr>
                  <a:spLocks/>
                </p:cNvSpPr>
                <p:nvPr/>
              </p:nvSpPr>
              <p:spPr bwMode="auto">
                <a:xfrm>
                  <a:off x="3317" y="1244"/>
                  <a:ext cx="139" cy="130"/>
                </a:xfrm>
                <a:custGeom>
                  <a:avLst/>
                  <a:gdLst>
                    <a:gd name="T0" fmla="*/ 2 w 139"/>
                    <a:gd name="T1" fmla="*/ 130 h 130"/>
                    <a:gd name="T2" fmla="*/ 0 w 139"/>
                    <a:gd name="T3" fmla="*/ 130 h 130"/>
                    <a:gd name="T4" fmla="*/ 137 w 139"/>
                    <a:gd name="T5" fmla="*/ 0 h 130"/>
                    <a:gd name="T6" fmla="*/ 139 w 139"/>
                    <a:gd name="T7" fmla="*/ 0 h 130"/>
                    <a:gd name="T8" fmla="*/ 2 w 139"/>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0">
                      <a:moveTo>
                        <a:pt x="2" y="130"/>
                      </a:moveTo>
                      <a:lnTo>
                        <a:pt x="0" y="130"/>
                      </a:lnTo>
                      <a:lnTo>
                        <a:pt x="137" y="0"/>
                      </a:lnTo>
                      <a:lnTo>
                        <a:pt x="139" y="0"/>
                      </a:lnTo>
                      <a:lnTo>
                        <a:pt x="2"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8" name="Freeform 24">
                  <a:extLst>
                    <a:ext uri="{FF2B5EF4-FFF2-40B4-BE49-F238E27FC236}">
                      <a16:creationId xmlns:a16="http://schemas.microsoft.com/office/drawing/2014/main" id="{7964134F-61C3-45E9-C061-3B4A24959346}"/>
                    </a:ext>
                  </a:extLst>
                </p:cNvPr>
                <p:cNvSpPr>
                  <a:spLocks/>
                </p:cNvSpPr>
                <p:nvPr/>
              </p:nvSpPr>
              <p:spPr bwMode="auto">
                <a:xfrm>
                  <a:off x="3314" y="1244"/>
                  <a:ext cx="140" cy="130"/>
                </a:xfrm>
                <a:custGeom>
                  <a:avLst/>
                  <a:gdLst>
                    <a:gd name="T0" fmla="*/ 3 w 140"/>
                    <a:gd name="T1" fmla="*/ 130 h 130"/>
                    <a:gd name="T2" fmla="*/ 0 w 140"/>
                    <a:gd name="T3" fmla="*/ 130 h 130"/>
                    <a:gd name="T4" fmla="*/ 137 w 140"/>
                    <a:gd name="T5" fmla="*/ 0 h 130"/>
                    <a:gd name="T6" fmla="*/ 140 w 140"/>
                    <a:gd name="T7" fmla="*/ 0 h 130"/>
                    <a:gd name="T8" fmla="*/ 3 w 140"/>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0">
                      <a:moveTo>
                        <a:pt x="3" y="130"/>
                      </a:moveTo>
                      <a:lnTo>
                        <a:pt x="0" y="130"/>
                      </a:lnTo>
                      <a:lnTo>
                        <a:pt x="137" y="0"/>
                      </a:lnTo>
                      <a:lnTo>
                        <a:pt x="140" y="0"/>
                      </a:lnTo>
                      <a:lnTo>
                        <a:pt x="3"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19" name="Freeform 25">
                  <a:extLst>
                    <a:ext uri="{FF2B5EF4-FFF2-40B4-BE49-F238E27FC236}">
                      <a16:creationId xmlns:a16="http://schemas.microsoft.com/office/drawing/2014/main" id="{5EA9DEA1-1013-511C-1197-5C84EA46C677}"/>
                    </a:ext>
                  </a:extLst>
                </p:cNvPr>
                <p:cNvSpPr>
                  <a:spLocks/>
                </p:cNvSpPr>
                <p:nvPr/>
              </p:nvSpPr>
              <p:spPr bwMode="auto">
                <a:xfrm>
                  <a:off x="3305" y="1244"/>
                  <a:ext cx="146" cy="131"/>
                </a:xfrm>
                <a:custGeom>
                  <a:avLst/>
                  <a:gdLst>
                    <a:gd name="T0" fmla="*/ 9 w 146"/>
                    <a:gd name="T1" fmla="*/ 130 h 131"/>
                    <a:gd name="T2" fmla="*/ 0 w 146"/>
                    <a:gd name="T3" fmla="*/ 131 h 131"/>
                    <a:gd name="T4" fmla="*/ 137 w 146"/>
                    <a:gd name="T5" fmla="*/ 1 h 131"/>
                    <a:gd name="T6" fmla="*/ 146 w 146"/>
                    <a:gd name="T7" fmla="*/ 0 h 131"/>
                    <a:gd name="T8" fmla="*/ 9 w 146"/>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1">
                      <a:moveTo>
                        <a:pt x="9" y="130"/>
                      </a:moveTo>
                      <a:lnTo>
                        <a:pt x="0" y="131"/>
                      </a:lnTo>
                      <a:lnTo>
                        <a:pt x="137" y="1"/>
                      </a:lnTo>
                      <a:lnTo>
                        <a:pt x="146" y="0"/>
                      </a:lnTo>
                      <a:lnTo>
                        <a:pt x="9"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20" name="Line 26">
                  <a:extLst>
                    <a:ext uri="{FF2B5EF4-FFF2-40B4-BE49-F238E27FC236}">
                      <a16:creationId xmlns:a16="http://schemas.microsoft.com/office/drawing/2014/main" id="{4E080D21-D2DA-DD89-886E-2CFD0D99599D}"/>
                    </a:ext>
                  </a:extLst>
                </p:cNvPr>
                <p:cNvSpPr>
                  <a:spLocks noChangeShapeType="1"/>
                </p:cNvSpPr>
                <p:nvPr/>
              </p:nvSpPr>
              <p:spPr bwMode="auto">
                <a:xfrm flipV="1">
                  <a:off x="3314" y="1244"/>
                  <a:ext cx="137" cy="130"/>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21" name="Freeform 27">
                  <a:extLst>
                    <a:ext uri="{FF2B5EF4-FFF2-40B4-BE49-F238E27FC236}">
                      <a16:creationId xmlns:a16="http://schemas.microsoft.com/office/drawing/2014/main" id="{7C7EDF76-113F-47F0-E16E-86AC1FEE8665}"/>
                    </a:ext>
                  </a:extLst>
                </p:cNvPr>
                <p:cNvSpPr>
                  <a:spLocks/>
                </p:cNvSpPr>
                <p:nvPr/>
              </p:nvSpPr>
              <p:spPr bwMode="auto">
                <a:xfrm>
                  <a:off x="3309" y="1244"/>
                  <a:ext cx="142" cy="131"/>
                </a:xfrm>
                <a:custGeom>
                  <a:avLst/>
                  <a:gdLst>
                    <a:gd name="T0" fmla="*/ 5 w 142"/>
                    <a:gd name="T1" fmla="*/ 130 h 131"/>
                    <a:gd name="T2" fmla="*/ 0 w 142"/>
                    <a:gd name="T3" fmla="*/ 131 h 131"/>
                    <a:gd name="T4" fmla="*/ 138 w 142"/>
                    <a:gd name="T5" fmla="*/ 1 h 131"/>
                    <a:gd name="T6" fmla="*/ 142 w 142"/>
                    <a:gd name="T7" fmla="*/ 0 h 131"/>
                    <a:gd name="T8" fmla="*/ 5 w 142"/>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1">
                      <a:moveTo>
                        <a:pt x="5" y="130"/>
                      </a:moveTo>
                      <a:lnTo>
                        <a:pt x="0" y="131"/>
                      </a:lnTo>
                      <a:lnTo>
                        <a:pt x="138" y="1"/>
                      </a:lnTo>
                      <a:lnTo>
                        <a:pt x="142" y="0"/>
                      </a:lnTo>
                      <a:lnTo>
                        <a:pt x="5"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22" name="Freeform 28">
                  <a:extLst>
                    <a:ext uri="{FF2B5EF4-FFF2-40B4-BE49-F238E27FC236}">
                      <a16:creationId xmlns:a16="http://schemas.microsoft.com/office/drawing/2014/main" id="{28E7FEA0-14A8-6026-2AEC-85D8AA64EC61}"/>
                    </a:ext>
                  </a:extLst>
                </p:cNvPr>
                <p:cNvSpPr>
                  <a:spLocks/>
                </p:cNvSpPr>
                <p:nvPr/>
              </p:nvSpPr>
              <p:spPr bwMode="auto">
                <a:xfrm>
                  <a:off x="3305" y="1245"/>
                  <a:ext cx="142" cy="130"/>
                </a:xfrm>
                <a:custGeom>
                  <a:avLst/>
                  <a:gdLst>
                    <a:gd name="T0" fmla="*/ 4 w 142"/>
                    <a:gd name="T1" fmla="*/ 130 h 130"/>
                    <a:gd name="T2" fmla="*/ 0 w 142"/>
                    <a:gd name="T3" fmla="*/ 130 h 130"/>
                    <a:gd name="T4" fmla="*/ 137 w 142"/>
                    <a:gd name="T5" fmla="*/ 0 h 130"/>
                    <a:gd name="T6" fmla="*/ 142 w 142"/>
                    <a:gd name="T7" fmla="*/ 0 h 130"/>
                    <a:gd name="T8" fmla="*/ 4 w 142"/>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0">
                      <a:moveTo>
                        <a:pt x="4" y="130"/>
                      </a:moveTo>
                      <a:lnTo>
                        <a:pt x="0" y="130"/>
                      </a:lnTo>
                      <a:lnTo>
                        <a:pt x="137" y="0"/>
                      </a:lnTo>
                      <a:lnTo>
                        <a:pt x="142" y="0"/>
                      </a:lnTo>
                      <a:lnTo>
                        <a:pt x="4" y="130"/>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23" name="Freeform 29">
                  <a:extLst>
                    <a:ext uri="{FF2B5EF4-FFF2-40B4-BE49-F238E27FC236}">
                      <a16:creationId xmlns:a16="http://schemas.microsoft.com/office/drawing/2014/main" id="{32B0B33E-7D10-00EE-E72B-80153F057022}"/>
                    </a:ext>
                  </a:extLst>
                </p:cNvPr>
                <p:cNvSpPr>
                  <a:spLocks/>
                </p:cNvSpPr>
                <p:nvPr/>
              </p:nvSpPr>
              <p:spPr bwMode="auto">
                <a:xfrm>
                  <a:off x="3303" y="1245"/>
                  <a:ext cx="139" cy="133"/>
                </a:xfrm>
                <a:custGeom>
                  <a:avLst/>
                  <a:gdLst>
                    <a:gd name="T0" fmla="*/ 2 w 139"/>
                    <a:gd name="T1" fmla="*/ 130 h 133"/>
                    <a:gd name="T2" fmla="*/ 0 w 139"/>
                    <a:gd name="T3" fmla="*/ 133 h 133"/>
                    <a:gd name="T4" fmla="*/ 137 w 139"/>
                    <a:gd name="T5" fmla="*/ 2 h 133"/>
                    <a:gd name="T6" fmla="*/ 139 w 139"/>
                    <a:gd name="T7" fmla="*/ 0 h 133"/>
                    <a:gd name="T8" fmla="*/ 2 w 139"/>
                    <a:gd name="T9" fmla="*/ 130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3">
                      <a:moveTo>
                        <a:pt x="2" y="130"/>
                      </a:moveTo>
                      <a:lnTo>
                        <a:pt x="0" y="133"/>
                      </a:lnTo>
                      <a:lnTo>
                        <a:pt x="137" y="2"/>
                      </a:lnTo>
                      <a:lnTo>
                        <a:pt x="139" y="0"/>
                      </a:lnTo>
                      <a:lnTo>
                        <a:pt x="2" y="130"/>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24" name="Line 30">
                  <a:extLst>
                    <a:ext uri="{FF2B5EF4-FFF2-40B4-BE49-F238E27FC236}">
                      <a16:creationId xmlns:a16="http://schemas.microsoft.com/office/drawing/2014/main" id="{4E272483-7F8A-BD8E-1BC5-977DDD30BC9F}"/>
                    </a:ext>
                  </a:extLst>
                </p:cNvPr>
                <p:cNvSpPr>
                  <a:spLocks noChangeShapeType="1"/>
                </p:cNvSpPr>
                <p:nvPr/>
              </p:nvSpPr>
              <p:spPr bwMode="auto">
                <a:xfrm flipV="1">
                  <a:off x="3305" y="1245"/>
                  <a:ext cx="137" cy="130"/>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25" name="Freeform 31">
                  <a:extLst>
                    <a:ext uri="{FF2B5EF4-FFF2-40B4-BE49-F238E27FC236}">
                      <a16:creationId xmlns:a16="http://schemas.microsoft.com/office/drawing/2014/main" id="{8CEA48B6-B6F3-D9AB-E4AE-A1AC0400619E}"/>
                    </a:ext>
                  </a:extLst>
                </p:cNvPr>
                <p:cNvSpPr>
                  <a:spLocks/>
                </p:cNvSpPr>
                <p:nvPr/>
              </p:nvSpPr>
              <p:spPr bwMode="auto">
                <a:xfrm>
                  <a:off x="3281" y="1633"/>
                  <a:ext cx="144" cy="137"/>
                </a:xfrm>
                <a:custGeom>
                  <a:avLst/>
                  <a:gdLst>
                    <a:gd name="T0" fmla="*/ 6 w 144"/>
                    <a:gd name="T1" fmla="*/ 130 h 137"/>
                    <a:gd name="T2" fmla="*/ 0 w 144"/>
                    <a:gd name="T3" fmla="*/ 137 h 137"/>
                    <a:gd name="T4" fmla="*/ 137 w 144"/>
                    <a:gd name="T5" fmla="*/ 6 h 137"/>
                    <a:gd name="T6" fmla="*/ 144 w 144"/>
                    <a:gd name="T7" fmla="*/ 0 h 137"/>
                    <a:gd name="T8" fmla="*/ 6 w 144"/>
                    <a:gd name="T9" fmla="*/ 130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7">
                      <a:moveTo>
                        <a:pt x="6" y="130"/>
                      </a:moveTo>
                      <a:lnTo>
                        <a:pt x="0" y="137"/>
                      </a:lnTo>
                      <a:lnTo>
                        <a:pt x="137" y="6"/>
                      </a:lnTo>
                      <a:lnTo>
                        <a:pt x="144" y="0"/>
                      </a:lnTo>
                      <a:lnTo>
                        <a:pt x="6" y="130"/>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26" name="Line 32">
                  <a:extLst>
                    <a:ext uri="{FF2B5EF4-FFF2-40B4-BE49-F238E27FC236}">
                      <a16:creationId xmlns:a16="http://schemas.microsoft.com/office/drawing/2014/main" id="{95C74B53-BF65-6680-DFF0-01F3A9EBF69A}"/>
                    </a:ext>
                  </a:extLst>
                </p:cNvPr>
                <p:cNvSpPr>
                  <a:spLocks noChangeShapeType="1"/>
                </p:cNvSpPr>
                <p:nvPr/>
              </p:nvSpPr>
              <p:spPr bwMode="auto">
                <a:xfrm flipV="1">
                  <a:off x="3287" y="1633"/>
                  <a:ext cx="138" cy="130"/>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27" name="Freeform 33">
                  <a:extLst>
                    <a:ext uri="{FF2B5EF4-FFF2-40B4-BE49-F238E27FC236}">
                      <a16:creationId xmlns:a16="http://schemas.microsoft.com/office/drawing/2014/main" id="{BD0B50F5-6ABB-FD58-AB4D-27ACA0574007}"/>
                    </a:ext>
                  </a:extLst>
                </p:cNvPr>
                <p:cNvSpPr>
                  <a:spLocks/>
                </p:cNvSpPr>
                <p:nvPr/>
              </p:nvSpPr>
              <p:spPr bwMode="auto">
                <a:xfrm>
                  <a:off x="3275" y="1639"/>
                  <a:ext cx="143" cy="134"/>
                </a:xfrm>
                <a:custGeom>
                  <a:avLst/>
                  <a:gdLst>
                    <a:gd name="T0" fmla="*/ 6 w 143"/>
                    <a:gd name="T1" fmla="*/ 131 h 134"/>
                    <a:gd name="T2" fmla="*/ 0 w 143"/>
                    <a:gd name="T3" fmla="*/ 134 h 134"/>
                    <a:gd name="T4" fmla="*/ 137 w 143"/>
                    <a:gd name="T5" fmla="*/ 4 h 134"/>
                    <a:gd name="T6" fmla="*/ 143 w 143"/>
                    <a:gd name="T7" fmla="*/ 0 h 134"/>
                    <a:gd name="T8" fmla="*/ 6 w 143"/>
                    <a:gd name="T9" fmla="*/ 131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4">
                      <a:moveTo>
                        <a:pt x="6" y="131"/>
                      </a:moveTo>
                      <a:lnTo>
                        <a:pt x="0" y="134"/>
                      </a:lnTo>
                      <a:lnTo>
                        <a:pt x="137" y="4"/>
                      </a:lnTo>
                      <a:lnTo>
                        <a:pt x="143" y="0"/>
                      </a:lnTo>
                      <a:lnTo>
                        <a:pt x="6"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28" name="Line 34">
                  <a:extLst>
                    <a:ext uri="{FF2B5EF4-FFF2-40B4-BE49-F238E27FC236}">
                      <a16:creationId xmlns:a16="http://schemas.microsoft.com/office/drawing/2014/main" id="{EC1AC4AA-7056-8150-E7CD-06118A2BE978}"/>
                    </a:ext>
                  </a:extLst>
                </p:cNvPr>
                <p:cNvSpPr>
                  <a:spLocks noChangeShapeType="1"/>
                </p:cNvSpPr>
                <p:nvPr/>
              </p:nvSpPr>
              <p:spPr bwMode="auto">
                <a:xfrm flipV="1">
                  <a:off x="3281" y="1639"/>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29" name="Freeform 35">
                  <a:extLst>
                    <a:ext uri="{FF2B5EF4-FFF2-40B4-BE49-F238E27FC236}">
                      <a16:creationId xmlns:a16="http://schemas.microsoft.com/office/drawing/2014/main" id="{6548C65B-0607-7557-319F-9497B3EE105A}"/>
                    </a:ext>
                  </a:extLst>
                </p:cNvPr>
                <p:cNvSpPr>
                  <a:spLocks/>
                </p:cNvSpPr>
                <p:nvPr/>
              </p:nvSpPr>
              <p:spPr bwMode="auto">
                <a:xfrm>
                  <a:off x="5313" y="1558"/>
                  <a:ext cx="145" cy="215"/>
                </a:xfrm>
                <a:custGeom>
                  <a:avLst/>
                  <a:gdLst>
                    <a:gd name="T0" fmla="*/ 0 w 145"/>
                    <a:gd name="T1" fmla="*/ 215 h 215"/>
                    <a:gd name="T2" fmla="*/ 8 w 145"/>
                    <a:gd name="T3" fmla="*/ 130 h 215"/>
                    <a:gd name="T4" fmla="*/ 145 w 145"/>
                    <a:gd name="T5" fmla="*/ 0 h 215"/>
                    <a:gd name="T6" fmla="*/ 137 w 145"/>
                    <a:gd name="T7" fmla="*/ 85 h 215"/>
                    <a:gd name="T8" fmla="*/ 0 w 145"/>
                    <a:gd name="T9" fmla="*/ 215 h 2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15">
                      <a:moveTo>
                        <a:pt x="0" y="215"/>
                      </a:moveTo>
                      <a:lnTo>
                        <a:pt x="8" y="130"/>
                      </a:lnTo>
                      <a:lnTo>
                        <a:pt x="145" y="0"/>
                      </a:lnTo>
                      <a:lnTo>
                        <a:pt x="137" y="85"/>
                      </a:lnTo>
                      <a:lnTo>
                        <a:pt x="0" y="215"/>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30" name="Line 36">
                  <a:extLst>
                    <a:ext uri="{FF2B5EF4-FFF2-40B4-BE49-F238E27FC236}">
                      <a16:creationId xmlns:a16="http://schemas.microsoft.com/office/drawing/2014/main" id="{1995ECD7-FC48-1252-E98B-AEE0F5B987DC}"/>
                    </a:ext>
                  </a:extLst>
                </p:cNvPr>
                <p:cNvSpPr>
                  <a:spLocks noChangeShapeType="1"/>
                </p:cNvSpPr>
                <p:nvPr/>
              </p:nvSpPr>
              <p:spPr bwMode="auto">
                <a:xfrm flipV="1">
                  <a:off x="5313" y="1643"/>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31" name="Freeform 37">
                  <a:extLst>
                    <a:ext uri="{FF2B5EF4-FFF2-40B4-BE49-F238E27FC236}">
                      <a16:creationId xmlns:a16="http://schemas.microsoft.com/office/drawing/2014/main" id="{3B036B0D-24D0-3199-9D38-FCB59B850DD7}"/>
                    </a:ext>
                  </a:extLst>
                </p:cNvPr>
                <p:cNvSpPr>
                  <a:spLocks/>
                </p:cNvSpPr>
                <p:nvPr/>
              </p:nvSpPr>
              <p:spPr bwMode="auto">
                <a:xfrm>
                  <a:off x="5316" y="1539"/>
                  <a:ext cx="142" cy="149"/>
                </a:xfrm>
                <a:custGeom>
                  <a:avLst/>
                  <a:gdLst>
                    <a:gd name="T0" fmla="*/ 5 w 142"/>
                    <a:gd name="T1" fmla="*/ 149 h 149"/>
                    <a:gd name="T2" fmla="*/ 0 w 142"/>
                    <a:gd name="T3" fmla="*/ 131 h 149"/>
                    <a:gd name="T4" fmla="*/ 137 w 142"/>
                    <a:gd name="T5" fmla="*/ 0 h 149"/>
                    <a:gd name="T6" fmla="*/ 142 w 142"/>
                    <a:gd name="T7" fmla="*/ 19 h 149"/>
                    <a:gd name="T8" fmla="*/ 5 w 142"/>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49">
                      <a:moveTo>
                        <a:pt x="5" y="149"/>
                      </a:moveTo>
                      <a:lnTo>
                        <a:pt x="0" y="131"/>
                      </a:lnTo>
                      <a:lnTo>
                        <a:pt x="137" y="0"/>
                      </a:lnTo>
                      <a:lnTo>
                        <a:pt x="142" y="19"/>
                      </a:lnTo>
                      <a:lnTo>
                        <a:pt x="5" y="149"/>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32" name="Line 38">
                  <a:extLst>
                    <a:ext uri="{FF2B5EF4-FFF2-40B4-BE49-F238E27FC236}">
                      <a16:creationId xmlns:a16="http://schemas.microsoft.com/office/drawing/2014/main" id="{5F37A6EE-7B0E-BD4B-EFF8-47E23618189C}"/>
                    </a:ext>
                  </a:extLst>
                </p:cNvPr>
                <p:cNvSpPr>
                  <a:spLocks noChangeShapeType="1"/>
                </p:cNvSpPr>
                <p:nvPr/>
              </p:nvSpPr>
              <p:spPr bwMode="auto">
                <a:xfrm flipV="1">
                  <a:off x="5321" y="1558"/>
                  <a:ext cx="137" cy="13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33" name="Freeform 39">
                  <a:extLst>
                    <a:ext uri="{FF2B5EF4-FFF2-40B4-BE49-F238E27FC236}">
                      <a16:creationId xmlns:a16="http://schemas.microsoft.com/office/drawing/2014/main" id="{A4DEF42C-959E-B786-DF44-11D89685576A}"/>
                    </a:ext>
                  </a:extLst>
                </p:cNvPr>
                <p:cNvSpPr>
                  <a:spLocks/>
                </p:cNvSpPr>
                <p:nvPr/>
              </p:nvSpPr>
              <p:spPr bwMode="auto">
                <a:xfrm>
                  <a:off x="5311" y="1519"/>
                  <a:ext cx="142" cy="151"/>
                </a:xfrm>
                <a:custGeom>
                  <a:avLst/>
                  <a:gdLst>
                    <a:gd name="T0" fmla="*/ 5 w 142"/>
                    <a:gd name="T1" fmla="*/ 151 h 151"/>
                    <a:gd name="T2" fmla="*/ 0 w 142"/>
                    <a:gd name="T3" fmla="*/ 132 h 151"/>
                    <a:gd name="T4" fmla="*/ 137 w 142"/>
                    <a:gd name="T5" fmla="*/ 0 h 151"/>
                    <a:gd name="T6" fmla="*/ 142 w 142"/>
                    <a:gd name="T7" fmla="*/ 20 h 151"/>
                    <a:gd name="T8" fmla="*/ 5 w 142"/>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51">
                      <a:moveTo>
                        <a:pt x="5" y="151"/>
                      </a:moveTo>
                      <a:lnTo>
                        <a:pt x="0" y="132"/>
                      </a:lnTo>
                      <a:lnTo>
                        <a:pt x="137" y="0"/>
                      </a:lnTo>
                      <a:lnTo>
                        <a:pt x="142" y="20"/>
                      </a:lnTo>
                      <a:lnTo>
                        <a:pt x="5" y="151"/>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34" name="Line 40">
                  <a:extLst>
                    <a:ext uri="{FF2B5EF4-FFF2-40B4-BE49-F238E27FC236}">
                      <a16:creationId xmlns:a16="http://schemas.microsoft.com/office/drawing/2014/main" id="{5E0E4B1C-9FB8-7468-A8FF-9204E3FEB53A}"/>
                    </a:ext>
                  </a:extLst>
                </p:cNvPr>
                <p:cNvSpPr>
                  <a:spLocks noChangeShapeType="1"/>
                </p:cNvSpPr>
                <p:nvPr/>
              </p:nvSpPr>
              <p:spPr bwMode="auto">
                <a:xfrm flipV="1">
                  <a:off x="5316" y="1539"/>
                  <a:ext cx="137" cy="131"/>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35" name="Freeform 41">
                  <a:extLst>
                    <a:ext uri="{FF2B5EF4-FFF2-40B4-BE49-F238E27FC236}">
                      <a16:creationId xmlns:a16="http://schemas.microsoft.com/office/drawing/2014/main" id="{0784E499-3361-5B25-B701-BA5CDA6A4AF6}"/>
                    </a:ext>
                  </a:extLst>
                </p:cNvPr>
                <p:cNvSpPr>
                  <a:spLocks/>
                </p:cNvSpPr>
                <p:nvPr/>
              </p:nvSpPr>
              <p:spPr bwMode="auto">
                <a:xfrm>
                  <a:off x="5307" y="1501"/>
                  <a:ext cx="141" cy="150"/>
                </a:xfrm>
                <a:custGeom>
                  <a:avLst/>
                  <a:gdLst>
                    <a:gd name="T0" fmla="*/ 4 w 141"/>
                    <a:gd name="T1" fmla="*/ 150 h 150"/>
                    <a:gd name="T2" fmla="*/ 0 w 141"/>
                    <a:gd name="T3" fmla="*/ 131 h 150"/>
                    <a:gd name="T4" fmla="*/ 137 w 141"/>
                    <a:gd name="T5" fmla="*/ 0 h 150"/>
                    <a:gd name="T6" fmla="*/ 141 w 141"/>
                    <a:gd name="T7" fmla="*/ 18 h 150"/>
                    <a:gd name="T8" fmla="*/ 4 w 141"/>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50">
                      <a:moveTo>
                        <a:pt x="4" y="150"/>
                      </a:moveTo>
                      <a:lnTo>
                        <a:pt x="0" y="131"/>
                      </a:lnTo>
                      <a:lnTo>
                        <a:pt x="137" y="0"/>
                      </a:lnTo>
                      <a:lnTo>
                        <a:pt x="141" y="18"/>
                      </a:lnTo>
                      <a:lnTo>
                        <a:pt x="4" y="150"/>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36" name="Line 42">
                  <a:extLst>
                    <a:ext uri="{FF2B5EF4-FFF2-40B4-BE49-F238E27FC236}">
                      <a16:creationId xmlns:a16="http://schemas.microsoft.com/office/drawing/2014/main" id="{EA0DF73C-CCDC-F237-1E9A-D337BBBB9BD4}"/>
                    </a:ext>
                  </a:extLst>
                </p:cNvPr>
                <p:cNvSpPr>
                  <a:spLocks noChangeShapeType="1"/>
                </p:cNvSpPr>
                <p:nvPr/>
              </p:nvSpPr>
              <p:spPr bwMode="auto">
                <a:xfrm flipV="1">
                  <a:off x="5311" y="1519"/>
                  <a:ext cx="137" cy="132"/>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37" name="Freeform 43">
                  <a:extLst>
                    <a:ext uri="{FF2B5EF4-FFF2-40B4-BE49-F238E27FC236}">
                      <a16:creationId xmlns:a16="http://schemas.microsoft.com/office/drawing/2014/main" id="{3297A07C-8703-6DDF-AB11-926DC524E218}"/>
                    </a:ext>
                  </a:extLst>
                </p:cNvPr>
                <p:cNvSpPr>
                  <a:spLocks/>
                </p:cNvSpPr>
                <p:nvPr/>
              </p:nvSpPr>
              <p:spPr bwMode="auto">
                <a:xfrm>
                  <a:off x="5304" y="1481"/>
                  <a:ext cx="140" cy="151"/>
                </a:xfrm>
                <a:custGeom>
                  <a:avLst/>
                  <a:gdLst>
                    <a:gd name="T0" fmla="*/ 3 w 140"/>
                    <a:gd name="T1" fmla="*/ 151 h 151"/>
                    <a:gd name="T2" fmla="*/ 0 w 140"/>
                    <a:gd name="T3" fmla="*/ 131 h 151"/>
                    <a:gd name="T4" fmla="*/ 137 w 140"/>
                    <a:gd name="T5" fmla="*/ 0 h 151"/>
                    <a:gd name="T6" fmla="*/ 140 w 140"/>
                    <a:gd name="T7" fmla="*/ 20 h 151"/>
                    <a:gd name="T8" fmla="*/ 3 w 140"/>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1">
                      <a:moveTo>
                        <a:pt x="3" y="151"/>
                      </a:moveTo>
                      <a:lnTo>
                        <a:pt x="0" y="131"/>
                      </a:lnTo>
                      <a:lnTo>
                        <a:pt x="137" y="0"/>
                      </a:lnTo>
                      <a:lnTo>
                        <a:pt x="140" y="20"/>
                      </a:lnTo>
                      <a:lnTo>
                        <a:pt x="3" y="15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38" name="Line 44">
                  <a:extLst>
                    <a:ext uri="{FF2B5EF4-FFF2-40B4-BE49-F238E27FC236}">
                      <a16:creationId xmlns:a16="http://schemas.microsoft.com/office/drawing/2014/main" id="{7B5FE49B-410A-A9A2-97F2-E3DCB1032037}"/>
                    </a:ext>
                  </a:extLst>
                </p:cNvPr>
                <p:cNvSpPr>
                  <a:spLocks noChangeShapeType="1"/>
                </p:cNvSpPr>
                <p:nvPr/>
              </p:nvSpPr>
              <p:spPr bwMode="auto">
                <a:xfrm flipV="1">
                  <a:off x="5307" y="150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39" name="Freeform 45">
                  <a:extLst>
                    <a:ext uri="{FF2B5EF4-FFF2-40B4-BE49-F238E27FC236}">
                      <a16:creationId xmlns:a16="http://schemas.microsoft.com/office/drawing/2014/main" id="{FA6E7651-6381-5906-581C-EAF9B5A27D5C}"/>
                    </a:ext>
                  </a:extLst>
                </p:cNvPr>
                <p:cNvSpPr>
                  <a:spLocks/>
                </p:cNvSpPr>
                <p:nvPr/>
              </p:nvSpPr>
              <p:spPr bwMode="auto">
                <a:xfrm>
                  <a:off x="5302" y="1442"/>
                  <a:ext cx="139" cy="170"/>
                </a:xfrm>
                <a:custGeom>
                  <a:avLst/>
                  <a:gdLst>
                    <a:gd name="T0" fmla="*/ 2 w 139"/>
                    <a:gd name="T1" fmla="*/ 170 h 170"/>
                    <a:gd name="T2" fmla="*/ 0 w 139"/>
                    <a:gd name="T3" fmla="*/ 130 h 170"/>
                    <a:gd name="T4" fmla="*/ 137 w 139"/>
                    <a:gd name="T5" fmla="*/ 0 h 170"/>
                    <a:gd name="T6" fmla="*/ 139 w 139"/>
                    <a:gd name="T7" fmla="*/ 39 h 170"/>
                    <a:gd name="T8" fmla="*/ 2 w 139"/>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0">
                      <a:moveTo>
                        <a:pt x="2" y="170"/>
                      </a:moveTo>
                      <a:lnTo>
                        <a:pt x="0" y="130"/>
                      </a:lnTo>
                      <a:lnTo>
                        <a:pt x="137" y="0"/>
                      </a:lnTo>
                      <a:lnTo>
                        <a:pt x="139" y="39"/>
                      </a:lnTo>
                      <a:lnTo>
                        <a:pt x="2"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40" name="Line 46">
                  <a:extLst>
                    <a:ext uri="{FF2B5EF4-FFF2-40B4-BE49-F238E27FC236}">
                      <a16:creationId xmlns:a16="http://schemas.microsoft.com/office/drawing/2014/main" id="{1E87DFF6-09D4-BF79-9C7D-40C1A663759D}"/>
                    </a:ext>
                  </a:extLst>
                </p:cNvPr>
                <p:cNvSpPr>
                  <a:spLocks noChangeShapeType="1"/>
                </p:cNvSpPr>
                <p:nvPr/>
              </p:nvSpPr>
              <p:spPr bwMode="auto">
                <a:xfrm flipV="1">
                  <a:off x="5304" y="148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41" name="Freeform 47">
                  <a:extLst>
                    <a:ext uri="{FF2B5EF4-FFF2-40B4-BE49-F238E27FC236}">
                      <a16:creationId xmlns:a16="http://schemas.microsoft.com/office/drawing/2014/main" id="{308BB214-9EBA-408E-6974-73EF19EA0D92}"/>
                    </a:ext>
                  </a:extLst>
                </p:cNvPr>
                <p:cNvSpPr>
                  <a:spLocks/>
                </p:cNvSpPr>
                <p:nvPr/>
              </p:nvSpPr>
              <p:spPr bwMode="auto">
                <a:xfrm>
                  <a:off x="5302" y="1401"/>
                  <a:ext cx="137" cy="171"/>
                </a:xfrm>
                <a:custGeom>
                  <a:avLst/>
                  <a:gdLst>
                    <a:gd name="T0" fmla="*/ 0 w 137"/>
                    <a:gd name="T1" fmla="*/ 171 h 171"/>
                    <a:gd name="T2" fmla="*/ 0 w 137"/>
                    <a:gd name="T3" fmla="*/ 131 h 171"/>
                    <a:gd name="T4" fmla="*/ 137 w 137"/>
                    <a:gd name="T5" fmla="*/ 0 h 171"/>
                    <a:gd name="T6" fmla="*/ 137 w 137"/>
                    <a:gd name="T7" fmla="*/ 41 h 171"/>
                    <a:gd name="T8" fmla="*/ 0 w 137"/>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71">
                      <a:moveTo>
                        <a:pt x="0" y="171"/>
                      </a:moveTo>
                      <a:lnTo>
                        <a:pt x="0" y="131"/>
                      </a:lnTo>
                      <a:lnTo>
                        <a:pt x="137" y="0"/>
                      </a:lnTo>
                      <a:lnTo>
                        <a:pt x="137" y="41"/>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42" name="Line 48">
                  <a:extLst>
                    <a:ext uri="{FF2B5EF4-FFF2-40B4-BE49-F238E27FC236}">
                      <a16:creationId xmlns:a16="http://schemas.microsoft.com/office/drawing/2014/main" id="{161FB771-9482-A735-E302-AED89EE6F90C}"/>
                    </a:ext>
                  </a:extLst>
                </p:cNvPr>
                <p:cNvSpPr>
                  <a:spLocks noChangeShapeType="1"/>
                </p:cNvSpPr>
                <p:nvPr/>
              </p:nvSpPr>
              <p:spPr bwMode="auto">
                <a:xfrm flipV="1">
                  <a:off x="5302" y="1442"/>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43" name="Freeform 49">
                  <a:extLst>
                    <a:ext uri="{FF2B5EF4-FFF2-40B4-BE49-F238E27FC236}">
                      <a16:creationId xmlns:a16="http://schemas.microsoft.com/office/drawing/2014/main" id="{2E31A23D-559B-48DB-D849-BBBE6242E0EC}"/>
                    </a:ext>
                  </a:extLst>
                </p:cNvPr>
                <p:cNvSpPr>
                  <a:spLocks/>
                </p:cNvSpPr>
                <p:nvPr/>
              </p:nvSpPr>
              <p:spPr bwMode="auto">
                <a:xfrm>
                  <a:off x="5302" y="1361"/>
                  <a:ext cx="139" cy="171"/>
                </a:xfrm>
                <a:custGeom>
                  <a:avLst/>
                  <a:gdLst>
                    <a:gd name="T0" fmla="*/ 0 w 139"/>
                    <a:gd name="T1" fmla="*/ 171 h 171"/>
                    <a:gd name="T2" fmla="*/ 2 w 139"/>
                    <a:gd name="T3" fmla="*/ 130 h 171"/>
                    <a:gd name="T4" fmla="*/ 139 w 139"/>
                    <a:gd name="T5" fmla="*/ 0 h 171"/>
                    <a:gd name="T6" fmla="*/ 137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2" y="130"/>
                      </a:lnTo>
                      <a:lnTo>
                        <a:pt x="139" y="0"/>
                      </a:lnTo>
                      <a:lnTo>
                        <a:pt x="137"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44" name="Line 50">
                  <a:extLst>
                    <a:ext uri="{FF2B5EF4-FFF2-40B4-BE49-F238E27FC236}">
                      <a16:creationId xmlns:a16="http://schemas.microsoft.com/office/drawing/2014/main" id="{F69ACDAA-6A2B-C699-50BC-CFECA2A0AF44}"/>
                    </a:ext>
                  </a:extLst>
                </p:cNvPr>
                <p:cNvSpPr>
                  <a:spLocks noChangeShapeType="1"/>
                </p:cNvSpPr>
                <p:nvPr/>
              </p:nvSpPr>
              <p:spPr bwMode="auto">
                <a:xfrm flipV="1">
                  <a:off x="5302" y="140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45" name="Freeform 51">
                  <a:extLst>
                    <a:ext uri="{FF2B5EF4-FFF2-40B4-BE49-F238E27FC236}">
                      <a16:creationId xmlns:a16="http://schemas.microsoft.com/office/drawing/2014/main" id="{A359AAE6-E7C0-9A17-EB9D-AC4DB93CC83B}"/>
                    </a:ext>
                  </a:extLst>
                </p:cNvPr>
                <p:cNvSpPr>
                  <a:spLocks/>
                </p:cNvSpPr>
                <p:nvPr/>
              </p:nvSpPr>
              <p:spPr bwMode="auto">
                <a:xfrm>
                  <a:off x="5304" y="1321"/>
                  <a:ext cx="140" cy="170"/>
                </a:xfrm>
                <a:custGeom>
                  <a:avLst/>
                  <a:gdLst>
                    <a:gd name="T0" fmla="*/ 0 w 140"/>
                    <a:gd name="T1" fmla="*/ 170 h 170"/>
                    <a:gd name="T2" fmla="*/ 3 w 140"/>
                    <a:gd name="T3" fmla="*/ 131 h 170"/>
                    <a:gd name="T4" fmla="*/ 140 w 140"/>
                    <a:gd name="T5" fmla="*/ 0 h 170"/>
                    <a:gd name="T6" fmla="*/ 137 w 140"/>
                    <a:gd name="T7" fmla="*/ 40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3" y="131"/>
                      </a:lnTo>
                      <a:lnTo>
                        <a:pt x="140" y="0"/>
                      </a:lnTo>
                      <a:lnTo>
                        <a:pt x="137" y="40"/>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46" name="Line 52">
                  <a:extLst>
                    <a:ext uri="{FF2B5EF4-FFF2-40B4-BE49-F238E27FC236}">
                      <a16:creationId xmlns:a16="http://schemas.microsoft.com/office/drawing/2014/main" id="{DCA0CE56-BE47-9460-5954-5ECFDE1739E3}"/>
                    </a:ext>
                  </a:extLst>
                </p:cNvPr>
                <p:cNvSpPr>
                  <a:spLocks noChangeShapeType="1"/>
                </p:cNvSpPr>
                <p:nvPr/>
              </p:nvSpPr>
              <p:spPr bwMode="auto">
                <a:xfrm flipV="1">
                  <a:off x="5304" y="1361"/>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47" name="Freeform 53">
                  <a:extLst>
                    <a:ext uri="{FF2B5EF4-FFF2-40B4-BE49-F238E27FC236}">
                      <a16:creationId xmlns:a16="http://schemas.microsoft.com/office/drawing/2014/main" id="{781E7517-8F4B-99E8-301B-4F0E8A84FF10}"/>
                    </a:ext>
                  </a:extLst>
                </p:cNvPr>
                <p:cNvSpPr>
                  <a:spLocks/>
                </p:cNvSpPr>
                <p:nvPr/>
              </p:nvSpPr>
              <p:spPr bwMode="auto">
                <a:xfrm>
                  <a:off x="5307" y="1242"/>
                  <a:ext cx="143" cy="210"/>
                </a:xfrm>
                <a:custGeom>
                  <a:avLst/>
                  <a:gdLst>
                    <a:gd name="T0" fmla="*/ 0 w 143"/>
                    <a:gd name="T1" fmla="*/ 210 h 210"/>
                    <a:gd name="T2" fmla="*/ 6 w 143"/>
                    <a:gd name="T3" fmla="*/ 131 h 210"/>
                    <a:gd name="T4" fmla="*/ 143 w 143"/>
                    <a:gd name="T5" fmla="*/ 0 h 210"/>
                    <a:gd name="T6" fmla="*/ 137 w 143"/>
                    <a:gd name="T7" fmla="*/ 79 h 210"/>
                    <a:gd name="T8" fmla="*/ 0 w 143"/>
                    <a:gd name="T9" fmla="*/ 21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10">
                      <a:moveTo>
                        <a:pt x="0" y="210"/>
                      </a:moveTo>
                      <a:lnTo>
                        <a:pt x="6" y="131"/>
                      </a:lnTo>
                      <a:lnTo>
                        <a:pt x="143" y="0"/>
                      </a:lnTo>
                      <a:lnTo>
                        <a:pt x="137" y="79"/>
                      </a:lnTo>
                      <a:lnTo>
                        <a:pt x="0" y="21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48" name="Line 54">
                  <a:extLst>
                    <a:ext uri="{FF2B5EF4-FFF2-40B4-BE49-F238E27FC236}">
                      <a16:creationId xmlns:a16="http://schemas.microsoft.com/office/drawing/2014/main" id="{143F9134-7784-D4E7-3BEC-405DC18AD983}"/>
                    </a:ext>
                  </a:extLst>
                </p:cNvPr>
                <p:cNvSpPr>
                  <a:spLocks noChangeShapeType="1"/>
                </p:cNvSpPr>
                <p:nvPr/>
              </p:nvSpPr>
              <p:spPr bwMode="auto">
                <a:xfrm flipV="1">
                  <a:off x="5307" y="132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49" name="Freeform 55">
                  <a:extLst>
                    <a:ext uri="{FF2B5EF4-FFF2-40B4-BE49-F238E27FC236}">
                      <a16:creationId xmlns:a16="http://schemas.microsoft.com/office/drawing/2014/main" id="{07E7DB00-1382-A046-F937-89EBB2126B4F}"/>
                    </a:ext>
                  </a:extLst>
                </p:cNvPr>
                <p:cNvSpPr>
                  <a:spLocks/>
                </p:cNvSpPr>
                <p:nvPr/>
              </p:nvSpPr>
              <p:spPr bwMode="auto">
                <a:xfrm>
                  <a:off x="3332" y="1242"/>
                  <a:ext cx="2118" cy="131"/>
                </a:xfrm>
                <a:custGeom>
                  <a:avLst/>
                  <a:gdLst>
                    <a:gd name="T0" fmla="*/ 1981 w 2118"/>
                    <a:gd name="T1" fmla="*/ 131 h 131"/>
                    <a:gd name="T2" fmla="*/ 0 w 2118"/>
                    <a:gd name="T3" fmla="*/ 131 h 131"/>
                    <a:gd name="T4" fmla="*/ 137 w 2118"/>
                    <a:gd name="T5" fmla="*/ 0 h 131"/>
                    <a:gd name="T6" fmla="*/ 2118 w 2118"/>
                    <a:gd name="T7" fmla="*/ 0 h 131"/>
                    <a:gd name="T8" fmla="*/ 1981 w 211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1">
                      <a:moveTo>
                        <a:pt x="1981" y="131"/>
                      </a:moveTo>
                      <a:lnTo>
                        <a:pt x="0" y="131"/>
                      </a:lnTo>
                      <a:lnTo>
                        <a:pt x="137" y="0"/>
                      </a:lnTo>
                      <a:lnTo>
                        <a:pt x="2118" y="0"/>
                      </a:lnTo>
                      <a:lnTo>
                        <a:pt x="1981"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50" name="Line 56">
                  <a:extLst>
                    <a:ext uri="{FF2B5EF4-FFF2-40B4-BE49-F238E27FC236}">
                      <a16:creationId xmlns:a16="http://schemas.microsoft.com/office/drawing/2014/main" id="{B18C7A8B-DC99-359E-7240-846D9A3AF849}"/>
                    </a:ext>
                  </a:extLst>
                </p:cNvPr>
                <p:cNvSpPr>
                  <a:spLocks noChangeShapeType="1"/>
                </p:cNvSpPr>
                <p:nvPr/>
              </p:nvSpPr>
              <p:spPr bwMode="auto">
                <a:xfrm flipV="1">
                  <a:off x="5313" y="1242"/>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1" name="Freeform 57">
                  <a:extLst>
                    <a:ext uri="{FF2B5EF4-FFF2-40B4-BE49-F238E27FC236}">
                      <a16:creationId xmlns:a16="http://schemas.microsoft.com/office/drawing/2014/main" id="{22236E64-5FA5-3F16-E985-9BAB2C40D613}"/>
                    </a:ext>
                  </a:extLst>
                </p:cNvPr>
                <p:cNvSpPr>
                  <a:spLocks/>
                </p:cNvSpPr>
                <p:nvPr/>
              </p:nvSpPr>
              <p:spPr bwMode="auto">
                <a:xfrm>
                  <a:off x="3274" y="1373"/>
                  <a:ext cx="2047" cy="406"/>
                </a:xfrm>
                <a:custGeom>
                  <a:avLst/>
                  <a:gdLst>
                    <a:gd name="T0" fmla="*/ 49 w 2047"/>
                    <a:gd name="T1" fmla="*/ 1 h 406"/>
                    <a:gd name="T2" fmla="*/ 31 w 2047"/>
                    <a:gd name="T3" fmla="*/ 2 h 406"/>
                    <a:gd name="T4" fmla="*/ 26 w 2047"/>
                    <a:gd name="T5" fmla="*/ 7 h 406"/>
                    <a:gd name="T6" fmla="*/ 21 w 2047"/>
                    <a:gd name="T7" fmla="*/ 20 h 406"/>
                    <a:gd name="T8" fmla="*/ 18 w 2047"/>
                    <a:gd name="T9" fmla="*/ 47 h 406"/>
                    <a:gd name="T10" fmla="*/ 13 w 2047"/>
                    <a:gd name="T11" fmla="*/ 92 h 406"/>
                    <a:gd name="T12" fmla="*/ 7 w 2047"/>
                    <a:gd name="T13" fmla="*/ 151 h 406"/>
                    <a:gd name="T14" fmla="*/ 5 w 2047"/>
                    <a:gd name="T15" fmla="*/ 209 h 406"/>
                    <a:gd name="T16" fmla="*/ 9 w 2047"/>
                    <a:gd name="T17" fmla="*/ 299 h 406"/>
                    <a:gd name="T18" fmla="*/ 21 w 2047"/>
                    <a:gd name="T19" fmla="*/ 335 h 406"/>
                    <a:gd name="T20" fmla="*/ 26 w 2047"/>
                    <a:gd name="T21" fmla="*/ 362 h 406"/>
                    <a:gd name="T22" fmla="*/ 23 w 2047"/>
                    <a:gd name="T23" fmla="*/ 376 h 406"/>
                    <a:gd name="T24" fmla="*/ 14 w 2047"/>
                    <a:gd name="T25" fmla="*/ 390 h 406"/>
                    <a:gd name="T26" fmla="*/ 1 w 2047"/>
                    <a:gd name="T27" fmla="*/ 400 h 406"/>
                    <a:gd name="T28" fmla="*/ 5 w 2047"/>
                    <a:gd name="T29" fmla="*/ 400 h 406"/>
                    <a:gd name="T30" fmla="*/ 101 w 2047"/>
                    <a:gd name="T31" fmla="*/ 393 h 406"/>
                    <a:gd name="T32" fmla="*/ 179 w 2047"/>
                    <a:gd name="T33" fmla="*/ 390 h 406"/>
                    <a:gd name="T34" fmla="*/ 258 w 2047"/>
                    <a:gd name="T35" fmla="*/ 381 h 406"/>
                    <a:gd name="T36" fmla="*/ 303 w 2047"/>
                    <a:gd name="T37" fmla="*/ 372 h 406"/>
                    <a:gd name="T38" fmla="*/ 383 w 2047"/>
                    <a:gd name="T39" fmla="*/ 366 h 406"/>
                    <a:gd name="T40" fmla="*/ 559 w 2047"/>
                    <a:gd name="T41" fmla="*/ 361 h 406"/>
                    <a:gd name="T42" fmla="*/ 591 w 2047"/>
                    <a:gd name="T43" fmla="*/ 368 h 406"/>
                    <a:gd name="T44" fmla="*/ 657 w 2047"/>
                    <a:gd name="T45" fmla="*/ 387 h 406"/>
                    <a:gd name="T46" fmla="*/ 688 w 2047"/>
                    <a:gd name="T47" fmla="*/ 392 h 406"/>
                    <a:gd name="T48" fmla="*/ 831 w 2047"/>
                    <a:gd name="T49" fmla="*/ 402 h 406"/>
                    <a:gd name="T50" fmla="*/ 917 w 2047"/>
                    <a:gd name="T51" fmla="*/ 406 h 406"/>
                    <a:gd name="T52" fmla="*/ 965 w 2047"/>
                    <a:gd name="T53" fmla="*/ 399 h 406"/>
                    <a:gd name="T54" fmla="*/ 1234 w 2047"/>
                    <a:gd name="T55" fmla="*/ 389 h 406"/>
                    <a:gd name="T56" fmla="*/ 1465 w 2047"/>
                    <a:gd name="T57" fmla="*/ 384 h 406"/>
                    <a:gd name="T58" fmla="*/ 1510 w 2047"/>
                    <a:gd name="T59" fmla="*/ 379 h 406"/>
                    <a:gd name="T60" fmla="*/ 1576 w 2047"/>
                    <a:gd name="T61" fmla="*/ 371 h 406"/>
                    <a:gd name="T62" fmla="*/ 1620 w 2047"/>
                    <a:gd name="T63" fmla="*/ 372 h 406"/>
                    <a:gd name="T64" fmla="*/ 1643 w 2047"/>
                    <a:gd name="T65" fmla="*/ 377 h 406"/>
                    <a:gd name="T66" fmla="*/ 1784 w 2047"/>
                    <a:gd name="T67" fmla="*/ 393 h 406"/>
                    <a:gd name="T68" fmla="*/ 1967 w 2047"/>
                    <a:gd name="T69" fmla="*/ 400 h 406"/>
                    <a:gd name="T70" fmla="*/ 2000 w 2047"/>
                    <a:gd name="T71" fmla="*/ 387 h 406"/>
                    <a:gd name="T72" fmla="*/ 2015 w 2047"/>
                    <a:gd name="T73" fmla="*/ 384 h 406"/>
                    <a:gd name="T74" fmla="*/ 2021 w 2047"/>
                    <a:gd name="T75" fmla="*/ 386 h 406"/>
                    <a:gd name="T76" fmla="*/ 2033 w 2047"/>
                    <a:gd name="T77" fmla="*/ 395 h 406"/>
                    <a:gd name="T78" fmla="*/ 2047 w 2047"/>
                    <a:gd name="T79" fmla="*/ 315 h 406"/>
                    <a:gd name="T80" fmla="*/ 2037 w 2047"/>
                    <a:gd name="T81" fmla="*/ 278 h 406"/>
                    <a:gd name="T82" fmla="*/ 2030 w 2047"/>
                    <a:gd name="T83" fmla="*/ 239 h 406"/>
                    <a:gd name="T84" fmla="*/ 2028 w 2047"/>
                    <a:gd name="T85" fmla="*/ 159 h 406"/>
                    <a:gd name="T86" fmla="*/ 2033 w 2047"/>
                    <a:gd name="T87" fmla="*/ 79 h 406"/>
                    <a:gd name="T88" fmla="*/ 58 w 2047"/>
                    <a:gd name="T89" fmla="*/ 0 h 4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6">
                      <a:moveTo>
                        <a:pt x="58" y="0"/>
                      </a:moveTo>
                      <a:lnTo>
                        <a:pt x="49" y="1"/>
                      </a:lnTo>
                      <a:lnTo>
                        <a:pt x="40" y="1"/>
                      </a:lnTo>
                      <a:lnTo>
                        <a:pt x="31" y="2"/>
                      </a:lnTo>
                      <a:lnTo>
                        <a:pt x="29" y="5"/>
                      </a:lnTo>
                      <a:lnTo>
                        <a:pt x="26" y="7"/>
                      </a:lnTo>
                      <a:lnTo>
                        <a:pt x="22" y="13"/>
                      </a:lnTo>
                      <a:lnTo>
                        <a:pt x="21" y="20"/>
                      </a:lnTo>
                      <a:lnTo>
                        <a:pt x="18" y="33"/>
                      </a:lnTo>
                      <a:lnTo>
                        <a:pt x="18" y="47"/>
                      </a:lnTo>
                      <a:lnTo>
                        <a:pt x="17" y="61"/>
                      </a:lnTo>
                      <a:lnTo>
                        <a:pt x="13" y="92"/>
                      </a:lnTo>
                      <a:lnTo>
                        <a:pt x="9" y="122"/>
                      </a:lnTo>
                      <a:lnTo>
                        <a:pt x="7" y="151"/>
                      </a:lnTo>
                      <a:lnTo>
                        <a:pt x="5" y="180"/>
                      </a:lnTo>
                      <a:lnTo>
                        <a:pt x="5" y="209"/>
                      </a:lnTo>
                      <a:lnTo>
                        <a:pt x="7" y="238"/>
                      </a:lnTo>
                      <a:lnTo>
                        <a:pt x="9" y="299"/>
                      </a:lnTo>
                      <a:lnTo>
                        <a:pt x="16" y="317"/>
                      </a:lnTo>
                      <a:lnTo>
                        <a:pt x="21" y="335"/>
                      </a:lnTo>
                      <a:lnTo>
                        <a:pt x="26" y="353"/>
                      </a:lnTo>
                      <a:lnTo>
                        <a:pt x="26" y="362"/>
                      </a:lnTo>
                      <a:lnTo>
                        <a:pt x="26" y="370"/>
                      </a:lnTo>
                      <a:lnTo>
                        <a:pt x="23" y="376"/>
                      </a:lnTo>
                      <a:lnTo>
                        <a:pt x="21" y="382"/>
                      </a:lnTo>
                      <a:lnTo>
                        <a:pt x="14" y="390"/>
                      </a:lnTo>
                      <a:lnTo>
                        <a:pt x="7" y="397"/>
                      </a:lnTo>
                      <a:lnTo>
                        <a:pt x="1" y="400"/>
                      </a:lnTo>
                      <a:lnTo>
                        <a:pt x="0" y="402"/>
                      </a:lnTo>
                      <a:lnTo>
                        <a:pt x="5" y="400"/>
                      </a:lnTo>
                      <a:lnTo>
                        <a:pt x="41" y="392"/>
                      </a:lnTo>
                      <a:lnTo>
                        <a:pt x="101" y="393"/>
                      </a:lnTo>
                      <a:lnTo>
                        <a:pt x="141" y="393"/>
                      </a:lnTo>
                      <a:lnTo>
                        <a:pt x="179" y="390"/>
                      </a:lnTo>
                      <a:lnTo>
                        <a:pt x="236" y="384"/>
                      </a:lnTo>
                      <a:lnTo>
                        <a:pt x="258" y="381"/>
                      </a:lnTo>
                      <a:lnTo>
                        <a:pt x="280" y="376"/>
                      </a:lnTo>
                      <a:lnTo>
                        <a:pt x="303" y="372"/>
                      </a:lnTo>
                      <a:lnTo>
                        <a:pt x="325" y="370"/>
                      </a:lnTo>
                      <a:lnTo>
                        <a:pt x="383" y="366"/>
                      </a:lnTo>
                      <a:lnTo>
                        <a:pt x="441" y="365"/>
                      </a:lnTo>
                      <a:lnTo>
                        <a:pt x="559" y="361"/>
                      </a:lnTo>
                      <a:lnTo>
                        <a:pt x="575" y="365"/>
                      </a:lnTo>
                      <a:lnTo>
                        <a:pt x="591" y="368"/>
                      </a:lnTo>
                      <a:lnTo>
                        <a:pt x="624" y="378"/>
                      </a:lnTo>
                      <a:lnTo>
                        <a:pt x="657" y="387"/>
                      </a:lnTo>
                      <a:lnTo>
                        <a:pt x="673" y="390"/>
                      </a:lnTo>
                      <a:lnTo>
                        <a:pt x="688" y="392"/>
                      </a:lnTo>
                      <a:lnTo>
                        <a:pt x="771" y="397"/>
                      </a:lnTo>
                      <a:lnTo>
                        <a:pt x="831" y="402"/>
                      </a:lnTo>
                      <a:lnTo>
                        <a:pt x="897" y="406"/>
                      </a:lnTo>
                      <a:lnTo>
                        <a:pt x="917" y="406"/>
                      </a:lnTo>
                      <a:lnTo>
                        <a:pt x="938" y="404"/>
                      </a:lnTo>
                      <a:lnTo>
                        <a:pt x="965" y="399"/>
                      </a:lnTo>
                      <a:lnTo>
                        <a:pt x="1004" y="392"/>
                      </a:lnTo>
                      <a:lnTo>
                        <a:pt x="1234" y="389"/>
                      </a:lnTo>
                      <a:lnTo>
                        <a:pt x="1350" y="387"/>
                      </a:lnTo>
                      <a:lnTo>
                        <a:pt x="1465" y="384"/>
                      </a:lnTo>
                      <a:lnTo>
                        <a:pt x="1487" y="383"/>
                      </a:lnTo>
                      <a:lnTo>
                        <a:pt x="1510" y="379"/>
                      </a:lnTo>
                      <a:lnTo>
                        <a:pt x="1554" y="373"/>
                      </a:lnTo>
                      <a:lnTo>
                        <a:pt x="1576" y="371"/>
                      </a:lnTo>
                      <a:lnTo>
                        <a:pt x="1598" y="370"/>
                      </a:lnTo>
                      <a:lnTo>
                        <a:pt x="1620" y="372"/>
                      </a:lnTo>
                      <a:lnTo>
                        <a:pt x="1632" y="373"/>
                      </a:lnTo>
                      <a:lnTo>
                        <a:pt x="1643" y="377"/>
                      </a:lnTo>
                      <a:lnTo>
                        <a:pt x="1722" y="387"/>
                      </a:lnTo>
                      <a:lnTo>
                        <a:pt x="1784" y="393"/>
                      </a:lnTo>
                      <a:lnTo>
                        <a:pt x="1857" y="397"/>
                      </a:lnTo>
                      <a:lnTo>
                        <a:pt x="1967" y="400"/>
                      </a:lnTo>
                      <a:lnTo>
                        <a:pt x="1984" y="392"/>
                      </a:lnTo>
                      <a:lnTo>
                        <a:pt x="2000" y="387"/>
                      </a:lnTo>
                      <a:lnTo>
                        <a:pt x="2008" y="386"/>
                      </a:lnTo>
                      <a:lnTo>
                        <a:pt x="2015" y="384"/>
                      </a:lnTo>
                      <a:lnTo>
                        <a:pt x="2018" y="384"/>
                      </a:lnTo>
                      <a:lnTo>
                        <a:pt x="2021" y="386"/>
                      </a:lnTo>
                      <a:lnTo>
                        <a:pt x="2028" y="390"/>
                      </a:lnTo>
                      <a:lnTo>
                        <a:pt x="2033" y="395"/>
                      </a:lnTo>
                      <a:lnTo>
                        <a:pt x="2039" y="400"/>
                      </a:lnTo>
                      <a:lnTo>
                        <a:pt x="2047" y="315"/>
                      </a:lnTo>
                      <a:lnTo>
                        <a:pt x="2042" y="297"/>
                      </a:lnTo>
                      <a:lnTo>
                        <a:pt x="2037" y="278"/>
                      </a:lnTo>
                      <a:lnTo>
                        <a:pt x="2033" y="259"/>
                      </a:lnTo>
                      <a:lnTo>
                        <a:pt x="2030" y="239"/>
                      </a:lnTo>
                      <a:lnTo>
                        <a:pt x="2028" y="199"/>
                      </a:lnTo>
                      <a:lnTo>
                        <a:pt x="2028" y="159"/>
                      </a:lnTo>
                      <a:lnTo>
                        <a:pt x="2030" y="118"/>
                      </a:lnTo>
                      <a:lnTo>
                        <a:pt x="2033"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52" name="Line 58">
                  <a:extLst>
                    <a:ext uri="{FF2B5EF4-FFF2-40B4-BE49-F238E27FC236}">
                      <a16:creationId xmlns:a16="http://schemas.microsoft.com/office/drawing/2014/main" id="{3535AE60-53BD-4923-CA3D-3B29B8E42E1D}"/>
                    </a:ext>
                  </a:extLst>
                </p:cNvPr>
                <p:cNvSpPr>
                  <a:spLocks noChangeShapeType="1"/>
                </p:cNvSpPr>
                <p:nvPr/>
              </p:nvSpPr>
              <p:spPr bwMode="auto">
                <a:xfrm flipH="1">
                  <a:off x="3323" y="1373"/>
                  <a:ext cx="9"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3" name="Line 59">
                  <a:extLst>
                    <a:ext uri="{FF2B5EF4-FFF2-40B4-BE49-F238E27FC236}">
                      <a16:creationId xmlns:a16="http://schemas.microsoft.com/office/drawing/2014/main" id="{DAD5056C-1157-7BDB-5499-35EA4C138394}"/>
                    </a:ext>
                  </a:extLst>
                </p:cNvPr>
                <p:cNvSpPr>
                  <a:spLocks noChangeShapeType="1"/>
                </p:cNvSpPr>
                <p:nvPr/>
              </p:nvSpPr>
              <p:spPr bwMode="auto">
                <a:xfrm flipH="1">
                  <a:off x="3314" y="1374"/>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4" name="Line 60">
                  <a:extLst>
                    <a:ext uri="{FF2B5EF4-FFF2-40B4-BE49-F238E27FC236}">
                      <a16:creationId xmlns:a16="http://schemas.microsoft.com/office/drawing/2014/main" id="{039972F0-882A-AAF5-DED3-5E010800748D}"/>
                    </a:ext>
                  </a:extLst>
                </p:cNvPr>
                <p:cNvSpPr>
                  <a:spLocks noChangeShapeType="1"/>
                </p:cNvSpPr>
                <p:nvPr/>
              </p:nvSpPr>
              <p:spPr bwMode="auto">
                <a:xfrm flipH="1">
                  <a:off x="3305" y="1374"/>
                  <a:ext cx="9"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5" name="Line 61">
                  <a:extLst>
                    <a:ext uri="{FF2B5EF4-FFF2-40B4-BE49-F238E27FC236}">
                      <a16:creationId xmlns:a16="http://schemas.microsoft.com/office/drawing/2014/main" id="{03A2FED2-A45B-3DB4-BA4F-116F9E4E47E8}"/>
                    </a:ext>
                  </a:extLst>
                </p:cNvPr>
                <p:cNvSpPr>
                  <a:spLocks noChangeShapeType="1"/>
                </p:cNvSpPr>
                <p:nvPr/>
              </p:nvSpPr>
              <p:spPr bwMode="auto">
                <a:xfrm flipH="1">
                  <a:off x="3303" y="1375"/>
                  <a:ext cx="2" cy="3"/>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6" name="Line 62">
                  <a:extLst>
                    <a:ext uri="{FF2B5EF4-FFF2-40B4-BE49-F238E27FC236}">
                      <a16:creationId xmlns:a16="http://schemas.microsoft.com/office/drawing/2014/main" id="{751B84F7-8E20-285A-9893-E1127C82DE97}"/>
                    </a:ext>
                  </a:extLst>
                </p:cNvPr>
                <p:cNvSpPr>
                  <a:spLocks noChangeShapeType="1"/>
                </p:cNvSpPr>
                <p:nvPr/>
              </p:nvSpPr>
              <p:spPr bwMode="auto">
                <a:xfrm flipH="1">
                  <a:off x="3300" y="1378"/>
                  <a:ext cx="3" cy="2"/>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7" name="Line 63">
                  <a:extLst>
                    <a:ext uri="{FF2B5EF4-FFF2-40B4-BE49-F238E27FC236}">
                      <a16:creationId xmlns:a16="http://schemas.microsoft.com/office/drawing/2014/main" id="{11E0B701-72B0-4DC3-1FF7-0158F1BA874C}"/>
                    </a:ext>
                  </a:extLst>
                </p:cNvPr>
                <p:cNvSpPr>
                  <a:spLocks noChangeShapeType="1"/>
                </p:cNvSpPr>
                <p:nvPr/>
              </p:nvSpPr>
              <p:spPr bwMode="auto">
                <a:xfrm flipH="1">
                  <a:off x="3296" y="1380"/>
                  <a:ext cx="4"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8" name="Line 64">
                  <a:extLst>
                    <a:ext uri="{FF2B5EF4-FFF2-40B4-BE49-F238E27FC236}">
                      <a16:creationId xmlns:a16="http://schemas.microsoft.com/office/drawing/2014/main" id="{8C6B9459-2F0A-C9A5-9151-8D56F0088797}"/>
                    </a:ext>
                  </a:extLst>
                </p:cNvPr>
                <p:cNvSpPr>
                  <a:spLocks noChangeShapeType="1"/>
                </p:cNvSpPr>
                <p:nvPr/>
              </p:nvSpPr>
              <p:spPr bwMode="auto">
                <a:xfrm flipH="1">
                  <a:off x="3295" y="1386"/>
                  <a:ext cx="1" cy="7"/>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59" name="Line 65">
                  <a:extLst>
                    <a:ext uri="{FF2B5EF4-FFF2-40B4-BE49-F238E27FC236}">
                      <a16:creationId xmlns:a16="http://schemas.microsoft.com/office/drawing/2014/main" id="{0C9A7C1C-6A9F-8064-4015-06A2215CD80C}"/>
                    </a:ext>
                  </a:extLst>
                </p:cNvPr>
                <p:cNvSpPr>
                  <a:spLocks noChangeShapeType="1"/>
                </p:cNvSpPr>
                <p:nvPr/>
              </p:nvSpPr>
              <p:spPr bwMode="auto">
                <a:xfrm flipH="1">
                  <a:off x="3292" y="1393"/>
                  <a:ext cx="3" cy="13"/>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0" name="Line 66">
                  <a:extLst>
                    <a:ext uri="{FF2B5EF4-FFF2-40B4-BE49-F238E27FC236}">
                      <a16:creationId xmlns:a16="http://schemas.microsoft.com/office/drawing/2014/main" id="{A1B4CB95-3467-91E4-9F32-409D777E787C}"/>
                    </a:ext>
                  </a:extLst>
                </p:cNvPr>
                <p:cNvSpPr>
                  <a:spLocks noChangeShapeType="1"/>
                </p:cNvSpPr>
                <p:nvPr/>
              </p:nvSpPr>
              <p:spPr bwMode="auto">
                <a:xfrm>
                  <a:off x="3292" y="1406"/>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1" name="Line 67">
                  <a:extLst>
                    <a:ext uri="{FF2B5EF4-FFF2-40B4-BE49-F238E27FC236}">
                      <a16:creationId xmlns:a16="http://schemas.microsoft.com/office/drawing/2014/main" id="{B5E0ABC4-CD59-FA1C-FF65-7A2C2E6672E6}"/>
                    </a:ext>
                  </a:extLst>
                </p:cNvPr>
                <p:cNvSpPr>
                  <a:spLocks noChangeShapeType="1"/>
                </p:cNvSpPr>
                <p:nvPr/>
              </p:nvSpPr>
              <p:spPr bwMode="auto">
                <a:xfrm flipH="1">
                  <a:off x="3291" y="1420"/>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2" name="Line 68">
                  <a:extLst>
                    <a:ext uri="{FF2B5EF4-FFF2-40B4-BE49-F238E27FC236}">
                      <a16:creationId xmlns:a16="http://schemas.microsoft.com/office/drawing/2014/main" id="{8B902B84-9FCE-AA1E-1107-EB81DA91D838}"/>
                    </a:ext>
                  </a:extLst>
                </p:cNvPr>
                <p:cNvSpPr>
                  <a:spLocks noChangeShapeType="1"/>
                </p:cNvSpPr>
                <p:nvPr/>
              </p:nvSpPr>
              <p:spPr bwMode="auto">
                <a:xfrm flipH="1">
                  <a:off x="3287" y="1434"/>
                  <a:ext cx="4" cy="31"/>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3" name="Line 69">
                  <a:extLst>
                    <a:ext uri="{FF2B5EF4-FFF2-40B4-BE49-F238E27FC236}">
                      <a16:creationId xmlns:a16="http://schemas.microsoft.com/office/drawing/2014/main" id="{98D96907-5DEA-06E8-4D86-4CE4377B7D34}"/>
                    </a:ext>
                  </a:extLst>
                </p:cNvPr>
                <p:cNvSpPr>
                  <a:spLocks noChangeShapeType="1"/>
                </p:cNvSpPr>
                <p:nvPr/>
              </p:nvSpPr>
              <p:spPr bwMode="auto">
                <a:xfrm flipH="1">
                  <a:off x="3283" y="1465"/>
                  <a:ext cx="4"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4" name="Line 70">
                  <a:extLst>
                    <a:ext uri="{FF2B5EF4-FFF2-40B4-BE49-F238E27FC236}">
                      <a16:creationId xmlns:a16="http://schemas.microsoft.com/office/drawing/2014/main" id="{DD9FA886-D5EB-2A06-B489-2888E6C35756}"/>
                    </a:ext>
                  </a:extLst>
                </p:cNvPr>
                <p:cNvSpPr>
                  <a:spLocks noChangeShapeType="1"/>
                </p:cNvSpPr>
                <p:nvPr/>
              </p:nvSpPr>
              <p:spPr bwMode="auto">
                <a:xfrm flipH="1">
                  <a:off x="3281" y="1495"/>
                  <a:ext cx="2" cy="2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5" name="Line 71">
                  <a:extLst>
                    <a:ext uri="{FF2B5EF4-FFF2-40B4-BE49-F238E27FC236}">
                      <a16:creationId xmlns:a16="http://schemas.microsoft.com/office/drawing/2014/main" id="{CC3FA356-75BA-2DF7-7462-59369D25151F}"/>
                    </a:ext>
                  </a:extLst>
                </p:cNvPr>
                <p:cNvSpPr>
                  <a:spLocks noChangeShapeType="1"/>
                </p:cNvSpPr>
                <p:nvPr/>
              </p:nvSpPr>
              <p:spPr bwMode="auto">
                <a:xfrm flipH="1">
                  <a:off x="3279" y="1523"/>
                  <a:ext cx="2"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6" name="Line 72">
                  <a:extLst>
                    <a:ext uri="{FF2B5EF4-FFF2-40B4-BE49-F238E27FC236}">
                      <a16:creationId xmlns:a16="http://schemas.microsoft.com/office/drawing/2014/main" id="{6E8B51A0-A5E9-8A3D-FF4F-7EEF042B7286}"/>
                    </a:ext>
                  </a:extLst>
                </p:cNvPr>
                <p:cNvSpPr>
                  <a:spLocks noChangeShapeType="1"/>
                </p:cNvSpPr>
                <p:nvPr/>
              </p:nvSpPr>
              <p:spPr bwMode="auto">
                <a:xfrm>
                  <a:off x="3279" y="1553"/>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7" name="Line 73">
                  <a:extLst>
                    <a:ext uri="{FF2B5EF4-FFF2-40B4-BE49-F238E27FC236}">
                      <a16:creationId xmlns:a16="http://schemas.microsoft.com/office/drawing/2014/main" id="{3E2AF336-957A-E86D-5488-C953237D53E7}"/>
                    </a:ext>
                  </a:extLst>
                </p:cNvPr>
                <p:cNvSpPr>
                  <a:spLocks noChangeShapeType="1"/>
                </p:cNvSpPr>
                <p:nvPr/>
              </p:nvSpPr>
              <p:spPr bwMode="auto">
                <a:xfrm>
                  <a:off x="3279" y="1582"/>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8" name="Line 74">
                  <a:extLst>
                    <a:ext uri="{FF2B5EF4-FFF2-40B4-BE49-F238E27FC236}">
                      <a16:creationId xmlns:a16="http://schemas.microsoft.com/office/drawing/2014/main" id="{2998B23B-E345-CE54-4BB2-4E01A1A81588}"/>
                    </a:ext>
                  </a:extLst>
                </p:cNvPr>
                <p:cNvSpPr>
                  <a:spLocks noChangeShapeType="1"/>
                </p:cNvSpPr>
                <p:nvPr/>
              </p:nvSpPr>
              <p:spPr bwMode="auto">
                <a:xfrm>
                  <a:off x="3279" y="1611"/>
                  <a:ext cx="4" cy="61"/>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69" name="Line 75">
                  <a:extLst>
                    <a:ext uri="{FF2B5EF4-FFF2-40B4-BE49-F238E27FC236}">
                      <a16:creationId xmlns:a16="http://schemas.microsoft.com/office/drawing/2014/main" id="{BC2B08B8-705A-B2F0-BACD-B71435138E11}"/>
                    </a:ext>
                  </a:extLst>
                </p:cNvPr>
                <p:cNvSpPr>
                  <a:spLocks noChangeShapeType="1"/>
                </p:cNvSpPr>
                <p:nvPr/>
              </p:nvSpPr>
              <p:spPr bwMode="auto">
                <a:xfrm>
                  <a:off x="3283" y="1672"/>
                  <a:ext cx="7"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0" name="Line 76">
                  <a:extLst>
                    <a:ext uri="{FF2B5EF4-FFF2-40B4-BE49-F238E27FC236}">
                      <a16:creationId xmlns:a16="http://schemas.microsoft.com/office/drawing/2014/main" id="{6648DA99-F2F8-9726-DD71-C6FBE00A7E32}"/>
                    </a:ext>
                  </a:extLst>
                </p:cNvPr>
                <p:cNvSpPr>
                  <a:spLocks noChangeShapeType="1"/>
                </p:cNvSpPr>
                <p:nvPr/>
              </p:nvSpPr>
              <p:spPr bwMode="auto">
                <a:xfrm>
                  <a:off x="3290" y="1688"/>
                  <a:ext cx="5" cy="20"/>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1" name="Line 77">
                  <a:extLst>
                    <a:ext uri="{FF2B5EF4-FFF2-40B4-BE49-F238E27FC236}">
                      <a16:creationId xmlns:a16="http://schemas.microsoft.com/office/drawing/2014/main" id="{5F8E5DE5-057E-E42D-55B7-85ADCB9000A7}"/>
                    </a:ext>
                  </a:extLst>
                </p:cNvPr>
                <p:cNvSpPr>
                  <a:spLocks noChangeShapeType="1"/>
                </p:cNvSpPr>
                <p:nvPr/>
              </p:nvSpPr>
              <p:spPr bwMode="auto">
                <a:xfrm>
                  <a:off x="3295" y="1708"/>
                  <a:ext cx="5" cy="18"/>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2" name="Line 78">
                  <a:extLst>
                    <a:ext uri="{FF2B5EF4-FFF2-40B4-BE49-F238E27FC236}">
                      <a16:creationId xmlns:a16="http://schemas.microsoft.com/office/drawing/2014/main" id="{0E8524E0-3553-96EF-532E-5349288F8142}"/>
                    </a:ext>
                  </a:extLst>
                </p:cNvPr>
                <p:cNvSpPr>
                  <a:spLocks noChangeShapeType="1"/>
                </p:cNvSpPr>
                <p:nvPr/>
              </p:nvSpPr>
              <p:spPr bwMode="auto">
                <a:xfrm>
                  <a:off x="3300" y="1726"/>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3" name="Line 79">
                  <a:extLst>
                    <a:ext uri="{FF2B5EF4-FFF2-40B4-BE49-F238E27FC236}">
                      <a16:creationId xmlns:a16="http://schemas.microsoft.com/office/drawing/2014/main" id="{D8C5ADFF-6DF4-A02F-5FDE-6FEBF0755D2A}"/>
                    </a:ext>
                  </a:extLst>
                </p:cNvPr>
                <p:cNvSpPr>
                  <a:spLocks noChangeShapeType="1"/>
                </p:cNvSpPr>
                <p:nvPr/>
              </p:nvSpPr>
              <p:spPr bwMode="auto">
                <a:xfrm>
                  <a:off x="3300" y="1735"/>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4" name="Line 80">
                  <a:extLst>
                    <a:ext uri="{FF2B5EF4-FFF2-40B4-BE49-F238E27FC236}">
                      <a16:creationId xmlns:a16="http://schemas.microsoft.com/office/drawing/2014/main" id="{D63A6CEE-26D1-F305-DAF4-A8C057FCED65}"/>
                    </a:ext>
                  </a:extLst>
                </p:cNvPr>
                <p:cNvSpPr>
                  <a:spLocks noChangeShapeType="1"/>
                </p:cNvSpPr>
                <p:nvPr/>
              </p:nvSpPr>
              <p:spPr bwMode="auto">
                <a:xfrm flipH="1">
                  <a:off x="3297" y="1743"/>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5" name="Line 81">
                  <a:extLst>
                    <a:ext uri="{FF2B5EF4-FFF2-40B4-BE49-F238E27FC236}">
                      <a16:creationId xmlns:a16="http://schemas.microsoft.com/office/drawing/2014/main" id="{50F78D14-3D36-66A0-1170-853C51A73432}"/>
                    </a:ext>
                  </a:extLst>
                </p:cNvPr>
                <p:cNvSpPr>
                  <a:spLocks noChangeShapeType="1"/>
                </p:cNvSpPr>
                <p:nvPr/>
              </p:nvSpPr>
              <p:spPr bwMode="auto">
                <a:xfrm flipH="1">
                  <a:off x="3295" y="1749"/>
                  <a:ext cx="2"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6" name="Line 82">
                  <a:extLst>
                    <a:ext uri="{FF2B5EF4-FFF2-40B4-BE49-F238E27FC236}">
                      <a16:creationId xmlns:a16="http://schemas.microsoft.com/office/drawing/2014/main" id="{7B6CF509-95ED-446A-F53E-0D9E945F45AE}"/>
                    </a:ext>
                  </a:extLst>
                </p:cNvPr>
                <p:cNvSpPr>
                  <a:spLocks noChangeShapeType="1"/>
                </p:cNvSpPr>
                <p:nvPr/>
              </p:nvSpPr>
              <p:spPr bwMode="auto">
                <a:xfrm flipH="1">
                  <a:off x="3287" y="1755"/>
                  <a:ext cx="8" cy="8"/>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7" name="Line 83">
                  <a:extLst>
                    <a:ext uri="{FF2B5EF4-FFF2-40B4-BE49-F238E27FC236}">
                      <a16:creationId xmlns:a16="http://schemas.microsoft.com/office/drawing/2014/main" id="{932ABE74-66DC-E4AA-873B-E2EA403A2BB1}"/>
                    </a:ext>
                  </a:extLst>
                </p:cNvPr>
                <p:cNvSpPr>
                  <a:spLocks noChangeShapeType="1"/>
                </p:cNvSpPr>
                <p:nvPr/>
              </p:nvSpPr>
              <p:spPr bwMode="auto">
                <a:xfrm flipH="1">
                  <a:off x="3281" y="1763"/>
                  <a:ext cx="6" cy="7"/>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8" name="Line 84">
                  <a:extLst>
                    <a:ext uri="{FF2B5EF4-FFF2-40B4-BE49-F238E27FC236}">
                      <a16:creationId xmlns:a16="http://schemas.microsoft.com/office/drawing/2014/main" id="{B906AF53-838D-A468-2189-2DFB640FF11B}"/>
                    </a:ext>
                  </a:extLst>
                </p:cNvPr>
                <p:cNvSpPr>
                  <a:spLocks noChangeShapeType="1"/>
                </p:cNvSpPr>
                <p:nvPr/>
              </p:nvSpPr>
              <p:spPr bwMode="auto">
                <a:xfrm flipH="1">
                  <a:off x="3275" y="1770"/>
                  <a:ext cx="6" cy="3"/>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79" name="Line 85">
                  <a:extLst>
                    <a:ext uri="{FF2B5EF4-FFF2-40B4-BE49-F238E27FC236}">
                      <a16:creationId xmlns:a16="http://schemas.microsoft.com/office/drawing/2014/main" id="{E3A0CD89-6F5C-1B24-4865-C80F524265BB}"/>
                    </a:ext>
                  </a:extLst>
                </p:cNvPr>
                <p:cNvSpPr>
                  <a:spLocks noChangeShapeType="1"/>
                </p:cNvSpPr>
                <p:nvPr/>
              </p:nvSpPr>
              <p:spPr bwMode="auto">
                <a:xfrm flipH="1">
                  <a:off x="3274" y="1773"/>
                  <a:ext cx="1" cy="2"/>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0" name="Line 86">
                  <a:extLst>
                    <a:ext uri="{FF2B5EF4-FFF2-40B4-BE49-F238E27FC236}">
                      <a16:creationId xmlns:a16="http://schemas.microsoft.com/office/drawing/2014/main" id="{8D40F63F-0117-EB20-6AFD-8B884BB3605B}"/>
                    </a:ext>
                  </a:extLst>
                </p:cNvPr>
                <p:cNvSpPr>
                  <a:spLocks noChangeShapeType="1"/>
                </p:cNvSpPr>
                <p:nvPr/>
              </p:nvSpPr>
              <p:spPr bwMode="auto">
                <a:xfrm flipV="1">
                  <a:off x="3274" y="1773"/>
                  <a:ext cx="5" cy="2"/>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1" name="Line 87">
                  <a:extLst>
                    <a:ext uri="{FF2B5EF4-FFF2-40B4-BE49-F238E27FC236}">
                      <a16:creationId xmlns:a16="http://schemas.microsoft.com/office/drawing/2014/main" id="{DD8DB2A5-777E-24BD-D72C-9311E96968FE}"/>
                    </a:ext>
                  </a:extLst>
                </p:cNvPr>
                <p:cNvSpPr>
                  <a:spLocks noChangeShapeType="1"/>
                </p:cNvSpPr>
                <p:nvPr/>
              </p:nvSpPr>
              <p:spPr bwMode="auto">
                <a:xfrm flipV="1">
                  <a:off x="3279" y="1765"/>
                  <a:ext cx="36" cy="8"/>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2" name="Line 88">
                  <a:extLst>
                    <a:ext uri="{FF2B5EF4-FFF2-40B4-BE49-F238E27FC236}">
                      <a16:creationId xmlns:a16="http://schemas.microsoft.com/office/drawing/2014/main" id="{72C7B7BD-82F6-367C-940B-76B8689EAA79}"/>
                    </a:ext>
                  </a:extLst>
                </p:cNvPr>
                <p:cNvSpPr>
                  <a:spLocks noChangeShapeType="1"/>
                </p:cNvSpPr>
                <p:nvPr/>
              </p:nvSpPr>
              <p:spPr bwMode="auto">
                <a:xfrm>
                  <a:off x="3315" y="1765"/>
                  <a:ext cx="6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3" name="Line 89">
                  <a:extLst>
                    <a:ext uri="{FF2B5EF4-FFF2-40B4-BE49-F238E27FC236}">
                      <a16:creationId xmlns:a16="http://schemas.microsoft.com/office/drawing/2014/main" id="{A43FDEBA-CB13-2E25-2A75-9A077ABF2FDC}"/>
                    </a:ext>
                  </a:extLst>
                </p:cNvPr>
                <p:cNvSpPr>
                  <a:spLocks noChangeShapeType="1"/>
                </p:cNvSpPr>
                <p:nvPr/>
              </p:nvSpPr>
              <p:spPr bwMode="auto">
                <a:xfrm flipV="1">
                  <a:off x="3375" y="1765"/>
                  <a:ext cx="40"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4" name="Line 90">
                  <a:extLst>
                    <a:ext uri="{FF2B5EF4-FFF2-40B4-BE49-F238E27FC236}">
                      <a16:creationId xmlns:a16="http://schemas.microsoft.com/office/drawing/2014/main" id="{4D265326-9710-3FB5-C01D-750FD4F31F61}"/>
                    </a:ext>
                  </a:extLst>
                </p:cNvPr>
                <p:cNvSpPr>
                  <a:spLocks noChangeShapeType="1"/>
                </p:cNvSpPr>
                <p:nvPr/>
              </p:nvSpPr>
              <p:spPr bwMode="auto">
                <a:xfrm flipV="1">
                  <a:off x="3415" y="1763"/>
                  <a:ext cx="38" cy="2"/>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5" name="Line 91">
                  <a:extLst>
                    <a:ext uri="{FF2B5EF4-FFF2-40B4-BE49-F238E27FC236}">
                      <a16:creationId xmlns:a16="http://schemas.microsoft.com/office/drawing/2014/main" id="{50A8FF38-52C6-AF56-2B4E-48F7B17EB53A}"/>
                    </a:ext>
                  </a:extLst>
                </p:cNvPr>
                <p:cNvSpPr>
                  <a:spLocks noChangeShapeType="1"/>
                </p:cNvSpPr>
                <p:nvPr/>
              </p:nvSpPr>
              <p:spPr bwMode="auto">
                <a:xfrm flipV="1">
                  <a:off x="3453" y="1757"/>
                  <a:ext cx="57"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6" name="Line 92">
                  <a:extLst>
                    <a:ext uri="{FF2B5EF4-FFF2-40B4-BE49-F238E27FC236}">
                      <a16:creationId xmlns:a16="http://schemas.microsoft.com/office/drawing/2014/main" id="{6887DFB2-4C09-9389-4091-08ACB9FC2189}"/>
                    </a:ext>
                  </a:extLst>
                </p:cNvPr>
                <p:cNvSpPr>
                  <a:spLocks noChangeShapeType="1"/>
                </p:cNvSpPr>
                <p:nvPr/>
              </p:nvSpPr>
              <p:spPr bwMode="auto">
                <a:xfrm flipV="1">
                  <a:off x="3510" y="1754"/>
                  <a:ext cx="22" cy="3"/>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7" name="Line 93">
                  <a:extLst>
                    <a:ext uri="{FF2B5EF4-FFF2-40B4-BE49-F238E27FC236}">
                      <a16:creationId xmlns:a16="http://schemas.microsoft.com/office/drawing/2014/main" id="{CF5A888C-8B1D-39F2-E6D7-B8612CD9E195}"/>
                    </a:ext>
                  </a:extLst>
                </p:cNvPr>
                <p:cNvSpPr>
                  <a:spLocks noChangeShapeType="1"/>
                </p:cNvSpPr>
                <p:nvPr/>
              </p:nvSpPr>
              <p:spPr bwMode="auto">
                <a:xfrm flipV="1">
                  <a:off x="3532" y="1749"/>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8" name="Line 94">
                  <a:extLst>
                    <a:ext uri="{FF2B5EF4-FFF2-40B4-BE49-F238E27FC236}">
                      <a16:creationId xmlns:a16="http://schemas.microsoft.com/office/drawing/2014/main" id="{0EB6D2BF-310E-C6AF-701A-2CF65680D5CD}"/>
                    </a:ext>
                  </a:extLst>
                </p:cNvPr>
                <p:cNvSpPr>
                  <a:spLocks noChangeShapeType="1"/>
                </p:cNvSpPr>
                <p:nvPr/>
              </p:nvSpPr>
              <p:spPr bwMode="auto">
                <a:xfrm flipV="1">
                  <a:off x="3554" y="1745"/>
                  <a:ext cx="23"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89" name="Line 95">
                  <a:extLst>
                    <a:ext uri="{FF2B5EF4-FFF2-40B4-BE49-F238E27FC236}">
                      <a16:creationId xmlns:a16="http://schemas.microsoft.com/office/drawing/2014/main" id="{FBE7F8C6-4189-67AF-318A-D0CD33FDF906}"/>
                    </a:ext>
                  </a:extLst>
                </p:cNvPr>
                <p:cNvSpPr>
                  <a:spLocks noChangeShapeType="1"/>
                </p:cNvSpPr>
                <p:nvPr/>
              </p:nvSpPr>
              <p:spPr bwMode="auto">
                <a:xfrm flipV="1">
                  <a:off x="3577" y="1743"/>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0" name="Line 96">
                  <a:extLst>
                    <a:ext uri="{FF2B5EF4-FFF2-40B4-BE49-F238E27FC236}">
                      <a16:creationId xmlns:a16="http://schemas.microsoft.com/office/drawing/2014/main" id="{2503F343-993F-9C1E-F222-3D5CE502DC38}"/>
                    </a:ext>
                  </a:extLst>
                </p:cNvPr>
                <p:cNvSpPr>
                  <a:spLocks noChangeShapeType="1"/>
                </p:cNvSpPr>
                <p:nvPr/>
              </p:nvSpPr>
              <p:spPr bwMode="auto">
                <a:xfrm flipV="1">
                  <a:off x="3599" y="1739"/>
                  <a:ext cx="58"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1" name="Line 97">
                  <a:extLst>
                    <a:ext uri="{FF2B5EF4-FFF2-40B4-BE49-F238E27FC236}">
                      <a16:creationId xmlns:a16="http://schemas.microsoft.com/office/drawing/2014/main" id="{A89CE7A4-4CC6-93F3-A562-ADF1F3785669}"/>
                    </a:ext>
                  </a:extLst>
                </p:cNvPr>
                <p:cNvSpPr>
                  <a:spLocks noChangeShapeType="1"/>
                </p:cNvSpPr>
                <p:nvPr/>
              </p:nvSpPr>
              <p:spPr bwMode="auto">
                <a:xfrm flipV="1">
                  <a:off x="3657" y="1738"/>
                  <a:ext cx="58"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2" name="Line 98">
                  <a:extLst>
                    <a:ext uri="{FF2B5EF4-FFF2-40B4-BE49-F238E27FC236}">
                      <a16:creationId xmlns:a16="http://schemas.microsoft.com/office/drawing/2014/main" id="{4BA5C693-0B68-8642-766B-752BA3FF177D}"/>
                    </a:ext>
                  </a:extLst>
                </p:cNvPr>
                <p:cNvSpPr>
                  <a:spLocks noChangeShapeType="1"/>
                </p:cNvSpPr>
                <p:nvPr/>
              </p:nvSpPr>
              <p:spPr bwMode="auto">
                <a:xfrm flipV="1">
                  <a:off x="3715" y="1734"/>
                  <a:ext cx="118"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3" name="Line 99">
                  <a:extLst>
                    <a:ext uri="{FF2B5EF4-FFF2-40B4-BE49-F238E27FC236}">
                      <a16:creationId xmlns:a16="http://schemas.microsoft.com/office/drawing/2014/main" id="{01656B3A-55E1-C919-3A73-780F5EAC5C62}"/>
                    </a:ext>
                  </a:extLst>
                </p:cNvPr>
                <p:cNvSpPr>
                  <a:spLocks noChangeShapeType="1"/>
                </p:cNvSpPr>
                <p:nvPr/>
              </p:nvSpPr>
              <p:spPr bwMode="auto">
                <a:xfrm>
                  <a:off x="3833" y="1734"/>
                  <a:ext cx="16"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4" name="Line 100">
                  <a:extLst>
                    <a:ext uri="{FF2B5EF4-FFF2-40B4-BE49-F238E27FC236}">
                      <a16:creationId xmlns:a16="http://schemas.microsoft.com/office/drawing/2014/main" id="{0F7ACE31-3BAB-29F2-E37D-147EBEBCD2DD}"/>
                    </a:ext>
                  </a:extLst>
                </p:cNvPr>
                <p:cNvSpPr>
                  <a:spLocks noChangeShapeType="1"/>
                </p:cNvSpPr>
                <p:nvPr/>
              </p:nvSpPr>
              <p:spPr bwMode="auto">
                <a:xfrm>
                  <a:off x="3849" y="1738"/>
                  <a:ext cx="16" cy="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5" name="Line 101">
                  <a:extLst>
                    <a:ext uri="{FF2B5EF4-FFF2-40B4-BE49-F238E27FC236}">
                      <a16:creationId xmlns:a16="http://schemas.microsoft.com/office/drawing/2014/main" id="{4C70D8AF-0BCA-A0F1-AFD9-EFB335066629}"/>
                    </a:ext>
                  </a:extLst>
                </p:cNvPr>
                <p:cNvSpPr>
                  <a:spLocks noChangeShapeType="1"/>
                </p:cNvSpPr>
                <p:nvPr/>
              </p:nvSpPr>
              <p:spPr bwMode="auto">
                <a:xfrm>
                  <a:off x="3865" y="1741"/>
                  <a:ext cx="33"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6" name="Line 102">
                  <a:extLst>
                    <a:ext uri="{FF2B5EF4-FFF2-40B4-BE49-F238E27FC236}">
                      <a16:creationId xmlns:a16="http://schemas.microsoft.com/office/drawing/2014/main" id="{D24B52AE-3728-6590-633A-D7F0EC6E26AE}"/>
                    </a:ext>
                  </a:extLst>
                </p:cNvPr>
                <p:cNvSpPr>
                  <a:spLocks noChangeShapeType="1"/>
                </p:cNvSpPr>
                <p:nvPr/>
              </p:nvSpPr>
              <p:spPr bwMode="auto">
                <a:xfrm>
                  <a:off x="3898" y="1751"/>
                  <a:ext cx="33"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7" name="Line 103">
                  <a:extLst>
                    <a:ext uri="{FF2B5EF4-FFF2-40B4-BE49-F238E27FC236}">
                      <a16:creationId xmlns:a16="http://schemas.microsoft.com/office/drawing/2014/main" id="{52332737-D9A5-814B-9D94-7F090BFE8976}"/>
                    </a:ext>
                  </a:extLst>
                </p:cNvPr>
                <p:cNvSpPr>
                  <a:spLocks noChangeShapeType="1"/>
                </p:cNvSpPr>
                <p:nvPr/>
              </p:nvSpPr>
              <p:spPr bwMode="auto">
                <a:xfrm>
                  <a:off x="3931" y="1760"/>
                  <a:ext cx="16" cy="3"/>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8" name="Line 104">
                  <a:extLst>
                    <a:ext uri="{FF2B5EF4-FFF2-40B4-BE49-F238E27FC236}">
                      <a16:creationId xmlns:a16="http://schemas.microsoft.com/office/drawing/2014/main" id="{D7F7061F-6D54-FFA0-2BD9-47D76DB0B1CE}"/>
                    </a:ext>
                  </a:extLst>
                </p:cNvPr>
                <p:cNvSpPr>
                  <a:spLocks noChangeShapeType="1"/>
                </p:cNvSpPr>
                <p:nvPr/>
              </p:nvSpPr>
              <p:spPr bwMode="auto">
                <a:xfrm>
                  <a:off x="3947" y="1763"/>
                  <a:ext cx="15" cy="2"/>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99" name="Line 105">
                  <a:extLst>
                    <a:ext uri="{FF2B5EF4-FFF2-40B4-BE49-F238E27FC236}">
                      <a16:creationId xmlns:a16="http://schemas.microsoft.com/office/drawing/2014/main" id="{AC5234B4-9FAF-C077-049C-1A3BEF182AD3}"/>
                    </a:ext>
                  </a:extLst>
                </p:cNvPr>
                <p:cNvSpPr>
                  <a:spLocks noChangeShapeType="1"/>
                </p:cNvSpPr>
                <p:nvPr/>
              </p:nvSpPr>
              <p:spPr bwMode="auto">
                <a:xfrm>
                  <a:off x="3962" y="1765"/>
                  <a:ext cx="83"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0" name="Line 106">
                  <a:extLst>
                    <a:ext uri="{FF2B5EF4-FFF2-40B4-BE49-F238E27FC236}">
                      <a16:creationId xmlns:a16="http://schemas.microsoft.com/office/drawing/2014/main" id="{3FA55C02-2CEF-69F7-3EE4-A2316D7D8EF1}"/>
                    </a:ext>
                  </a:extLst>
                </p:cNvPr>
                <p:cNvSpPr>
                  <a:spLocks noChangeShapeType="1"/>
                </p:cNvSpPr>
                <p:nvPr/>
              </p:nvSpPr>
              <p:spPr bwMode="auto">
                <a:xfrm>
                  <a:off x="4045" y="1770"/>
                  <a:ext cx="60"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1" name="Line 107">
                  <a:extLst>
                    <a:ext uri="{FF2B5EF4-FFF2-40B4-BE49-F238E27FC236}">
                      <a16:creationId xmlns:a16="http://schemas.microsoft.com/office/drawing/2014/main" id="{C45AFA80-E717-D619-58C4-316202D0CA69}"/>
                    </a:ext>
                  </a:extLst>
                </p:cNvPr>
                <p:cNvSpPr>
                  <a:spLocks noChangeShapeType="1"/>
                </p:cNvSpPr>
                <p:nvPr/>
              </p:nvSpPr>
              <p:spPr bwMode="auto">
                <a:xfrm>
                  <a:off x="4105" y="1775"/>
                  <a:ext cx="66"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2" name="Line 108">
                  <a:extLst>
                    <a:ext uri="{FF2B5EF4-FFF2-40B4-BE49-F238E27FC236}">
                      <a16:creationId xmlns:a16="http://schemas.microsoft.com/office/drawing/2014/main" id="{41AA18F7-8DF6-23CD-F506-1674DDE5461E}"/>
                    </a:ext>
                  </a:extLst>
                </p:cNvPr>
                <p:cNvSpPr>
                  <a:spLocks noChangeShapeType="1"/>
                </p:cNvSpPr>
                <p:nvPr/>
              </p:nvSpPr>
              <p:spPr bwMode="auto">
                <a:xfrm>
                  <a:off x="4171" y="1779"/>
                  <a:ext cx="2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3" name="Line 109">
                  <a:extLst>
                    <a:ext uri="{FF2B5EF4-FFF2-40B4-BE49-F238E27FC236}">
                      <a16:creationId xmlns:a16="http://schemas.microsoft.com/office/drawing/2014/main" id="{535CB448-D50E-0925-A30E-0B3ECBA80CEF}"/>
                    </a:ext>
                  </a:extLst>
                </p:cNvPr>
                <p:cNvSpPr>
                  <a:spLocks noChangeShapeType="1"/>
                </p:cNvSpPr>
                <p:nvPr/>
              </p:nvSpPr>
              <p:spPr bwMode="auto">
                <a:xfrm flipV="1">
                  <a:off x="4191" y="1777"/>
                  <a:ext cx="21" cy="2"/>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4" name="Line 110">
                  <a:extLst>
                    <a:ext uri="{FF2B5EF4-FFF2-40B4-BE49-F238E27FC236}">
                      <a16:creationId xmlns:a16="http://schemas.microsoft.com/office/drawing/2014/main" id="{3325DDBA-EBFC-B171-9673-8EDE59EC6EA6}"/>
                    </a:ext>
                  </a:extLst>
                </p:cNvPr>
                <p:cNvSpPr>
                  <a:spLocks noChangeShapeType="1"/>
                </p:cNvSpPr>
                <p:nvPr/>
              </p:nvSpPr>
              <p:spPr bwMode="auto">
                <a:xfrm flipV="1">
                  <a:off x="4212" y="1772"/>
                  <a:ext cx="27"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5" name="Line 111">
                  <a:extLst>
                    <a:ext uri="{FF2B5EF4-FFF2-40B4-BE49-F238E27FC236}">
                      <a16:creationId xmlns:a16="http://schemas.microsoft.com/office/drawing/2014/main" id="{1C703D35-BF96-EA14-23C5-EA01BA82B08D}"/>
                    </a:ext>
                  </a:extLst>
                </p:cNvPr>
                <p:cNvSpPr>
                  <a:spLocks noChangeShapeType="1"/>
                </p:cNvSpPr>
                <p:nvPr/>
              </p:nvSpPr>
              <p:spPr bwMode="auto">
                <a:xfrm flipV="1">
                  <a:off x="4239" y="1765"/>
                  <a:ext cx="39"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6" name="Line 112">
                  <a:extLst>
                    <a:ext uri="{FF2B5EF4-FFF2-40B4-BE49-F238E27FC236}">
                      <a16:creationId xmlns:a16="http://schemas.microsoft.com/office/drawing/2014/main" id="{5C6BF9AB-027C-788A-A626-EF5F74DD8EE3}"/>
                    </a:ext>
                  </a:extLst>
                </p:cNvPr>
                <p:cNvSpPr>
                  <a:spLocks noChangeShapeType="1"/>
                </p:cNvSpPr>
                <p:nvPr/>
              </p:nvSpPr>
              <p:spPr bwMode="auto">
                <a:xfrm flipV="1">
                  <a:off x="4278" y="1762"/>
                  <a:ext cx="230"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7" name="Line 113">
                  <a:extLst>
                    <a:ext uri="{FF2B5EF4-FFF2-40B4-BE49-F238E27FC236}">
                      <a16:creationId xmlns:a16="http://schemas.microsoft.com/office/drawing/2014/main" id="{FC09508C-9FA2-7F2C-5CCA-2F678FD6DF09}"/>
                    </a:ext>
                  </a:extLst>
                </p:cNvPr>
                <p:cNvSpPr>
                  <a:spLocks noChangeShapeType="1"/>
                </p:cNvSpPr>
                <p:nvPr/>
              </p:nvSpPr>
              <p:spPr bwMode="auto">
                <a:xfrm flipV="1">
                  <a:off x="4508" y="1760"/>
                  <a:ext cx="116"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8" name="Line 114">
                  <a:extLst>
                    <a:ext uri="{FF2B5EF4-FFF2-40B4-BE49-F238E27FC236}">
                      <a16:creationId xmlns:a16="http://schemas.microsoft.com/office/drawing/2014/main" id="{C02C96D2-B9C4-5800-C4D1-05AFD4524848}"/>
                    </a:ext>
                  </a:extLst>
                </p:cNvPr>
                <p:cNvSpPr>
                  <a:spLocks noChangeShapeType="1"/>
                </p:cNvSpPr>
                <p:nvPr/>
              </p:nvSpPr>
              <p:spPr bwMode="auto">
                <a:xfrm flipV="1">
                  <a:off x="4624" y="1757"/>
                  <a:ext cx="115"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09" name="Line 115">
                  <a:extLst>
                    <a:ext uri="{FF2B5EF4-FFF2-40B4-BE49-F238E27FC236}">
                      <a16:creationId xmlns:a16="http://schemas.microsoft.com/office/drawing/2014/main" id="{D95D248A-90C1-72E0-CC14-DB7DA5A72E64}"/>
                    </a:ext>
                  </a:extLst>
                </p:cNvPr>
                <p:cNvSpPr>
                  <a:spLocks noChangeShapeType="1"/>
                </p:cNvSpPr>
                <p:nvPr/>
              </p:nvSpPr>
              <p:spPr bwMode="auto">
                <a:xfrm flipV="1">
                  <a:off x="4739" y="1756"/>
                  <a:ext cx="22" cy="1"/>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0" name="Line 116">
                  <a:extLst>
                    <a:ext uri="{FF2B5EF4-FFF2-40B4-BE49-F238E27FC236}">
                      <a16:creationId xmlns:a16="http://schemas.microsoft.com/office/drawing/2014/main" id="{37ACBBED-802F-6851-CDBF-A2705560E24B}"/>
                    </a:ext>
                  </a:extLst>
                </p:cNvPr>
                <p:cNvSpPr>
                  <a:spLocks noChangeShapeType="1"/>
                </p:cNvSpPr>
                <p:nvPr/>
              </p:nvSpPr>
              <p:spPr bwMode="auto">
                <a:xfrm flipV="1">
                  <a:off x="4761" y="1752"/>
                  <a:ext cx="22" cy="4"/>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1" name="Line 117">
                  <a:extLst>
                    <a:ext uri="{FF2B5EF4-FFF2-40B4-BE49-F238E27FC236}">
                      <a16:creationId xmlns:a16="http://schemas.microsoft.com/office/drawing/2014/main" id="{1491B06E-4678-6129-4454-444721FBF47F}"/>
                    </a:ext>
                  </a:extLst>
                </p:cNvPr>
                <p:cNvSpPr>
                  <a:spLocks noChangeShapeType="1"/>
                </p:cNvSpPr>
                <p:nvPr/>
              </p:nvSpPr>
              <p:spPr bwMode="auto">
                <a:xfrm flipV="1">
                  <a:off x="4783" y="1746"/>
                  <a:ext cx="45" cy="6"/>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2" name="Line 118">
                  <a:extLst>
                    <a:ext uri="{FF2B5EF4-FFF2-40B4-BE49-F238E27FC236}">
                      <a16:creationId xmlns:a16="http://schemas.microsoft.com/office/drawing/2014/main" id="{D38438FF-768A-B261-D4D6-A4AE8DCE6AE3}"/>
                    </a:ext>
                  </a:extLst>
                </p:cNvPr>
                <p:cNvSpPr>
                  <a:spLocks noChangeShapeType="1"/>
                </p:cNvSpPr>
                <p:nvPr/>
              </p:nvSpPr>
              <p:spPr bwMode="auto">
                <a:xfrm flipV="1">
                  <a:off x="4828" y="1744"/>
                  <a:ext cx="22" cy="2"/>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3" name="Line 119">
                  <a:extLst>
                    <a:ext uri="{FF2B5EF4-FFF2-40B4-BE49-F238E27FC236}">
                      <a16:creationId xmlns:a16="http://schemas.microsoft.com/office/drawing/2014/main" id="{03487DFC-7C69-A8C1-EB2D-537B470A5249}"/>
                    </a:ext>
                  </a:extLst>
                </p:cNvPr>
                <p:cNvSpPr>
                  <a:spLocks noChangeShapeType="1"/>
                </p:cNvSpPr>
                <p:nvPr/>
              </p:nvSpPr>
              <p:spPr bwMode="auto">
                <a:xfrm flipV="1">
                  <a:off x="4850" y="1743"/>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4" name="Line 120">
                  <a:extLst>
                    <a:ext uri="{FF2B5EF4-FFF2-40B4-BE49-F238E27FC236}">
                      <a16:creationId xmlns:a16="http://schemas.microsoft.com/office/drawing/2014/main" id="{1D12FB8D-1D1F-A46F-9689-11F638CBAA9C}"/>
                    </a:ext>
                  </a:extLst>
                </p:cNvPr>
                <p:cNvSpPr>
                  <a:spLocks noChangeShapeType="1"/>
                </p:cNvSpPr>
                <p:nvPr/>
              </p:nvSpPr>
              <p:spPr bwMode="auto">
                <a:xfrm>
                  <a:off x="4872" y="1743"/>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5" name="Line 121">
                  <a:extLst>
                    <a:ext uri="{FF2B5EF4-FFF2-40B4-BE49-F238E27FC236}">
                      <a16:creationId xmlns:a16="http://schemas.microsoft.com/office/drawing/2014/main" id="{899CC985-7F46-32B2-08E4-5F916F6C96B4}"/>
                    </a:ext>
                  </a:extLst>
                </p:cNvPr>
                <p:cNvSpPr>
                  <a:spLocks noChangeShapeType="1"/>
                </p:cNvSpPr>
                <p:nvPr/>
              </p:nvSpPr>
              <p:spPr bwMode="auto">
                <a:xfrm>
                  <a:off x="4894" y="1745"/>
                  <a:ext cx="12" cy="1"/>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6" name="Line 122">
                  <a:extLst>
                    <a:ext uri="{FF2B5EF4-FFF2-40B4-BE49-F238E27FC236}">
                      <a16:creationId xmlns:a16="http://schemas.microsoft.com/office/drawing/2014/main" id="{4490D7A8-6B83-E2A7-FE0D-7C4DE3825B6C}"/>
                    </a:ext>
                  </a:extLst>
                </p:cNvPr>
                <p:cNvSpPr>
                  <a:spLocks noChangeShapeType="1"/>
                </p:cNvSpPr>
                <p:nvPr/>
              </p:nvSpPr>
              <p:spPr bwMode="auto">
                <a:xfrm>
                  <a:off x="4906" y="1746"/>
                  <a:ext cx="11" cy="4"/>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7" name="Line 123">
                  <a:extLst>
                    <a:ext uri="{FF2B5EF4-FFF2-40B4-BE49-F238E27FC236}">
                      <a16:creationId xmlns:a16="http://schemas.microsoft.com/office/drawing/2014/main" id="{DD1AE2BB-05B8-6653-2BE6-26BD4141D741}"/>
                    </a:ext>
                  </a:extLst>
                </p:cNvPr>
                <p:cNvSpPr>
                  <a:spLocks noChangeShapeType="1"/>
                </p:cNvSpPr>
                <p:nvPr/>
              </p:nvSpPr>
              <p:spPr bwMode="auto">
                <a:xfrm>
                  <a:off x="4917" y="1750"/>
                  <a:ext cx="78"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8" name="Line 124">
                  <a:extLst>
                    <a:ext uri="{FF2B5EF4-FFF2-40B4-BE49-F238E27FC236}">
                      <a16:creationId xmlns:a16="http://schemas.microsoft.com/office/drawing/2014/main" id="{7CAEFB7C-71B7-76A5-AB9E-9FC64ADC024A}"/>
                    </a:ext>
                  </a:extLst>
                </p:cNvPr>
                <p:cNvSpPr>
                  <a:spLocks noChangeShapeType="1"/>
                </p:cNvSpPr>
                <p:nvPr/>
              </p:nvSpPr>
              <p:spPr bwMode="auto">
                <a:xfrm>
                  <a:off x="4995" y="1760"/>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19" name="Line 125">
                  <a:extLst>
                    <a:ext uri="{FF2B5EF4-FFF2-40B4-BE49-F238E27FC236}">
                      <a16:creationId xmlns:a16="http://schemas.microsoft.com/office/drawing/2014/main" id="{75369B9C-37DF-95EC-AD36-43625471A7A6}"/>
                    </a:ext>
                  </a:extLst>
                </p:cNvPr>
                <p:cNvSpPr>
                  <a:spLocks noChangeShapeType="1"/>
                </p:cNvSpPr>
                <p:nvPr/>
              </p:nvSpPr>
              <p:spPr bwMode="auto">
                <a:xfrm>
                  <a:off x="5057" y="1766"/>
                  <a:ext cx="74"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0" name="Line 126">
                  <a:extLst>
                    <a:ext uri="{FF2B5EF4-FFF2-40B4-BE49-F238E27FC236}">
                      <a16:creationId xmlns:a16="http://schemas.microsoft.com/office/drawing/2014/main" id="{1A633B41-0E68-5684-5E60-7DE40D811857}"/>
                    </a:ext>
                  </a:extLst>
                </p:cNvPr>
                <p:cNvSpPr>
                  <a:spLocks noChangeShapeType="1"/>
                </p:cNvSpPr>
                <p:nvPr/>
              </p:nvSpPr>
              <p:spPr bwMode="auto">
                <a:xfrm>
                  <a:off x="5131" y="1770"/>
                  <a:ext cx="110" cy="3"/>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1" name="Line 127">
                  <a:extLst>
                    <a:ext uri="{FF2B5EF4-FFF2-40B4-BE49-F238E27FC236}">
                      <a16:creationId xmlns:a16="http://schemas.microsoft.com/office/drawing/2014/main" id="{2257B864-4C90-9193-F0CE-AD3C2F97105F}"/>
                    </a:ext>
                  </a:extLst>
                </p:cNvPr>
                <p:cNvSpPr>
                  <a:spLocks noChangeShapeType="1"/>
                </p:cNvSpPr>
                <p:nvPr/>
              </p:nvSpPr>
              <p:spPr bwMode="auto">
                <a:xfrm flipV="1">
                  <a:off x="5241" y="1765"/>
                  <a:ext cx="17" cy="8"/>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2" name="Line 128">
                  <a:extLst>
                    <a:ext uri="{FF2B5EF4-FFF2-40B4-BE49-F238E27FC236}">
                      <a16:creationId xmlns:a16="http://schemas.microsoft.com/office/drawing/2014/main" id="{53BF6559-C52F-C885-CC69-18F6088E88B5}"/>
                    </a:ext>
                  </a:extLst>
                </p:cNvPr>
                <p:cNvSpPr>
                  <a:spLocks noChangeShapeType="1"/>
                </p:cNvSpPr>
                <p:nvPr/>
              </p:nvSpPr>
              <p:spPr bwMode="auto">
                <a:xfrm flipV="1">
                  <a:off x="5258" y="1760"/>
                  <a:ext cx="16"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3" name="Line 129">
                  <a:extLst>
                    <a:ext uri="{FF2B5EF4-FFF2-40B4-BE49-F238E27FC236}">
                      <a16:creationId xmlns:a16="http://schemas.microsoft.com/office/drawing/2014/main" id="{C168AAF3-350F-5B8D-7240-A7987D443860}"/>
                    </a:ext>
                  </a:extLst>
                </p:cNvPr>
                <p:cNvSpPr>
                  <a:spLocks noChangeShapeType="1"/>
                </p:cNvSpPr>
                <p:nvPr/>
              </p:nvSpPr>
              <p:spPr bwMode="auto">
                <a:xfrm flipV="1">
                  <a:off x="5274" y="1759"/>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4" name="Line 130">
                  <a:extLst>
                    <a:ext uri="{FF2B5EF4-FFF2-40B4-BE49-F238E27FC236}">
                      <a16:creationId xmlns:a16="http://schemas.microsoft.com/office/drawing/2014/main" id="{FE791671-FDDE-53BD-A807-BDF4C6253168}"/>
                    </a:ext>
                  </a:extLst>
                </p:cNvPr>
                <p:cNvSpPr>
                  <a:spLocks noChangeShapeType="1"/>
                </p:cNvSpPr>
                <p:nvPr/>
              </p:nvSpPr>
              <p:spPr bwMode="auto">
                <a:xfrm flipV="1">
                  <a:off x="5282" y="1757"/>
                  <a:ext cx="7" cy="2"/>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5" name="Line 131">
                  <a:extLst>
                    <a:ext uri="{FF2B5EF4-FFF2-40B4-BE49-F238E27FC236}">
                      <a16:creationId xmlns:a16="http://schemas.microsoft.com/office/drawing/2014/main" id="{1A66206C-E7DC-F102-5C80-02A591DDAECD}"/>
                    </a:ext>
                  </a:extLst>
                </p:cNvPr>
                <p:cNvSpPr>
                  <a:spLocks noChangeShapeType="1"/>
                </p:cNvSpPr>
                <p:nvPr/>
              </p:nvSpPr>
              <p:spPr bwMode="auto">
                <a:xfrm>
                  <a:off x="5289" y="1757"/>
                  <a:ext cx="3"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6" name="Line 132">
                  <a:extLst>
                    <a:ext uri="{FF2B5EF4-FFF2-40B4-BE49-F238E27FC236}">
                      <a16:creationId xmlns:a16="http://schemas.microsoft.com/office/drawing/2014/main" id="{197E55FF-ED56-B645-6C32-9A5808820658}"/>
                    </a:ext>
                  </a:extLst>
                </p:cNvPr>
                <p:cNvSpPr>
                  <a:spLocks noChangeShapeType="1"/>
                </p:cNvSpPr>
                <p:nvPr/>
              </p:nvSpPr>
              <p:spPr bwMode="auto">
                <a:xfrm>
                  <a:off x="5292" y="1757"/>
                  <a:ext cx="3" cy="2"/>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7" name="Line 133">
                  <a:extLst>
                    <a:ext uri="{FF2B5EF4-FFF2-40B4-BE49-F238E27FC236}">
                      <a16:creationId xmlns:a16="http://schemas.microsoft.com/office/drawing/2014/main" id="{A92EB35F-9147-7798-8595-8ACCEC95361F}"/>
                    </a:ext>
                  </a:extLst>
                </p:cNvPr>
                <p:cNvSpPr>
                  <a:spLocks noChangeShapeType="1"/>
                </p:cNvSpPr>
                <p:nvPr/>
              </p:nvSpPr>
              <p:spPr bwMode="auto">
                <a:xfrm>
                  <a:off x="5295" y="1759"/>
                  <a:ext cx="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8" name="Line 134">
                  <a:extLst>
                    <a:ext uri="{FF2B5EF4-FFF2-40B4-BE49-F238E27FC236}">
                      <a16:creationId xmlns:a16="http://schemas.microsoft.com/office/drawing/2014/main" id="{B3CEFB59-BA15-D24E-9811-20BA6FEEC5A6}"/>
                    </a:ext>
                  </a:extLst>
                </p:cNvPr>
                <p:cNvSpPr>
                  <a:spLocks noChangeShapeType="1"/>
                </p:cNvSpPr>
                <p:nvPr/>
              </p:nvSpPr>
              <p:spPr bwMode="auto">
                <a:xfrm>
                  <a:off x="5302" y="1763"/>
                  <a:ext cx="5"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29" name="Line 135">
                  <a:extLst>
                    <a:ext uri="{FF2B5EF4-FFF2-40B4-BE49-F238E27FC236}">
                      <a16:creationId xmlns:a16="http://schemas.microsoft.com/office/drawing/2014/main" id="{FB8A5507-0B44-FD63-98AF-7140C8F40409}"/>
                    </a:ext>
                  </a:extLst>
                </p:cNvPr>
                <p:cNvSpPr>
                  <a:spLocks noChangeShapeType="1"/>
                </p:cNvSpPr>
                <p:nvPr/>
              </p:nvSpPr>
              <p:spPr bwMode="auto">
                <a:xfrm>
                  <a:off x="5307" y="1768"/>
                  <a:ext cx="6"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0" name="Line 136">
                  <a:extLst>
                    <a:ext uri="{FF2B5EF4-FFF2-40B4-BE49-F238E27FC236}">
                      <a16:creationId xmlns:a16="http://schemas.microsoft.com/office/drawing/2014/main" id="{999A99A7-F06D-1F00-3DE7-922BF435BDD6}"/>
                    </a:ext>
                  </a:extLst>
                </p:cNvPr>
                <p:cNvSpPr>
                  <a:spLocks noChangeShapeType="1"/>
                </p:cNvSpPr>
                <p:nvPr/>
              </p:nvSpPr>
              <p:spPr bwMode="auto">
                <a:xfrm flipV="1">
                  <a:off x="5313" y="1688"/>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1" name="Line 137">
                  <a:extLst>
                    <a:ext uri="{FF2B5EF4-FFF2-40B4-BE49-F238E27FC236}">
                      <a16:creationId xmlns:a16="http://schemas.microsoft.com/office/drawing/2014/main" id="{04FB5A95-C494-4013-76C7-A2E9B1E6D504}"/>
                    </a:ext>
                  </a:extLst>
                </p:cNvPr>
                <p:cNvSpPr>
                  <a:spLocks noChangeShapeType="1"/>
                </p:cNvSpPr>
                <p:nvPr/>
              </p:nvSpPr>
              <p:spPr bwMode="auto">
                <a:xfrm flipH="1" flipV="1">
                  <a:off x="5316" y="1670"/>
                  <a:ext cx="5" cy="18"/>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2" name="Line 138">
                  <a:extLst>
                    <a:ext uri="{FF2B5EF4-FFF2-40B4-BE49-F238E27FC236}">
                      <a16:creationId xmlns:a16="http://schemas.microsoft.com/office/drawing/2014/main" id="{E2D1AB47-8936-CEED-EFE8-9D4B13947361}"/>
                    </a:ext>
                  </a:extLst>
                </p:cNvPr>
                <p:cNvSpPr>
                  <a:spLocks noChangeShapeType="1"/>
                </p:cNvSpPr>
                <p:nvPr/>
              </p:nvSpPr>
              <p:spPr bwMode="auto">
                <a:xfrm flipH="1" flipV="1">
                  <a:off x="5311" y="1651"/>
                  <a:ext cx="5" cy="19"/>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3" name="Line 139">
                  <a:extLst>
                    <a:ext uri="{FF2B5EF4-FFF2-40B4-BE49-F238E27FC236}">
                      <a16:creationId xmlns:a16="http://schemas.microsoft.com/office/drawing/2014/main" id="{64235396-8334-D7D2-B9C2-1D89B6C68FBB}"/>
                    </a:ext>
                  </a:extLst>
                </p:cNvPr>
                <p:cNvSpPr>
                  <a:spLocks noChangeShapeType="1"/>
                </p:cNvSpPr>
                <p:nvPr/>
              </p:nvSpPr>
              <p:spPr bwMode="auto">
                <a:xfrm flipH="1" flipV="1">
                  <a:off x="5307" y="1632"/>
                  <a:ext cx="4" cy="1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4" name="Line 140">
                  <a:extLst>
                    <a:ext uri="{FF2B5EF4-FFF2-40B4-BE49-F238E27FC236}">
                      <a16:creationId xmlns:a16="http://schemas.microsoft.com/office/drawing/2014/main" id="{D258C8AB-BBBA-E2D1-C54B-13E36A1F8F08}"/>
                    </a:ext>
                  </a:extLst>
                </p:cNvPr>
                <p:cNvSpPr>
                  <a:spLocks noChangeShapeType="1"/>
                </p:cNvSpPr>
                <p:nvPr/>
              </p:nvSpPr>
              <p:spPr bwMode="auto">
                <a:xfrm flipH="1" flipV="1">
                  <a:off x="5304" y="1612"/>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5" name="Line 141">
                  <a:extLst>
                    <a:ext uri="{FF2B5EF4-FFF2-40B4-BE49-F238E27FC236}">
                      <a16:creationId xmlns:a16="http://schemas.microsoft.com/office/drawing/2014/main" id="{EF3D8A9C-3780-E6EA-44C4-65720E70E19B}"/>
                    </a:ext>
                  </a:extLst>
                </p:cNvPr>
                <p:cNvSpPr>
                  <a:spLocks noChangeShapeType="1"/>
                </p:cNvSpPr>
                <p:nvPr/>
              </p:nvSpPr>
              <p:spPr bwMode="auto">
                <a:xfrm flipH="1" flipV="1">
                  <a:off x="5302" y="1572"/>
                  <a:ext cx="2"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6" name="Line 142">
                  <a:extLst>
                    <a:ext uri="{FF2B5EF4-FFF2-40B4-BE49-F238E27FC236}">
                      <a16:creationId xmlns:a16="http://schemas.microsoft.com/office/drawing/2014/main" id="{F4E878A9-3188-4D51-BC74-CEE14DA65378}"/>
                    </a:ext>
                  </a:extLst>
                </p:cNvPr>
                <p:cNvSpPr>
                  <a:spLocks noChangeShapeType="1"/>
                </p:cNvSpPr>
                <p:nvPr/>
              </p:nvSpPr>
              <p:spPr bwMode="auto">
                <a:xfrm flipV="1">
                  <a:off x="5302" y="1532"/>
                  <a:ext cx="1"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7" name="Line 143">
                  <a:extLst>
                    <a:ext uri="{FF2B5EF4-FFF2-40B4-BE49-F238E27FC236}">
                      <a16:creationId xmlns:a16="http://schemas.microsoft.com/office/drawing/2014/main" id="{F343092D-0205-7AC7-8F74-732DD723C807}"/>
                    </a:ext>
                  </a:extLst>
                </p:cNvPr>
                <p:cNvSpPr>
                  <a:spLocks noChangeShapeType="1"/>
                </p:cNvSpPr>
                <p:nvPr/>
              </p:nvSpPr>
              <p:spPr bwMode="auto">
                <a:xfrm flipV="1">
                  <a:off x="5302" y="1491"/>
                  <a:ext cx="2"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8" name="Line 144">
                  <a:extLst>
                    <a:ext uri="{FF2B5EF4-FFF2-40B4-BE49-F238E27FC236}">
                      <a16:creationId xmlns:a16="http://schemas.microsoft.com/office/drawing/2014/main" id="{39E73D78-C71B-32E8-2849-2E9B8EB9E9CB}"/>
                    </a:ext>
                  </a:extLst>
                </p:cNvPr>
                <p:cNvSpPr>
                  <a:spLocks noChangeShapeType="1"/>
                </p:cNvSpPr>
                <p:nvPr/>
              </p:nvSpPr>
              <p:spPr bwMode="auto">
                <a:xfrm flipV="1">
                  <a:off x="5304" y="1452"/>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39" name="Line 145">
                  <a:extLst>
                    <a:ext uri="{FF2B5EF4-FFF2-40B4-BE49-F238E27FC236}">
                      <a16:creationId xmlns:a16="http://schemas.microsoft.com/office/drawing/2014/main" id="{1B2C06EF-D8A6-6600-0696-1D88B274F190}"/>
                    </a:ext>
                  </a:extLst>
                </p:cNvPr>
                <p:cNvSpPr>
                  <a:spLocks noChangeShapeType="1"/>
                </p:cNvSpPr>
                <p:nvPr/>
              </p:nvSpPr>
              <p:spPr bwMode="auto">
                <a:xfrm flipV="1">
                  <a:off x="5307" y="1373"/>
                  <a:ext cx="6"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40" name="Line 146">
                  <a:extLst>
                    <a:ext uri="{FF2B5EF4-FFF2-40B4-BE49-F238E27FC236}">
                      <a16:creationId xmlns:a16="http://schemas.microsoft.com/office/drawing/2014/main" id="{1F19EEA4-7371-112E-CFCF-8DD968D9528F}"/>
                    </a:ext>
                  </a:extLst>
                </p:cNvPr>
                <p:cNvSpPr>
                  <a:spLocks noChangeShapeType="1"/>
                </p:cNvSpPr>
                <p:nvPr/>
              </p:nvSpPr>
              <p:spPr bwMode="auto">
                <a:xfrm flipH="1">
                  <a:off x="3332" y="1373"/>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41" name="Freeform 147">
                  <a:extLst>
                    <a:ext uri="{FF2B5EF4-FFF2-40B4-BE49-F238E27FC236}">
                      <a16:creationId xmlns:a16="http://schemas.microsoft.com/office/drawing/2014/main" id="{5469D0FB-AD18-F19A-2058-B9214882EEFD}"/>
                    </a:ext>
                  </a:extLst>
                </p:cNvPr>
                <p:cNvSpPr>
                  <a:spLocks/>
                </p:cNvSpPr>
                <p:nvPr/>
              </p:nvSpPr>
              <p:spPr bwMode="auto">
                <a:xfrm>
                  <a:off x="3191" y="1365"/>
                  <a:ext cx="146" cy="132"/>
                </a:xfrm>
                <a:custGeom>
                  <a:avLst/>
                  <a:gdLst>
                    <a:gd name="T0" fmla="*/ 9 w 146"/>
                    <a:gd name="T1" fmla="*/ 131 h 132"/>
                    <a:gd name="T2" fmla="*/ 0 w 146"/>
                    <a:gd name="T3" fmla="*/ 132 h 132"/>
                    <a:gd name="T4" fmla="*/ 137 w 146"/>
                    <a:gd name="T5" fmla="*/ 2 h 132"/>
                    <a:gd name="T6" fmla="*/ 146 w 146"/>
                    <a:gd name="T7" fmla="*/ 0 h 132"/>
                    <a:gd name="T8" fmla="*/ 9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1"/>
                      </a:moveTo>
                      <a:lnTo>
                        <a:pt x="0" y="132"/>
                      </a:lnTo>
                      <a:lnTo>
                        <a:pt x="137" y="2"/>
                      </a:lnTo>
                      <a:lnTo>
                        <a:pt x="146" y="0"/>
                      </a:lnTo>
                      <a:lnTo>
                        <a:pt x="9"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42" name="Line 148">
                  <a:extLst>
                    <a:ext uri="{FF2B5EF4-FFF2-40B4-BE49-F238E27FC236}">
                      <a16:creationId xmlns:a16="http://schemas.microsoft.com/office/drawing/2014/main" id="{06310BC8-C1E0-0816-69DB-3B41455B3A30}"/>
                    </a:ext>
                  </a:extLst>
                </p:cNvPr>
                <p:cNvSpPr>
                  <a:spLocks noChangeShapeType="1"/>
                </p:cNvSpPr>
                <p:nvPr/>
              </p:nvSpPr>
              <p:spPr bwMode="auto">
                <a:xfrm flipV="1">
                  <a:off x="3200" y="1365"/>
                  <a:ext cx="137"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43" name="Freeform 149">
                  <a:extLst>
                    <a:ext uri="{FF2B5EF4-FFF2-40B4-BE49-F238E27FC236}">
                      <a16:creationId xmlns:a16="http://schemas.microsoft.com/office/drawing/2014/main" id="{9559E631-1EC2-FC63-D25D-61E57498EADC}"/>
                    </a:ext>
                  </a:extLst>
                </p:cNvPr>
                <p:cNvSpPr>
                  <a:spLocks/>
                </p:cNvSpPr>
                <p:nvPr/>
              </p:nvSpPr>
              <p:spPr bwMode="auto">
                <a:xfrm>
                  <a:off x="3196" y="1365"/>
                  <a:ext cx="141" cy="132"/>
                </a:xfrm>
                <a:custGeom>
                  <a:avLst/>
                  <a:gdLst>
                    <a:gd name="T0" fmla="*/ 4 w 141"/>
                    <a:gd name="T1" fmla="*/ 131 h 132"/>
                    <a:gd name="T2" fmla="*/ 0 w 141"/>
                    <a:gd name="T3" fmla="*/ 132 h 132"/>
                    <a:gd name="T4" fmla="*/ 138 w 141"/>
                    <a:gd name="T5" fmla="*/ 2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8" y="2"/>
                      </a:lnTo>
                      <a:lnTo>
                        <a:pt x="141" y="0"/>
                      </a:lnTo>
                      <a:lnTo>
                        <a:pt x="4"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44" name="Freeform 150">
                  <a:extLst>
                    <a:ext uri="{FF2B5EF4-FFF2-40B4-BE49-F238E27FC236}">
                      <a16:creationId xmlns:a16="http://schemas.microsoft.com/office/drawing/2014/main" id="{B0BD9152-7840-9F13-E4FC-1420738A045C}"/>
                    </a:ext>
                  </a:extLst>
                </p:cNvPr>
                <p:cNvSpPr>
                  <a:spLocks/>
                </p:cNvSpPr>
                <p:nvPr/>
              </p:nvSpPr>
              <p:spPr bwMode="auto">
                <a:xfrm>
                  <a:off x="3191" y="1367"/>
                  <a:ext cx="143" cy="130"/>
                </a:xfrm>
                <a:custGeom>
                  <a:avLst/>
                  <a:gdLst>
                    <a:gd name="T0" fmla="*/ 5 w 143"/>
                    <a:gd name="T1" fmla="*/ 130 h 130"/>
                    <a:gd name="T2" fmla="*/ 0 w 143"/>
                    <a:gd name="T3" fmla="*/ 130 h 130"/>
                    <a:gd name="T4" fmla="*/ 137 w 143"/>
                    <a:gd name="T5" fmla="*/ 0 h 130"/>
                    <a:gd name="T6" fmla="*/ 143 w 143"/>
                    <a:gd name="T7" fmla="*/ 0 h 130"/>
                    <a:gd name="T8" fmla="*/ 5 w 143"/>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0">
                      <a:moveTo>
                        <a:pt x="5" y="130"/>
                      </a:moveTo>
                      <a:lnTo>
                        <a:pt x="0" y="130"/>
                      </a:lnTo>
                      <a:lnTo>
                        <a:pt x="137" y="0"/>
                      </a:lnTo>
                      <a:lnTo>
                        <a:pt x="143" y="0"/>
                      </a:lnTo>
                      <a:lnTo>
                        <a:pt x="5"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45" name="Freeform 151">
                  <a:extLst>
                    <a:ext uri="{FF2B5EF4-FFF2-40B4-BE49-F238E27FC236}">
                      <a16:creationId xmlns:a16="http://schemas.microsoft.com/office/drawing/2014/main" id="{AF4AB01C-6955-C64E-2275-ADA0026B29BA}"/>
                    </a:ext>
                  </a:extLst>
                </p:cNvPr>
                <p:cNvSpPr>
                  <a:spLocks/>
                </p:cNvSpPr>
                <p:nvPr/>
              </p:nvSpPr>
              <p:spPr bwMode="auto">
                <a:xfrm>
                  <a:off x="3182" y="1367"/>
                  <a:ext cx="146" cy="130"/>
                </a:xfrm>
                <a:custGeom>
                  <a:avLst/>
                  <a:gdLst>
                    <a:gd name="T0" fmla="*/ 9 w 146"/>
                    <a:gd name="T1" fmla="*/ 130 h 130"/>
                    <a:gd name="T2" fmla="*/ 0 w 146"/>
                    <a:gd name="T3" fmla="*/ 130 h 130"/>
                    <a:gd name="T4" fmla="*/ 137 w 146"/>
                    <a:gd name="T5" fmla="*/ 0 h 130"/>
                    <a:gd name="T6" fmla="*/ 146 w 146"/>
                    <a:gd name="T7" fmla="*/ 0 h 130"/>
                    <a:gd name="T8" fmla="*/ 9 w 146"/>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0">
                      <a:moveTo>
                        <a:pt x="9" y="130"/>
                      </a:moveTo>
                      <a:lnTo>
                        <a:pt x="0" y="130"/>
                      </a:lnTo>
                      <a:lnTo>
                        <a:pt x="137" y="0"/>
                      </a:lnTo>
                      <a:lnTo>
                        <a:pt x="146" y="0"/>
                      </a:lnTo>
                      <a:lnTo>
                        <a:pt x="9"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46" name="Line 152">
                  <a:extLst>
                    <a:ext uri="{FF2B5EF4-FFF2-40B4-BE49-F238E27FC236}">
                      <a16:creationId xmlns:a16="http://schemas.microsoft.com/office/drawing/2014/main" id="{21E280F5-BC9E-1B0C-F564-85F673B9C48B}"/>
                    </a:ext>
                  </a:extLst>
                </p:cNvPr>
                <p:cNvSpPr>
                  <a:spLocks noChangeShapeType="1"/>
                </p:cNvSpPr>
                <p:nvPr/>
              </p:nvSpPr>
              <p:spPr bwMode="auto">
                <a:xfrm flipV="1">
                  <a:off x="3191" y="1367"/>
                  <a:ext cx="137" cy="130"/>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47" name="Freeform 153">
                  <a:extLst>
                    <a:ext uri="{FF2B5EF4-FFF2-40B4-BE49-F238E27FC236}">
                      <a16:creationId xmlns:a16="http://schemas.microsoft.com/office/drawing/2014/main" id="{ECADF6BE-1AAC-CB94-9B30-4E6545D97DDC}"/>
                    </a:ext>
                  </a:extLst>
                </p:cNvPr>
                <p:cNvSpPr>
                  <a:spLocks/>
                </p:cNvSpPr>
                <p:nvPr/>
              </p:nvSpPr>
              <p:spPr bwMode="auto">
                <a:xfrm>
                  <a:off x="3189" y="1367"/>
                  <a:ext cx="139" cy="130"/>
                </a:xfrm>
                <a:custGeom>
                  <a:avLst/>
                  <a:gdLst>
                    <a:gd name="T0" fmla="*/ 2 w 139"/>
                    <a:gd name="T1" fmla="*/ 130 h 130"/>
                    <a:gd name="T2" fmla="*/ 0 w 139"/>
                    <a:gd name="T3" fmla="*/ 130 h 130"/>
                    <a:gd name="T4" fmla="*/ 137 w 139"/>
                    <a:gd name="T5" fmla="*/ 0 h 130"/>
                    <a:gd name="T6" fmla="*/ 139 w 139"/>
                    <a:gd name="T7" fmla="*/ 0 h 130"/>
                    <a:gd name="T8" fmla="*/ 2 w 139"/>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0">
                      <a:moveTo>
                        <a:pt x="2" y="130"/>
                      </a:moveTo>
                      <a:lnTo>
                        <a:pt x="0" y="130"/>
                      </a:lnTo>
                      <a:lnTo>
                        <a:pt x="137" y="0"/>
                      </a:lnTo>
                      <a:lnTo>
                        <a:pt x="139" y="0"/>
                      </a:lnTo>
                      <a:lnTo>
                        <a:pt x="2"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48" name="Freeform 154">
                  <a:extLst>
                    <a:ext uri="{FF2B5EF4-FFF2-40B4-BE49-F238E27FC236}">
                      <a16:creationId xmlns:a16="http://schemas.microsoft.com/office/drawing/2014/main" id="{35DAB198-BBFD-DE29-8260-2FF96AE3D809}"/>
                    </a:ext>
                  </a:extLst>
                </p:cNvPr>
                <p:cNvSpPr>
                  <a:spLocks/>
                </p:cNvSpPr>
                <p:nvPr/>
              </p:nvSpPr>
              <p:spPr bwMode="auto">
                <a:xfrm>
                  <a:off x="3185" y="1367"/>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49" name="Freeform 155">
                  <a:extLst>
                    <a:ext uri="{FF2B5EF4-FFF2-40B4-BE49-F238E27FC236}">
                      <a16:creationId xmlns:a16="http://schemas.microsoft.com/office/drawing/2014/main" id="{9063F95C-C81D-C8D7-B199-54FDC0621E2F}"/>
                    </a:ext>
                  </a:extLst>
                </p:cNvPr>
                <p:cNvSpPr>
                  <a:spLocks/>
                </p:cNvSpPr>
                <p:nvPr/>
              </p:nvSpPr>
              <p:spPr bwMode="auto">
                <a:xfrm>
                  <a:off x="3182" y="1367"/>
                  <a:ext cx="140" cy="130"/>
                </a:xfrm>
                <a:custGeom>
                  <a:avLst/>
                  <a:gdLst>
                    <a:gd name="T0" fmla="*/ 3 w 140"/>
                    <a:gd name="T1" fmla="*/ 130 h 130"/>
                    <a:gd name="T2" fmla="*/ 0 w 140"/>
                    <a:gd name="T3" fmla="*/ 130 h 130"/>
                    <a:gd name="T4" fmla="*/ 137 w 140"/>
                    <a:gd name="T5" fmla="*/ 0 h 130"/>
                    <a:gd name="T6" fmla="*/ 140 w 140"/>
                    <a:gd name="T7" fmla="*/ 0 h 130"/>
                    <a:gd name="T8" fmla="*/ 3 w 140"/>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0">
                      <a:moveTo>
                        <a:pt x="3" y="130"/>
                      </a:moveTo>
                      <a:lnTo>
                        <a:pt x="0" y="130"/>
                      </a:lnTo>
                      <a:lnTo>
                        <a:pt x="137" y="0"/>
                      </a:lnTo>
                      <a:lnTo>
                        <a:pt x="140" y="0"/>
                      </a:lnTo>
                      <a:lnTo>
                        <a:pt x="3"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0" name="Freeform 156">
                  <a:extLst>
                    <a:ext uri="{FF2B5EF4-FFF2-40B4-BE49-F238E27FC236}">
                      <a16:creationId xmlns:a16="http://schemas.microsoft.com/office/drawing/2014/main" id="{5EA94A3E-FF43-FBA7-518A-9D7DD428C9A1}"/>
                    </a:ext>
                  </a:extLst>
                </p:cNvPr>
                <p:cNvSpPr>
                  <a:spLocks/>
                </p:cNvSpPr>
                <p:nvPr/>
              </p:nvSpPr>
              <p:spPr bwMode="auto">
                <a:xfrm>
                  <a:off x="3174" y="1367"/>
                  <a:ext cx="145" cy="132"/>
                </a:xfrm>
                <a:custGeom>
                  <a:avLst/>
                  <a:gdLst>
                    <a:gd name="T0" fmla="*/ 8 w 145"/>
                    <a:gd name="T1" fmla="*/ 130 h 132"/>
                    <a:gd name="T2" fmla="*/ 0 w 145"/>
                    <a:gd name="T3" fmla="*/ 132 h 132"/>
                    <a:gd name="T4" fmla="*/ 138 w 145"/>
                    <a:gd name="T5" fmla="*/ 1 h 132"/>
                    <a:gd name="T6" fmla="*/ 145 w 145"/>
                    <a:gd name="T7" fmla="*/ 0 h 132"/>
                    <a:gd name="T8" fmla="*/ 8 w 145"/>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8" y="130"/>
                      </a:moveTo>
                      <a:lnTo>
                        <a:pt x="0" y="132"/>
                      </a:lnTo>
                      <a:lnTo>
                        <a:pt x="138" y="1"/>
                      </a:lnTo>
                      <a:lnTo>
                        <a:pt x="145" y="0"/>
                      </a:lnTo>
                      <a:lnTo>
                        <a:pt x="8"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1" name="Line 157">
                  <a:extLst>
                    <a:ext uri="{FF2B5EF4-FFF2-40B4-BE49-F238E27FC236}">
                      <a16:creationId xmlns:a16="http://schemas.microsoft.com/office/drawing/2014/main" id="{B96BD0AD-22BD-F490-73BE-FC63AA8D970E}"/>
                    </a:ext>
                  </a:extLst>
                </p:cNvPr>
                <p:cNvSpPr>
                  <a:spLocks noChangeShapeType="1"/>
                </p:cNvSpPr>
                <p:nvPr/>
              </p:nvSpPr>
              <p:spPr bwMode="auto">
                <a:xfrm flipV="1">
                  <a:off x="3182" y="1367"/>
                  <a:ext cx="137" cy="130"/>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52" name="Freeform 158">
                  <a:extLst>
                    <a:ext uri="{FF2B5EF4-FFF2-40B4-BE49-F238E27FC236}">
                      <a16:creationId xmlns:a16="http://schemas.microsoft.com/office/drawing/2014/main" id="{AD0AAD5A-BDEC-E58B-61C6-8EE536B3F7F0}"/>
                    </a:ext>
                  </a:extLst>
                </p:cNvPr>
                <p:cNvSpPr>
                  <a:spLocks/>
                </p:cNvSpPr>
                <p:nvPr/>
              </p:nvSpPr>
              <p:spPr bwMode="auto">
                <a:xfrm>
                  <a:off x="3178" y="1367"/>
                  <a:ext cx="141" cy="132"/>
                </a:xfrm>
                <a:custGeom>
                  <a:avLst/>
                  <a:gdLst>
                    <a:gd name="T0" fmla="*/ 4 w 141"/>
                    <a:gd name="T1" fmla="*/ 130 h 132"/>
                    <a:gd name="T2" fmla="*/ 0 w 141"/>
                    <a:gd name="T3" fmla="*/ 132 h 132"/>
                    <a:gd name="T4" fmla="*/ 137 w 141"/>
                    <a:gd name="T5" fmla="*/ 1 h 132"/>
                    <a:gd name="T6" fmla="*/ 141 w 141"/>
                    <a:gd name="T7" fmla="*/ 0 h 132"/>
                    <a:gd name="T8" fmla="*/ 4 w 141"/>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0"/>
                      </a:moveTo>
                      <a:lnTo>
                        <a:pt x="0" y="132"/>
                      </a:lnTo>
                      <a:lnTo>
                        <a:pt x="137" y="1"/>
                      </a:lnTo>
                      <a:lnTo>
                        <a:pt x="141" y="0"/>
                      </a:lnTo>
                      <a:lnTo>
                        <a:pt x="4"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3" name="Freeform 159">
                  <a:extLst>
                    <a:ext uri="{FF2B5EF4-FFF2-40B4-BE49-F238E27FC236}">
                      <a16:creationId xmlns:a16="http://schemas.microsoft.com/office/drawing/2014/main" id="{F6AD6794-40BA-B96B-D308-579B4DA29C53}"/>
                    </a:ext>
                  </a:extLst>
                </p:cNvPr>
                <p:cNvSpPr>
                  <a:spLocks/>
                </p:cNvSpPr>
                <p:nvPr/>
              </p:nvSpPr>
              <p:spPr bwMode="auto">
                <a:xfrm>
                  <a:off x="3174" y="1368"/>
                  <a:ext cx="141" cy="131"/>
                </a:xfrm>
                <a:custGeom>
                  <a:avLst/>
                  <a:gdLst>
                    <a:gd name="T0" fmla="*/ 4 w 141"/>
                    <a:gd name="T1" fmla="*/ 131 h 131"/>
                    <a:gd name="T2" fmla="*/ 0 w 141"/>
                    <a:gd name="T3" fmla="*/ 131 h 131"/>
                    <a:gd name="T4" fmla="*/ 138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8" y="0"/>
                      </a:lnTo>
                      <a:lnTo>
                        <a:pt x="141" y="0"/>
                      </a:lnTo>
                      <a:lnTo>
                        <a:pt x="4"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4" name="Freeform 160">
                  <a:extLst>
                    <a:ext uri="{FF2B5EF4-FFF2-40B4-BE49-F238E27FC236}">
                      <a16:creationId xmlns:a16="http://schemas.microsoft.com/office/drawing/2014/main" id="{A3182F79-5970-DEBE-D5F3-91ADEC83C2C6}"/>
                    </a:ext>
                  </a:extLst>
                </p:cNvPr>
                <p:cNvSpPr>
                  <a:spLocks/>
                </p:cNvSpPr>
                <p:nvPr/>
              </p:nvSpPr>
              <p:spPr bwMode="auto">
                <a:xfrm>
                  <a:off x="3171" y="1368"/>
                  <a:ext cx="141" cy="133"/>
                </a:xfrm>
                <a:custGeom>
                  <a:avLst/>
                  <a:gdLst>
                    <a:gd name="T0" fmla="*/ 3 w 141"/>
                    <a:gd name="T1" fmla="*/ 131 h 133"/>
                    <a:gd name="T2" fmla="*/ 0 w 141"/>
                    <a:gd name="T3" fmla="*/ 133 h 133"/>
                    <a:gd name="T4" fmla="*/ 137 w 141"/>
                    <a:gd name="T5" fmla="*/ 2 h 133"/>
                    <a:gd name="T6" fmla="*/ 141 w 141"/>
                    <a:gd name="T7" fmla="*/ 0 h 133"/>
                    <a:gd name="T8" fmla="*/ 3 w 141"/>
                    <a:gd name="T9" fmla="*/ 131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3">
                      <a:moveTo>
                        <a:pt x="3" y="131"/>
                      </a:moveTo>
                      <a:lnTo>
                        <a:pt x="0" y="133"/>
                      </a:lnTo>
                      <a:lnTo>
                        <a:pt x="137" y="2"/>
                      </a:lnTo>
                      <a:lnTo>
                        <a:pt x="141" y="0"/>
                      </a:lnTo>
                      <a:lnTo>
                        <a:pt x="3" y="131"/>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5" name="Line 161">
                  <a:extLst>
                    <a:ext uri="{FF2B5EF4-FFF2-40B4-BE49-F238E27FC236}">
                      <a16:creationId xmlns:a16="http://schemas.microsoft.com/office/drawing/2014/main" id="{5485E696-E818-B00A-76A8-6513C9DA8064}"/>
                    </a:ext>
                  </a:extLst>
                </p:cNvPr>
                <p:cNvSpPr>
                  <a:spLocks noChangeShapeType="1"/>
                </p:cNvSpPr>
                <p:nvPr/>
              </p:nvSpPr>
              <p:spPr bwMode="auto">
                <a:xfrm flipV="1">
                  <a:off x="3174" y="1368"/>
                  <a:ext cx="138" cy="131"/>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56" name="Freeform 162">
                  <a:extLst>
                    <a:ext uri="{FF2B5EF4-FFF2-40B4-BE49-F238E27FC236}">
                      <a16:creationId xmlns:a16="http://schemas.microsoft.com/office/drawing/2014/main" id="{6CE64401-87B0-9CA0-023C-404F221D4E1B}"/>
                    </a:ext>
                  </a:extLst>
                </p:cNvPr>
                <p:cNvSpPr>
                  <a:spLocks/>
                </p:cNvSpPr>
                <p:nvPr/>
              </p:nvSpPr>
              <p:spPr bwMode="auto">
                <a:xfrm>
                  <a:off x="3149" y="1756"/>
                  <a:ext cx="144" cy="137"/>
                </a:xfrm>
                <a:custGeom>
                  <a:avLst/>
                  <a:gdLst>
                    <a:gd name="T0" fmla="*/ 7 w 144"/>
                    <a:gd name="T1" fmla="*/ 131 h 137"/>
                    <a:gd name="T2" fmla="*/ 0 w 144"/>
                    <a:gd name="T3" fmla="*/ 137 h 137"/>
                    <a:gd name="T4" fmla="*/ 137 w 144"/>
                    <a:gd name="T5" fmla="*/ 6 h 137"/>
                    <a:gd name="T6" fmla="*/ 144 w 144"/>
                    <a:gd name="T7" fmla="*/ 0 h 137"/>
                    <a:gd name="T8" fmla="*/ 7 w 144"/>
                    <a:gd name="T9" fmla="*/ 131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7">
                      <a:moveTo>
                        <a:pt x="7" y="131"/>
                      </a:moveTo>
                      <a:lnTo>
                        <a:pt x="0" y="137"/>
                      </a:lnTo>
                      <a:lnTo>
                        <a:pt x="137" y="6"/>
                      </a:lnTo>
                      <a:lnTo>
                        <a:pt x="144" y="0"/>
                      </a:lnTo>
                      <a:lnTo>
                        <a:pt x="7" y="131"/>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7" name="Line 163">
                  <a:extLst>
                    <a:ext uri="{FF2B5EF4-FFF2-40B4-BE49-F238E27FC236}">
                      <a16:creationId xmlns:a16="http://schemas.microsoft.com/office/drawing/2014/main" id="{E61BEF4A-C672-1411-C3C0-2BB822A7B098}"/>
                    </a:ext>
                  </a:extLst>
                </p:cNvPr>
                <p:cNvSpPr>
                  <a:spLocks noChangeShapeType="1"/>
                </p:cNvSpPr>
                <p:nvPr/>
              </p:nvSpPr>
              <p:spPr bwMode="auto">
                <a:xfrm flipV="1">
                  <a:off x="3156" y="1756"/>
                  <a:ext cx="137" cy="131"/>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58" name="Freeform 164">
                  <a:extLst>
                    <a:ext uri="{FF2B5EF4-FFF2-40B4-BE49-F238E27FC236}">
                      <a16:creationId xmlns:a16="http://schemas.microsoft.com/office/drawing/2014/main" id="{998D916C-FBDC-7957-6739-E284A20025D4}"/>
                    </a:ext>
                  </a:extLst>
                </p:cNvPr>
                <p:cNvSpPr>
                  <a:spLocks/>
                </p:cNvSpPr>
                <p:nvPr/>
              </p:nvSpPr>
              <p:spPr bwMode="auto">
                <a:xfrm>
                  <a:off x="3143" y="1762"/>
                  <a:ext cx="143" cy="135"/>
                </a:xfrm>
                <a:custGeom>
                  <a:avLst/>
                  <a:gdLst>
                    <a:gd name="T0" fmla="*/ 6 w 143"/>
                    <a:gd name="T1" fmla="*/ 131 h 135"/>
                    <a:gd name="T2" fmla="*/ 0 w 143"/>
                    <a:gd name="T3" fmla="*/ 135 h 135"/>
                    <a:gd name="T4" fmla="*/ 138 w 143"/>
                    <a:gd name="T5" fmla="*/ 4 h 135"/>
                    <a:gd name="T6" fmla="*/ 143 w 143"/>
                    <a:gd name="T7" fmla="*/ 0 h 135"/>
                    <a:gd name="T8" fmla="*/ 6 w 143"/>
                    <a:gd name="T9" fmla="*/ 131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5">
                      <a:moveTo>
                        <a:pt x="6" y="131"/>
                      </a:moveTo>
                      <a:lnTo>
                        <a:pt x="0" y="135"/>
                      </a:lnTo>
                      <a:lnTo>
                        <a:pt x="138" y="4"/>
                      </a:lnTo>
                      <a:lnTo>
                        <a:pt x="143" y="0"/>
                      </a:lnTo>
                      <a:lnTo>
                        <a:pt x="6"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59" name="Line 165">
                  <a:extLst>
                    <a:ext uri="{FF2B5EF4-FFF2-40B4-BE49-F238E27FC236}">
                      <a16:creationId xmlns:a16="http://schemas.microsoft.com/office/drawing/2014/main" id="{EADAF80B-59EF-3A59-1935-8EAD3ECBA00C}"/>
                    </a:ext>
                  </a:extLst>
                </p:cNvPr>
                <p:cNvSpPr>
                  <a:spLocks noChangeShapeType="1"/>
                </p:cNvSpPr>
                <p:nvPr/>
              </p:nvSpPr>
              <p:spPr bwMode="auto">
                <a:xfrm flipV="1">
                  <a:off x="3149" y="1762"/>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60" name="Freeform 166">
                  <a:extLst>
                    <a:ext uri="{FF2B5EF4-FFF2-40B4-BE49-F238E27FC236}">
                      <a16:creationId xmlns:a16="http://schemas.microsoft.com/office/drawing/2014/main" id="{1F8CAF22-1505-E0C4-EB15-4DF2557CA344}"/>
                    </a:ext>
                  </a:extLst>
                </p:cNvPr>
                <p:cNvSpPr>
                  <a:spLocks/>
                </p:cNvSpPr>
                <p:nvPr/>
              </p:nvSpPr>
              <p:spPr bwMode="auto">
                <a:xfrm>
                  <a:off x="5181" y="1681"/>
                  <a:ext cx="146" cy="216"/>
                </a:xfrm>
                <a:custGeom>
                  <a:avLst/>
                  <a:gdLst>
                    <a:gd name="T0" fmla="*/ 0 w 146"/>
                    <a:gd name="T1" fmla="*/ 216 h 216"/>
                    <a:gd name="T2" fmla="*/ 8 w 146"/>
                    <a:gd name="T3" fmla="*/ 131 h 216"/>
                    <a:gd name="T4" fmla="*/ 146 w 146"/>
                    <a:gd name="T5" fmla="*/ 0 h 216"/>
                    <a:gd name="T6" fmla="*/ 137 w 146"/>
                    <a:gd name="T7" fmla="*/ 85 h 216"/>
                    <a:gd name="T8" fmla="*/ 0 w 146"/>
                    <a:gd name="T9" fmla="*/ 216 h 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216">
                      <a:moveTo>
                        <a:pt x="0" y="216"/>
                      </a:moveTo>
                      <a:lnTo>
                        <a:pt x="8" y="131"/>
                      </a:lnTo>
                      <a:lnTo>
                        <a:pt x="146" y="0"/>
                      </a:lnTo>
                      <a:lnTo>
                        <a:pt x="137" y="85"/>
                      </a:lnTo>
                      <a:lnTo>
                        <a:pt x="0" y="21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61" name="Line 167">
                  <a:extLst>
                    <a:ext uri="{FF2B5EF4-FFF2-40B4-BE49-F238E27FC236}">
                      <a16:creationId xmlns:a16="http://schemas.microsoft.com/office/drawing/2014/main" id="{4058F523-D704-F09F-D917-BFD857E3BFBC}"/>
                    </a:ext>
                  </a:extLst>
                </p:cNvPr>
                <p:cNvSpPr>
                  <a:spLocks noChangeShapeType="1"/>
                </p:cNvSpPr>
                <p:nvPr/>
              </p:nvSpPr>
              <p:spPr bwMode="auto">
                <a:xfrm flipV="1">
                  <a:off x="5181" y="1766"/>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62" name="Freeform 168">
                  <a:extLst>
                    <a:ext uri="{FF2B5EF4-FFF2-40B4-BE49-F238E27FC236}">
                      <a16:creationId xmlns:a16="http://schemas.microsoft.com/office/drawing/2014/main" id="{FD93DD3F-76FD-E710-C0C1-BB94A85C1B9F}"/>
                    </a:ext>
                  </a:extLst>
                </p:cNvPr>
                <p:cNvSpPr>
                  <a:spLocks/>
                </p:cNvSpPr>
                <p:nvPr/>
              </p:nvSpPr>
              <p:spPr bwMode="auto">
                <a:xfrm>
                  <a:off x="5184" y="1662"/>
                  <a:ext cx="143" cy="150"/>
                </a:xfrm>
                <a:custGeom>
                  <a:avLst/>
                  <a:gdLst>
                    <a:gd name="T0" fmla="*/ 5 w 143"/>
                    <a:gd name="T1" fmla="*/ 150 h 150"/>
                    <a:gd name="T2" fmla="*/ 0 w 143"/>
                    <a:gd name="T3" fmla="*/ 131 h 150"/>
                    <a:gd name="T4" fmla="*/ 137 w 143"/>
                    <a:gd name="T5" fmla="*/ 0 h 150"/>
                    <a:gd name="T6" fmla="*/ 143 w 143"/>
                    <a:gd name="T7" fmla="*/ 19 h 150"/>
                    <a:gd name="T8" fmla="*/ 5 w 143"/>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50">
                      <a:moveTo>
                        <a:pt x="5" y="150"/>
                      </a:moveTo>
                      <a:lnTo>
                        <a:pt x="0" y="131"/>
                      </a:lnTo>
                      <a:lnTo>
                        <a:pt x="137" y="0"/>
                      </a:lnTo>
                      <a:lnTo>
                        <a:pt x="143" y="19"/>
                      </a:lnTo>
                      <a:lnTo>
                        <a:pt x="5" y="150"/>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63" name="Line 169">
                  <a:extLst>
                    <a:ext uri="{FF2B5EF4-FFF2-40B4-BE49-F238E27FC236}">
                      <a16:creationId xmlns:a16="http://schemas.microsoft.com/office/drawing/2014/main" id="{CC357E0C-930B-E9A0-5E24-53A39E042400}"/>
                    </a:ext>
                  </a:extLst>
                </p:cNvPr>
                <p:cNvSpPr>
                  <a:spLocks noChangeShapeType="1"/>
                </p:cNvSpPr>
                <p:nvPr/>
              </p:nvSpPr>
              <p:spPr bwMode="auto">
                <a:xfrm flipV="1">
                  <a:off x="5189" y="1681"/>
                  <a:ext cx="138"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64" name="Freeform 170">
                  <a:extLst>
                    <a:ext uri="{FF2B5EF4-FFF2-40B4-BE49-F238E27FC236}">
                      <a16:creationId xmlns:a16="http://schemas.microsoft.com/office/drawing/2014/main" id="{3A26F60B-CE29-3CB7-127E-7699AF578D17}"/>
                    </a:ext>
                  </a:extLst>
                </p:cNvPr>
                <p:cNvSpPr>
                  <a:spLocks/>
                </p:cNvSpPr>
                <p:nvPr/>
              </p:nvSpPr>
              <p:spPr bwMode="auto">
                <a:xfrm>
                  <a:off x="5179" y="1643"/>
                  <a:ext cx="142" cy="150"/>
                </a:xfrm>
                <a:custGeom>
                  <a:avLst/>
                  <a:gdLst>
                    <a:gd name="T0" fmla="*/ 5 w 142"/>
                    <a:gd name="T1" fmla="*/ 150 h 150"/>
                    <a:gd name="T2" fmla="*/ 0 w 142"/>
                    <a:gd name="T3" fmla="*/ 132 h 150"/>
                    <a:gd name="T4" fmla="*/ 137 w 142"/>
                    <a:gd name="T5" fmla="*/ 0 h 150"/>
                    <a:gd name="T6" fmla="*/ 142 w 142"/>
                    <a:gd name="T7" fmla="*/ 19 h 150"/>
                    <a:gd name="T8" fmla="*/ 5 w 142"/>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50">
                      <a:moveTo>
                        <a:pt x="5" y="150"/>
                      </a:moveTo>
                      <a:lnTo>
                        <a:pt x="0" y="132"/>
                      </a:lnTo>
                      <a:lnTo>
                        <a:pt x="137" y="0"/>
                      </a:lnTo>
                      <a:lnTo>
                        <a:pt x="142" y="19"/>
                      </a:lnTo>
                      <a:lnTo>
                        <a:pt x="5" y="150"/>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65" name="Line 171">
                  <a:extLst>
                    <a:ext uri="{FF2B5EF4-FFF2-40B4-BE49-F238E27FC236}">
                      <a16:creationId xmlns:a16="http://schemas.microsoft.com/office/drawing/2014/main" id="{94A3C22D-3062-DCFA-B166-403FA75C1BED}"/>
                    </a:ext>
                  </a:extLst>
                </p:cNvPr>
                <p:cNvSpPr>
                  <a:spLocks noChangeShapeType="1"/>
                </p:cNvSpPr>
                <p:nvPr/>
              </p:nvSpPr>
              <p:spPr bwMode="auto">
                <a:xfrm flipV="1">
                  <a:off x="5184" y="1662"/>
                  <a:ext cx="137" cy="131"/>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66" name="Freeform 172">
                  <a:extLst>
                    <a:ext uri="{FF2B5EF4-FFF2-40B4-BE49-F238E27FC236}">
                      <a16:creationId xmlns:a16="http://schemas.microsoft.com/office/drawing/2014/main" id="{4FA2A45B-1315-D92B-22AC-21F6B6D71CD1}"/>
                    </a:ext>
                  </a:extLst>
                </p:cNvPr>
                <p:cNvSpPr>
                  <a:spLocks/>
                </p:cNvSpPr>
                <p:nvPr/>
              </p:nvSpPr>
              <p:spPr bwMode="auto">
                <a:xfrm>
                  <a:off x="5176" y="1624"/>
                  <a:ext cx="140" cy="151"/>
                </a:xfrm>
                <a:custGeom>
                  <a:avLst/>
                  <a:gdLst>
                    <a:gd name="T0" fmla="*/ 3 w 140"/>
                    <a:gd name="T1" fmla="*/ 151 h 151"/>
                    <a:gd name="T2" fmla="*/ 0 w 140"/>
                    <a:gd name="T3" fmla="*/ 131 h 151"/>
                    <a:gd name="T4" fmla="*/ 137 w 140"/>
                    <a:gd name="T5" fmla="*/ 0 h 151"/>
                    <a:gd name="T6" fmla="*/ 140 w 140"/>
                    <a:gd name="T7" fmla="*/ 19 h 151"/>
                    <a:gd name="T8" fmla="*/ 3 w 140"/>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1">
                      <a:moveTo>
                        <a:pt x="3" y="151"/>
                      </a:moveTo>
                      <a:lnTo>
                        <a:pt x="0" y="131"/>
                      </a:lnTo>
                      <a:lnTo>
                        <a:pt x="137" y="0"/>
                      </a:lnTo>
                      <a:lnTo>
                        <a:pt x="140" y="19"/>
                      </a:lnTo>
                      <a:lnTo>
                        <a:pt x="3" y="151"/>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67" name="Line 173">
                  <a:extLst>
                    <a:ext uri="{FF2B5EF4-FFF2-40B4-BE49-F238E27FC236}">
                      <a16:creationId xmlns:a16="http://schemas.microsoft.com/office/drawing/2014/main" id="{96E7D32A-6597-91D1-286E-04D305C82BD9}"/>
                    </a:ext>
                  </a:extLst>
                </p:cNvPr>
                <p:cNvSpPr>
                  <a:spLocks noChangeShapeType="1"/>
                </p:cNvSpPr>
                <p:nvPr/>
              </p:nvSpPr>
              <p:spPr bwMode="auto">
                <a:xfrm flipV="1">
                  <a:off x="5179" y="1643"/>
                  <a:ext cx="137" cy="132"/>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68" name="Freeform 174">
                  <a:extLst>
                    <a:ext uri="{FF2B5EF4-FFF2-40B4-BE49-F238E27FC236}">
                      <a16:creationId xmlns:a16="http://schemas.microsoft.com/office/drawing/2014/main" id="{FE78318B-D167-7D44-2F2A-E747F617FE4D}"/>
                    </a:ext>
                  </a:extLst>
                </p:cNvPr>
                <p:cNvSpPr>
                  <a:spLocks/>
                </p:cNvSpPr>
                <p:nvPr/>
              </p:nvSpPr>
              <p:spPr bwMode="auto">
                <a:xfrm>
                  <a:off x="5173" y="1605"/>
                  <a:ext cx="140" cy="150"/>
                </a:xfrm>
                <a:custGeom>
                  <a:avLst/>
                  <a:gdLst>
                    <a:gd name="T0" fmla="*/ 3 w 140"/>
                    <a:gd name="T1" fmla="*/ 150 h 150"/>
                    <a:gd name="T2" fmla="*/ 0 w 140"/>
                    <a:gd name="T3" fmla="*/ 130 h 150"/>
                    <a:gd name="T4" fmla="*/ 138 w 140"/>
                    <a:gd name="T5" fmla="*/ 0 h 150"/>
                    <a:gd name="T6" fmla="*/ 140 w 140"/>
                    <a:gd name="T7" fmla="*/ 19 h 150"/>
                    <a:gd name="T8" fmla="*/ 3 w 140"/>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0">
                      <a:moveTo>
                        <a:pt x="3" y="150"/>
                      </a:moveTo>
                      <a:lnTo>
                        <a:pt x="0" y="130"/>
                      </a:lnTo>
                      <a:lnTo>
                        <a:pt x="138" y="0"/>
                      </a:lnTo>
                      <a:lnTo>
                        <a:pt x="140" y="19"/>
                      </a:lnTo>
                      <a:lnTo>
                        <a:pt x="3" y="15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69" name="Line 175">
                  <a:extLst>
                    <a:ext uri="{FF2B5EF4-FFF2-40B4-BE49-F238E27FC236}">
                      <a16:creationId xmlns:a16="http://schemas.microsoft.com/office/drawing/2014/main" id="{0E0692D1-E912-29A0-D119-80B99C875BB2}"/>
                    </a:ext>
                  </a:extLst>
                </p:cNvPr>
                <p:cNvSpPr>
                  <a:spLocks noChangeShapeType="1"/>
                </p:cNvSpPr>
                <p:nvPr/>
              </p:nvSpPr>
              <p:spPr bwMode="auto">
                <a:xfrm flipV="1">
                  <a:off x="5176" y="162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70" name="Freeform 176">
                  <a:extLst>
                    <a:ext uri="{FF2B5EF4-FFF2-40B4-BE49-F238E27FC236}">
                      <a16:creationId xmlns:a16="http://schemas.microsoft.com/office/drawing/2014/main" id="{7894D938-961B-DC41-D0AA-680C98418D8F}"/>
                    </a:ext>
                  </a:extLst>
                </p:cNvPr>
                <p:cNvSpPr>
                  <a:spLocks/>
                </p:cNvSpPr>
                <p:nvPr/>
              </p:nvSpPr>
              <p:spPr bwMode="auto">
                <a:xfrm>
                  <a:off x="5171" y="1565"/>
                  <a:ext cx="140" cy="170"/>
                </a:xfrm>
                <a:custGeom>
                  <a:avLst/>
                  <a:gdLst>
                    <a:gd name="T0" fmla="*/ 2 w 140"/>
                    <a:gd name="T1" fmla="*/ 170 h 170"/>
                    <a:gd name="T2" fmla="*/ 0 w 140"/>
                    <a:gd name="T3" fmla="*/ 131 h 170"/>
                    <a:gd name="T4" fmla="*/ 137 w 140"/>
                    <a:gd name="T5" fmla="*/ 0 h 170"/>
                    <a:gd name="T6" fmla="*/ 140 w 140"/>
                    <a:gd name="T7" fmla="*/ 40 h 170"/>
                    <a:gd name="T8" fmla="*/ 2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2" y="170"/>
                      </a:moveTo>
                      <a:lnTo>
                        <a:pt x="0" y="131"/>
                      </a:lnTo>
                      <a:lnTo>
                        <a:pt x="137" y="0"/>
                      </a:lnTo>
                      <a:lnTo>
                        <a:pt x="140" y="40"/>
                      </a:lnTo>
                      <a:lnTo>
                        <a:pt x="2"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71" name="Line 177">
                  <a:extLst>
                    <a:ext uri="{FF2B5EF4-FFF2-40B4-BE49-F238E27FC236}">
                      <a16:creationId xmlns:a16="http://schemas.microsoft.com/office/drawing/2014/main" id="{34F8ADCC-8E35-53F9-78EF-7720CAF0E1CA}"/>
                    </a:ext>
                  </a:extLst>
                </p:cNvPr>
                <p:cNvSpPr>
                  <a:spLocks noChangeShapeType="1"/>
                </p:cNvSpPr>
                <p:nvPr/>
              </p:nvSpPr>
              <p:spPr bwMode="auto">
                <a:xfrm flipV="1">
                  <a:off x="5173" y="1605"/>
                  <a:ext cx="138"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72" name="Freeform 178">
                  <a:extLst>
                    <a:ext uri="{FF2B5EF4-FFF2-40B4-BE49-F238E27FC236}">
                      <a16:creationId xmlns:a16="http://schemas.microsoft.com/office/drawing/2014/main" id="{2ABEF732-A497-3973-3415-BED445B87A78}"/>
                    </a:ext>
                  </a:extLst>
                </p:cNvPr>
                <p:cNvSpPr>
                  <a:spLocks/>
                </p:cNvSpPr>
                <p:nvPr/>
              </p:nvSpPr>
              <p:spPr bwMode="auto">
                <a:xfrm>
                  <a:off x="5170" y="1524"/>
                  <a:ext cx="138" cy="172"/>
                </a:xfrm>
                <a:custGeom>
                  <a:avLst/>
                  <a:gdLst>
                    <a:gd name="T0" fmla="*/ 1 w 138"/>
                    <a:gd name="T1" fmla="*/ 172 h 172"/>
                    <a:gd name="T2" fmla="*/ 0 w 138"/>
                    <a:gd name="T3" fmla="*/ 131 h 172"/>
                    <a:gd name="T4" fmla="*/ 138 w 138"/>
                    <a:gd name="T5" fmla="*/ 0 h 172"/>
                    <a:gd name="T6" fmla="*/ 138 w 138"/>
                    <a:gd name="T7" fmla="*/ 41 h 172"/>
                    <a:gd name="T8" fmla="*/ 1 w 138"/>
                    <a:gd name="T9" fmla="*/ 172 h 1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72">
                      <a:moveTo>
                        <a:pt x="1" y="172"/>
                      </a:moveTo>
                      <a:lnTo>
                        <a:pt x="0" y="131"/>
                      </a:lnTo>
                      <a:lnTo>
                        <a:pt x="138" y="0"/>
                      </a:lnTo>
                      <a:lnTo>
                        <a:pt x="138" y="41"/>
                      </a:lnTo>
                      <a:lnTo>
                        <a:pt x="1" y="172"/>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73" name="Line 179">
                  <a:extLst>
                    <a:ext uri="{FF2B5EF4-FFF2-40B4-BE49-F238E27FC236}">
                      <a16:creationId xmlns:a16="http://schemas.microsoft.com/office/drawing/2014/main" id="{0A77D845-CF3B-31AA-A878-428716AB5DA0}"/>
                    </a:ext>
                  </a:extLst>
                </p:cNvPr>
                <p:cNvSpPr>
                  <a:spLocks noChangeShapeType="1"/>
                </p:cNvSpPr>
                <p:nvPr/>
              </p:nvSpPr>
              <p:spPr bwMode="auto">
                <a:xfrm flipV="1">
                  <a:off x="5171" y="1565"/>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74" name="Freeform 180">
                  <a:extLst>
                    <a:ext uri="{FF2B5EF4-FFF2-40B4-BE49-F238E27FC236}">
                      <a16:creationId xmlns:a16="http://schemas.microsoft.com/office/drawing/2014/main" id="{062A5241-42FC-E8C3-AE18-76687E80ECDB}"/>
                    </a:ext>
                  </a:extLst>
                </p:cNvPr>
                <p:cNvSpPr>
                  <a:spLocks/>
                </p:cNvSpPr>
                <p:nvPr/>
              </p:nvSpPr>
              <p:spPr bwMode="auto">
                <a:xfrm>
                  <a:off x="5170" y="1484"/>
                  <a:ext cx="139" cy="171"/>
                </a:xfrm>
                <a:custGeom>
                  <a:avLst/>
                  <a:gdLst>
                    <a:gd name="T0" fmla="*/ 0 w 139"/>
                    <a:gd name="T1" fmla="*/ 171 h 171"/>
                    <a:gd name="T2" fmla="*/ 2 w 139"/>
                    <a:gd name="T3" fmla="*/ 130 h 171"/>
                    <a:gd name="T4" fmla="*/ 139 w 139"/>
                    <a:gd name="T5" fmla="*/ 0 h 171"/>
                    <a:gd name="T6" fmla="*/ 138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2" y="130"/>
                      </a:lnTo>
                      <a:lnTo>
                        <a:pt x="139" y="0"/>
                      </a:lnTo>
                      <a:lnTo>
                        <a:pt x="138"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75" name="Line 181">
                  <a:extLst>
                    <a:ext uri="{FF2B5EF4-FFF2-40B4-BE49-F238E27FC236}">
                      <a16:creationId xmlns:a16="http://schemas.microsoft.com/office/drawing/2014/main" id="{D4E998B3-7269-8779-4FEC-A6EB6481690C}"/>
                    </a:ext>
                  </a:extLst>
                </p:cNvPr>
                <p:cNvSpPr>
                  <a:spLocks noChangeShapeType="1"/>
                </p:cNvSpPr>
                <p:nvPr/>
              </p:nvSpPr>
              <p:spPr bwMode="auto">
                <a:xfrm flipV="1">
                  <a:off x="5170" y="1524"/>
                  <a:ext cx="138"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76" name="Freeform 182">
                  <a:extLst>
                    <a:ext uri="{FF2B5EF4-FFF2-40B4-BE49-F238E27FC236}">
                      <a16:creationId xmlns:a16="http://schemas.microsoft.com/office/drawing/2014/main" id="{DA800C32-1BDB-6C66-7BEF-F0081DC53374}"/>
                    </a:ext>
                  </a:extLst>
                </p:cNvPr>
                <p:cNvSpPr>
                  <a:spLocks/>
                </p:cNvSpPr>
                <p:nvPr/>
              </p:nvSpPr>
              <p:spPr bwMode="auto">
                <a:xfrm>
                  <a:off x="5172" y="1444"/>
                  <a:ext cx="140" cy="170"/>
                </a:xfrm>
                <a:custGeom>
                  <a:avLst/>
                  <a:gdLst>
                    <a:gd name="T0" fmla="*/ 0 w 140"/>
                    <a:gd name="T1" fmla="*/ 170 h 170"/>
                    <a:gd name="T2" fmla="*/ 3 w 140"/>
                    <a:gd name="T3" fmla="*/ 131 h 170"/>
                    <a:gd name="T4" fmla="*/ 140 w 140"/>
                    <a:gd name="T5" fmla="*/ 0 h 170"/>
                    <a:gd name="T6" fmla="*/ 137 w 140"/>
                    <a:gd name="T7" fmla="*/ 40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3" y="131"/>
                      </a:lnTo>
                      <a:lnTo>
                        <a:pt x="140" y="0"/>
                      </a:lnTo>
                      <a:lnTo>
                        <a:pt x="137" y="40"/>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77" name="Line 183">
                  <a:extLst>
                    <a:ext uri="{FF2B5EF4-FFF2-40B4-BE49-F238E27FC236}">
                      <a16:creationId xmlns:a16="http://schemas.microsoft.com/office/drawing/2014/main" id="{6C90FCFC-09EE-F41E-03B8-DC32D7BBA43C}"/>
                    </a:ext>
                  </a:extLst>
                </p:cNvPr>
                <p:cNvSpPr>
                  <a:spLocks noChangeShapeType="1"/>
                </p:cNvSpPr>
                <p:nvPr/>
              </p:nvSpPr>
              <p:spPr bwMode="auto">
                <a:xfrm flipV="1">
                  <a:off x="5172" y="1484"/>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78" name="Freeform 184">
                  <a:extLst>
                    <a:ext uri="{FF2B5EF4-FFF2-40B4-BE49-F238E27FC236}">
                      <a16:creationId xmlns:a16="http://schemas.microsoft.com/office/drawing/2014/main" id="{1D0D3D57-0E77-9A3E-4C9B-4F512A9BAA6F}"/>
                    </a:ext>
                  </a:extLst>
                </p:cNvPr>
                <p:cNvSpPr>
                  <a:spLocks/>
                </p:cNvSpPr>
                <p:nvPr/>
              </p:nvSpPr>
              <p:spPr bwMode="auto">
                <a:xfrm>
                  <a:off x="5175" y="1365"/>
                  <a:ext cx="143" cy="210"/>
                </a:xfrm>
                <a:custGeom>
                  <a:avLst/>
                  <a:gdLst>
                    <a:gd name="T0" fmla="*/ 0 w 143"/>
                    <a:gd name="T1" fmla="*/ 210 h 210"/>
                    <a:gd name="T2" fmla="*/ 6 w 143"/>
                    <a:gd name="T3" fmla="*/ 131 h 210"/>
                    <a:gd name="T4" fmla="*/ 143 w 143"/>
                    <a:gd name="T5" fmla="*/ 0 h 210"/>
                    <a:gd name="T6" fmla="*/ 137 w 143"/>
                    <a:gd name="T7" fmla="*/ 79 h 210"/>
                    <a:gd name="T8" fmla="*/ 0 w 143"/>
                    <a:gd name="T9" fmla="*/ 21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10">
                      <a:moveTo>
                        <a:pt x="0" y="210"/>
                      </a:moveTo>
                      <a:lnTo>
                        <a:pt x="6" y="131"/>
                      </a:lnTo>
                      <a:lnTo>
                        <a:pt x="143" y="0"/>
                      </a:lnTo>
                      <a:lnTo>
                        <a:pt x="137" y="79"/>
                      </a:lnTo>
                      <a:lnTo>
                        <a:pt x="0" y="21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79" name="Line 185">
                  <a:extLst>
                    <a:ext uri="{FF2B5EF4-FFF2-40B4-BE49-F238E27FC236}">
                      <a16:creationId xmlns:a16="http://schemas.microsoft.com/office/drawing/2014/main" id="{93063296-F924-DE93-6AAA-5E4885DC600C}"/>
                    </a:ext>
                  </a:extLst>
                </p:cNvPr>
                <p:cNvSpPr>
                  <a:spLocks noChangeShapeType="1"/>
                </p:cNvSpPr>
                <p:nvPr/>
              </p:nvSpPr>
              <p:spPr bwMode="auto">
                <a:xfrm flipV="1">
                  <a:off x="5175" y="144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0" name="Freeform 186">
                  <a:extLst>
                    <a:ext uri="{FF2B5EF4-FFF2-40B4-BE49-F238E27FC236}">
                      <a16:creationId xmlns:a16="http://schemas.microsoft.com/office/drawing/2014/main" id="{5B529907-1B9B-D73F-4ECE-FB2FFE3B017B}"/>
                    </a:ext>
                  </a:extLst>
                </p:cNvPr>
                <p:cNvSpPr>
                  <a:spLocks/>
                </p:cNvSpPr>
                <p:nvPr/>
              </p:nvSpPr>
              <p:spPr bwMode="auto">
                <a:xfrm>
                  <a:off x="3200" y="1365"/>
                  <a:ext cx="2118" cy="131"/>
                </a:xfrm>
                <a:custGeom>
                  <a:avLst/>
                  <a:gdLst>
                    <a:gd name="T0" fmla="*/ 1981 w 2118"/>
                    <a:gd name="T1" fmla="*/ 131 h 131"/>
                    <a:gd name="T2" fmla="*/ 0 w 2118"/>
                    <a:gd name="T3" fmla="*/ 131 h 131"/>
                    <a:gd name="T4" fmla="*/ 137 w 2118"/>
                    <a:gd name="T5" fmla="*/ 0 h 131"/>
                    <a:gd name="T6" fmla="*/ 2118 w 2118"/>
                    <a:gd name="T7" fmla="*/ 0 h 131"/>
                    <a:gd name="T8" fmla="*/ 1981 w 211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1">
                      <a:moveTo>
                        <a:pt x="1981" y="131"/>
                      </a:moveTo>
                      <a:lnTo>
                        <a:pt x="0" y="131"/>
                      </a:lnTo>
                      <a:lnTo>
                        <a:pt x="137" y="0"/>
                      </a:lnTo>
                      <a:lnTo>
                        <a:pt x="2118" y="0"/>
                      </a:lnTo>
                      <a:lnTo>
                        <a:pt x="1981"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81" name="Line 187">
                  <a:extLst>
                    <a:ext uri="{FF2B5EF4-FFF2-40B4-BE49-F238E27FC236}">
                      <a16:creationId xmlns:a16="http://schemas.microsoft.com/office/drawing/2014/main" id="{525C6F52-F8DB-952C-AE64-A1FE9828E92E}"/>
                    </a:ext>
                  </a:extLst>
                </p:cNvPr>
                <p:cNvSpPr>
                  <a:spLocks noChangeShapeType="1"/>
                </p:cNvSpPr>
                <p:nvPr/>
              </p:nvSpPr>
              <p:spPr bwMode="auto">
                <a:xfrm flipV="1">
                  <a:off x="5181" y="1365"/>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2" name="Freeform 188">
                  <a:extLst>
                    <a:ext uri="{FF2B5EF4-FFF2-40B4-BE49-F238E27FC236}">
                      <a16:creationId xmlns:a16="http://schemas.microsoft.com/office/drawing/2014/main" id="{BD6D9D0C-28E3-7EEF-C488-028965E1BC71}"/>
                    </a:ext>
                  </a:extLst>
                </p:cNvPr>
                <p:cNvSpPr>
                  <a:spLocks/>
                </p:cNvSpPr>
                <p:nvPr/>
              </p:nvSpPr>
              <p:spPr bwMode="auto">
                <a:xfrm>
                  <a:off x="3142" y="1496"/>
                  <a:ext cx="2047" cy="407"/>
                </a:xfrm>
                <a:custGeom>
                  <a:avLst/>
                  <a:gdLst>
                    <a:gd name="T0" fmla="*/ 49 w 2047"/>
                    <a:gd name="T1" fmla="*/ 1 h 407"/>
                    <a:gd name="T2" fmla="*/ 32 w 2047"/>
                    <a:gd name="T3" fmla="*/ 3 h 407"/>
                    <a:gd name="T4" fmla="*/ 26 w 2047"/>
                    <a:gd name="T5" fmla="*/ 7 h 407"/>
                    <a:gd name="T6" fmla="*/ 21 w 2047"/>
                    <a:gd name="T7" fmla="*/ 20 h 407"/>
                    <a:gd name="T8" fmla="*/ 18 w 2047"/>
                    <a:gd name="T9" fmla="*/ 47 h 407"/>
                    <a:gd name="T10" fmla="*/ 13 w 2047"/>
                    <a:gd name="T11" fmla="*/ 92 h 407"/>
                    <a:gd name="T12" fmla="*/ 8 w 2047"/>
                    <a:gd name="T13" fmla="*/ 150 h 407"/>
                    <a:gd name="T14" fmla="*/ 5 w 2047"/>
                    <a:gd name="T15" fmla="*/ 210 h 407"/>
                    <a:gd name="T16" fmla="*/ 9 w 2047"/>
                    <a:gd name="T17" fmla="*/ 299 h 407"/>
                    <a:gd name="T18" fmla="*/ 22 w 2047"/>
                    <a:gd name="T19" fmla="*/ 335 h 407"/>
                    <a:gd name="T20" fmla="*/ 26 w 2047"/>
                    <a:gd name="T21" fmla="*/ 362 h 407"/>
                    <a:gd name="T22" fmla="*/ 23 w 2047"/>
                    <a:gd name="T23" fmla="*/ 376 h 407"/>
                    <a:gd name="T24" fmla="*/ 14 w 2047"/>
                    <a:gd name="T25" fmla="*/ 391 h 407"/>
                    <a:gd name="T26" fmla="*/ 1 w 2047"/>
                    <a:gd name="T27" fmla="*/ 401 h 407"/>
                    <a:gd name="T28" fmla="*/ 5 w 2047"/>
                    <a:gd name="T29" fmla="*/ 401 h 407"/>
                    <a:gd name="T30" fmla="*/ 102 w 2047"/>
                    <a:gd name="T31" fmla="*/ 393 h 407"/>
                    <a:gd name="T32" fmla="*/ 180 w 2047"/>
                    <a:gd name="T33" fmla="*/ 391 h 407"/>
                    <a:gd name="T34" fmla="*/ 259 w 2047"/>
                    <a:gd name="T35" fmla="*/ 381 h 407"/>
                    <a:gd name="T36" fmla="*/ 303 w 2047"/>
                    <a:gd name="T37" fmla="*/ 372 h 407"/>
                    <a:gd name="T38" fmla="*/ 383 w 2047"/>
                    <a:gd name="T39" fmla="*/ 366 h 407"/>
                    <a:gd name="T40" fmla="*/ 559 w 2047"/>
                    <a:gd name="T41" fmla="*/ 361 h 407"/>
                    <a:gd name="T42" fmla="*/ 591 w 2047"/>
                    <a:gd name="T43" fmla="*/ 368 h 407"/>
                    <a:gd name="T44" fmla="*/ 657 w 2047"/>
                    <a:gd name="T45" fmla="*/ 387 h 407"/>
                    <a:gd name="T46" fmla="*/ 688 w 2047"/>
                    <a:gd name="T47" fmla="*/ 392 h 407"/>
                    <a:gd name="T48" fmla="*/ 831 w 2047"/>
                    <a:gd name="T49" fmla="*/ 402 h 407"/>
                    <a:gd name="T50" fmla="*/ 917 w 2047"/>
                    <a:gd name="T51" fmla="*/ 407 h 407"/>
                    <a:gd name="T52" fmla="*/ 965 w 2047"/>
                    <a:gd name="T53" fmla="*/ 399 h 407"/>
                    <a:gd name="T54" fmla="*/ 1234 w 2047"/>
                    <a:gd name="T55" fmla="*/ 389 h 407"/>
                    <a:gd name="T56" fmla="*/ 1465 w 2047"/>
                    <a:gd name="T57" fmla="*/ 385 h 407"/>
                    <a:gd name="T58" fmla="*/ 1510 w 2047"/>
                    <a:gd name="T59" fmla="*/ 380 h 407"/>
                    <a:gd name="T60" fmla="*/ 1576 w 2047"/>
                    <a:gd name="T61" fmla="*/ 371 h 407"/>
                    <a:gd name="T62" fmla="*/ 1620 w 2047"/>
                    <a:gd name="T63" fmla="*/ 372 h 407"/>
                    <a:gd name="T64" fmla="*/ 1643 w 2047"/>
                    <a:gd name="T65" fmla="*/ 377 h 407"/>
                    <a:gd name="T66" fmla="*/ 1784 w 2047"/>
                    <a:gd name="T67" fmla="*/ 393 h 407"/>
                    <a:gd name="T68" fmla="*/ 1967 w 2047"/>
                    <a:gd name="T69" fmla="*/ 401 h 407"/>
                    <a:gd name="T70" fmla="*/ 2000 w 2047"/>
                    <a:gd name="T71" fmla="*/ 387 h 407"/>
                    <a:gd name="T72" fmla="*/ 2015 w 2047"/>
                    <a:gd name="T73" fmla="*/ 385 h 407"/>
                    <a:gd name="T74" fmla="*/ 2022 w 2047"/>
                    <a:gd name="T75" fmla="*/ 386 h 407"/>
                    <a:gd name="T76" fmla="*/ 2034 w 2047"/>
                    <a:gd name="T77" fmla="*/ 396 h 407"/>
                    <a:gd name="T78" fmla="*/ 2047 w 2047"/>
                    <a:gd name="T79" fmla="*/ 316 h 407"/>
                    <a:gd name="T80" fmla="*/ 2037 w 2047"/>
                    <a:gd name="T81" fmla="*/ 277 h 407"/>
                    <a:gd name="T82" fmla="*/ 2031 w 2047"/>
                    <a:gd name="T83" fmla="*/ 239 h 407"/>
                    <a:gd name="T84" fmla="*/ 2028 w 2047"/>
                    <a:gd name="T85" fmla="*/ 159 h 407"/>
                    <a:gd name="T86" fmla="*/ 2033 w 2047"/>
                    <a:gd name="T87" fmla="*/ 79 h 407"/>
                    <a:gd name="T88" fmla="*/ 58 w 2047"/>
                    <a:gd name="T89" fmla="*/ 0 h 40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7">
                      <a:moveTo>
                        <a:pt x="58" y="0"/>
                      </a:moveTo>
                      <a:lnTo>
                        <a:pt x="49" y="1"/>
                      </a:lnTo>
                      <a:lnTo>
                        <a:pt x="40" y="1"/>
                      </a:lnTo>
                      <a:lnTo>
                        <a:pt x="32" y="3"/>
                      </a:lnTo>
                      <a:lnTo>
                        <a:pt x="29" y="5"/>
                      </a:lnTo>
                      <a:lnTo>
                        <a:pt x="26" y="7"/>
                      </a:lnTo>
                      <a:lnTo>
                        <a:pt x="22" y="14"/>
                      </a:lnTo>
                      <a:lnTo>
                        <a:pt x="21" y="20"/>
                      </a:lnTo>
                      <a:lnTo>
                        <a:pt x="19" y="33"/>
                      </a:lnTo>
                      <a:lnTo>
                        <a:pt x="18" y="47"/>
                      </a:lnTo>
                      <a:lnTo>
                        <a:pt x="18" y="62"/>
                      </a:lnTo>
                      <a:lnTo>
                        <a:pt x="13" y="92"/>
                      </a:lnTo>
                      <a:lnTo>
                        <a:pt x="10" y="122"/>
                      </a:lnTo>
                      <a:lnTo>
                        <a:pt x="8" y="150"/>
                      </a:lnTo>
                      <a:lnTo>
                        <a:pt x="7" y="180"/>
                      </a:lnTo>
                      <a:lnTo>
                        <a:pt x="5" y="210"/>
                      </a:lnTo>
                      <a:lnTo>
                        <a:pt x="7" y="238"/>
                      </a:lnTo>
                      <a:lnTo>
                        <a:pt x="9" y="299"/>
                      </a:lnTo>
                      <a:lnTo>
                        <a:pt x="16" y="316"/>
                      </a:lnTo>
                      <a:lnTo>
                        <a:pt x="22" y="335"/>
                      </a:lnTo>
                      <a:lnTo>
                        <a:pt x="26" y="354"/>
                      </a:lnTo>
                      <a:lnTo>
                        <a:pt x="26" y="362"/>
                      </a:lnTo>
                      <a:lnTo>
                        <a:pt x="26" y="370"/>
                      </a:lnTo>
                      <a:lnTo>
                        <a:pt x="23" y="376"/>
                      </a:lnTo>
                      <a:lnTo>
                        <a:pt x="21" y="382"/>
                      </a:lnTo>
                      <a:lnTo>
                        <a:pt x="14" y="391"/>
                      </a:lnTo>
                      <a:lnTo>
                        <a:pt x="7" y="397"/>
                      </a:lnTo>
                      <a:lnTo>
                        <a:pt x="1" y="401"/>
                      </a:lnTo>
                      <a:lnTo>
                        <a:pt x="0" y="402"/>
                      </a:lnTo>
                      <a:lnTo>
                        <a:pt x="5" y="401"/>
                      </a:lnTo>
                      <a:lnTo>
                        <a:pt x="41" y="392"/>
                      </a:lnTo>
                      <a:lnTo>
                        <a:pt x="102" y="393"/>
                      </a:lnTo>
                      <a:lnTo>
                        <a:pt x="141" y="392"/>
                      </a:lnTo>
                      <a:lnTo>
                        <a:pt x="180" y="391"/>
                      </a:lnTo>
                      <a:lnTo>
                        <a:pt x="236" y="385"/>
                      </a:lnTo>
                      <a:lnTo>
                        <a:pt x="259" y="381"/>
                      </a:lnTo>
                      <a:lnTo>
                        <a:pt x="281" y="376"/>
                      </a:lnTo>
                      <a:lnTo>
                        <a:pt x="303" y="372"/>
                      </a:lnTo>
                      <a:lnTo>
                        <a:pt x="325" y="370"/>
                      </a:lnTo>
                      <a:lnTo>
                        <a:pt x="383" y="366"/>
                      </a:lnTo>
                      <a:lnTo>
                        <a:pt x="443" y="365"/>
                      </a:lnTo>
                      <a:lnTo>
                        <a:pt x="559" y="361"/>
                      </a:lnTo>
                      <a:lnTo>
                        <a:pt x="575" y="365"/>
                      </a:lnTo>
                      <a:lnTo>
                        <a:pt x="591" y="368"/>
                      </a:lnTo>
                      <a:lnTo>
                        <a:pt x="625" y="378"/>
                      </a:lnTo>
                      <a:lnTo>
                        <a:pt x="657" y="387"/>
                      </a:lnTo>
                      <a:lnTo>
                        <a:pt x="674" y="391"/>
                      </a:lnTo>
                      <a:lnTo>
                        <a:pt x="688" y="392"/>
                      </a:lnTo>
                      <a:lnTo>
                        <a:pt x="773" y="397"/>
                      </a:lnTo>
                      <a:lnTo>
                        <a:pt x="831" y="402"/>
                      </a:lnTo>
                      <a:lnTo>
                        <a:pt x="897" y="407"/>
                      </a:lnTo>
                      <a:lnTo>
                        <a:pt x="917" y="407"/>
                      </a:lnTo>
                      <a:lnTo>
                        <a:pt x="938" y="404"/>
                      </a:lnTo>
                      <a:lnTo>
                        <a:pt x="965" y="399"/>
                      </a:lnTo>
                      <a:lnTo>
                        <a:pt x="1004" y="392"/>
                      </a:lnTo>
                      <a:lnTo>
                        <a:pt x="1234" y="389"/>
                      </a:lnTo>
                      <a:lnTo>
                        <a:pt x="1350" y="387"/>
                      </a:lnTo>
                      <a:lnTo>
                        <a:pt x="1465" y="385"/>
                      </a:lnTo>
                      <a:lnTo>
                        <a:pt x="1488" y="383"/>
                      </a:lnTo>
                      <a:lnTo>
                        <a:pt x="1510" y="380"/>
                      </a:lnTo>
                      <a:lnTo>
                        <a:pt x="1554" y="373"/>
                      </a:lnTo>
                      <a:lnTo>
                        <a:pt x="1576" y="371"/>
                      </a:lnTo>
                      <a:lnTo>
                        <a:pt x="1598" y="370"/>
                      </a:lnTo>
                      <a:lnTo>
                        <a:pt x="1620" y="372"/>
                      </a:lnTo>
                      <a:lnTo>
                        <a:pt x="1632" y="373"/>
                      </a:lnTo>
                      <a:lnTo>
                        <a:pt x="1643" y="377"/>
                      </a:lnTo>
                      <a:lnTo>
                        <a:pt x="1722" y="387"/>
                      </a:lnTo>
                      <a:lnTo>
                        <a:pt x="1784" y="393"/>
                      </a:lnTo>
                      <a:lnTo>
                        <a:pt x="1857" y="397"/>
                      </a:lnTo>
                      <a:lnTo>
                        <a:pt x="1967" y="401"/>
                      </a:lnTo>
                      <a:lnTo>
                        <a:pt x="1985" y="392"/>
                      </a:lnTo>
                      <a:lnTo>
                        <a:pt x="2000" y="387"/>
                      </a:lnTo>
                      <a:lnTo>
                        <a:pt x="2008" y="386"/>
                      </a:lnTo>
                      <a:lnTo>
                        <a:pt x="2015" y="385"/>
                      </a:lnTo>
                      <a:lnTo>
                        <a:pt x="2019" y="385"/>
                      </a:lnTo>
                      <a:lnTo>
                        <a:pt x="2022" y="386"/>
                      </a:lnTo>
                      <a:lnTo>
                        <a:pt x="2028" y="391"/>
                      </a:lnTo>
                      <a:lnTo>
                        <a:pt x="2034" y="396"/>
                      </a:lnTo>
                      <a:lnTo>
                        <a:pt x="2039" y="401"/>
                      </a:lnTo>
                      <a:lnTo>
                        <a:pt x="2047" y="316"/>
                      </a:lnTo>
                      <a:lnTo>
                        <a:pt x="2042" y="297"/>
                      </a:lnTo>
                      <a:lnTo>
                        <a:pt x="2037" y="277"/>
                      </a:lnTo>
                      <a:lnTo>
                        <a:pt x="2034" y="259"/>
                      </a:lnTo>
                      <a:lnTo>
                        <a:pt x="2031" y="239"/>
                      </a:lnTo>
                      <a:lnTo>
                        <a:pt x="2028" y="200"/>
                      </a:lnTo>
                      <a:lnTo>
                        <a:pt x="2028" y="159"/>
                      </a:lnTo>
                      <a:lnTo>
                        <a:pt x="2030" y="118"/>
                      </a:lnTo>
                      <a:lnTo>
                        <a:pt x="2033"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383" name="Line 189">
                  <a:extLst>
                    <a:ext uri="{FF2B5EF4-FFF2-40B4-BE49-F238E27FC236}">
                      <a16:creationId xmlns:a16="http://schemas.microsoft.com/office/drawing/2014/main" id="{E23FD1FB-1F9F-8936-BB33-4A619FC7FAFE}"/>
                    </a:ext>
                  </a:extLst>
                </p:cNvPr>
                <p:cNvSpPr>
                  <a:spLocks noChangeShapeType="1"/>
                </p:cNvSpPr>
                <p:nvPr/>
              </p:nvSpPr>
              <p:spPr bwMode="auto">
                <a:xfrm flipH="1">
                  <a:off x="3191" y="1496"/>
                  <a:ext cx="9"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4" name="Line 190">
                  <a:extLst>
                    <a:ext uri="{FF2B5EF4-FFF2-40B4-BE49-F238E27FC236}">
                      <a16:creationId xmlns:a16="http://schemas.microsoft.com/office/drawing/2014/main" id="{C100C0A7-4F68-ADC5-80CE-F6815ECEFA1B}"/>
                    </a:ext>
                  </a:extLst>
                </p:cNvPr>
                <p:cNvSpPr>
                  <a:spLocks noChangeShapeType="1"/>
                </p:cNvSpPr>
                <p:nvPr/>
              </p:nvSpPr>
              <p:spPr bwMode="auto">
                <a:xfrm flipH="1">
                  <a:off x="3182" y="1497"/>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5" name="Line 191">
                  <a:extLst>
                    <a:ext uri="{FF2B5EF4-FFF2-40B4-BE49-F238E27FC236}">
                      <a16:creationId xmlns:a16="http://schemas.microsoft.com/office/drawing/2014/main" id="{A2D396AD-C039-4D1E-CE8E-1F7A3342DA35}"/>
                    </a:ext>
                  </a:extLst>
                </p:cNvPr>
                <p:cNvSpPr>
                  <a:spLocks noChangeShapeType="1"/>
                </p:cNvSpPr>
                <p:nvPr/>
              </p:nvSpPr>
              <p:spPr bwMode="auto">
                <a:xfrm flipH="1">
                  <a:off x="3174" y="1497"/>
                  <a:ext cx="8" cy="2"/>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6" name="Line 192">
                  <a:extLst>
                    <a:ext uri="{FF2B5EF4-FFF2-40B4-BE49-F238E27FC236}">
                      <a16:creationId xmlns:a16="http://schemas.microsoft.com/office/drawing/2014/main" id="{347B6BB3-EF8B-D51B-B77E-105DA4FC67E1}"/>
                    </a:ext>
                  </a:extLst>
                </p:cNvPr>
                <p:cNvSpPr>
                  <a:spLocks noChangeShapeType="1"/>
                </p:cNvSpPr>
                <p:nvPr/>
              </p:nvSpPr>
              <p:spPr bwMode="auto">
                <a:xfrm flipH="1">
                  <a:off x="3171" y="1499"/>
                  <a:ext cx="3" cy="2"/>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7" name="Line 193">
                  <a:extLst>
                    <a:ext uri="{FF2B5EF4-FFF2-40B4-BE49-F238E27FC236}">
                      <a16:creationId xmlns:a16="http://schemas.microsoft.com/office/drawing/2014/main" id="{E5E0E281-9DB0-52E8-B645-349A9742B96D}"/>
                    </a:ext>
                  </a:extLst>
                </p:cNvPr>
                <p:cNvSpPr>
                  <a:spLocks noChangeShapeType="1"/>
                </p:cNvSpPr>
                <p:nvPr/>
              </p:nvSpPr>
              <p:spPr bwMode="auto">
                <a:xfrm flipH="1">
                  <a:off x="3168" y="1501"/>
                  <a:ext cx="3" cy="2"/>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8" name="Line 194">
                  <a:extLst>
                    <a:ext uri="{FF2B5EF4-FFF2-40B4-BE49-F238E27FC236}">
                      <a16:creationId xmlns:a16="http://schemas.microsoft.com/office/drawing/2014/main" id="{048E2214-43EC-B8F9-6924-B8D307E97E00}"/>
                    </a:ext>
                  </a:extLst>
                </p:cNvPr>
                <p:cNvSpPr>
                  <a:spLocks noChangeShapeType="1"/>
                </p:cNvSpPr>
                <p:nvPr/>
              </p:nvSpPr>
              <p:spPr bwMode="auto">
                <a:xfrm flipH="1">
                  <a:off x="3164" y="1503"/>
                  <a:ext cx="4" cy="7"/>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89" name="Line 195">
                  <a:extLst>
                    <a:ext uri="{FF2B5EF4-FFF2-40B4-BE49-F238E27FC236}">
                      <a16:creationId xmlns:a16="http://schemas.microsoft.com/office/drawing/2014/main" id="{E17382A6-258E-116A-FEE8-13468E592D96}"/>
                    </a:ext>
                  </a:extLst>
                </p:cNvPr>
                <p:cNvSpPr>
                  <a:spLocks noChangeShapeType="1"/>
                </p:cNvSpPr>
                <p:nvPr/>
              </p:nvSpPr>
              <p:spPr bwMode="auto">
                <a:xfrm flipH="1">
                  <a:off x="3163" y="1510"/>
                  <a:ext cx="1" cy="6"/>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0" name="Line 196">
                  <a:extLst>
                    <a:ext uri="{FF2B5EF4-FFF2-40B4-BE49-F238E27FC236}">
                      <a16:creationId xmlns:a16="http://schemas.microsoft.com/office/drawing/2014/main" id="{CDCBD2B0-6925-A6D3-CF1B-584876C82743}"/>
                    </a:ext>
                  </a:extLst>
                </p:cNvPr>
                <p:cNvSpPr>
                  <a:spLocks noChangeShapeType="1"/>
                </p:cNvSpPr>
                <p:nvPr/>
              </p:nvSpPr>
              <p:spPr bwMode="auto">
                <a:xfrm flipH="1">
                  <a:off x="3161" y="1516"/>
                  <a:ext cx="2" cy="13"/>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1" name="Line 197">
                  <a:extLst>
                    <a:ext uri="{FF2B5EF4-FFF2-40B4-BE49-F238E27FC236}">
                      <a16:creationId xmlns:a16="http://schemas.microsoft.com/office/drawing/2014/main" id="{863CFE49-5938-0BCC-8A8D-28047107AAEC}"/>
                    </a:ext>
                  </a:extLst>
                </p:cNvPr>
                <p:cNvSpPr>
                  <a:spLocks noChangeShapeType="1"/>
                </p:cNvSpPr>
                <p:nvPr/>
              </p:nvSpPr>
              <p:spPr bwMode="auto">
                <a:xfrm flipH="1">
                  <a:off x="3160" y="1529"/>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2" name="Line 198">
                  <a:extLst>
                    <a:ext uri="{FF2B5EF4-FFF2-40B4-BE49-F238E27FC236}">
                      <a16:creationId xmlns:a16="http://schemas.microsoft.com/office/drawing/2014/main" id="{1B2D4107-BF00-1FF1-77C3-4880B3D5D6AB}"/>
                    </a:ext>
                  </a:extLst>
                </p:cNvPr>
                <p:cNvSpPr>
                  <a:spLocks noChangeShapeType="1"/>
                </p:cNvSpPr>
                <p:nvPr/>
              </p:nvSpPr>
              <p:spPr bwMode="auto">
                <a:xfrm>
                  <a:off x="3160" y="1543"/>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3" name="Line 199">
                  <a:extLst>
                    <a:ext uri="{FF2B5EF4-FFF2-40B4-BE49-F238E27FC236}">
                      <a16:creationId xmlns:a16="http://schemas.microsoft.com/office/drawing/2014/main" id="{6922157A-9C9F-3B52-264F-A4A77CE400F0}"/>
                    </a:ext>
                  </a:extLst>
                </p:cNvPr>
                <p:cNvSpPr>
                  <a:spLocks noChangeShapeType="1"/>
                </p:cNvSpPr>
                <p:nvPr/>
              </p:nvSpPr>
              <p:spPr bwMode="auto">
                <a:xfrm flipH="1">
                  <a:off x="3155" y="1558"/>
                  <a:ext cx="5"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4" name="Line 200">
                  <a:extLst>
                    <a:ext uri="{FF2B5EF4-FFF2-40B4-BE49-F238E27FC236}">
                      <a16:creationId xmlns:a16="http://schemas.microsoft.com/office/drawing/2014/main" id="{7C8CA806-93C4-C467-E69E-B7231F575782}"/>
                    </a:ext>
                  </a:extLst>
                </p:cNvPr>
                <p:cNvSpPr>
                  <a:spLocks noChangeShapeType="1"/>
                </p:cNvSpPr>
                <p:nvPr/>
              </p:nvSpPr>
              <p:spPr bwMode="auto">
                <a:xfrm flipH="1">
                  <a:off x="3152" y="1588"/>
                  <a:ext cx="3"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5" name="Line 201">
                  <a:extLst>
                    <a:ext uri="{FF2B5EF4-FFF2-40B4-BE49-F238E27FC236}">
                      <a16:creationId xmlns:a16="http://schemas.microsoft.com/office/drawing/2014/main" id="{F19F1132-E4F1-EDA3-520E-A44EF91C6A5F}"/>
                    </a:ext>
                  </a:extLst>
                </p:cNvPr>
                <p:cNvSpPr>
                  <a:spLocks noChangeShapeType="1"/>
                </p:cNvSpPr>
                <p:nvPr/>
              </p:nvSpPr>
              <p:spPr bwMode="auto">
                <a:xfrm flipH="1">
                  <a:off x="3150" y="1618"/>
                  <a:ext cx="2" cy="2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6" name="Line 202">
                  <a:extLst>
                    <a:ext uri="{FF2B5EF4-FFF2-40B4-BE49-F238E27FC236}">
                      <a16:creationId xmlns:a16="http://schemas.microsoft.com/office/drawing/2014/main" id="{10FAB3FE-D2F0-4A54-78BD-F22504F7A3F1}"/>
                    </a:ext>
                  </a:extLst>
                </p:cNvPr>
                <p:cNvSpPr>
                  <a:spLocks noChangeShapeType="1"/>
                </p:cNvSpPr>
                <p:nvPr/>
              </p:nvSpPr>
              <p:spPr bwMode="auto">
                <a:xfrm flipH="1">
                  <a:off x="3149" y="1646"/>
                  <a:ext cx="1"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7" name="Line 203">
                  <a:extLst>
                    <a:ext uri="{FF2B5EF4-FFF2-40B4-BE49-F238E27FC236}">
                      <a16:creationId xmlns:a16="http://schemas.microsoft.com/office/drawing/2014/main" id="{39957B8E-ECEB-EEA7-9251-FC2B9CEC6723}"/>
                    </a:ext>
                  </a:extLst>
                </p:cNvPr>
                <p:cNvSpPr>
                  <a:spLocks noChangeShapeType="1"/>
                </p:cNvSpPr>
                <p:nvPr/>
              </p:nvSpPr>
              <p:spPr bwMode="auto">
                <a:xfrm flipH="1">
                  <a:off x="3147" y="1676"/>
                  <a:ext cx="2"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8" name="Line 204">
                  <a:extLst>
                    <a:ext uri="{FF2B5EF4-FFF2-40B4-BE49-F238E27FC236}">
                      <a16:creationId xmlns:a16="http://schemas.microsoft.com/office/drawing/2014/main" id="{922244F3-409C-E615-1609-609653BCDCC5}"/>
                    </a:ext>
                  </a:extLst>
                </p:cNvPr>
                <p:cNvSpPr>
                  <a:spLocks noChangeShapeType="1"/>
                </p:cNvSpPr>
                <p:nvPr/>
              </p:nvSpPr>
              <p:spPr bwMode="auto">
                <a:xfrm>
                  <a:off x="3147" y="1706"/>
                  <a:ext cx="2" cy="28"/>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399" name="Line 205">
                  <a:extLst>
                    <a:ext uri="{FF2B5EF4-FFF2-40B4-BE49-F238E27FC236}">
                      <a16:creationId xmlns:a16="http://schemas.microsoft.com/office/drawing/2014/main" id="{6574F4FC-E615-58A0-4383-01D6B30DDC61}"/>
                    </a:ext>
                  </a:extLst>
                </p:cNvPr>
                <p:cNvSpPr>
                  <a:spLocks noChangeShapeType="1"/>
                </p:cNvSpPr>
                <p:nvPr/>
              </p:nvSpPr>
              <p:spPr bwMode="auto">
                <a:xfrm>
                  <a:off x="3149" y="1734"/>
                  <a:ext cx="2" cy="61"/>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0" name="Line 206">
                  <a:extLst>
                    <a:ext uri="{FF2B5EF4-FFF2-40B4-BE49-F238E27FC236}">
                      <a16:creationId xmlns:a16="http://schemas.microsoft.com/office/drawing/2014/main" id="{A874D3BF-A5B0-2AF7-EE12-D5E144695AF0}"/>
                    </a:ext>
                  </a:extLst>
                </p:cNvPr>
                <p:cNvSpPr>
                  <a:spLocks noChangeShapeType="1"/>
                </p:cNvSpPr>
                <p:nvPr/>
              </p:nvSpPr>
              <p:spPr bwMode="auto">
                <a:xfrm>
                  <a:off x="3151" y="1795"/>
                  <a:ext cx="7" cy="17"/>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1" name="Line 207">
                  <a:extLst>
                    <a:ext uri="{FF2B5EF4-FFF2-40B4-BE49-F238E27FC236}">
                      <a16:creationId xmlns:a16="http://schemas.microsoft.com/office/drawing/2014/main" id="{09EB74F3-A9A5-0283-6542-65B76EE0C590}"/>
                    </a:ext>
                  </a:extLst>
                </p:cNvPr>
                <p:cNvSpPr>
                  <a:spLocks noChangeShapeType="1"/>
                </p:cNvSpPr>
                <p:nvPr/>
              </p:nvSpPr>
              <p:spPr bwMode="auto">
                <a:xfrm>
                  <a:off x="3158" y="1812"/>
                  <a:ext cx="6" cy="19"/>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2" name="Line 208">
                  <a:extLst>
                    <a:ext uri="{FF2B5EF4-FFF2-40B4-BE49-F238E27FC236}">
                      <a16:creationId xmlns:a16="http://schemas.microsoft.com/office/drawing/2014/main" id="{F0B55995-D0AB-6715-1406-485915E85D55}"/>
                    </a:ext>
                  </a:extLst>
                </p:cNvPr>
                <p:cNvSpPr>
                  <a:spLocks noChangeShapeType="1"/>
                </p:cNvSpPr>
                <p:nvPr/>
              </p:nvSpPr>
              <p:spPr bwMode="auto">
                <a:xfrm>
                  <a:off x="3164" y="1831"/>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3" name="Line 209">
                  <a:extLst>
                    <a:ext uri="{FF2B5EF4-FFF2-40B4-BE49-F238E27FC236}">
                      <a16:creationId xmlns:a16="http://schemas.microsoft.com/office/drawing/2014/main" id="{4240AF0D-C1BB-E07A-C025-1206AB173BD7}"/>
                    </a:ext>
                  </a:extLst>
                </p:cNvPr>
                <p:cNvSpPr>
                  <a:spLocks noChangeShapeType="1"/>
                </p:cNvSpPr>
                <p:nvPr/>
              </p:nvSpPr>
              <p:spPr bwMode="auto">
                <a:xfrm>
                  <a:off x="3168" y="1850"/>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4" name="Line 210">
                  <a:extLst>
                    <a:ext uri="{FF2B5EF4-FFF2-40B4-BE49-F238E27FC236}">
                      <a16:creationId xmlns:a16="http://schemas.microsoft.com/office/drawing/2014/main" id="{4B305D16-7905-F208-BF55-249A39AE9CEC}"/>
                    </a:ext>
                  </a:extLst>
                </p:cNvPr>
                <p:cNvSpPr>
                  <a:spLocks noChangeShapeType="1"/>
                </p:cNvSpPr>
                <p:nvPr/>
              </p:nvSpPr>
              <p:spPr bwMode="auto">
                <a:xfrm>
                  <a:off x="3168" y="1858"/>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5" name="Line 211">
                  <a:extLst>
                    <a:ext uri="{FF2B5EF4-FFF2-40B4-BE49-F238E27FC236}">
                      <a16:creationId xmlns:a16="http://schemas.microsoft.com/office/drawing/2014/main" id="{E78FC062-D19D-41DF-9CFA-303A2BE38FD5}"/>
                    </a:ext>
                  </a:extLst>
                </p:cNvPr>
                <p:cNvSpPr>
                  <a:spLocks noChangeShapeType="1"/>
                </p:cNvSpPr>
                <p:nvPr/>
              </p:nvSpPr>
              <p:spPr bwMode="auto">
                <a:xfrm flipH="1">
                  <a:off x="3165" y="1866"/>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6" name="Line 212">
                  <a:extLst>
                    <a:ext uri="{FF2B5EF4-FFF2-40B4-BE49-F238E27FC236}">
                      <a16:creationId xmlns:a16="http://schemas.microsoft.com/office/drawing/2014/main" id="{DA8852D6-6160-0FB1-69CA-2D8B8710F1AC}"/>
                    </a:ext>
                  </a:extLst>
                </p:cNvPr>
                <p:cNvSpPr>
                  <a:spLocks noChangeShapeType="1"/>
                </p:cNvSpPr>
                <p:nvPr/>
              </p:nvSpPr>
              <p:spPr bwMode="auto">
                <a:xfrm flipH="1">
                  <a:off x="3163" y="1872"/>
                  <a:ext cx="2"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7" name="Line 213">
                  <a:extLst>
                    <a:ext uri="{FF2B5EF4-FFF2-40B4-BE49-F238E27FC236}">
                      <a16:creationId xmlns:a16="http://schemas.microsoft.com/office/drawing/2014/main" id="{050DA95A-3A78-2E5C-7860-A801B1A73FA3}"/>
                    </a:ext>
                  </a:extLst>
                </p:cNvPr>
                <p:cNvSpPr>
                  <a:spLocks noChangeShapeType="1"/>
                </p:cNvSpPr>
                <p:nvPr/>
              </p:nvSpPr>
              <p:spPr bwMode="auto">
                <a:xfrm flipH="1">
                  <a:off x="3156" y="1878"/>
                  <a:ext cx="7"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408" name="Line 214">
                  <a:extLst>
                    <a:ext uri="{FF2B5EF4-FFF2-40B4-BE49-F238E27FC236}">
                      <a16:creationId xmlns:a16="http://schemas.microsoft.com/office/drawing/2014/main" id="{1074DB77-DBE4-F2DD-FCF3-8AB001C5DDBD}"/>
                    </a:ext>
                  </a:extLst>
                </p:cNvPr>
                <p:cNvSpPr>
                  <a:spLocks noChangeShapeType="1"/>
                </p:cNvSpPr>
                <p:nvPr/>
              </p:nvSpPr>
              <p:spPr bwMode="auto">
                <a:xfrm flipH="1">
                  <a:off x="3149" y="1887"/>
                  <a:ext cx="7"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791" name="Group 215">
                <a:extLst>
                  <a:ext uri="{FF2B5EF4-FFF2-40B4-BE49-F238E27FC236}">
                    <a16:creationId xmlns:a16="http://schemas.microsoft.com/office/drawing/2014/main" id="{3200C11E-2BA1-1C1A-E6DD-B567F3639E5C}"/>
                  </a:ext>
                </a:extLst>
              </p:cNvPr>
              <p:cNvGrpSpPr>
                <a:grpSpLocks/>
              </p:cNvGrpSpPr>
              <p:nvPr/>
            </p:nvGrpSpPr>
            <p:grpSpPr bwMode="auto">
              <a:xfrm>
                <a:off x="2971" y="1489"/>
                <a:ext cx="2226" cy="538"/>
                <a:chOff x="2971" y="1489"/>
                <a:chExt cx="2226" cy="538"/>
              </a:xfrm>
            </p:grpSpPr>
            <p:sp>
              <p:nvSpPr>
                <p:cNvPr id="76009" name="Line 216">
                  <a:extLst>
                    <a:ext uri="{FF2B5EF4-FFF2-40B4-BE49-F238E27FC236}">
                      <a16:creationId xmlns:a16="http://schemas.microsoft.com/office/drawing/2014/main" id="{C0965786-E44B-D687-1585-177A58BF3947}"/>
                    </a:ext>
                  </a:extLst>
                </p:cNvPr>
                <p:cNvSpPr>
                  <a:spLocks noChangeShapeType="1"/>
                </p:cNvSpPr>
                <p:nvPr/>
              </p:nvSpPr>
              <p:spPr bwMode="auto">
                <a:xfrm flipH="1">
                  <a:off x="3143" y="1893"/>
                  <a:ext cx="6"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0" name="Line 217">
                  <a:extLst>
                    <a:ext uri="{FF2B5EF4-FFF2-40B4-BE49-F238E27FC236}">
                      <a16:creationId xmlns:a16="http://schemas.microsoft.com/office/drawing/2014/main" id="{F8ED04B0-70F2-8236-8135-CB1EF7E824F0}"/>
                    </a:ext>
                  </a:extLst>
                </p:cNvPr>
                <p:cNvSpPr>
                  <a:spLocks noChangeShapeType="1"/>
                </p:cNvSpPr>
                <p:nvPr/>
              </p:nvSpPr>
              <p:spPr bwMode="auto">
                <a:xfrm flipH="1">
                  <a:off x="3142" y="1897"/>
                  <a:ext cx="1"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1" name="Line 218">
                  <a:extLst>
                    <a:ext uri="{FF2B5EF4-FFF2-40B4-BE49-F238E27FC236}">
                      <a16:creationId xmlns:a16="http://schemas.microsoft.com/office/drawing/2014/main" id="{5907600D-711F-819E-708E-27F3E7B7AEE8}"/>
                    </a:ext>
                  </a:extLst>
                </p:cNvPr>
                <p:cNvSpPr>
                  <a:spLocks noChangeShapeType="1"/>
                </p:cNvSpPr>
                <p:nvPr/>
              </p:nvSpPr>
              <p:spPr bwMode="auto">
                <a:xfrm flipV="1">
                  <a:off x="3142" y="1897"/>
                  <a:ext cx="5"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2" name="Line 219">
                  <a:extLst>
                    <a:ext uri="{FF2B5EF4-FFF2-40B4-BE49-F238E27FC236}">
                      <a16:creationId xmlns:a16="http://schemas.microsoft.com/office/drawing/2014/main" id="{41365E03-640A-7048-2F39-A2D66FB2A6D0}"/>
                    </a:ext>
                  </a:extLst>
                </p:cNvPr>
                <p:cNvSpPr>
                  <a:spLocks noChangeShapeType="1"/>
                </p:cNvSpPr>
                <p:nvPr/>
              </p:nvSpPr>
              <p:spPr bwMode="auto">
                <a:xfrm flipV="1">
                  <a:off x="3147" y="1888"/>
                  <a:ext cx="36" cy="9"/>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3" name="Line 220">
                  <a:extLst>
                    <a:ext uri="{FF2B5EF4-FFF2-40B4-BE49-F238E27FC236}">
                      <a16:creationId xmlns:a16="http://schemas.microsoft.com/office/drawing/2014/main" id="{23164120-DE69-6B7E-5887-20EAFFF72AB0}"/>
                    </a:ext>
                  </a:extLst>
                </p:cNvPr>
                <p:cNvSpPr>
                  <a:spLocks noChangeShapeType="1"/>
                </p:cNvSpPr>
                <p:nvPr/>
              </p:nvSpPr>
              <p:spPr bwMode="auto">
                <a:xfrm>
                  <a:off x="3183" y="1888"/>
                  <a:ext cx="6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4" name="Line 221">
                  <a:extLst>
                    <a:ext uri="{FF2B5EF4-FFF2-40B4-BE49-F238E27FC236}">
                      <a16:creationId xmlns:a16="http://schemas.microsoft.com/office/drawing/2014/main" id="{5B5B30BF-6BF6-3E39-216C-11D671FEE10A}"/>
                    </a:ext>
                  </a:extLst>
                </p:cNvPr>
                <p:cNvSpPr>
                  <a:spLocks noChangeShapeType="1"/>
                </p:cNvSpPr>
                <p:nvPr/>
              </p:nvSpPr>
              <p:spPr bwMode="auto">
                <a:xfrm flipV="1">
                  <a:off x="3244" y="1888"/>
                  <a:ext cx="39"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5" name="Line 222">
                  <a:extLst>
                    <a:ext uri="{FF2B5EF4-FFF2-40B4-BE49-F238E27FC236}">
                      <a16:creationId xmlns:a16="http://schemas.microsoft.com/office/drawing/2014/main" id="{B172104F-A324-7C9F-268F-51EE6ACDAE8C}"/>
                    </a:ext>
                  </a:extLst>
                </p:cNvPr>
                <p:cNvSpPr>
                  <a:spLocks noChangeShapeType="1"/>
                </p:cNvSpPr>
                <p:nvPr/>
              </p:nvSpPr>
              <p:spPr bwMode="auto">
                <a:xfrm flipV="1">
                  <a:off x="3283" y="1887"/>
                  <a:ext cx="39" cy="1"/>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6" name="Line 223">
                  <a:extLst>
                    <a:ext uri="{FF2B5EF4-FFF2-40B4-BE49-F238E27FC236}">
                      <a16:creationId xmlns:a16="http://schemas.microsoft.com/office/drawing/2014/main" id="{C13E89B8-1A49-A3D9-D67D-FBCFEB54D4BE}"/>
                    </a:ext>
                  </a:extLst>
                </p:cNvPr>
                <p:cNvSpPr>
                  <a:spLocks noChangeShapeType="1"/>
                </p:cNvSpPr>
                <p:nvPr/>
              </p:nvSpPr>
              <p:spPr bwMode="auto">
                <a:xfrm flipV="1">
                  <a:off x="3322" y="1881"/>
                  <a:ext cx="56"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7" name="Line 224">
                  <a:extLst>
                    <a:ext uri="{FF2B5EF4-FFF2-40B4-BE49-F238E27FC236}">
                      <a16:creationId xmlns:a16="http://schemas.microsoft.com/office/drawing/2014/main" id="{158E7CDE-6929-EAF5-D95D-61C2B2714741}"/>
                    </a:ext>
                  </a:extLst>
                </p:cNvPr>
                <p:cNvSpPr>
                  <a:spLocks noChangeShapeType="1"/>
                </p:cNvSpPr>
                <p:nvPr/>
              </p:nvSpPr>
              <p:spPr bwMode="auto">
                <a:xfrm flipV="1">
                  <a:off x="3378" y="1877"/>
                  <a:ext cx="23"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8" name="Line 225">
                  <a:extLst>
                    <a:ext uri="{FF2B5EF4-FFF2-40B4-BE49-F238E27FC236}">
                      <a16:creationId xmlns:a16="http://schemas.microsoft.com/office/drawing/2014/main" id="{9656C408-7A1B-933F-134D-D3C529D7A7DD}"/>
                    </a:ext>
                  </a:extLst>
                </p:cNvPr>
                <p:cNvSpPr>
                  <a:spLocks noChangeShapeType="1"/>
                </p:cNvSpPr>
                <p:nvPr/>
              </p:nvSpPr>
              <p:spPr bwMode="auto">
                <a:xfrm flipV="1">
                  <a:off x="3401" y="1872"/>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19" name="Line 226">
                  <a:extLst>
                    <a:ext uri="{FF2B5EF4-FFF2-40B4-BE49-F238E27FC236}">
                      <a16:creationId xmlns:a16="http://schemas.microsoft.com/office/drawing/2014/main" id="{E2D3B234-2754-20BA-6607-46D710E40818}"/>
                    </a:ext>
                  </a:extLst>
                </p:cNvPr>
                <p:cNvSpPr>
                  <a:spLocks noChangeShapeType="1"/>
                </p:cNvSpPr>
                <p:nvPr/>
              </p:nvSpPr>
              <p:spPr bwMode="auto">
                <a:xfrm flipV="1">
                  <a:off x="3423" y="1868"/>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0" name="Line 227">
                  <a:extLst>
                    <a:ext uri="{FF2B5EF4-FFF2-40B4-BE49-F238E27FC236}">
                      <a16:creationId xmlns:a16="http://schemas.microsoft.com/office/drawing/2014/main" id="{F2ADA116-81B9-FECB-C626-6DD0FADA30B6}"/>
                    </a:ext>
                  </a:extLst>
                </p:cNvPr>
                <p:cNvSpPr>
                  <a:spLocks noChangeShapeType="1"/>
                </p:cNvSpPr>
                <p:nvPr/>
              </p:nvSpPr>
              <p:spPr bwMode="auto">
                <a:xfrm flipV="1">
                  <a:off x="3445" y="1866"/>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1" name="Line 228">
                  <a:extLst>
                    <a:ext uri="{FF2B5EF4-FFF2-40B4-BE49-F238E27FC236}">
                      <a16:creationId xmlns:a16="http://schemas.microsoft.com/office/drawing/2014/main" id="{8CE27201-03B8-E4FD-45B2-541475163E05}"/>
                    </a:ext>
                  </a:extLst>
                </p:cNvPr>
                <p:cNvSpPr>
                  <a:spLocks noChangeShapeType="1"/>
                </p:cNvSpPr>
                <p:nvPr/>
              </p:nvSpPr>
              <p:spPr bwMode="auto">
                <a:xfrm flipV="1">
                  <a:off x="3467" y="1862"/>
                  <a:ext cx="58"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2" name="Line 229">
                  <a:extLst>
                    <a:ext uri="{FF2B5EF4-FFF2-40B4-BE49-F238E27FC236}">
                      <a16:creationId xmlns:a16="http://schemas.microsoft.com/office/drawing/2014/main" id="{0529FF4F-58DE-A513-00D7-8A58CBFA4512}"/>
                    </a:ext>
                  </a:extLst>
                </p:cNvPr>
                <p:cNvSpPr>
                  <a:spLocks noChangeShapeType="1"/>
                </p:cNvSpPr>
                <p:nvPr/>
              </p:nvSpPr>
              <p:spPr bwMode="auto">
                <a:xfrm flipV="1">
                  <a:off x="3525" y="1861"/>
                  <a:ext cx="60"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3" name="Line 230">
                  <a:extLst>
                    <a:ext uri="{FF2B5EF4-FFF2-40B4-BE49-F238E27FC236}">
                      <a16:creationId xmlns:a16="http://schemas.microsoft.com/office/drawing/2014/main" id="{C187E16C-495A-97EF-ADC6-AF12C1ED2467}"/>
                    </a:ext>
                  </a:extLst>
                </p:cNvPr>
                <p:cNvSpPr>
                  <a:spLocks noChangeShapeType="1"/>
                </p:cNvSpPr>
                <p:nvPr/>
              </p:nvSpPr>
              <p:spPr bwMode="auto">
                <a:xfrm flipV="1">
                  <a:off x="3585" y="1857"/>
                  <a:ext cx="116"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4" name="Line 231">
                  <a:extLst>
                    <a:ext uri="{FF2B5EF4-FFF2-40B4-BE49-F238E27FC236}">
                      <a16:creationId xmlns:a16="http://schemas.microsoft.com/office/drawing/2014/main" id="{685B1552-0D55-023A-47E1-41E00748A2EF}"/>
                    </a:ext>
                  </a:extLst>
                </p:cNvPr>
                <p:cNvSpPr>
                  <a:spLocks noChangeShapeType="1"/>
                </p:cNvSpPr>
                <p:nvPr/>
              </p:nvSpPr>
              <p:spPr bwMode="auto">
                <a:xfrm>
                  <a:off x="3701" y="1857"/>
                  <a:ext cx="16"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5" name="Line 232">
                  <a:extLst>
                    <a:ext uri="{FF2B5EF4-FFF2-40B4-BE49-F238E27FC236}">
                      <a16:creationId xmlns:a16="http://schemas.microsoft.com/office/drawing/2014/main" id="{535AC62A-21BB-A6C5-3BE5-28B62F05C7E0}"/>
                    </a:ext>
                  </a:extLst>
                </p:cNvPr>
                <p:cNvSpPr>
                  <a:spLocks noChangeShapeType="1"/>
                </p:cNvSpPr>
                <p:nvPr/>
              </p:nvSpPr>
              <p:spPr bwMode="auto">
                <a:xfrm>
                  <a:off x="3717" y="1861"/>
                  <a:ext cx="16" cy="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6" name="Line 233">
                  <a:extLst>
                    <a:ext uri="{FF2B5EF4-FFF2-40B4-BE49-F238E27FC236}">
                      <a16:creationId xmlns:a16="http://schemas.microsoft.com/office/drawing/2014/main" id="{0DF2692F-48F6-9A92-9CCB-69DD59AE851F}"/>
                    </a:ext>
                  </a:extLst>
                </p:cNvPr>
                <p:cNvSpPr>
                  <a:spLocks noChangeShapeType="1"/>
                </p:cNvSpPr>
                <p:nvPr/>
              </p:nvSpPr>
              <p:spPr bwMode="auto">
                <a:xfrm>
                  <a:off x="3733" y="1864"/>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7" name="Line 234">
                  <a:extLst>
                    <a:ext uri="{FF2B5EF4-FFF2-40B4-BE49-F238E27FC236}">
                      <a16:creationId xmlns:a16="http://schemas.microsoft.com/office/drawing/2014/main" id="{1D4A20EB-785E-7892-D304-1B69AEC6F725}"/>
                    </a:ext>
                  </a:extLst>
                </p:cNvPr>
                <p:cNvSpPr>
                  <a:spLocks noChangeShapeType="1"/>
                </p:cNvSpPr>
                <p:nvPr/>
              </p:nvSpPr>
              <p:spPr bwMode="auto">
                <a:xfrm>
                  <a:off x="3767" y="1874"/>
                  <a:ext cx="32"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8" name="Line 235">
                  <a:extLst>
                    <a:ext uri="{FF2B5EF4-FFF2-40B4-BE49-F238E27FC236}">
                      <a16:creationId xmlns:a16="http://schemas.microsoft.com/office/drawing/2014/main" id="{CBE3944D-7B47-AD23-4007-6419E825EA69}"/>
                    </a:ext>
                  </a:extLst>
                </p:cNvPr>
                <p:cNvSpPr>
                  <a:spLocks noChangeShapeType="1"/>
                </p:cNvSpPr>
                <p:nvPr/>
              </p:nvSpPr>
              <p:spPr bwMode="auto">
                <a:xfrm>
                  <a:off x="3799" y="1883"/>
                  <a:ext cx="17"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29" name="Line 236">
                  <a:extLst>
                    <a:ext uri="{FF2B5EF4-FFF2-40B4-BE49-F238E27FC236}">
                      <a16:creationId xmlns:a16="http://schemas.microsoft.com/office/drawing/2014/main" id="{01C8A1D5-37D5-2E12-181C-726168745C90}"/>
                    </a:ext>
                  </a:extLst>
                </p:cNvPr>
                <p:cNvSpPr>
                  <a:spLocks noChangeShapeType="1"/>
                </p:cNvSpPr>
                <p:nvPr/>
              </p:nvSpPr>
              <p:spPr bwMode="auto">
                <a:xfrm>
                  <a:off x="3816" y="1887"/>
                  <a:ext cx="14" cy="1"/>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0" name="Line 237">
                  <a:extLst>
                    <a:ext uri="{FF2B5EF4-FFF2-40B4-BE49-F238E27FC236}">
                      <a16:creationId xmlns:a16="http://schemas.microsoft.com/office/drawing/2014/main" id="{B088E861-1D57-8F69-49FF-01C1208CCEB8}"/>
                    </a:ext>
                  </a:extLst>
                </p:cNvPr>
                <p:cNvSpPr>
                  <a:spLocks noChangeShapeType="1"/>
                </p:cNvSpPr>
                <p:nvPr/>
              </p:nvSpPr>
              <p:spPr bwMode="auto">
                <a:xfrm>
                  <a:off x="3830" y="1888"/>
                  <a:ext cx="85"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1" name="Line 238">
                  <a:extLst>
                    <a:ext uri="{FF2B5EF4-FFF2-40B4-BE49-F238E27FC236}">
                      <a16:creationId xmlns:a16="http://schemas.microsoft.com/office/drawing/2014/main" id="{037F953A-5A3A-80DC-F493-8E5D6311F4EE}"/>
                    </a:ext>
                  </a:extLst>
                </p:cNvPr>
                <p:cNvSpPr>
                  <a:spLocks noChangeShapeType="1"/>
                </p:cNvSpPr>
                <p:nvPr/>
              </p:nvSpPr>
              <p:spPr bwMode="auto">
                <a:xfrm>
                  <a:off x="3915" y="1893"/>
                  <a:ext cx="58"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2" name="Line 239">
                  <a:extLst>
                    <a:ext uri="{FF2B5EF4-FFF2-40B4-BE49-F238E27FC236}">
                      <a16:creationId xmlns:a16="http://schemas.microsoft.com/office/drawing/2014/main" id="{0D99835D-FE55-EE1D-E013-B5405C12172B}"/>
                    </a:ext>
                  </a:extLst>
                </p:cNvPr>
                <p:cNvSpPr>
                  <a:spLocks noChangeShapeType="1"/>
                </p:cNvSpPr>
                <p:nvPr/>
              </p:nvSpPr>
              <p:spPr bwMode="auto">
                <a:xfrm>
                  <a:off x="3973" y="1898"/>
                  <a:ext cx="66"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3" name="Line 240">
                  <a:extLst>
                    <a:ext uri="{FF2B5EF4-FFF2-40B4-BE49-F238E27FC236}">
                      <a16:creationId xmlns:a16="http://schemas.microsoft.com/office/drawing/2014/main" id="{E011D059-D5C5-5BC0-B41C-1DFFD86BF31C}"/>
                    </a:ext>
                  </a:extLst>
                </p:cNvPr>
                <p:cNvSpPr>
                  <a:spLocks noChangeShapeType="1"/>
                </p:cNvSpPr>
                <p:nvPr/>
              </p:nvSpPr>
              <p:spPr bwMode="auto">
                <a:xfrm>
                  <a:off x="4039" y="1903"/>
                  <a:ext cx="2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4" name="Line 241">
                  <a:extLst>
                    <a:ext uri="{FF2B5EF4-FFF2-40B4-BE49-F238E27FC236}">
                      <a16:creationId xmlns:a16="http://schemas.microsoft.com/office/drawing/2014/main" id="{2F2201E9-A217-45ED-BBA8-6B404B8FF5EB}"/>
                    </a:ext>
                  </a:extLst>
                </p:cNvPr>
                <p:cNvSpPr>
                  <a:spLocks noChangeShapeType="1"/>
                </p:cNvSpPr>
                <p:nvPr/>
              </p:nvSpPr>
              <p:spPr bwMode="auto">
                <a:xfrm flipV="1">
                  <a:off x="4059" y="1900"/>
                  <a:ext cx="21" cy="3"/>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5" name="Line 242">
                  <a:extLst>
                    <a:ext uri="{FF2B5EF4-FFF2-40B4-BE49-F238E27FC236}">
                      <a16:creationId xmlns:a16="http://schemas.microsoft.com/office/drawing/2014/main" id="{E93F5DBE-77F6-451F-C7FF-43DECB272DF8}"/>
                    </a:ext>
                  </a:extLst>
                </p:cNvPr>
                <p:cNvSpPr>
                  <a:spLocks noChangeShapeType="1"/>
                </p:cNvSpPr>
                <p:nvPr/>
              </p:nvSpPr>
              <p:spPr bwMode="auto">
                <a:xfrm flipV="1">
                  <a:off x="4080" y="1895"/>
                  <a:ext cx="27"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6" name="Line 243">
                  <a:extLst>
                    <a:ext uri="{FF2B5EF4-FFF2-40B4-BE49-F238E27FC236}">
                      <a16:creationId xmlns:a16="http://schemas.microsoft.com/office/drawing/2014/main" id="{D6C07893-C96C-C42E-87E1-68C91F3F931A}"/>
                    </a:ext>
                  </a:extLst>
                </p:cNvPr>
                <p:cNvSpPr>
                  <a:spLocks noChangeShapeType="1"/>
                </p:cNvSpPr>
                <p:nvPr/>
              </p:nvSpPr>
              <p:spPr bwMode="auto">
                <a:xfrm flipV="1">
                  <a:off x="4107" y="1888"/>
                  <a:ext cx="39"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7" name="Line 244">
                  <a:extLst>
                    <a:ext uri="{FF2B5EF4-FFF2-40B4-BE49-F238E27FC236}">
                      <a16:creationId xmlns:a16="http://schemas.microsoft.com/office/drawing/2014/main" id="{5AF7C0E9-8420-8100-EFCC-88330A78F9E3}"/>
                    </a:ext>
                  </a:extLst>
                </p:cNvPr>
                <p:cNvSpPr>
                  <a:spLocks noChangeShapeType="1"/>
                </p:cNvSpPr>
                <p:nvPr/>
              </p:nvSpPr>
              <p:spPr bwMode="auto">
                <a:xfrm flipV="1">
                  <a:off x="4146" y="1885"/>
                  <a:ext cx="230"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8" name="Line 245">
                  <a:extLst>
                    <a:ext uri="{FF2B5EF4-FFF2-40B4-BE49-F238E27FC236}">
                      <a16:creationId xmlns:a16="http://schemas.microsoft.com/office/drawing/2014/main" id="{482EC4CC-D693-ED96-55E1-25DFE4A764DE}"/>
                    </a:ext>
                  </a:extLst>
                </p:cNvPr>
                <p:cNvSpPr>
                  <a:spLocks noChangeShapeType="1"/>
                </p:cNvSpPr>
                <p:nvPr/>
              </p:nvSpPr>
              <p:spPr bwMode="auto">
                <a:xfrm flipV="1">
                  <a:off x="4376" y="1883"/>
                  <a:ext cx="116"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39" name="Line 246">
                  <a:extLst>
                    <a:ext uri="{FF2B5EF4-FFF2-40B4-BE49-F238E27FC236}">
                      <a16:creationId xmlns:a16="http://schemas.microsoft.com/office/drawing/2014/main" id="{67F1C18B-75CC-3182-211C-306F097278CA}"/>
                    </a:ext>
                  </a:extLst>
                </p:cNvPr>
                <p:cNvSpPr>
                  <a:spLocks noChangeShapeType="1"/>
                </p:cNvSpPr>
                <p:nvPr/>
              </p:nvSpPr>
              <p:spPr bwMode="auto">
                <a:xfrm flipV="1">
                  <a:off x="4492" y="1881"/>
                  <a:ext cx="115"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0" name="Line 247">
                  <a:extLst>
                    <a:ext uri="{FF2B5EF4-FFF2-40B4-BE49-F238E27FC236}">
                      <a16:creationId xmlns:a16="http://schemas.microsoft.com/office/drawing/2014/main" id="{B03ED9A9-39E2-6283-18F8-A31D71A499E6}"/>
                    </a:ext>
                  </a:extLst>
                </p:cNvPr>
                <p:cNvSpPr>
                  <a:spLocks noChangeShapeType="1"/>
                </p:cNvSpPr>
                <p:nvPr/>
              </p:nvSpPr>
              <p:spPr bwMode="auto">
                <a:xfrm flipV="1">
                  <a:off x="4607" y="1879"/>
                  <a:ext cx="23"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1" name="Line 248">
                  <a:extLst>
                    <a:ext uri="{FF2B5EF4-FFF2-40B4-BE49-F238E27FC236}">
                      <a16:creationId xmlns:a16="http://schemas.microsoft.com/office/drawing/2014/main" id="{4A026055-ADCD-9D7D-A4A0-B0B511F71B23}"/>
                    </a:ext>
                  </a:extLst>
                </p:cNvPr>
                <p:cNvSpPr>
                  <a:spLocks noChangeShapeType="1"/>
                </p:cNvSpPr>
                <p:nvPr/>
              </p:nvSpPr>
              <p:spPr bwMode="auto">
                <a:xfrm flipV="1">
                  <a:off x="4630" y="1876"/>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2" name="Line 249">
                  <a:extLst>
                    <a:ext uri="{FF2B5EF4-FFF2-40B4-BE49-F238E27FC236}">
                      <a16:creationId xmlns:a16="http://schemas.microsoft.com/office/drawing/2014/main" id="{82A5BFFE-DC38-872B-E927-8541F069493D}"/>
                    </a:ext>
                  </a:extLst>
                </p:cNvPr>
                <p:cNvSpPr>
                  <a:spLocks noChangeShapeType="1"/>
                </p:cNvSpPr>
                <p:nvPr/>
              </p:nvSpPr>
              <p:spPr bwMode="auto">
                <a:xfrm flipV="1">
                  <a:off x="4652" y="1869"/>
                  <a:ext cx="44" cy="7"/>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3" name="Line 250">
                  <a:extLst>
                    <a:ext uri="{FF2B5EF4-FFF2-40B4-BE49-F238E27FC236}">
                      <a16:creationId xmlns:a16="http://schemas.microsoft.com/office/drawing/2014/main" id="{2331F4EE-742C-979C-1C6C-CD1AC9880C51}"/>
                    </a:ext>
                  </a:extLst>
                </p:cNvPr>
                <p:cNvSpPr>
                  <a:spLocks noChangeShapeType="1"/>
                </p:cNvSpPr>
                <p:nvPr/>
              </p:nvSpPr>
              <p:spPr bwMode="auto">
                <a:xfrm flipV="1">
                  <a:off x="4696" y="1867"/>
                  <a:ext cx="22" cy="2"/>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4" name="Line 251">
                  <a:extLst>
                    <a:ext uri="{FF2B5EF4-FFF2-40B4-BE49-F238E27FC236}">
                      <a16:creationId xmlns:a16="http://schemas.microsoft.com/office/drawing/2014/main" id="{733BFC7D-B563-E935-3AA6-5A32FA727087}"/>
                    </a:ext>
                  </a:extLst>
                </p:cNvPr>
                <p:cNvSpPr>
                  <a:spLocks noChangeShapeType="1"/>
                </p:cNvSpPr>
                <p:nvPr/>
              </p:nvSpPr>
              <p:spPr bwMode="auto">
                <a:xfrm flipV="1">
                  <a:off x="4718" y="1866"/>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5" name="Line 252">
                  <a:extLst>
                    <a:ext uri="{FF2B5EF4-FFF2-40B4-BE49-F238E27FC236}">
                      <a16:creationId xmlns:a16="http://schemas.microsoft.com/office/drawing/2014/main" id="{724B3A04-3E16-11C2-E861-B35D790E87E1}"/>
                    </a:ext>
                  </a:extLst>
                </p:cNvPr>
                <p:cNvSpPr>
                  <a:spLocks noChangeShapeType="1"/>
                </p:cNvSpPr>
                <p:nvPr/>
              </p:nvSpPr>
              <p:spPr bwMode="auto">
                <a:xfrm>
                  <a:off x="4740" y="1866"/>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6" name="Line 253">
                  <a:extLst>
                    <a:ext uri="{FF2B5EF4-FFF2-40B4-BE49-F238E27FC236}">
                      <a16:creationId xmlns:a16="http://schemas.microsoft.com/office/drawing/2014/main" id="{930E8BCC-BB34-9D10-F050-5E93CDF6063C}"/>
                    </a:ext>
                  </a:extLst>
                </p:cNvPr>
                <p:cNvSpPr>
                  <a:spLocks noChangeShapeType="1"/>
                </p:cNvSpPr>
                <p:nvPr/>
              </p:nvSpPr>
              <p:spPr bwMode="auto">
                <a:xfrm>
                  <a:off x="4762" y="1868"/>
                  <a:ext cx="12" cy="1"/>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7" name="Line 254">
                  <a:extLst>
                    <a:ext uri="{FF2B5EF4-FFF2-40B4-BE49-F238E27FC236}">
                      <a16:creationId xmlns:a16="http://schemas.microsoft.com/office/drawing/2014/main" id="{2A6577E4-7BDC-53C5-90CF-54970A485CE0}"/>
                    </a:ext>
                  </a:extLst>
                </p:cNvPr>
                <p:cNvSpPr>
                  <a:spLocks noChangeShapeType="1"/>
                </p:cNvSpPr>
                <p:nvPr/>
              </p:nvSpPr>
              <p:spPr bwMode="auto">
                <a:xfrm>
                  <a:off x="4774" y="1869"/>
                  <a:ext cx="11" cy="4"/>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8" name="Line 255">
                  <a:extLst>
                    <a:ext uri="{FF2B5EF4-FFF2-40B4-BE49-F238E27FC236}">
                      <a16:creationId xmlns:a16="http://schemas.microsoft.com/office/drawing/2014/main" id="{D5C84889-A966-812B-C3B0-C3AAFF9072B7}"/>
                    </a:ext>
                  </a:extLst>
                </p:cNvPr>
                <p:cNvSpPr>
                  <a:spLocks noChangeShapeType="1"/>
                </p:cNvSpPr>
                <p:nvPr/>
              </p:nvSpPr>
              <p:spPr bwMode="auto">
                <a:xfrm>
                  <a:off x="4785" y="1873"/>
                  <a:ext cx="79"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49" name="Line 256">
                  <a:extLst>
                    <a:ext uri="{FF2B5EF4-FFF2-40B4-BE49-F238E27FC236}">
                      <a16:creationId xmlns:a16="http://schemas.microsoft.com/office/drawing/2014/main" id="{B3F95AF9-6FA4-5283-98F7-FAEB0DB80D71}"/>
                    </a:ext>
                  </a:extLst>
                </p:cNvPr>
                <p:cNvSpPr>
                  <a:spLocks noChangeShapeType="1"/>
                </p:cNvSpPr>
                <p:nvPr/>
              </p:nvSpPr>
              <p:spPr bwMode="auto">
                <a:xfrm>
                  <a:off x="4864" y="1883"/>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0" name="Line 257">
                  <a:extLst>
                    <a:ext uri="{FF2B5EF4-FFF2-40B4-BE49-F238E27FC236}">
                      <a16:creationId xmlns:a16="http://schemas.microsoft.com/office/drawing/2014/main" id="{3EE5D951-A29C-3D32-EFC5-3FBB8DFECD21}"/>
                    </a:ext>
                  </a:extLst>
                </p:cNvPr>
                <p:cNvSpPr>
                  <a:spLocks noChangeShapeType="1"/>
                </p:cNvSpPr>
                <p:nvPr/>
              </p:nvSpPr>
              <p:spPr bwMode="auto">
                <a:xfrm>
                  <a:off x="4926" y="1889"/>
                  <a:ext cx="73"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1" name="Line 258">
                  <a:extLst>
                    <a:ext uri="{FF2B5EF4-FFF2-40B4-BE49-F238E27FC236}">
                      <a16:creationId xmlns:a16="http://schemas.microsoft.com/office/drawing/2014/main" id="{7B363947-C4A6-047E-D174-186027468A3A}"/>
                    </a:ext>
                  </a:extLst>
                </p:cNvPr>
                <p:cNvSpPr>
                  <a:spLocks noChangeShapeType="1"/>
                </p:cNvSpPr>
                <p:nvPr/>
              </p:nvSpPr>
              <p:spPr bwMode="auto">
                <a:xfrm>
                  <a:off x="4999" y="1893"/>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2" name="Line 259">
                  <a:extLst>
                    <a:ext uri="{FF2B5EF4-FFF2-40B4-BE49-F238E27FC236}">
                      <a16:creationId xmlns:a16="http://schemas.microsoft.com/office/drawing/2014/main" id="{A32306E3-546B-68EC-F72B-51F902CD746A}"/>
                    </a:ext>
                  </a:extLst>
                </p:cNvPr>
                <p:cNvSpPr>
                  <a:spLocks noChangeShapeType="1"/>
                </p:cNvSpPr>
                <p:nvPr/>
              </p:nvSpPr>
              <p:spPr bwMode="auto">
                <a:xfrm flipV="1">
                  <a:off x="5109" y="1888"/>
                  <a:ext cx="18"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3" name="Line 260">
                  <a:extLst>
                    <a:ext uri="{FF2B5EF4-FFF2-40B4-BE49-F238E27FC236}">
                      <a16:creationId xmlns:a16="http://schemas.microsoft.com/office/drawing/2014/main" id="{013BBCCE-EA67-0E04-85BC-099D08853D70}"/>
                    </a:ext>
                  </a:extLst>
                </p:cNvPr>
                <p:cNvSpPr>
                  <a:spLocks noChangeShapeType="1"/>
                </p:cNvSpPr>
                <p:nvPr/>
              </p:nvSpPr>
              <p:spPr bwMode="auto">
                <a:xfrm flipV="1">
                  <a:off x="5127" y="1883"/>
                  <a:ext cx="15"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4" name="Line 261">
                  <a:extLst>
                    <a:ext uri="{FF2B5EF4-FFF2-40B4-BE49-F238E27FC236}">
                      <a16:creationId xmlns:a16="http://schemas.microsoft.com/office/drawing/2014/main" id="{550F94B6-AE2D-4257-0FE5-3445C3A027F8}"/>
                    </a:ext>
                  </a:extLst>
                </p:cNvPr>
                <p:cNvSpPr>
                  <a:spLocks noChangeShapeType="1"/>
                </p:cNvSpPr>
                <p:nvPr/>
              </p:nvSpPr>
              <p:spPr bwMode="auto">
                <a:xfrm flipV="1">
                  <a:off x="5142" y="1882"/>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5" name="Line 262">
                  <a:extLst>
                    <a:ext uri="{FF2B5EF4-FFF2-40B4-BE49-F238E27FC236}">
                      <a16:creationId xmlns:a16="http://schemas.microsoft.com/office/drawing/2014/main" id="{60C282ED-C939-320A-2E6F-865778E1B198}"/>
                    </a:ext>
                  </a:extLst>
                </p:cNvPr>
                <p:cNvSpPr>
                  <a:spLocks noChangeShapeType="1"/>
                </p:cNvSpPr>
                <p:nvPr/>
              </p:nvSpPr>
              <p:spPr bwMode="auto">
                <a:xfrm flipV="1">
                  <a:off x="5150" y="1881"/>
                  <a:ext cx="7"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6" name="Line 263">
                  <a:extLst>
                    <a:ext uri="{FF2B5EF4-FFF2-40B4-BE49-F238E27FC236}">
                      <a16:creationId xmlns:a16="http://schemas.microsoft.com/office/drawing/2014/main" id="{F677F296-83C7-64B1-3226-FB75B243E08B}"/>
                    </a:ext>
                  </a:extLst>
                </p:cNvPr>
                <p:cNvSpPr>
                  <a:spLocks noChangeShapeType="1"/>
                </p:cNvSpPr>
                <p:nvPr/>
              </p:nvSpPr>
              <p:spPr bwMode="auto">
                <a:xfrm>
                  <a:off x="5157" y="1881"/>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7" name="Line 264">
                  <a:extLst>
                    <a:ext uri="{FF2B5EF4-FFF2-40B4-BE49-F238E27FC236}">
                      <a16:creationId xmlns:a16="http://schemas.microsoft.com/office/drawing/2014/main" id="{58743B4B-7807-2638-2FC0-584693E8F40F}"/>
                    </a:ext>
                  </a:extLst>
                </p:cNvPr>
                <p:cNvSpPr>
                  <a:spLocks noChangeShapeType="1"/>
                </p:cNvSpPr>
                <p:nvPr/>
              </p:nvSpPr>
              <p:spPr bwMode="auto">
                <a:xfrm>
                  <a:off x="5161" y="1881"/>
                  <a:ext cx="3"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8" name="Line 265">
                  <a:extLst>
                    <a:ext uri="{FF2B5EF4-FFF2-40B4-BE49-F238E27FC236}">
                      <a16:creationId xmlns:a16="http://schemas.microsoft.com/office/drawing/2014/main" id="{0696A217-4CAC-25C0-2A0B-E73546DB3060}"/>
                    </a:ext>
                  </a:extLst>
                </p:cNvPr>
                <p:cNvSpPr>
                  <a:spLocks noChangeShapeType="1"/>
                </p:cNvSpPr>
                <p:nvPr/>
              </p:nvSpPr>
              <p:spPr bwMode="auto">
                <a:xfrm>
                  <a:off x="5164" y="1882"/>
                  <a:ext cx="6"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59" name="Line 266">
                  <a:extLst>
                    <a:ext uri="{FF2B5EF4-FFF2-40B4-BE49-F238E27FC236}">
                      <a16:creationId xmlns:a16="http://schemas.microsoft.com/office/drawing/2014/main" id="{241F8772-9CDD-2E52-7912-F93976D99098}"/>
                    </a:ext>
                  </a:extLst>
                </p:cNvPr>
                <p:cNvSpPr>
                  <a:spLocks noChangeShapeType="1"/>
                </p:cNvSpPr>
                <p:nvPr/>
              </p:nvSpPr>
              <p:spPr bwMode="auto">
                <a:xfrm>
                  <a:off x="5170" y="1887"/>
                  <a:ext cx="6"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0" name="Line 267">
                  <a:extLst>
                    <a:ext uri="{FF2B5EF4-FFF2-40B4-BE49-F238E27FC236}">
                      <a16:creationId xmlns:a16="http://schemas.microsoft.com/office/drawing/2014/main" id="{27772BAA-7306-D3ED-012E-19036F3AB45F}"/>
                    </a:ext>
                  </a:extLst>
                </p:cNvPr>
                <p:cNvSpPr>
                  <a:spLocks noChangeShapeType="1"/>
                </p:cNvSpPr>
                <p:nvPr/>
              </p:nvSpPr>
              <p:spPr bwMode="auto">
                <a:xfrm>
                  <a:off x="5176" y="1892"/>
                  <a:ext cx="5"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1" name="Line 268">
                  <a:extLst>
                    <a:ext uri="{FF2B5EF4-FFF2-40B4-BE49-F238E27FC236}">
                      <a16:creationId xmlns:a16="http://schemas.microsoft.com/office/drawing/2014/main" id="{49ADDF22-9436-00E9-10E2-EE8CFF52D687}"/>
                    </a:ext>
                  </a:extLst>
                </p:cNvPr>
                <p:cNvSpPr>
                  <a:spLocks noChangeShapeType="1"/>
                </p:cNvSpPr>
                <p:nvPr/>
              </p:nvSpPr>
              <p:spPr bwMode="auto">
                <a:xfrm flipV="1">
                  <a:off x="5181" y="1812"/>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2" name="Line 269">
                  <a:extLst>
                    <a:ext uri="{FF2B5EF4-FFF2-40B4-BE49-F238E27FC236}">
                      <a16:creationId xmlns:a16="http://schemas.microsoft.com/office/drawing/2014/main" id="{1415C55B-2C1E-9CFA-13AE-2524C0B463CE}"/>
                    </a:ext>
                  </a:extLst>
                </p:cNvPr>
                <p:cNvSpPr>
                  <a:spLocks noChangeShapeType="1"/>
                </p:cNvSpPr>
                <p:nvPr/>
              </p:nvSpPr>
              <p:spPr bwMode="auto">
                <a:xfrm flipH="1" flipV="1">
                  <a:off x="5184" y="1793"/>
                  <a:ext cx="5" cy="19"/>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3" name="Line 270">
                  <a:extLst>
                    <a:ext uri="{FF2B5EF4-FFF2-40B4-BE49-F238E27FC236}">
                      <a16:creationId xmlns:a16="http://schemas.microsoft.com/office/drawing/2014/main" id="{76D4DB98-3680-0FE7-3700-15B58DCF6F74}"/>
                    </a:ext>
                  </a:extLst>
                </p:cNvPr>
                <p:cNvSpPr>
                  <a:spLocks noChangeShapeType="1"/>
                </p:cNvSpPr>
                <p:nvPr/>
              </p:nvSpPr>
              <p:spPr bwMode="auto">
                <a:xfrm flipH="1" flipV="1">
                  <a:off x="5179" y="1773"/>
                  <a:ext cx="5" cy="20"/>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4" name="Line 271">
                  <a:extLst>
                    <a:ext uri="{FF2B5EF4-FFF2-40B4-BE49-F238E27FC236}">
                      <a16:creationId xmlns:a16="http://schemas.microsoft.com/office/drawing/2014/main" id="{E6B13326-5197-7917-4164-1016B951D0A9}"/>
                    </a:ext>
                  </a:extLst>
                </p:cNvPr>
                <p:cNvSpPr>
                  <a:spLocks noChangeShapeType="1"/>
                </p:cNvSpPr>
                <p:nvPr/>
              </p:nvSpPr>
              <p:spPr bwMode="auto">
                <a:xfrm flipH="1" flipV="1">
                  <a:off x="5176" y="1755"/>
                  <a:ext cx="3" cy="18"/>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5" name="Line 272">
                  <a:extLst>
                    <a:ext uri="{FF2B5EF4-FFF2-40B4-BE49-F238E27FC236}">
                      <a16:creationId xmlns:a16="http://schemas.microsoft.com/office/drawing/2014/main" id="{35D45858-6780-A685-28F4-FFE18C8F87BB}"/>
                    </a:ext>
                  </a:extLst>
                </p:cNvPr>
                <p:cNvSpPr>
                  <a:spLocks noChangeShapeType="1"/>
                </p:cNvSpPr>
                <p:nvPr/>
              </p:nvSpPr>
              <p:spPr bwMode="auto">
                <a:xfrm flipH="1" flipV="1">
                  <a:off x="5173" y="1735"/>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6" name="Line 273">
                  <a:extLst>
                    <a:ext uri="{FF2B5EF4-FFF2-40B4-BE49-F238E27FC236}">
                      <a16:creationId xmlns:a16="http://schemas.microsoft.com/office/drawing/2014/main" id="{A780DD1E-0EDB-3D06-3F00-62EDD82278C3}"/>
                    </a:ext>
                  </a:extLst>
                </p:cNvPr>
                <p:cNvSpPr>
                  <a:spLocks noChangeShapeType="1"/>
                </p:cNvSpPr>
                <p:nvPr/>
              </p:nvSpPr>
              <p:spPr bwMode="auto">
                <a:xfrm flipH="1" flipV="1">
                  <a:off x="5170" y="1696"/>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7" name="Line 274">
                  <a:extLst>
                    <a:ext uri="{FF2B5EF4-FFF2-40B4-BE49-F238E27FC236}">
                      <a16:creationId xmlns:a16="http://schemas.microsoft.com/office/drawing/2014/main" id="{D99330B7-25C2-2FE2-ACE7-E596C9D5C6E4}"/>
                    </a:ext>
                  </a:extLst>
                </p:cNvPr>
                <p:cNvSpPr>
                  <a:spLocks noChangeShapeType="1"/>
                </p:cNvSpPr>
                <p:nvPr/>
              </p:nvSpPr>
              <p:spPr bwMode="auto">
                <a:xfrm flipV="1">
                  <a:off x="5170" y="1655"/>
                  <a:ext cx="1"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8" name="Line 275">
                  <a:extLst>
                    <a:ext uri="{FF2B5EF4-FFF2-40B4-BE49-F238E27FC236}">
                      <a16:creationId xmlns:a16="http://schemas.microsoft.com/office/drawing/2014/main" id="{3405AEB9-4D81-88C3-B6C2-2C646E2CEF7F}"/>
                    </a:ext>
                  </a:extLst>
                </p:cNvPr>
                <p:cNvSpPr>
                  <a:spLocks noChangeShapeType="1"/>
                </p:cNvSpPr>
                <p:nvPr/>
              </p:nvSpPr>
              <p:spPr bwMode="auto">
                <a:xfrm flipV="1">
                  <a:off x="5170" y="1614"/>
                  <a:ext cx="2"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69" name="Line 276">
                  <a:extLst>
                    <a:ext uri="{FF2B5EF4-FFF2-40B4-BE49-F238E27FC236}">
                      <a16:creationId xmlns:a16="http://schemas.microsoft.com/office/drawing/2014/main" id="{823543ED-2B97-B663-DBCC-1CCB5E18C4EB}"/>
                    </a:ext>
                  </a:extLst>
                </p:cNvPr>
                <p:cNvSpPr>
                  <a:spLocks noChangeShapeType="1"/>
                </p:cNvSpPr>
                <p:nvPr/>
              </p:nvSpPr>
              <p:spPr bwMode="auto">
                <a:xfrm flipV="1">
                  <a:off x="5172" y="1575"/>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70" name="Line 277">
                  <a:extLst>
                    <a:ext uri="{FF2B5EF4-FFF2-40B4-BE49-F238E27FC236}">
                      <a16:creationId xmlns:a16="http://schemas.microsoft.com/office/drawing/2014/main" id="{7C3B280F-8974-20E0-7609-D8C7D0786C3D}"/>
                    </a:ext>
                  </a:extLst>
                </p:cNvPr>
                <p:cNvSpPr>
                  <a:spLocks noChangeShapeType="1"/>
                </p:cNvSpPr>
                <p:nvPr/>
              </p:nvSpPr>
              <p:spPr bwMode="auto">
                <a:xfrm flipV="1">
                  <a:off x="5175" y="1496"/>
                  <a:ext cx="6"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71" name="Line 278">
                  <a:extLst>
                    <a:ext uri="{FF2B5EF4-FFF2-40B4-BE49-F238E27FC236}">
                      <a16:creationId xmlns:a16="http://schemas.microsoft.com/office/drawing/2014/main" id="{F47D4EC2-A0F4-D3FD-FD42-4B1B25030720}"/>
                    </a:ext>
                  </a:extLst>
                </p:cNvPr>
                <p:cNvSpPr>
                  <a:spLocks noChangeShapeType="1"/>
                </p:cNvSpPr>
                <p:nvPr/>
              </p:nvSpPr>
              <p:spPr bwMode="auto">
                <a:xfrm flipH="1">
                  <a:off x="3200" y="1496"/>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72" name="Freeform 279">
                  <a:extLst>
                    <a:ext uri="{FF2B5EF4-FFF2-40B4-BE49-F238E27FC236}">
                      <a16:creationId xmlns:a16="http://schemas.microsoft.com/office/drawing/2014/main" id="{75A8047E-FC70-FBD7-8FB2-572F7E695BCF}"/>
                    </a:ext>
                  </a:extLst>
                </p:cNvPr>
                <p:cNvSpPr>
                  <a:spLocks/>
                </p:cNvSpPr>
                <p:nvPr/>
              </p:nvSpPr>
              <p:spPr bwMode="auto">
                <a:xfrm>
                  <a:off x="3062" y="1489"/>
                  <a:ext cx="146" cy="132"/>
                </a:xfrm>
                <a:custGeom>
                  <a:avLst/>
                  <a:gdLst>
                    <a:gd name="T0" fmla="*/ 9 w 146"/>
                    <a:gd name="T1" fmla="*/ 130 h 132"/>
                    <a:gd name="T2" fmla="*/ 0 w 146"/>
                    <a:gd name="T3" fmla="*/ 132 h 132"/>
                    <a:gd name="T4" fmla="*/ 137 w 146"/>
                    <a:gd name="T5" fmla="*/ 1 h 132"/>
                    <a:gd name="T6" fmla="*/ 146 w 146"/>
                    <a:gd name="T7" fmla="*/ 0 h 132"/>
                    <a:gd name="T8" fmla="*/ 9 w 146"/>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0"/>
                      </a:moveTo>
                      <a:lnTo>
                        <a:pt x="0" y="132"/>
                      </a:lnTo>
                      <a:lnTo>
                        <a:pt x="137" y="1"/>
                      </a:lnTo>
                      <a:lnTo>
                        <a:pt x="146" y="0"/>
                      </a:lnTo>
                      <a:lnTo>
                        <a:pt x="9"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73" name="Line 280">
                  <a:extLst>
                    <a:ext uri="{FF2B5EF4-FFF2-40B4-BE49-F238E27FC236}">
                      <a16:creationId xmlns:a16="http://schemas.microsoft.com/office/drawing/2014/main" id="{AA02D65D-640B-A8F6-87A7-BE4EB9483285}"/>
                    </a:ext>
                  </a:extLst>
                </p:cNvPr>
                <p:cNvSpPr>
                  <a:spLocks noChangeShapeType="1"/>
                </p:cNvSpPr>
                <p:nvPr/>
              </p:nvSpPr>
              <p:spPr bwMode="auto">
                <a:xfrm flipV="1">
                  <a:off x="3071" y="1489"/>
                  <a:ext cx="137" cy="130"/>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74" name="Freeform 281">
                  <a:extLst>
                    <a:ext uri="{FF2B5EF4-FFF2-40B4-BE49-F238E27FC236}">
                      <a16:creationId xmlns:a16="http://schemas.microsoft.com/office/drawing/2014/main" id="{33959BF7-FB29-A07A-D6AF-8A310F4F2E18}"/>
                    </a:ext>
                  </a:extLst>
                </p:cNvPr>
                <p:cNvSpPr>
                  <a:spLocks/>
                </p:cNvSpPr>
                <p:nvPr/>
              </p:nvSpPr>
              <p:spPr bwMode="auto">
                <a:xfrm>
                  <a:off x="3067" y="1489"/>
                  <a:ext cx="141" cy="132"/>
                </a:xfrm>
                <a:custGeom>
                  <a:avLst/>
                  <a:gdLst>
                    <a:gd name="T0" fmla="*/ 4 w 141"/>
                    <a:gd name="T1" fmla="*/ 130 h 132"/>
                    <a:gd name="T2" fmla="*/ 0 w 141"/>
                    <a:gd name="T3" fmla="*/ 132 h 132"/>
                    <a:gd name="T4" fmla="*/ 137 w 141"/>
                    <a:gd name="T5" fmla="*/ 1 h 132"/>
                    <a:gd name="T6" fmla="*/ 141 w 141"/>
                    <a:gd name="T7" fmla="*/ 0 h 132"/>
                    <a:gd name="T8" fmla="*/ 4 w 141"/>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0"/>
                      </a:moveTo>
                      <a:lnTo>
                        <a:pt x="0" y="132"/>
                      </a:lnTo>
                      <a:lnTo>
                        <a:pt x="137" y="1"/>
                      </a:lnTo>
                      <a:lnTo>
                        <a:pt x="141" y="0"/>
                      </a:lnTo>
                      <a:lnTo>
                        <a:pt x="4"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75" name="Freeform 282">
                  <a:extLst>
                    <a:ext uri="{FF2B5EF4-FFF2-40B4-BE49-F238E27FC236}">
                      <a16:creationId xmlns:a16="http://schemas.microsoft.com/office/drawing/2014/main" id="{87C1B2AC-C700-FCDA-CE02-ED19C543E3F5}"/>
                    </a:ext>
                  </a:extLst>
                </p:cNvPr>
                <p:cNvSpPr>
                  <a:spLocks/>
                </p:cNvSpPr>
                <p:nvPr/>
              </p:nvSpPr>
              <p:spPr bwMode="auto">
                <a:xfrm>
                  <a:off x="3062" y="1490"/>
                  <a:ext cx="142" cy="131"/>
                </a:xfrm>
                <a:custGeom>
                  <a:avLst/>
                  <a:gdLst>
                    <a:gd name="T0" fmla="*/ 5 w 142"/>
                    <a:gd name="T1" fmla="*/ 131 h 131"/>
                    <a:gd name="T2" fmla="*/ 0 w 142"/>
                    <a:gd name="T3" fmla="*/ 131 h 131"/>
                    <a:gd name="T4" fmla="*/ 137 w 142"/>
                    <a:gd name="T5" fmla="*/ 0 h 131"/>
                    <a:gd name="T6" fmla="*/ 142 w 142"/>
                    <a:gd name="T7" fmla="*/ 0 h 131"/>
                    <a:gd name="T8" fmla="*/ 5 w 142"/>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1">
                      <a:moveTo>
                        <a:pt x="5" y="131"/>
                      </a:moveTo>
                      <a:lnTo>
                        <a:pt x="0" y="131"/>
                      </a:lnTo>
                      <a:lnTo>
                        <a:pt x="137" y="0"/>
                      </a:lnTo>
                      <a:lnTo>
                        <a:pt x="142" y="0"/>
                      </a:lnTo>
                      <a:lnTo>
                        <a:pt x="5"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76" name="Freeform 283">
                  <a:extLst>
                    <a:ext uri="{FF2B5EF4-FFF2-40B4-BE49-F238E27FC236}">
                      <a16:creationId xmlns:a16="http://schemas.microsoft.com/office/drawing/2014/main" id="{2CCBC5B2-6BA2-6E58-9F15-3608D60608D6}"/>
                    </a:ext>
                  </a:extLst>
                </p:cNvPr>
                <p:cNvSpPr>
                  <a:spLocks/>
                </p:cNvSpPr>
                <p:nvPr/>
              </p:nvSpPr>
              <p:spPr bwMode="auto">
                <a:xfrm>
                  <a:off x="3053" y="1490"/>
                  <a:ext cx="146" cy="131"/>
                </a:xfrm>
                <a:custGeom>
                  <a:avLst/>
                  <a:gdLst>
                    <a:gd name="T0" fmla="*/ 9 w 146"/>
                    <a:gd name="T1" fmla="*/ 131 h 131"/>
                    <a:gd name="T2" fmla="*/ 0 w 146"/>
                    <a:gd name="T3" fmla="*/ 131 h 131"/>
                    <a:gd name="T4" fmla="*/ 137 w 146"/>
                    <a:gd name="T5" fmla="*/ 0 h 131"/>
                    <a:gd name="T6" fmla="*/ 146 w 146"/>
                    <a:gd name="T7" fmla="*/ 0 h 131"/>
                    <a:gd name="T8" fmla="*/ 9 w 146"/>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1">
                      <a:moveTo>
                        <a:pt x="9" y="131"/>
                      </a:moveTo>
                      <a:lnTo>
                        <a:pt x="0" y="131"/>
                      </a:lnTo>
                      <a:lnTo>
                        <a:pt x="137" y="0"/>
                      </a:lnTo>
                      <a:lnTo>
                        <a:pt x="146" y="0"/>
                      </a:lnTo>
                      <a:lnTo>
                        <a:pt x="9"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77" name="Line 284">
                  <a:extLst>
                    <a:ext uri="{FF2B5EF4-FFF2-40B4-BE49-F238E27FC236}">
                      <a16:creationId xmlns:a16="http://schemas.microsoft.com/office/drawing/2014/main" id="{F8DD386E-8F21-1D37-DFEB-701AE0B3F318}"/>
                    </a:ext>
                  </a:extLst>
                </p:cNvPr>
                <p:cNvSpPr>
                  <a:spLocks noChangeShapeType="1"/>
                </p:cNvSpPr>
                <p:nvPr/>
              </p:nvSpPr>
              <p:spPr bwMode="auto">
                <a:xfrm flipV="1">
                  <a:off x="3062" y="1490"/>
                  <a:ext cx="137" cy="131"/>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78" name="Freeform 285">
                  <a:extLst>
                    <a:ext uri="{FF2B5EF4-FFF2-40B4-BE49-F238E27FC236}">
                      <a16:creationId xmlns:a16="http://schemas.microsoft.com/office/drawing/2014/main" id="{98994874-9075-3790-88FD-F68B61B16CF7}"/>
                    </a:ext>
                  </a:extLst>
                </p:cNvPr>
                <p:cNvSpPr>
                  <a:spLocks/>
                </p:cNvSpPr>
                <p:nvPr/>
              </p:nvSpPr>
              <p:spPr bwMode="auto">
                <a:xfrm>
                  <a:off x="3059" y="1490"/>
                  <a:ext cx="140" cy="131"/>
                </a:xfrm>
                <a:custGeom>
                  <a:avLst/>
                  <a:gdLst>
                    <a:gd name="T0" fmla="*/ 3 w 140"/>
                    <a:gd name="T1" fmla="*/ 131 h 131"/>
                    <a:gd name="T2" fmla="*/ 0 w 140"/>
                    <a:gd name="T3" fmla="*/ 131 h 131"/>
                    <a:gd name="T4" fmla="*/ 137 w 140"/>
                    <a:gd name="T5" fmla="*/ 0 h 131"/>
                    <a:gd name="T6" fmla="*/ 140 w 140"/>
                    <a:gd name="T7" fmla="*/ 0 h 131"/>
                    <a:gd name="T8" fmla="*/ 3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3" y="131"/>
                      </a:moveTo>
                      <a:lnTo>
                        <a:pt x="0" y="131"/>
                      </a:lnTo>
                      <a:lnTo>
                        <a:pt x="137" y="0"/>
                      </a:lnTo>
                      <a:lnTo>
                        <a:pt x="140" y="0"/>
                      </a:lnTo>
                      <a:lnTo>
                        <a:pt x="3"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79" name="Freeform 286">
                  <a:extLst>
                    <a:ext uri="{FF2B5EF4-FFF2-40B4-BE49-F238E27FC236}">
                      <a16:creationId xmlns:a16="http://schemas.microsoft.com/office/drawing/2014/main" id="{DDCF50F8-BA11-CD96-5A6C-5B69A7981EB1}"/>
                    </a:ext>
                  </a:extLst>
                </p:cNvPr>
                <p:cNvSpPr>
                  <a:spLocks/>
                </p:cNvSpPr>
                <p:nvPr/>
              </p:nvSpPr>
              <p:spPr bwMode="auto">
                <a:xfrm>
                  <a:off x="3055" y="1490"/>
                  <a:ext cx="141" cy="131"/>
                </a:xfrm>
                <a:custGeom>
                  <a:avLst/>
                  <a:gdLst>
                    <a:gd name="T0" fmla="*/ 4 w 141"/>
                    <a:gd name="T1" fmla="*/ 131 h 131"/>
                    <a:gd name="T2" fmla="*/ 0 w 141"/>
                    <a:gd name="T3" fmla="*/ 131 h 131"/>
                    <a:gd name="T4" fmla="*/ 138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8" y="0"/>
                      </a:lnTo>
                      <a:lnTo>
                        <a:pt x="141" y="0"/>
                      </a:lnTo>
                      <a:lnTo>
                        <a:pt x="4"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0" name="Freeform 287">
                  <a:extLst>
                    <a:ext uri="{FF2B5EF4-FFF2-40B4-BE49-F238E27FC236}">
                      <a16:creationId xmlns:a16="http://schemas.microsoft.com/office/drawing/2014/main" id="{FBFD7181-CA4B-E16B-8773-D37D1CF3FC9C}"/>
                    </a:ext>
                  </a:extLst>
                </p:cNvPr>
                <p:cNvSpPr>
                  <a:spLocks/>
                </p:cNvSpPr>
                <p:nvPr/>
              </p:nvSpPr>
              <p:spPr bwMode="auto">
                <a:xfrm>
                  <a:off x="3053" y="1490"/>
                  <a:ext cx="140" cy="131"/>
                </a:xfrm>
                <a:custGeom>
                  <a:avLst/>
                  <a:gdLst>
                    <a:gd name="T0" fmla="*/ 2 w 140"/>
                    <a:gd name="T1" fmla="*/ 131 h 131"/>
                    <a:gd name="T2" fmla="*/ 0 w 140"/>
                    <a:gd name="T3" fmla="*/ 131 h 131"/>
                    <a:gd name="T4" fmla="*/ 137 w 140"/>
                    <a:gd name="T5" fmla="*/ 0 h 131"/>
                    <a:gd name="T6" fmla="*/ 140 w 140"/>
                    <a:gd name="T7" fmla="*/ 0 h 131"/>
                    <a:gd name="T8" fmla="*/ 2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2" y="131"/>
                      </a:moveTo>
                      <a:lnTo>
                        <a:pt x="0" y="131"/>
                      </a:lnTo>
                      <a:lnTo>
                        <a:pt x="137" y="0"/>
                      </a:lnTo>
                      <a:lnTo>
                        <a:pt x="140" y="0"/>
                      </a:lnTo>
                      <a:lnTo>
                        <a:pt x="2"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1" name="Freeform 288">
                  <a:extLst>
                    <a:ext uri="{FF2B5EF4-FFF2-40B4-BE49-F238E27FC236}">
                      <a16:creationId xmlns:a16="http://schemas.microsoft.com/office/drawing/2014/main" id="{8CEA22C4-2D1D-B2D3-017D-7185FE288335}"/>
                    </a:ext>
                  </a:extLst>
                </p:cNvPr>
                <p:cNvSpPr>
                  <a:spLocks/>
                </p:cNvSpPr>
                <p:nvPr/>
              </p:nvSpPr>
              <p:spPr bwMode="auto">
                <a:xfrm>
                  <a:off x="3045" y="1490"/>
                  <a:ext cx="145" cy="132"/>
                </a:xfrm>
                <a:custGeom>
                  <a:avLst/>
                  <a:gdLst>
                    <a:gd name="T0" fmla="*/ 8 w 145"/>
                    <a:gd name="T1" fmla="*/ 131 h 132"/>
                    <a:gd name="T2" fmla="*/ 0 w 145"/>
                    <a:gd name="T3" fmla="*/ 132 h 132"/>
                    <a:gd name="T4" fmla="*/ 137 w 145"/>
                    <a:gd name="T5" fmla="*/ 1 h 132"/>
                    <a:gd name="T6" fmla="*/ 145 w 145"/>
                    <a:gd name="T7" fmla="*/ 0 h 132"/>
                    <a:gd name="T8" fmla="*/ 8 w 145"/>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8" y="131"/>
                      </a:moveTo>
                      <a:lnTo>
                        <a:pt x="0" y="132"/>
                      </a:lnTo>
                      <a:lnTo>
                        <a:pt x="137" y="1"/>
                      </a:lnTo>
                      <a:lnTo>
                        <a:pt x="145" y="0"/>
                      </a:lnTo>
                      <a:lnTo>
                        <a:pt x="8"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2" name="Line 289">
                  <a:extLst>
                    <a:ext uri="{FF2B5EF4-FFF2-40B4-BE49-F238E27FC236}">
                      <a16:creationId xmlns:a16="http://schemas.microsoft.com/office/drawing/2014/main" id="{56C0D159-9151-4B3D-00FF-FFC70B1F8094}"/>
                    </a:ext>
                  </a:extLst>
                </p:cNvPr>
                <p:cNvSpPr>
                  <a:spLocks noChangeShapeType="1"/>
                </p:cNvSpPr>
                <p:nvPr/>
              </p:nvSpPr>
              <p:spPr bwMode="auto">
                <a:xfrm flipV="1">
                  <a:off x="3053" y="1490"/>
                  <a:ext cx="137" cy="131"/>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83" name="Freeform 290">
                  <a:extLst>
                    <a:ext uri="{FF2B5EF4-FFF2-40B4-BE49-F238E27FC236}">
                      <a16:creationId xmlns:a16="http://schemas.microsoft.com/office/drawing/2014/main" id="{774AFC68-AF0D-1A98-6416-0C2C3A5C0CC0}"/>
                    </a:ext>
                  </a:extLst>
                </p:cNvPr>
                <p:cNvSpPr>
                  <a:spLocks/>
                </p:cNvSpPr>
                <p:nvPr/>
              </p:nvSpPr>
              <p:spPr bwMode="auto">
                <a:xfrm>
                  <a:off x="3049" y="1490"/>
                  <a:ext cx="141" cy="132"/>
                </a:xfrm>
                <a:custGeom>
                  <a:avLst/>
                  <a:gdLst>
                    <a:gd name="T0" fmla="*/ 4 w 141"/>
                    <a:gd name="T1" fmla="*/ 131 h 132"/>
                    <a:gd name="T2" fmla="*/ 0 w 141"/>
                    <a:gd name="T3" fmla="*/ 132 h 132"/>
                    <a:gd name="T4" fmla="*/ 137 w 141"/>
                    <a:gd name="T5" fmla="*/ 1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7" y="1"/>
                      </a:lnTo>
                      <a:lnTo>
                        <a:pt x="141" y="0"/>
                      </a:lnTo>
                      <a:lnTo>
                        <a:pt x="4"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4" name="Freeform 291">
                  <a:extLst>
                    <a:ext uri="{FF2B5EF4-FFF2-40B4-BE49-F238E27FC236}">
                      <a16:creationId xmlns:a16="http://schemas.microsoft.com/office/drawing/2014/main" id="{3B61B84A-08C0-4685-DFD2-4F5C2EFEE3EC}"/>
                    </a:ext>
                  </a:extLst>
                </p:cNvPr>
                <p:cNvSpPr>
                  <a:spLocks/>
                </p:cNvSpPr>
                <p:nvPr/>
              </p:nvSpPr>
              <p:spPr bwMode="auto">
                <a:xfrm>
                  <a:off x="3045" y="1491"/>
                  <a:ext cx="141" cy="131"/>
                </a:xfrm>
                <a:custGeom>
                  <a:avLst/>
                  <a:gdLst>
                    <a:gd name="T0" fmla="*/ 4 w 141"/>
                    <a:gd name="T1" fmla="*/ 131 h 131"/>
                    <a:gd name="T2" fmla="*/ 0 w 141"/>
                    <a:gd name="T3" fmla="*/ 131 h 131"/>
                    <a:gd name="T4" fmla="*/ 137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7" y="0"/>
                      </a:lnTo>
                      <a:lnTo>
                        <a:pt x="141" y="0"/>
                      </a:lnTo>
                      <a:lnTo>
                        <a:pt x="4"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5" name="Freeform 292">
                  <a:extLst>
                    <a:ext uri="{FF2B5EF4-FFF2-40B4-BE49-F238E27FC236}">
                      <a16:creationId xmlns:a16="http://schemas.microsoft.com/office/drawing/2014/main" id="{D27CEF36-A952-B9EE-0003-5FE0F07C843E}"/>
                    </a:ext>
                  </a:extLst>
                </p:cNvPr>
                <p:cNvSpPr>
                  <a:spLocks/>
                </p:cNvSpPr>
                <p:nvPr/>
              </p:nvSpPr>
              <p:spPr bwMode="auto">
                <a:xfrm>
                  <a:off x="3041" y="1491"/>
                  <a:ext cx="141" cy="133"/>
                </a:xfrm>
                <a:custGeom>
                  <a:avLst/>
                  <a:gdLst>
                    <a:gd name="T0" fmla="*/ 4 w 141"/>
                    <a:gd name="T1" fmla="*/ 131 h 133"/>
                    <a:gd name="T2" fmla="*/ 0 w 141"/>
                    <a:gd name="T3" fmla="*/ 133 h 133"/>
                    <a:gd name="T4" fmla="*/ 137 w 141"/>
                    <a:gd name="T5" fmla="*/ 3 h 133"/>
                    <a:gd name="T6" fmla="*/ 141 w 141"/>
                    <a:gd name="T7" fmla="*/ 0 h 133"/>
                    <a:gd name="T8" fmla="*/ 4 w 141"/>
                    <a:gd name="T9" fmla="*/ 131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3">
                      <a:moveTo>
                        <a:pt x="4" y="131"/>
                      </a:moveTo>
                      <a:lnTo>
                        <a:pt x="0" y="133"/>
                      </a:lnTo>
                      <a:lnTo>
                        <a:pt x="137" y="3"/>
                      </a:lnTo>
                      <a:lnTo>
                        <a:pt x="141" y="0"/>
                      </a:lnTo>
                      <a:lnTo>
                        <a:pt x="4" y="131"/>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6" name="Line 293">
                  <a:extLst>
                    <a:ext uri="{FF2B5EF4-FFF2-40B4-BE49-F238E27FC236}">
                      <a16:creationId xmlns:a16="http://schemas.microsoft.com/office/drawing/2014/main" id="{663DC006-DD07-1E11-EA1C-2C7A2961FFE7}"/>
                    </a:ext>
                  </a:extLst>
                </p:cNvPr>
                <p:cNvSpPr>
                  <a:spLocks noChangeShapeType="1"/>
                </p:cNvSpPr>
                <p:nvPr/>
              </p:nvSpPr>
              <p:spPr bwMode="auto">
                <a:xfrm flipV="1">
                  <a:off x="3045" y="1491"/>
                  <a:ext cx="137" cy="131"/>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87" name="Freeform 294">
                  <a:extLst>
                    <a:ext uri="{FF2B5EF4-FFF2-40B4-BE49-F238E27FC236}">
                      <a16:creationId xmlns:a16="http://schemas.microsoft.com/office/drawing/2014/main" id="{32CB6716-D10C-79FE-F6CB-95C01785B8D0}"/>
                    </a:ext>
                  </a:extLst>
                </p:cNvPr>
                <p:cNvSpPr>
                  <a:spLocks/>
                </p:cNvSpPr>
                <p:nvPr/>
              </p:nvSpPr>
              <p:spPr bwMode="auto">
                <a:xfrm>
                  <a:off x="3019" y="1879"/>
                  <a:ext cx="145" cy="137"/>
                </a:xfrm>
                <a:custGeom>
                  <a:avLst/>
                  <a:gdLst>
                    <a:gd name="T0" fmla="*/ 8 w 145"/>
                    <a:gd name="T1" fmla="*/ 131 h 137"/>
                    <a:gd name="T2" fmla="*/ 0 w 145"/>
                    <a:gd name="T3" fmla="*/ 137 h 137"/>
                    <a:gd name="T4" fmla="*/ 137 w 145"/>
                    <a:gd name="T5" fmla="*/ 6 h 137"/>
                    <a:gd name="T6" fmla="*/ 145 w 145"/>
                    <a:gd name="T7" fmla="*/ 0 h 137"/>
                    <a:gd name="T8" fmla="*/ 8 w 145"/>
                    <a:gd name="T9" fmla="*/ 131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7">
                      <a:moveTo>
                        <a:pt x="8" y="131"/>
                      </a:moveTo>
                      <a:lnTo>
                        <a:pt x="0" y="137"/>
                      </a:lnTo>
                      <a:lnTo>
                        <a:pt x="137" y="6"/>
                      </a:lnTo>
                      <a:lnTo>
                        <a:pt x="145" y="0"/>
                      </a:lnTo>
                      <a:lnTo>
                        <a:pt x="8" y="131"/>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88" name="Line 295">
                  <a:extLst>
                    <a:ext uri="{FF2B5EF4-FFF2-40B4-BE49-F238E27FC236}">
                      <a16:creationId xmlns:a16="http://schemas.microsoft.com/office/drawing/2014/main" id="{19AE4331-5EA4-4CD9-4C64-797017217E11}"/>
                    </a:ext>
                  </a:extLst>
                </p:cNvPr>
                <p:cNvSpPr>
                  <a:spLocks noChangeShapeType="1"/>
                </p:cNvSpPr>
                <p:nvPr/>
              </p:nvSpPr>
              <p:spPr bwMode="auto">
                <a:xfrm flipV="1">
                  <a:off x="3027" y="1879"/>
                  <a:ext cx="137" cy="131"/>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89" name="Freeform 296">
                  <a:extLst>
                    <a:ext uri="{FF2B5EF4-FFF2-40B4-BE49-F238E27FC236}">
                      <a16:creationId xmlns:a16="http://schemas.microsoft.com/office/drawing/2014/main" id="{AD3265A6-ECEB-CEC3-675D-42F1D3164DA8}"/>
                    </a:ext>
                  </a:extLst>
                </p:cNvPr>
                <p:cNvSpPr>
                  <a:spLocks/>
                </p:cNvSpPr>
                <p:nvPr/>
              </p:nvSpPr>
              <p:spPr bwMode="auto">
                <a:xfrm>
                  <a:off x="3014" y="1885"/>
                  <a:ext cx="142" cy="135"/>
                </a:xfrm>
                <a:custGeom>
                  <a:avLst/>
                  <a:gdLst>
                    <a:gd name="T0" fmla="*/ 5 w 142"/>
                    <a:gd name="T1" fmla="*/ 131 h 135"/>
                    <a:gd name="T2" fmla="*/ 0 w 142"/>
                    <a:gd name="T3" fmla="*/ 135 h 135"/>
                    <a:gd name="T4" fmla="*/ 137 w 142"/>
                    <a:gd name="T5" fmla="*/ 4 h 135"/>
                    <a:gd name="T6" fmla="*/ 142 w 142"/>
                    <a:gd name="T7" fmla="*/ 0 h 135"/>
                    <a:gd name="T8" fmla="*/ 5 w 142"/>
                    <a:gd name="T9" fmla="*/ 131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5">
                      <a:moveTo>
                        <a:pt x="5" y="131"/>
                      </a:moveTo>
                      <a:lnTo>
                        <a:pt x="0" y="135"/>
                      </a:lnTo>
                      <a:lnTo>
                        <a:pt x="137" y="4"/>
                      </a:lnTo>
                      <a:lnTo>
                        <a:pt x="142" y="0"/>
                      </a:lnTo>
                      <a:lnTo>
                        <a:pt x="5"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90" name="Line 297">
                  <a:extLst>
                    <a:ext uri="{FF2B5EF4-FFF2-40B4-BE49-F238E27FC236}">
                      <a16:creationId xmlns:a16="http://schemas.microsoft.com/office/drawing/2014/main" id="{CC9E677F-8981-8D30-F1B0-B4876E8C7A25}"/>
                    </a:ext>
                  </a:extLst>
                </p:cNvPr>
                <p:cNvSpPr>
                  <a:spLocks noChangeShapeType="1"/>
                </p:cNvSpPr>
                <p:nvPr/>
              </p:nvSpPr>
              <p:spPr bwMode="auto">
                <a:xfrm flipV="1">
                  <a:off x="3019" y="1885"/>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91" name="Freeform 298">
                  <a:extLst>
                    <a:ext uri="{FF2B5EF4-FFF2-40B4-BE49-F238E27FC236}">
                      <a16:creationId xmlns:a16="http://schemas.microsoft.com/office/drawing/2014/main" id="{E0546FF9-F9BD-B4CE-C6ED-71938F6624D8}"/>
                    </a:ext>
                  </a:extLst>
                </p:cNvPr>
                <p:cNvSpPr>
                  <a:spLocks/>
                </p:cNvSpPr>
                <p:nvPr/>
              </p:nvSpPr>
              <p:spPr bwMode="auto">
                <a:xfrm>
                  <a:off x="5052" y="1804"/>
                  <a:ext cx="145" cy="216"/>
                </a:xfrm>
                <a:custGeom>
                  <a:avLst/>
                  <a:gdLst>
                    <a:gd name="T0" fmla="*/ 0 w 145"/>
                    <a:gd name="T1" fmla="*/ 216 h 216"/>
                    <a:gd name="T2" fmla="*/ 8 w 145"/>
                    <a:gd name="T3" fmla="*/ 131 h 216"/>
                    <a:gd name="T4" fmla="*/ 145 w 145"/>
                    <a:gd name="T5" fmla="*/ 0 h 216"/>
                    <a:gd name="T6" fmla="*/ 137 w 145"/>
                    <a:gd name="T7" fmla="*/ 84 h 216"/>
                    <a:gd name="T8" fmla="*/ 0 w 145"/>
                    <a:gd name="T9" fmla="*/ 216 h 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16">
                      <a:moveTo>
                        <a:pt x="0" y="216"/>
                      </a:moveTo>
                      <a:lnTo>
                        <a:pt x="8" y="131"/>
                      </a:lnTo>
                      <a:lnTo>
                        <a:pt x="145" y="0"/>
                      </a:lnTo>
                      <a:lnTo>
                        <a:pt x="137" y="84"/>
                      </a:lnTo>
                      <a:lnTo>
                        <a:pt x="0" y="21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92" name="Line 299">
                  <a:extLst>
                    <a:ext uri="{FF2B5EF4-FFF2-40B4-BE49-F238E27FC236}">
                      <a16:creationId xmlns:a16="http://schemas.microsoft.com/office/drawing/2014/main" id="{DB59865F-6F6C-C751-4C79-2F5D05BFA703}"/>
                    </a:ext>
                  </a:extLst>
                </p:cNvPr>
                <p:cNvSpPr>
                  <a:spLocks noChangeShapeType="1"/>
                </p:cNvSpPr>
                <p:nvPr/>
              </p:nvSpPr>
              <p:spPr bwMode="auto">
                <a:xfrm flipV="1">
                  <a:off x="5052" y="1888"/>
                  <a:ext cx="137" cy="132"/>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93" name="Freeform 300">
                  <a:extLst>
                    <a:ext uri="{FF2B5EF4-FFF2-40B4-BE49-F238E27FC236}">
                      <a16:creationId xmlns:a16="http://schemas.microsoft.com/office/drawing/2014/main" id="{FAEB75A1-3BDF-BE49-7B1B-067DD9768513}"/>
                    </a:ext>
                  </a:extLst>
                </p:cNvPr>
                <p:cNvSpPr>
                  <a:spLocks/>
                </p:cNvSpPr>
                <p:nvPr/>
              </p:nvSpPr>
              <p:spPr bwMode="auto">
                <a:xfrm>
                  <a:off x="5054" y="1786"/>
                  <a:ext cx="143" cy="149"/>
                </a:xfrm>
                <a:custGeom>
                  <a:avLst/>
                  <a:gdLst>
                    <a:gd name="T0" fmla="*/ 6 w 143"/>
                    <a:gd name="T1" fmla="*/ 149 h 149"/>
                    <a:gd name="T2" fmla="*/ 0 w 143"/>
                    <a:gd name="T3" fmla="*/ 130 h 149"/>
                    <a:gd name="T4" fmla="*/ 138 w 143"/>
                    <a:gd name="T5" fmla="*/ 0 h 149"/>
                    <a:gd name="T6" fmla="*/ 143 w 143"/>
                    <a:gd name="T7" fmla="*/ 18 h 149"/>
                    <a:gd name="T8" fmla="*/ 6 w 143"/>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49">
                      <a:moveTo>
                        <a:pt x="6" y="149"/>
                      </a:moveTo>
                      <a:lnTo>
                        <a:pt x="0" y="130"/>
                      </a:lnTo>
                      <a:lnTo>
                        <a:pt x="138" y="0"/>
                      </a:lnTo>
                      <a:lnTo>
                        <a:pt x="143" y="18"/>
                      </a:lnTo>
                      <a:lnTo>
                        <a:pt x="6" y="149"/>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94" name="Line 301">
                  <a:extLst>
                    <a:ext uri="{FF2B5EF4-FFF2-40B4-BE49-F238E27FC236}">
                      <a16:creationId xmlns:a16="http://schemas.microsoft.com/office/drawing/2014/main" id="{3323086E-6350-5A1E-0EF6-3E5D1ADF1A81}"/>
                    </a:ext>
                  </a:extLst>
                </p:cNvPr>
                <p:cNvSpPr>
                  <a:spLocks noChangeShapeType="1"/>
                </p:cNvSpPr>
                <p:nvPr/>
              </p:nvSpPr>
              <p:spPr bwMode="auto">
                <a:xfrm flipV="1">
                  <a:off x="5060" y="1804"/>
                  <a:ext cx="137"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95" name="Freeform 302">
                  <a:extLst>
                    <a:ext uri="{FF2B5EF4-FFF2-40B4-BE49-F238E27FC236}">
                      <a16:creationId xmlns:a16="http://schemas.microsoft.com/office/drawing/2014/main" id="{067F85E5-067F-756E-5BA9-B5D10AB04BDC}"/>
                    </a:ext>
                  </a:extLst>
                </p:cNvPr>
                <p:cNvSpPr>
                  <a:spLocks/>
                </p:cNvSpPr>
                <p:nvPr/>
              </p:nvSpPr>
              <p:spPr bwMode="auto">
                <a:xfrm>
                  <a:off x="5049" y="1766"/>
                  <a:ext cx="143" cy="150"/>
                </a:xfrm>
                <a:custGeom>
                  <a:avLst/>
                  <a:gdLst>
                    <a:gd name="T0" fmla="*/ 5 w 143"/>
                    <a:gd name="T1" fmla="*/ 150 h 150"/>
                    <a:gd name="T2" fmla="*/ 0 w 143"/>
                    <a:gd name="T3" fmla="*/ 131 h 150"/>
                    <a:gd name="T4" fmla="*/ 137 w 143"/>
                    <a:gd name="T5" fmla="*/ 0 h 150"/>
                    <a:gd name="T6" fmla="*/ 143 w 143"/>
                    <a:gd name="T7" fmla="*/ 20 h 150"/>
                    <a:gd name="T8" fmla="*/ 5 w 143"/>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50">
                      <a:moveTo>
                        <a:pt x="5" y="150"/>
                      </a:moveTo>
                      <a:lnTo>
                        <a:pt x="0" y="131"/>
                      </a:lnTo>
                      <a:lnTo>
                        <a:pt x="137" y="0"/>
                      </a:lnTo>
                      <a:lnTo>
                        <a:pt x="143" y="20"/>
                      </a:lnTo>
                      <a:lnTo>
                        <a:pt x="5" y="150"/>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96" name="Line 303">
                  <a:extLst>
                    <a:ext uri="{FF2B5EF4-FFF2-40B4-BE49-F238E27FC236}">
                      <a16:creationId xmlns:a16="http://schemas.microsoft.com/office/drawing/2014/main" id="{F181C397-9DE0-CEFB-4F09-0603B11E3F1C}"/>
                    </a:ext>
                  </a:extLst>
                </p:cNvPr>
                <p:cNvSpPr>
                  <a:spLocks noChangeShapeType="1"/>
                </p:cNvSpPr>
                <p:nvPr/>
              </p:nvSpPr>
              <p:spPr bwMode="auto">
                <a:xfrm flipV="1">
                  <a:off x="5054" y="1786"/>
                  <a:ext cx="138" cy="130"/>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97" name="Freeform 304">
                  <a:extLst>
                    <a:ext uri="{FF2B5EF4-FFF2-40B4-BE49-F238E27FC236}">
                      <a16:creationId xmlns:a16="http://schemas.microsoft.com/office/drawing/2014/main" id="{EB0EC7A9-76F9-DD7E-B324-AEE72E0F3475}"/>
                    </a:ext>
                  </a:extLst>
                </p:cNvPr>
                <p:cNvSpPr>
                  <a:spLocks/>
                </p:cNvSpPr>
                <p:nvPr/>
              </p:nvSpPr>
              <p:spPr bwMode="auto">
                <a:xfrm>
                  <a:off x="5047" y="1747"/>
                  <a:ext cx="139" cy="150"/>
                </a:xfrm>
                <a:custGeom>
                  <a:avLst/>
                  <a:gdLst>
                    <a:gd name="T0" fmla="*/ 2 w 139"/>
                    <a:gd name="T1" fmla="*/ 150 h 150"/>
                    <a:gd name="T2" fmla="*/ 0 w 139"/>
                    <a:gd name="T3" fmla="*/ 131 h 150"/>
                    <a:gd name="T4" fmla="*/ 137 w 139"/>
                    <a:gd name="T5" fmla="*/ 0 h 150"/>
                    <a:gd name="T6" fmla="*/ 139 w 139"/>
                    <a:gd name="T7" fmla="*/ 19 h 150"/>
                    <a:gd name="T8" fmla="*/ 2 w 139"/>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50">
                      <a:moveTo>
                        <a:pt x="2" y="150"/>
                      </a:moveTo>
                      <a:lnTo>
                        <a:pt x="0" y="131"/>
                      </a:lnTo>
                      <a:lnTo>
                        <a:pt x="137" y="0"/>
                      </a:lnTo>
                      <a:lnTo>
                        <a:pt x="139" y="19"/>
                      </a:lnTo>
                      <a:lnTo>
                        <a:pt x="2" y="150"/>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098" name="Line 305">
                  <a:extLst>
                    <a:ext uri="{FF2B5EF4-FFF2-40B4-BE49-F238E27FC236}">
                      <a16:creationId xmlns:a16="http://schemas.microsoft.com/office/drawing/2014/main" id="{133133DA-3CAC-FDCB-A8BE-3F79AA794112}"/>
                    </a:ext>
                  </a:extLst>
                </p:cNvPr>
                <p:cNvSpPr>
                  <a:spLocks noChangeShapeType="1"/>
                </p:cNvSpPr>
                <p:nvPr/>
              </p:nvSpPr>
              <p:spPr bwMode="auto">
                <a:xfrm flipV="1">
                  <a:off x="5049" y="1766"/>
                  <a:ext cx="137" cy="131"/>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099" name="Freeform 306">
                  <a:extLst>
                    <a:ext uri="{FF2B5EF4-FFF2-40B4-BE49-F238E27FC236}">
                      <a16:creationId xmlns:a16="http://schemas.microsoft.com/office/drawing/2014/main" id="{034230B0-0308-660E-EB63-E4528F893013}"/>
                    </a:ext>
                  </a:extLst>
                </p:cNvPr>
                <p:cNvSpPr>
                  <a:spLocks/>
                </p:cNvSpPr>
                <p:nvPr/>
              </p:nvSpPr>
              <p:spPr bwMode="auto">
                <a:xfrm>
                  <a:off x="5044" y="1728"/>
                  <a:ext cx="140" cy="150"/>
                </a:xfrm>
                <a:custGeom>
                  <a:avLst/>
                  <a:gdLst>
                    <a:gd name="T0" fmla="*/ 3 w 140"/>
                    <a:gd name="T1" fmla="*/ 150 h 150"/>
                    <a:gd name="T2" fmla="*/ 0 w 140"/>
                    <a:gd name="T3" fmla="*/ 130 h 150"/>
                    <a:gd name="T4" fmla="*/ 137 w 140"/>
                    <a:gd name="T5" fmla="*/ 0 h 150"/>
                    <a:gd name="T6" fmla="*/ 140 w 140"/>
                    <a:gd name="T7" fmla="*/ 19 h 150"/>
                    <a:gd name="T8" fmla="*/ 3 w 140"/>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0">
                      <a:moveTo>
                        <a:pt x="3" y="150"/>
                      </a:moveTo>
                      <a:lnTo>
                        <a:pt x="0" y="130"/>
                      </a:lnTo>
                      <a:lnTo>
                        <a:pt x="137" y="0"/>
                      </a:lnTo>
                      <a:lnTo>
                        <a:pt x="140" y="19"/>
                      </a:lnTo>
                      <a:lnTo>
                        <a:pt x="3" y="15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00" name="Line 307">
                  <a:extLst>
                    <a:ext uri="{FF2B5EF4-FFF2-40B4-BE49-F238E27FC236}">
                      <a16:creationId xmlns:a16="http://schemas.microsoft.com/office/drawing/2014/main" id="{BA1796D1-17A3-DAA6-A44D-9BC5DBA3E45D}"/>
                    </a:ext>
                  </a:extLst>
                </p:cNvPr>
                <p:cNvSpPr>
                  <a:spLocks noChangeShapeType="1"/>
                </p:cNvSpPr>
                <p:nvPr/>
              </p:nvSpPr>
              <p:spPr bwMode="auto">
                <a:xfrm flipV="1">
                  <a:off x="5047" y="1747"/>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01" name="Freeform 308">
                  <a:extLst>
                    <a:ext uri="{FF2B5EF4-FFF2-40B4-BE49-F238E27FC236}">
                      <a16:creationId xmlns:a16="http://schemas.microsoft.com/office/drawing/2014/main" id="{110171D7-5A3E-583C-FCEC-A1ACAD354994}"/>
                    </a:ext>
                  </a:extLst>
                </p:cNvPr>
                <p:cNvSpPr>
                  <a:spLocks/>
                </p:cNvSpPr>
                <p:nvPr/>
              </p:nvSpPr>
              <p:spPr bwMode="auto">
                <a:xfrm>
                  <a:off x="5040" y="1688"/>
                  <a:ext cx="141" cy="170"/>
                </a:xfrm>
                <a:custGeom>
                  <a:avLst/>
                  <a:gdLst>
                    <a:gd name="T0" fmla="*/ 4 w 141"/>
                    <a:gd name="T1" fmla="*/ 170 h 170"/>
                    <a:gd name="T2" fmla="*/ 0 w 141"/>
                    <a:gd name="T3" fmla="*/ 131 h 170"/>
                    <a:gd name="T4" fmla="*/ 139 w 141"/>
                    <a:gd name="T5" fmla="*/ 0 h 170"/>
                    <a:gd name="T6" fmla="*/ 141 w 141"/>
                    <a:gd name="T7" fmla="*/ 40 h 170"/>
                    <a:gd name="T8" fmla="*/ 4 w 141"/>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70">
                      <a:moveTo>
                        <a:pt x="4" y="170"/>
                      </a:moveTo>
                      <a:lnTo>
                        <a:pt x="0" y="131"/>
                      </a:lnTo>
                      <a:lnTo>
                        <a:pt x="139" y="0"/>
                      </a:lnTo>
                      <a:lnTo>
                        <a:pt x="141" y="40"/>
                      </a:lnTo>
                      <a:lnTo>
                        <a:pt x="4"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02" name="Line 309">
                  <a:extLst>
                    <a:ext uri="{FF2B5EF4-FFF2-40B4-BE49-F238E27FC236}">
                      <a16:creationId xmlns:a16="http://schemas.microsoft.com/office/drawing/2014/main" id="{D91C829B-38F4-15C0-2848-DA6530CB0259}"/>
                    </a:ext>
                  </a:extLst>
                </p:cNvPr>
                <p:cNvSpPr>
                  <a:spLocks noChangeShapeType="1"/>
                </p:cNvSpPr>
                <p:nvPr/>
              </p:nvSpPr>
              <p:spPr bwMode="auto">
                <a:xfrm flipV="1">
                  <a:off x="5044" y="1728"/>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03" name="Freeform 310">
                  <a:extLst>
                    <a:ext uri="{FF2B5EF4-FFF2-40B4-BE49-F238E27FC236}">
                      <a16:creationId xmlns:a16="http://schemas.microsoft.com/office/drawing/2014/main" id="{5C6D9451-F32F-9238-B325-00DFE096EF52}"/>
                    </a:ext>
                  </a:extLst>
                </p:cNvPr>
                <p:cNvSpPr>
                  <a:spLocks/>
                </p:cNvSpPr>
                <p:nvPr/>
              </p:nvSpPr>
              <p:spPr bwMode="auto">
                <a:xfrm>
                  <a:off x="5040" y="1648"/>
                  <a:ext cx="139" cy="171"/>
                </a:xfrm>
                <a:custGeom>
                  <a:avLst/>
                  <a:gdLst>
                    <a:gd name="T0" fmla="*/ 0 w 139"/>
                    <a:gd name="T1" fmla="*/ 171 h 171"/>
                    <a:gd name="T2" fmla="*/ 0 w 139"/>
                    <a:gd name="T3" fmla="*/ 130 h 171"/>
                    <a:gd name="T4" fmla="*/ 137 w 139"/>
                    <a:gd name="T5" fmla="*/ 0 h 171"/>
                    <a:gd name="T6" fmla="*/ 139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0" y="130"/>
                      </a:lnTo>
                      <a:lnTo>
                        <a:pt x="137" y="0"/>
                      </a:lnTo>
                      <a:lnTo>
                        <a:pt x="139"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04" name="Line 311">
                  <a:extLst>
                    <a:ext uri="{FF2B5EF4-FFF2-40B4-BE49-F238E27FC236}">
                      <a16:creationId xmlns:a16="http://schemas.microsoft.com/office/drawing/2014/main" id="{5BD0CA4C-9A8A-7ACA-0101-8A6889A6D265}"/>
                    </a:ext>
                  </a:extLst>
                </p:cNvPr>
                <p:cNvSpPr>
                  <a:spLocks noChangeShapeType="1"/>
                </p:cNvSpPr>
                <p:nvPr/>
              </p:nvSpPr>
              <p:spPr bwMode="auto">
                <a:xfrm flipV="1">
                  <a:off x="5040" y="1688"/>
                  <a:ext cx="139"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05" name="Freeform 312">
                  <a:extLst>
                    <a:ext uri="{FF2B5EF4-FFF2-40B4-BE49-F238E27FC236}">
                      <a16:creationId xmlns:a16="http://schemas.microsoft.com/office/drawing/2014/main" id="{D00BFA2F-6DCA-4851-8559-04DD20F314C2}"/>
                    </a:ext>
                  </a:extLst>
                </p:cNvPr>
                <p:cNvSpPr>
                  <a:spLocks/>
                </p:cNvSpPr>
                <p:nvPr/>
              </p:nvSpPr>
              <p:spPr bwMode="auto">
                <a:xfrm>
                  <a:off x="5040" y="1607"/>
                  <a:ext cx="140" cy="171"/>
                </a:xfrm>
                <a:custGeom>
                  <a:avLst/>
                  <a:gdLst>
                    <a:gd name="T0" fmla="*/ 0 w 140"/>
                    <a:gd name="T1" fmla="*/ 171 h 171"/>
                    <a:gd name="T2" fmla="*/ 3 w 140"/>
                    <a:gd name="T3" fmla="*/ 131 h 171"/>
                    <a:gd name="T4" fmla="*/ 140 w 140"/>
                    <a:gd name="T5" fmla="*/ 0 h 171"/>
                    <a:gd name="T6" fmla="*/ 137 w 140"/>
                    <a:gd name="T7" fmla="*/ 41 h 171"/>
                    <a:gd name="T8" fmla="*/ 0 w 140"/>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1">
                      <a:moveTo>
                        <a:pt x="0" y="171"/>
                      </a:moveTo>
                      <a:lnTo>
                        <a:pt x="3" y="131"/>
                      </a:lnTo>
                      <a:lnTo>
                        <a:pt x="140" y="0"/>
                      </a:lnTo>
                      <a:lnTo>
                        <a:pt x="137" y="41"/>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06" name="Line 313">
                  <a:extLst>
                    <a:ext uri="{FF2B5EF4-FFF2-40B4-BE49-F238E27FC236}">
                      <a16:creationId xmlns:a16="http://schemas.microsoft.com/office/drawing/2014/main" id="{E2A31006-28DF-8079-499D-1087A6D6C531}"/>
                    </a:ext>
                  </a:extLst>
                </p:cNvPr>
                <p:cNvSpPr>
                  <a:spLocks noChangeShapeType="1"/>
                </p:cNvSpPr>
                <p:nvPr/>
              </p:nvSpPr>
              <p:spPr bwMode="auto">
                <a:xfrm flipV="1">
                  <a:off x="5040" y="1648"/>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07" name="Freeform 314">
                  <a:extLst>
                    <a:ext uri="{FF2B5EF4-FFF2-40B4-BE49-F238E27FC236}">
                      <a16:creationId xmlns:a16="http://schemas.microsoft.com/office/drawing/2014/main" id="{7CAFAB7E-6DB0-FEC4-0A3B-4D74221673A7}"/>
                    </a:ext>
                  </a:extLst>
                </p:cNvPr>
                <p:cNvSpPr>
                  <a:spLocks/>
                </p:cNvSpPr>
                <p:nvPr/>
              </p:nvSpPr>
              <p:spPr bwMode="auto">
                <a:xfrm>
                  <a:off x="5043" y="1568"/>
                  <a:ext cx="140" cy="170"/>
                </a:xfrm>
                <a:custGeom>
                  <a:avLst/>
                  <a:gdLst>
                    <a:gd name="T0" fmla="*/ 0 w 140"/>
                    <a:gd name="T1" fmla="*/ 170 h 170"/>
                    <a:gd name="T2" fmla="*/ 2 w 140"/>
                    <a:gd name="T3" fmla="*/ 130 h 170"/>
                    <a:gd name="T4" fmla="*/ 140 w 140"/>
                    <a:gd name="T5" fmla="*/ 0 h 170"/>
                    <a:gd name="T6" fmla="*/ 137 w 140"/>
                    <a:gd name="T7" fmla="*/ 39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2" y="130"/>
                      </a:lnTo>
                      <a:lnTo>
                        <a:pt x="140" y="0"/>
                      </a:lnTo>
                      <a:lnTo>
                        <a:pt x="137" y="39"/>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08" name="Line 315">
                  <a:extLst>
                    <a:ext uri="{FF2B5EF4-FFF2-40B4-BE49-F238E27FC236}">
                      <a16:creationId xmlns:a16="http://schemas.microsoft.com/office/drawing/2014/main" id="{B90503FE-0251-18A3-0323-3A0379980CF1}"/>
                    </a:ext>
                  </a:extLst>
                </p:cNvPr>
                <p:cNvSpPr>
                  <a:spLocks noChangeShapeType="1"/>
                </p:cNvSpPr>
                <p:nvPr/>
              </p:nvSpPr>
              <p:spPr bwMode="auto">
                <a:xfrm flipV="1">
                  <a:off x="5043" y="1607"/>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09" name="Freeform 316">
                  <a:extLst>
                    <a:ext uri="{FF2B5EF4-FFF2-40B4-BE49-F238E27FC236}">
                      <a16:creationId xmlns:a16="http://schemas.microsoft.com/office/drawing/2014/main" id="{734C2002-915C-222F-CD4C-DB15C97E7C02}"/>
                    </a:ext>
                  </a:extLst>
                </p:cNvPr>
                <p:cNvSpPr>
                  <a:spLocks/>
                </p:cNvSpPr>
                <p:nvPr/>
              </p:nvSpPr>
              <p:spPr bwMode="auto">
                <a:xfrm>
                  <a:off x="5045" y="1489"/>
                  <a:ext cx="144" cy="209"/>
                </a:xfrm>
                <a:custGeom>
                  <a:avLst/>
                  <a:gdLst>
                    <a:gd name="T0" fmla="*/ 0 w 144"/>
                    <a:gd name="T1" fmla="*/ 209 h 209"/>
                    <a:gd name="T2" fmla="*/ 7 w 144"/>
                    <a:gd name="T3" fmla="*/ 130 h 209"/>
                    <a:gd name="T4" fmla="*/ 144 w 144"/>
                    <a:gd name="T5" fmla="*/ 0 h 209"/>
                    <a:gd name="T6" fmla="*/ 138 w 144"/>
                    <a:gd name="T7" fmla="*/ 79 h 209"/>
                    <a:gd name="T8" fmla="*/ 0 w 144"/>
                    <a:gd name="T9" fmla="*/ 209 h 2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209">
                      <a:moveTo>
                        <a:pt x="0" y="209"/>
                      </a:moveTo>
                      <a:lnTo>
                        <a:pt x="7" y="130"/>
                      </a:lnTo>
                      <a:lnTo>
                        <a:pt x="144" y="0"/>
                      </a:lnTo>
                      <a:lnTo>
                        <a:pt x="138" y="79"/>
                      </a:lnTo>
                      <a:lnTo>
                        <a:pt x="0" y="20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10" name="Line 317">
                  <a:extLst>
                    <a:ext uri="{FF2B5EF4-FFF2-40B4-BE49-F238E27FC236}">
                      <a16:creationId xmlns:a16="http://schemas.microsoft.com/office/drawing/2014/main" id="{DCDA5C82-0D76-E61E-8EFA-3F8575334FA8}"/>
                    </a:ext>
                  </a:extLst>
                </p:cNvPr>
                <p:cNvSpPr>
                  <a:spLocks noChangeShapeType="1"/>
                </p:cNvSpPr>
                <p:nvPr/>
              </p:nvSpPr>
              <p:spPr bwMode="auto">
                <a:xfrm flipV="1">
                  <a:off x="5045" y="1568"/>
                  <a:ext cx="138"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1" name="Freeform 318">
                  <a:extLst>
                    <a:ext uri="{FF2B5EF4-FFF2-40B4-BE49-F238E27FC236}">
                      <a16:creationId xmlns:a16="http://schemas.microsoft.com/office/drawing/2014/main" id="{97CA89AD-D240-A0E7-8E1C-E4C04970D4DF}"/>
                    </a:ext>
                  </a:extLst>
                </p:cNvPr>
                <p:cNvSpPr>
                  <a:spLocks/>
                </p:cNvSpPr>
                <p:nvPr/>
              </p:nvSpPr>
              <p:spPr bwMode="auto">
                <a:xfrm>
                  <a:off x="3071" y="1489"/>
                  <a:ext cx="2118" cy="130"/>
                </a:xfrm>
                <a:custGeom>
                  <a:avLst/>
                  <a:gdLst>
                    <a:gd name="T0" fmla="*/ 1981 w 2118"/>
                    <a:gd name="T1" fmla="*/ 130 h 130"/>
                    <a:gd name="T2" fmla="*/ 0 w 2118"/>
                    <a:gd name="T3" fmla="*/ 130 h 130"/>
                    <a:gd name="T4" fmla="*/ 137 w 2118"/>
                    <a:gd name="T5" fmla="*/ 0 h 130"/>
                    <a:gd name="T6" fmla="*/ 2118 w 2118"/>
                    <a:gd name="T7" fmla="*/ 0 h 130"/>
                    <a:gd name="T8" fmla="*/ 1981 w 2118"/>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0">
                      <a:moveTo>
                        <a:pt x="1981" y="130"/>
                      </a:moveTo>
                      <a:lnTo>
                        <a:pt x="0" y="130"/>
                      </a:lnTo>
                      <a:lnTo>
                        <a:pt x="137" y="0"/>
                      </a:lnTo>
                      <a:lnTo>
                        <a:pt x="2118" y="0"/>
                      </a:lnTo>
                      <a:lnTo>
                        <a:pt x="1981" y="130"/>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12" name="Line 319">
                  <a:extLst>
                    <a:ext uri="{FF2B5EF4-FFF2-40B4-BE49-F238E27FC236}">
                      <a16:creationId xmlns:a16="http://schemas.microsoft.com/office/drawing/2014/main" id="{BE690958-F71A-C473-F4A4-ADA8F9B28A9F}"/>
                    </a:ext>
                  </a:extLst>
                </p:cNvPr>
                <p:cNvSpPr>
                  <a:spLocks noChangeShapeType="1"/>
                </p:cNvSpPr>
                <p:nvPr/>
              </p:nvSpPr>
              <p:spPr bwMode="auto">
                <a:xfrm flipV="1">
                  <a:off x="5052" y="1489"/>
                  <a:ext cx="137" cy="130"/>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3" name="Freeform 320">
                  <a:extLst>
                    <a:ext uri="{FF2B5EF4-FFF2-40B4-BE49-F238E27FC236}">
                      <a16:creationId xmlns:a16="http://schemas.microsoft.com/office/drawing/2014/main" id="{7CAABFE5-D73D-0939-1516-8D1422476922}"/>
                    </a:ext>
                  </a:extLst>
                </p:cNvPr>
                <p:cNvSpPr>
                  <a:spLocks/>
                </p:cNvSpPr>
                <p:nvPr/>
              </p:nvSpPr>
              <p:spPr bwMode="auto">
                <a:xfrm>
                  <a:off x="3013" y="1619"/>
                  <a:ext cx="2047" cy="407"/>
                </a:xfrm>
                <a:custGeom>
                  <a:avLst/>
                  <a:gdLst>
                    <a:gd name="T0" fmla="*/ 49 w 2047"/>
                    <a:gd name="T1" fmla="*/ 2 h 407"/>
                    <a:gd name="T2" fmla="*/ 32 w 2047"/>
                    <a:gd name="T3" fmla="*/ 3 h 407"/>
                    <a:gd name="T4" fmla="*/ 26 w 2047"/>
                    <a:gd name="T5" fmla="*/ 8 h 407"/>
                    <a:gd name="T6" fmla="*/ 20 w 2047"/>
                    <a:gd name="T7" fmla="*/ 20 h 407"/>
                    <a:gd name="T8" fmla="*/ 18 w 2047"/>
                    <a:gd name="T9" fmla="*/ 47 h 407"/>
                    <a:gd name="T10" fmla="*/ 13 w 2047"/>
                    <a:gd name="T11" fmla="*/ 93 h 407"/>
                    <a:gd name="T12" fmla="*/ 7 w 2047"/>
                    <a:gd name="T13" fmla="*/ 151 h 407"/>
                    <a:gd name="T14" fmla="*/ 5 w 2047"/>
                    <a:gd name="T15" fmla="*/ 210 h 407"/>
                    <a:gd name="T16" fmla="*/ 9 w 2047"/>
                    <a:gd name="T17" fmla="*/ 300 h 407"/>
                    <a:gd name="T18" fmla="*/ 22 w 2047"/>
                    <a:gd name="T19" fmla="*/ 335 h 407"/>
                    <a:gd name="T20" fmla="*/ 26 w 2047"/>
                    <a:gd name="T21" fmla="*/ 363 h 407"/>
                    <a:gd name="T22" fmla="*/ 23 w 2047"/>
                    <a:gd name="T23" fmla="*/ 376 h 407"/>
                    <a:gd name="T24" fmla="*/ 14 w 2047"/>
                    <a:gd name="T25" fmla="*/ 391 h 407"/>
                    <a:gd name="T26" fmla="*/ 1 w 2047"/>
                    <a:gd name="T27" fmla="*/ 401 h 407"/>
                    <a:gd name="T28" fmla="*/ 5 w 2047"/>
                    <a:gd name="T29" fmla="*/ 401 h 407"/>
                    <a:gd name="T30" fmla="*/ 102 w 2047"/>
                    <a:gd name="T31" fmla="*/ 393 h 407"/>
                    <a:gd name="T32" fmla="*/ 180 w 2047"/>
                    <a:gd name="T33" fmla="*/ 391 h 407"/>
                    <a:gd name="T34" fmla="*/ 258 w 2047"/>
                    <a:gd name="T35" fmla="*/ 381 h 407"/>
                    <a:gd name="T36" fmla="*/ 302 w 2047"/>
                    <a:gd name="T37" fmla="*/ 372 h 407"/>
                    <a:gd name="T38" fmla="*/ 383 w 2047"/>
                    <a:gd name="T39" fmla="*/ 366 h 407"/>
                    <a:gd name="T40" fmla="*/ 559 w 2047"/>
                    <a:gd name="T41" fmla="*/ 361 h 407"/>
                    <a:gd name="T42" fmla="*/ 591 w 2047"/>
                    <a:gd name="T43" fmla="*/ 369 h 407"/>
                    <a:gd name="T44" fmla="*/ 657 w 2047"/>
                    <a:gd name="T45" fmla="*/ 387 h 407"/>
                    <a:gd name="T46" fmla="*/ 688 w 2047"/>
                    <a:gd name="T47" fmla="*/ 392 h 407"/>
                    <a:gd name="T48" fmla="*/ 830 w 2047"/>
                    <a:gd name="T49" fmla="*/ 402 h 407"/>
                    <a:gd name="T50" fmla="*/ 917 w 2047"/>
                    <a:gd name="T51" fmla="*/ 407 h 407"/>
                    <a:gd name="T52" fmla="*/ 965 w 2047"/>
                    <a:gd name="T53" fmla="*/ 400 h 407"/>
                    <a:gd name="T54" fmla="*/ 1234 w 2047"/>
                    <a:gd name="T55" fmla="*/ 390 h 407"/>
                    <a:gd name="T56" fmla="*/ 1464 w 2047"/>
                    <a:gd name="T57" fmla="*/ 385 h 407"/>
                    <a:gd name="T58" fmla="*/ 1510 w 2047"/>
                    <a:gd name="T59" fmla="*/ 380 h 407"/>
                    <a:gd name="T60" fmla="*/ 1576 w 2047"/>
                    <a:gd name="T61" fmla="*/ 371 h 407"/>
                    <a:gd name="T62" fmla="*/ 1620 w 2047"/>
                    <a:gd name="T63" fmla="*/ 372 h 407"/>
                    <a:gd name="T64" fmla="*/ 1643 w 2047"/>
                    <a:gd name="T65" fmla="*/ 377 h 407"/>
                    <a:gd name="T66" fmla="*/ 1784 w 2047"/>
                    <a:gd name="T67" fmla="*/ 393 h 407"/>
                    <a:gd name="T68" fmla="*/ 1966 w 2047"/>
                    <a:gd name="T69" fmla="*/ 401 h 407"/>
                    <a:gd name="T70" fmla="*/ 2000 w 2047"/>
                    <a:gd name="T71" fmla="*/ 387 h 407"/>
                    <a:gd name="T72" fmla="*/ 2014 w 2047"/>
                    <a:gd name="T73" fmla="*/ 385 h 407"/>
                    <a:gd name="T74" fmla="*/ 2022 w 2047"/>
                    <a:gd name="T75" fmla="*/ 386 h 407"/>
                    <a:gd name="T76" fmla="*/ 2034 w 2047"/>
                    <a:gd name="T77" fmla="*/ 396 h 407"/>
                    <a:gd name="T78" fmla="*/ 2047 w 2047"/>
                    <a:gd name="T79" fmla="*/ 316 h 407"/>
                    <a:gd name="T80" fmla="*/ 2036 w 2047"/>
                    <a:gd name="T81" fmla="*/ 278 h 407"/>
                    <a:gd name="T82" fmla="*/ 2031 w 2047"/>
                    <a:gd name="T83" fmla="*/ 239 h 407"/>
                    <a:gd name="T84" fmla="*/ 2027 w 2047"/>
                    <a:gd name="T85" fmla="*/ 159 h 407"/>
                    <a:gd name="T86" fmla="*/ 2032 w 2047"/>
                    <a:gd name="T87" fmla="*/ 79 h 407"/>
                    <a:gd name="T88" fmla="*/ 58 w 2047"/>
                    <a:gd name="T89" fmla="*/ 0 h 40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7">
                      <a:moveTo>
                        <a:pt x="58" y="0"/>
                      </a:moveTo>
                      <a:lnTo>
                        <a:pt x="49" y="2"/>
                      </a:lnTo>
                      <a:lnTo>
                        <a:pt x="40" y="2"/>
                      </a:lnTo>
                      <a:lnTo>
                        <a:pt x="32" y="3"/>
                      </a:lnTo>
                      <a:lnTo>
                        <a:pt x="28" y="5"/>
                      </a:lnTo>
                      <a:lnTo>
                        <a:pt x="26" y="8"/>
                      </a:lnTo>
                      <a:lnTo>
                        <a:pt x="22" y="14"/>
                      </a:lnTo>
                      <a:lnTo>
                        <a:pt x="20" y="20"/>
                      </a:lnTo>
                      <a:lnTo>
                        <a:pt x="19" y="34"/>
                      </a:lnTo>
                      <a:lnTo>
                        <a:pt x="18" y="47"/>
                      </a:lnTo>
                      <a:lnTo>
                        <a:pt x="18" y="62"/>
                      </a:lnTo>
                      <a:lnTo>
                        <a:pt x="13" y="93"/>
                      </a:lnTo>
                      <a:lnTo>
                        <a:pt x="10" y="122"/>
                      </a:lnTo>
                      <a:lnTo>
                        <a:pt x="7" y="151"/>
                      </a:lnTo>
                      <a:lnTo>
                        <a:pt x="6" y="180"/>
                      </a:lnTo>
                      <a:lnTo>
                        <a:pt x="5" y="210"/>
                      </a:lnTo>
                      <a:lnTo>
                        <a:pt x="6" y="238"/>
                      </a:lnTo>
                      <a:lnTo>
                        <a:pt x="9" y="300"/>
                      </a:lnTo>
                      <a:lnTo>
                        <a:pt x="15" y="316"/>
                      </a:lnTo>
                      <a:lnTo>
                        <a:pt x="22" y="335"/>
                      </a:lnTo>
                      <a:lnTo>
                        <a:pt x="26" y="354"/>
                      </a:lnTo>
                      <a:lnTo>
                        <a:pt x="26" y="363"/>
                      </a:lnTo>
                      <a:lnTo>
                        <a:pt x="26" y="370"/>
                      </a:lnTo>
                      <a:lnTo>
                        <a:pt x="23" y="376"/>
                      </a:lnTo>
                      <a:lnTo>
                        <a:pt x="20" y="382"/>
                      </a:lnTo>
                      <a:lnTo>
                        <a:pt x="14" y="391"/>
                      </a:lnTo>
                      <a:lnTo>
                        <a:pt x="6" y="397"/>
                      </a:lnTo>
                      <a:lnTo>
                        <a:pt x="1" y="401"/>
                      </a:lnTo>
                      <a:lnTo>
                        <a:pt x="0" y="402"/>
                      </a:lnTo>
                      <a:lnTo>
                        <a:pt x="5" y="401"/>
                      </a:lnTo>
                      <a:lnTo>
                        <a:pt x="41" y="392"/>
                      </a:lnTo>
                      <a:lnTo>
                        <a:pt x="102" y="393"/>
                      </a:lnTo>
                      <a:lnTo>
                        <a:pt x="141" y="392"/>
                      </a:lnTo>
                      <a:lnTo>
                        <a:pt x="180" y="391"/>
                      </a:lnTo>
                      <a:lnTo>
                        <a:pt x="235" y="385"/>
                      </a:lnTo>
                      <a:lnTo>
                        <a:pt x="258" y="381"/>
                      </a:lnTo>
                      <a:lnTo>
                        <a:pt x="280" y="376"/>
                      </a:lnTo>
                      <a:lnTo>
                        <a:pt x="302" y="372"/>
                      </a:lnTo>
                      <a:lnTo>
                        <a:pt x="324" y="370"/>
                      </a:lnTo>
                      <a:lnTo>
                        <a:pt x="383" y="366"/>
                      </a:lnTo>
                      <a:lnTo>
                        <a:pt x="442" y="365"/>
                      </a:lnTo>
                      <a:lnTo>
                        <a:pt x="559" y="361"/>
                      </a:lnTo>
                      <a:lnTo>
                        <a:pt x="574" y="365"/>
                      </a:lnTo>
                      <a:lnTo>
                        <a:pt x="591" y="369"/>
                      </a:lnTo>
                      <a:lnTo>
                        <a:pt x="625" y="379"/>
                      </a:lnTo>
                      <a:lnTo>
                        <a:pt x="657" y="387"/>
                      </a:lnTo>
                      <a:lnTo>
                        <a:pt x="674" y="391"/>
                      </a:lnTo>
                      <a:lnTo>
                        <a:pt x="688" y="392"/>
                      </a:lnTo>
                      <a:lnTo>
                        <a:pt x="772" y="397"/>
                      </a:lnTo>
                      <a:lnTo>
                        <a:pt x="830" y="402"/>
                      </a:lnTo>
                      <a:lnTo>
                        <a:pt x="896" y="407"/>
                      </a:lnTo>
                      <a:lnTo>
                        <a:pt x="917" y="407"/>
                      </a:lnTo>
                      <a:lnTo>
                        <a:pt x="938" y="404"/>
                      </a:lnTo>
                      <a:lnTo>
                        <a:pt x="965" y="400"/>
                      </a:lnTo>
                      <a:lnTo>
                        <a:pt x="1004" y="392"/>
                      </a:lnTo>
                      <a:lnTo>
                        <a:pt x="1234" y="390"/>
                      </a:lnTo>
                      <a:lnTo>
                        <a:pt x="1349" y="387"/>
                      </a:lnTo>
                      <a:lnTo>
                        <a:pt x="1464" y="385"/>
                      </a:lnTo>
                      <a:lnTo>
                        <a:pt x="1488" y="383"/>
                      </a:lnTo>
                      <a:lnTo>
                        <a:pt x="1510" y="380"/>
                      </a:lnTo>
                      <a:lnTo>
                        <a:pt x="1554" y="374"/>
                      </a:lnTo>
                      <a:lnTo>
                        <a:pt x="1576" y="371"/>
                      </a:lnTo>
                      <a:lnTo>
                        <a:pt x="1598" y="370"/>
                      </a:lnTo>
                      <a:lnTo>
                        <a:pt x="1620" y="372"/>
                      </a:lnTo>
                      <a:lnTo>
                        <a:pt x="1631" y="374"/>
                      </a:lnTo>
                      <a:lnTo>
                        <a:pt x="1643" y="377"/>
                      </a:lnTo>
                      <a:lnTo>
                        <a:pt x="1722" y="387"/>
                      </a:lnTo>
                      <a:lnTo>
                        <a:pt x="1784" y="393"/>
                      </a:lnTo>
                      <a:lnTo>
                        <a:pt x="1856" y="397"/>
                      </a:lnTo>
                      <a:lnTo>
                        <a:pt x="1966" y="401"/>
                      </a:lnTo>
                      <a:lnTo>
                        <a:pt x="1984" y="392"/>
                      </a:lnTo>
                      <a:lnTo>
                        <a:pt x="2000" y="387"/>
                      </a:lnTo>
                      <a:lnTo>
                        <a:pt x="2008" y="386"/>
                      </a:lnTo>
                      <a:lnTo>
                        <a:pt x="2014" y="385"/>
                      </a:lnTo>
                      <a:lnTo>
                        <a:pt x="2018" y="385"/>
                      </a:lnTo>
                      <a:lnTo>
                        <a:pt x="2022" y="386"/>
                      </a:lnTo>
                      <a:lnTo>
                        <a:pt x="2027" y="391"/>
                      </a:lnTo>
                      <a:lnTo>
                        <a:pt x="2034" y="396"/>
                      </a:lnTo>
                      <a:lnTo>
                        <a:pt x="2039" y="401"/>
                      </a:lnTo>
                      <a:lnTo>
                        <a:pt x="2047" y="316"/>
                      </a:lnTo>
                      <a:lnTo>
                        <a:pt x="2041" y="297"/>
                      </a:lnTo>
                      <a:lnTo>
                        <a:pt x="2036" y="278"/>
                      </a:lnTo>
                      <a:lnTo>
                        <a:pt x="2034" y="259"/>
                      </a:lnTo>
                      <a:lnTo>
                        <a:pt x="2031" y="239"/>
                      </a:lnTo>
                      <a:lnTo>
                        <a:pt x="2027" y="200"/>
                      </a:lnTo>
                      <a:lnTo>
                        <a:pt x="2027" y="159"/>
                      </a:lnTo>
                      <a:lnTo>
                        <a:pt x="2030" y="119"/>
                      </a:lnTo>
                      <a:lnTo>
                        <a:pt x="2032"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114" name="Line 321">
                  <a:extLst>
                    <a:ext uri="{FF2B5EF4-FFF2-40B4-BE49-F238E27FC236}">
                      <a16:creationId xmlns:a16="http://schemas.microsoft.com/office/drawing/2014/main" id="{9E0B98CC-6526-2D6B-56B1-90B5C4C54C33}"/>
                    </a:ext>
                  </a:extLst>
                </p:cNvPr>
                <p:cNvSpPr>
                  <a:spLocks noChangeShapeType="1"/>
                </p:cNvSpPr>
                <p:nvPr/>
              </p:nvSpPr>
              <p:spPr bwMode="auto">
                <a:xfrm flipH="1">
                  <a:off x="3062" y="1619"/>
                  <a:ext cx="9" cy="2"/>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5" name="Line 322">
                  <a:extLst>
                    <a:ext uri="{FF2B5EF4-FFF2-40B4-BE49-F238E27FC236}">
                      <a16:creationId xmlns:a16="http://schemas.microsoft.com/office/drawing/2014/main" id="{1DB5FAB9-3B79-1BBD-571B-AEDE5092A189}"/>
                    </a:ext>
                  </a:extLst>
                </p:cNvPr>
                <p:cNvSpPr>
                  <a:spLocks noChangeShapeType="1"/>
                </p:cNvSpPr>
                <p:nvPr/>
              </p:nvSpPr>
              <p:spPr bwMode="auto">
                <a:xfrm flipH="1">
                  <a:off x="3053" y="1621"/>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6" name="Line 323">
                  <a:extLst>
                    <a:ext uri="{FF2B5EF4-FFF2-40B4-BE49-F238E27FC236}">
                      <a16:creationId xmlns:a16="http://schemas.microsoft.com/office/drawing/2014/main" id="{BD9001DC-C35B-FBAA-77A0-B3BC55C5EF30}"/>
                    </a:ext>
                  </a:extLst>
                </p:cNvPr>
                <p:cNvSpPr>
                  <a:spLocks noChangeShapeType="1"/>
                </p:cNvSpPr>
                <p:nvPr/>
              </p:nvSpPr>
              <p:spPr bwMode="auto">
                <a:xfrm flipH="1">
                  <a:off x="3045" y="1621"/>
                  <a:ext cx="8"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7" name="Line 324">
                  <a:extLst>
                    <a:ext uri="{FF2B5EF4-FFF2-40B4-BE49-F238E27FC236}">
                      <a16:creationId xmlns:a16="http://schemas.microsoft.com/office/drawing/2014/main" id="{3285B263-B900-9182-5F0C-5E6C90A2FF47}"/>
                    </a:ext>
                  </a:extLst>
                </p:cNvPr>
                <p:cNvSpPr>
                  <a:spLocks noChangeShapeType="1"/>
                </p:cNvSpPr>
                <p:nvPr/>
              </p:nvSpPr>
              <p:spPr bwMode="auto">
                <a:xfrm flipH="1">
                  <a:off x="3041" y="1622"/>
                  <a:ext cx="4" cy="2"/>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8" name="Line 325">
                  <a:extLst>
                    <a:ext uri="{FF2B5EF4-FFF2-40B4-BE49-F238E27FC236}">
                      <a16:creationId xmlns:a16="http://schemas.microsoft.com/office/drawing/2014/main" id="{287F2951-2BD0-E9D0-853B-0F2217892892}"/>
                    </a:ext>
                  </a:extLst>
                </p:cNvPr>
                <p:cNvSpPr>
                  <a:spLocks noChangeShapeType="1"/>
                </p:cNvSpPr>
                <p:nvPr/>
              </p:nvSpPr>
              <p:spPr bwMode="auto">
                <a:xfrm flipH="1">
                  <a:off x="3039" y="1624"/>
                  <a:ext cx="2" cy="3"/>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19" name="Line 326">
                  <a:extLst>
                    <a:ext uri="{FF2B5EF4-FFF2-40B4-BE49-F238E27FC236}">
                      <a16:creationId xmlns:a16="http://schemas.microsoft.com/office/drawing/2014/main" id="{1AF30B3D-2F17-8910-9AFD-F433E2DA97EF}"/>
                    </a:ext>
                  </a:extLst>
                </p:cNvPr>
                <p:cNvSpPr>
                  <a:spLocks noChangeShapeType="1"/>
                </p:cNvSpPr>
                <p:nvPr/>
              </p:nvSpPr>
              <p:spPr bwMode="auto">
                <a:xfrm flipH="1">
                  <a:off x="3035" y="1627"/>
                  <a:ext cx="4"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0" name="Line 327">
                  <a:extLst>
                    <a:ext uri="{FF2B5EF4-FFF2-40B4-BE49-F238E27FC236}">
                      <a16:creationId xmlns:a16="http://schemas.microsoft.com/office/drawing/2014/main" id="{DE8919FA-7127-A805-E72A-437BB9C0B894}"/>
                    </a:ext>
                  </a:extLst>
                </p:cNvPr>
                <p:cNvSpPr>
                  <a:spLocks noChangeShapeType="1"/>
                </p:cNvSpPr>
                <p:nvPr/>
              </p:nvSpPr>
              <p:spPr bwMode="auto">
                <a:xfrm flipH="1">
                  <a:off x="3033" y="1633"/>
                  <a:ext cx="2" cy="6"/>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1" name="Line 328">
                  <a:extLst>
                    <a:ext uri="{FF2B5EF4-FFF2-40B4-BE49-F238E27FC236}">
                      <a16:creationId xmlns:a16="http://schemas.microsoft.com/office/drawing/2014/main" id="{60F79351-ADEA-217B-E3F0-7BD2A0173138}"/>
                    </a:ext>
                  </a:extLst>
                </p:cNvPr>
                <p:cNvSpPr>
                  <a:spLocks noChangeShapeType="1"/>
                </p:cNvSpPr>
                <p:nvPr/>
              </p:nvSpPr>
              <p:spPr bwMode="auto">
                <a:xfrm flipH="1">
                  <a:off x="3032" y="1639"/>
                  <a:ext cx="1" cy="14"/>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2" name="Line 329">
                  <a:extLst>
                    <a:ext uri="{FF2B5EF4-FFF2-40B4-BE49-F238E27FC236}">
                      <a16:creationId xmlns:a16="http://schemas.microsoft.com/office/drawing/2014/main" id="{57266B02-A241-CCE1-CCF7-2D016BD0ED58}"/>
                    </a:ext>
                  </a:extLst>
                </p:cNvPr>
                <p:cNvSpPr>
                  <a:spLocks noChangeShapeType="1"/>
                </p:cNvSpPr>
                <p:nvPr/>
              </p:nvSpPr>
              <p:spPr bwMode="auto">
                <a:xfrm flipH="1">
                  <a:off x="3031" y="1653"/>
                  <a:ext cx="1" cy="13"/>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3" name="Line 330">
                  <a:extLst>
                    <a:ext uri="{FF2B5EF4-FFF2-40B4-BE49-F238E27FC236}">
                      <a16:creationId xmlns:a16="http://schemas.microsoft.com/office/drawing/2014/main" id="{EF70D842-E46C-7014-603D-400A8A309A37}"/>
                    </a:ext>
                  </a:extLst>
                </p:cNvPr>
                <p:cNvSpPr>
                  <a:spLocks noChangeShapeType="1"/>
                </p:cNvSpPr>
                <p:nvPr/>
              </p:nvSpPr>
              <p:spPr bwMode="auto">
                <a:xfrm>
                  <a:off x="3031" y="1666"/>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4" name="Line 331">
                  <a:extLst>
                    <a:ext uri="{FF2B5EF4-FFF2-40B4-BE49-F238E27FC236}">
                      <a16:creationId xmlns:a16="http://schemas.microsoft.com/office/drawing/2014/main" id="{D049CD40-5036-07AE-62A3-04E078543C9D}"/>
                    </a:ext>
                  </a:extLst>
                </p:cNvPr>
                <p:cNvSpPr>
                  <a:spLocks noChangeShapeType="1"/>
                </p:cNvSpPr>
                <p:nvPr/>
              </p:nvSpPr>
              <p:spPr bwMode="auto">
                <a:xfrm flipH="1">
                  <a:off x="3026" y="1681"/>
                  <a:ext cx="5" cy="31"/>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5" name="Line 332">
                  <a:extLst>
                    <a:ext uri="{FF2B5EF4-FFF2-40B4-BE49-F238E27FC236}">
                      <a16:creationId xmlns:a16="http://schemas.microsoft.com/office/drawing/2014/main" id="{04C4F0BD-6C2A-0DD5-EA87-2F0C5C5FA712}"/>
                    </a:ext>
                  </a:extLst>
                </p:cNvPr>
                <p:cNvSpPr>
                  <a:spLocks noChangeShapeType="1"/>
                </p:cNvSpPr>
                <p:nvPr/>
              </p:nvSpPr>
              <p:spPr bwMode="auto">
                <a:xfrm flipH="1">
                  <a:off x="3023" y="1712"/>
                  <a:ext cx="3" cy="2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6" name="Line 333">
                  <a:extLst>
                    <a:ext uri="{FF2B5EF4-FFF2-40B4-BE49-F238E27FC236}">
                      <a16:creationId xmlns:a16="http://schemas.microsoft.com/office/drawing/2014/main" id="{B647D783-55FA-CE46-9C7D-E4B19A75FC1D}"/>
                    </a:ext>
                  </a:extLst>
                </p:cNvPr>
                <p:cNvSpPr>
                  <a:spLocks noChangeShapeType="1"/>
                </p:cNvSpPr>
                <p:nvPr/>
              </p:nvSpPr>
              <p:spPr bwMode="auto">
                <a:xfrm flipH="1">
                  <a:off x="3020" y="1741"/>
                  <a:ext cx="3" cy="2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7" name="Line 334">
                  <a:extLst>
                    <a:ext uri="{FF2B5EF4-FFF2-40B4-BE49-F238E27FC236}">
                      <a16:creationId xmlns:a16="http://schemas.microsoft.com/office/drawing/2014/main" id="{2866DD0B-3276-1A7F-F2AD-5E16863B260C}"/>
                    </a:ext>
                  </a:extLst>
                </p:cNvPr>
                <p:cNvSpPr>
                  <a:spLocks noChangeShapeType="1"/>
                </p:cNvSpPr>
                <p:nvPr/>
              </p:nvSpPr>
              <p:spPr bwMode="auto">
                <a:xfrm flipH="1">
                  <a:off x="3019" y="1770"/>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8" name="Line 335">
                  <a:extLst>
                    <a:ext uri="{FF2B5EF4-FFF2-40B4-BE49-F238E27FC236}">
                      <a16:creationId xmlns:a16="http://schemas.microsoft.com/office/drawing/2014/main" id="{EA2B6493-19A6-67FA-9EED-9EB1D90AE513}"/>
                    </a:ext>
                  </a:extLst>
                </p:cNvPr>
                <p:cNvSpPr>
                  <a:spLocks noChangeShapeType="1"/>
                </p:cNvSpPr>
                <p:nvPr/>
              </p:nvSpPr>
              <p:spPr bwMode="auto">
                <a:xfrm flipH="1">
                  <a:off x="3018" y="1799"/>
                  <a:ext cx="1"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29" name="Line 336">
                  <a:extLst>
                    <a:ext uri="{FF2B5EF4-FFF2-40B4-BE49-F238E27FC236}">
                      <a16:creationId xmlns:a16="http://schemas.microsoft.com/office/drawing/2014/main" id="{14B8279E-0C50-EB0B-4F51-6CFE3BCE9699}"/>
                    </a:ext>
                  </a:extLst>
                </p:cNvPr>
                <p:cNvSpPr>
                  <a:spLocks noChangeShapeType="1"/>
                </p:cNvSpPr>
                <p:nvPr/>
              </p:nvSpPr>
              <p:spPr bwMode="auto">
                <a:xfrm>
                  <a:off x="3018" y="1829"/>
                  <a:ext cx="1" cy="28"/>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0" name="Line 337">
                  <a:extLst>
                    <a:ext uri="{FF2B5EF4-FFF2-40B4-BE49-F238E27FC236}">
                      <a16:creationId xmlns:a16="http://schemas.microsoft.com/office/drawing/2014/main" id="{14C66DB2-741B-4DC4-596D-5465C35CF69C}"/>
                    </a:ext>
                  </a:extLst>
                </p:cNvPr>
                <p:cNvSpPr>
                  <a:spLocks noChangeShapeType="1"/>
                </p:cNvSpPr>
                <p:nvPr/>
              </p:nvSpPr>
              <p:spPr bwMode="auto">
                <a:xfrm>
                  <a:off x="3019" y="1857"/>
                  <a:ext cx="3" cy="62"/>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1" name="Line 338">
                  <a:extLst>
                    <a:ext uri="{FF2B5EF4-FFF2-40B4-BE49-F238E27FC236}">
                      <a16:creationId xmlns:a16="http://schemas.microsoft.com/office/drawing/2014/main" id="{41DB15E2-4BD0-4397-87EB-4E7C54ABB7AF}"/>
                    </a:ext>
                  </a:extLst>
                </p:cNvPr>
                <p:cNvSpPr>
                  <a:spLocks noChangeShapeType="1"/>
                </p:cNvSpPr>
                <p:nvPr/>
              </p:nvSpPr>
              <p:spPr bwMode="auto">
                <a:xfrm>
                  <a:off x="3022" y="1919"/>
                  <a:ext cx="6"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2" name="Line 339">
                  <a:extLst>
                    <a:ext uri="{FF2B5EF4-FFF2-40B4-BE49-F238E27FC236}">
                      <a16:creationId xmlns:a16="http://schemas.microsoft.com/office/drawing/2014/main" id="{2D2AED47-2862-BC9E-B3AB-95ABDC11B2B5}"/>
                    </a:ext>
                  </a:extLst>
                </p:cNvPr>
                <p:cNvSpPr>
                  <a:spLocks noChangeShapeType="1"/>
                </p:cNvSpPr>
                <p:nvPr/>
              </p:nvSpPr>
              <p:spPr bwMode="auto">
                <a:xfrm>
                  <a:off x="3028" y="1935"/>
                  <a:ext cx="7" cy="19"/>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3" name="Line 340">
                  <a:extLst>
                    <a:ext uri="{FF2B5EF4-FFF2-40B4-BE49-F238E27FC236}">
                      <a16:creationId xmlns:a16="http://schemas.microsoft.com/office/drawing/2014/main" id="{8CC797D7-5CD2-0EDB-9D7F-6D856124164B}"/>
                    </a:ext>
                  </a:extLst>
                </p:cNvPr>
                <p:cNvSpPr>
                  <a:spLocks noChangeShapeType="1"/>
                </p:cNvSpPr>
                <p:nvPr/>
              </p:nvSpPr>
              <p:spPr bwMode="auto">
                <a:xfrm>
                  <a:off x="3035" y="1954"/>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4" name="Line 341">
                  <a:extLst>
                    <a:ext uri="{FF2B5EF4-FFF2-40B4-BE49-F238E27FC236}">
                      <a16:creationId xmlns:a16="http://schemas.microsoft.com/office/drawing/2014/main" id="{B0177C4F-55DF-0D58-9896-027F70061798}"/>
                    </a:ext>
                  </a:extLst>
                </p:cNvPr>
                <p:cNvSpPr>
                  <a:spLocks noChangeShapeType="1"/>
                </p:cNvSpPr>
                <p:nvPr/>
              </p:nvSpPr>
              <p:spPr bwMode="auto">
                <a:xfrm>
                  <a:off x="3039" y="1973"/>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5" name="Line 342">
                  <a:extLst>
                    <a:ext uri="{FF2B5EF4-FFF2-40B4-BE49-F238E27FC236}">
                      <a16:creationId xmlns:a16="http://schemas.microsoft.com/office/drawing/2014/main" id="{1CA0FFCD-2621-9A97-564C-B5650D5D8C71}"/>
                    </a:ext>
                  </a:extLst>
                </p:cNvPr>
                <p:cNvSpPr>
                  <a:spLocks noChangeShapeType="1"/>
                </p:cNvSpPr>
                <p:nvPr/>
              </p:nvSpPr>
              <p:spPr bwMode="auto">
                <a:xfrm>
                  <a:off x="3039" y="1982"/>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6" name="Line 343">
                  <a:extLst>
                    <a:ext uri="{FF2B5EF4-FFF2-40B4-BE49-F238E27FC236}">
                      <a16:creationId xmlns:a16="http://schemas.microsoft.com/office/drawing/2014/main" id="{8059430B-0313-3CE4-0D25-0E9055C56C82}"/>
                    </a:ext>
                  </a:extLst>
                </p:cNvPr>
                <p:cNvSpPr>
                  <a:spLocks noChangeShapeType="1"/>
                </p:cNvSpPr>
                <p:nvPr/>
              </p:nvSpPr>
              <p:spPr bwMode="auto">
                <a:xfrm flipH="1">
                  <a:off x="3036" y="1989"/>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7" name="Line 344">
                  <a:extLst>
                    <a:ext uri="{FF2B5EF4-FFF2-40B4-BE49-F238E27FC236}">
                      <a16:creationId xmlns:a16="http://schemas.microsoft.com/office/drawing/2014/main" id="{D9B20A8F-5630-5B6C-C938-016AABC465F9}"/>
                    </a:ext>
                  </a:extLst>
                </p:cNvPr>
                <p:cNvSpPr>
                  <a:spLocks noChangeShapeType="1"/>
                </p:cNvSpPr>
                <p:nvPr/>
              </p:nvSpPr>
              <p:spPr bwMode="auto">
                <a:xfrm flipH="1">
                  <a:off x="3033" y="1995"/>
                  <a:ext cx="3"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8" name="Line 345">
                  <a:extLst>
                    <a:ext uri="{FF2B5EF4-FFF2-40B4-BE49-F238E27FC236}">
                      <a16:creationId xmlns:a16="http://schemas.microsoft.com/office/drawing/2014/main" id="{C346374D-3580-F47B-E98F-986BD96E4994}"/>
                    </a:ext>
                  </a:extLst>
                </p:cNvPr>
                <p:cNvSpPr>
                  <a:spLocks noChangeShapeType="1"/>
                </p:cNvSpPr>
                <p:nvPr/>
              </p:nvSpPr>
              <p:spPr bwMode="auto">
                <a:xfrm flipH="1">
                  <a:off x="3027" y="2001"/>
                  <a:ext cx="6"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39" name="Line 346">
                  <a:extLst>
                    <a:ext uri="{FF2B5EF4-FFF2-40B4-BE49-F238E27FC236}">
                      <a16:creationId xmlns:a16="http://schemas.microsoft.com/office/drawing/2014/main" id="{BD210F39-0CAE-5F37-9990-AB86FDC76CF9}"/>
                    </a:ext>
                  </a:extLst>
                </p:cNvPr>
                <p:cNvSpPr>
                  <a:spLocks noChangeShapeType="1"/>
                </p:cNvSpPr>
                <p:nvPr/>
              </p:nvSpPr>
              <p:spPr bwMode="auto">
                <a:xfrm flipH="1">
                  <a:off x="3019" y="2010"/>
                  <a:ext cx="8"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0" name="Line 347">
                  <a:extLst>
                    <a:ext uri="{FF2B5EF4-FFF2-40B4-BE49-F238E27FC236}">
                      <a16:creationId xmlns:a16="http://schemas.microsoft.com/office/drawing/2014/main" id="{46562439-1AC5-EDCD-9838-FEFB21757782}"/>
                    </a:ext>
                  </a:extLst>
                </p:cNvPr>
                <p:cNvSpPr>
                  <a:spLocks noChangeShapeType="1"/>
                </p:cNvSpPr>
                <p:nvPr/>
              </p:nvSpPr>
              <p:spPr bwMode="auto">
                <a:xfrm flipH="1">
                  <a:off x="3014" y="2016"/>
                  <a:ext cx="5"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1" name="Line 348">
                  <a:extLst>
                    <a:ext uri="{FF2B5EF4-FFF2-40B4-BE49-F238E27FC236}">
                      <a16:creationId xmlns:a16="http://schemas.microsoft.com/office/drawing/2014/main" id="{17475EFF-7167-1E44-724F-A67FE74C365A}"/>
                    </a:ext>
                  </a:extLst>
                </p:cNvPr>
                <p:cNvSpPr>
                  <a:spLocks noChangeShapeType="1"/>
                </p:cNvSpPr>
                <p:nvPr/>
              </p:nvSpPr>
              <p:spPr bwMode="auto">
                <a:xfrm flipH="1">
                  <a:off x="3013" y="2020"/>
                  <a:ext cx="1"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2" name="Line 349">
                  <a:extLst>
                    <a:ext uri="{FF2B5EF4-FFF2-40B4-BE49-F238E27FC236}">
                      <a16:creationId xmlns:a16="http://schemas.microsoft.com/office/drawing/2014/main" id="{BC9F9661-36E4-815E-DD4C-D00100753EBD}"/>
                    </a:ext>
                  </a:extLst>
                </p:cNvPr>
                <p:cNvSpPr>
                  <a:spLocks noChangeShapeType="1"/>
                </p:cNvSpPr>
                <p:nvPr/>
              </p:nvSpPr>
              <p:spPr bwMode="auto">
                <a:xfrm flipV="1">
                  <a:off x="3013" y="2020"/>
                  <a:ext cx="5"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3" name="Line 350">
                  <a:extLst>
                    <a:ext uri="{FF2B5EF4-FFF2-40B4-BE49-F238E27FC236}">
                      <a16:creationId xmlns:a16="http://schemas.microsoft.com/office/drawing/2014/main" id="{616FF0F3-6E6F-E62E-5B3E-61947DC4521C}"/>
                    </a:ext>
                  </a:extLst>
                </p:cNvPr>
                <p:cNvSpPr>
                  <a:spLocks noChangeShapeType="1"/>
                </p:cNvSpPr>
                <p:nvPr/>
              </p:nvSpPr>
              <p:spPr bwMode="auto">
                <a:xfrm flipV="1">
                  <a:off x="3018" y="2011"/>
                  <a:ext cx="36" cy="9"/>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4" name="Line 351">
                  <a:extLst>
                    <a:ext uri="{FF2B5EF4-FFF2-40B4-BE49-F238E27FC236}">
                      <a16:creationId xmlns:a16="http://schemas.microsoft.com/office/drawing/2014/main" id="{3C271514-1AC5-38CC-8C78-48B891E359B0}"/>
                    </a:ext>
                  </a:extLst>
                </p:cNvPr>
                <p:cNvSpPr>
                  <a:spLocks noChangeShapeType="1"/>
                </p:cNvSpPr>
                <p:nvPr/>
              </p:nvSpPr>
              <p:spPr bwMode="auto">
                <a:xfrm>
                  <a:off x="3054" y="2011"/>
                  <a:ext cx="6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5" name="Line 352">
                  <a:extLst>
                    <a:ext uri="{FF2B5EF4-FFF2-40B4-BE49-F238E27FC236}">
                      <a16:creationId xmlns:a16="http://schemas.microsoft.com/office/drawing/2014/main" id="{46C6020D-C37E-0591-5392-A4712263F0E4}"/>
                    </a:ext>
                  </a:extLst>
                </p:cNvPr>
                <p:cNvSpPr>
                  <a:spLocks noChangeShapeType="1"/>
                </p:cNvSpPr>
                <p:nvPr/>
              </p:nvSpPr>
              <p:spPr bwMode="auto">
                <a:xfrm flipV="1">
                  <a:off x="3115" y="2011"/>
                  <a:ext cx="39"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6" name="Line 353">
                  <a:extLst>
                    <a:ext uri="{FF2B5EF4-FFF2-40B4-BE49-F238E27FC236}">
                      <a16:creationId xmlns:a16="http://schemas.microsoft.com/office/drawing/2014/main" id="{D8AD7155-665A-FFD4-434E-59DCA51B3A73}"/>
                    </a:ext>
                  </a:extLst>
                </p:cNvPr>
                <p:cNvSpPr>
                  <a:spLocks noChangeShapeType="1"/>
                </p:cNvSpPr>
                <p:nvPr/>
              </p:nvSpPr>
              <p:spPr bwMode="auto">
                <a:xfrm flipV="1">
                  <a:off x="3154" y="2010"/>
                  <a:ext cx="39" cy="1"/>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7" name="Line 354">
                  <a:extLst>
                    <a:ext uri="{FF2B5EF4-FFF2-40B4-BE49-F238E27FC236}">
                      <a16:creationId xmlns:a16="http://schemas.microsoft.com/office/drawing/2014/main" id="{4D4F8772-16A5-CA64-30AC-C78D63EE04E1}"/>
                    </a:ext>
                  </a:extLst>
                </p:cNvPr>
                <p:cNvSpPr>
                  <a:spLocks noChangeShapeType="1"/>
                </p:cNvSpPr>
                <p:nvPr/>
              </p:nvSpPr>
              <p:spPr bwMode="auto">
                <a:xfrm flipV="1">
                  <a:off x="3193" y="2004"/>
                  <a:ext cx="55"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8" name="Line 355">
                  <a:extLst>
                    <a:ext uri="{FF2B5EF4-FFF2-40B4-BE49-F238E27FC236}">
                      <a16:creationId xmlns:a16="http://schemas.microsoft.com/office/drawing/2014/main" id="{6DCF048F-A457-4896-AEAF-699AC46EB8E7}"/>
                    </a:ext>
                  </a:extLst>
                </p:cNvPr>
                <p:cNvSpPr>
                  <a:spLocks noChangeShapeType="1"/>
                </p:cNvSpPr>
                <p:nvPr/>
              </p:nvSpPr>
              <p:spPr bwMode="auto">
                <a:xfrm flipV="1">
                  <a:off x="3248" y="2000"/>
                  <a:ext cx="23"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49" name="Line 356">
                  <a:extLst>
                    <a:ext uri="{FF2B5EF4-FFF2-40B4-BE49-F238E27FC236}">
                      <a16:creationId xmlns:a16="http://schemas.microsoft.com/office/drawing/2014/main" id="{19ED52EB-CFD2-7C57-6D6E-18A79FAA2B2D}"/>
                    </a:ext>
                  </a:extLst>
                </p:cNvPr>
                <p:cNvSpPr>
                  <a:spLocks noChangeShapeType="1"/>
                </p:cNvSpPr>
                <p:nvPr/>
              </p:nvSpPr>
              <p:spPr bwMode="auto">
                <a:xfrm flipV="1">
                  <a:off x="3271" y="1995"/>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0" name="Line 357">
                  <a:extLst>
                    <a:ext uri="{FF2B5EF4-FFF2-40B4-BE49-F238E27FC236}">
                      <a16:creationId xmlns:a16="http://schemas.microsoft.com/office/drawing/2014/main" id="{C13B3BD6-40BE-BE83-9B4C-5BBE218FF35B}"/>
                    </a:ext>
                  </a:extLst>
                </p:cNvPr>
                <p:cNvSpPr>
                  <a:spLocks noChangeShapeType="1"/>
                </p:cNvSpPr>
                <p:nvPr/>
              </p:nvSpPr>
              <p:spPr bwMode="auto">
                <a:xfrm flipV="1">
                  <a:off x="3293" y="1991"/>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1" name="Line 358">
                  <a:extLst>
                    <a:ext uri="{FF2B5EF4-FFF2-40B4-BE49-F238E27FC236}">
                      <a16:creationId xmlns:a16="http://schemas.microsoft.com/office/drawing/2014/main" id="{EB531E4F-634E-AB1A-4203-306CD7C672D6}"/>
                    </a:ext>
                  </a:extLst>
                </p:cNvPr>
                <p:cNvSpPr>
                  <a:spLocks noChangeShapeType="1"/>
                </p:cNvSpPr>
                <p:nvPr/>
              </p:nvSpPr>
              <p:spPr bwMode="auto">
                <a:xfrm flipV="1">
                  <a:off x="3315" y="1989"/>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2" name="Line 359">
                  <a:extLst>
                    <a:ext uri="{FF2B5EF4-FFF2-40B4-BE49-F238E27FC236}">
                      <a16:creationId xmlns:a16="http://schemas.microsoft.com/office/drawing/2014/main" id="{C463A294-430F-1AE6-B59D-20734209A34E}"/>
                    </a:ext>
                  </a:extLst>
                </p:cNvPr>
                <p:cNvSpPr>
                  <a:spLocks noChangeShapeType="1"/>
                </p:cNvSpPr>
                <p:nvPr/>
              </p:nvSpPr>
              <p:spPr bwMode="auto">
                <a:xfrm flipV="1">
                  <a:off x="3337" y="1985"/>
                  <a:ext cx="59"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3" name="Line 360">
                  <a:extLst>
                    <a:ext uri="{FF2B5EF4-FFF2-40B4-BE49-F238E27FC236}">
                      <a16:creationId xmlns:a16="http://schemas.microsoft.com/office/drawing/2014/main" id="{26E5540B-9F65-D4E6-1406-F5BD6F3B7A7A}"/>
                    </a:ext>
                  </a:extLst>
                </p:cNvPr>
                <p:cNvSpPr>
                  <a:spLocks noChangeShapeType="1"/>
                </p:cNvSpPr>
                <p:nvPr/>
              </p:nvSpPr>
              <p:spPr bwMode="auto">
                <a:xfrm flipV="1">
                  <a:off x="3396" y="1984"/>
                  <a:ext cx="59"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4" name="Line 361">
                  <a:extLst>
                    <a:ext uri="{FF2B5EF4-FFF2-40B4-BE49-F238E27FC236}">
                      <a16:creationId xmlns:a16="http://schemas.microsoft.com/office/drawing/2014/main" id="{278B6292-01ED-0D0E-E5D3-83634962F042}"/>
                    </a:ext>
                  </a:extLst>
                </p:cNvPr>
                <p:cNvSpPr>
                  <a:spLocks noChangeShapeType="1"/>
                </p:cNvSpPr>
                <p:nvPr/>
              </p:nvSpPr>
              <p:spPr bwMode="auto">
                <a:xfrm flipV="1">
                  <a:off x="3455" y="1980"/>
                  <a:ext cx="117"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5" name="Line 362">
                  <a:extLst>
                    <a:ext uri="{FF2B5EF4-FFF2-40B4-BE49-F238E27FC236}">
                      <a16:creationId xmlns:a16="http://schemas.microsoft.com/office/drawing/2014/main" id="{99699340-1385-4257-E093-43AA0E1DD02D}"/>
                    </a:ext>
                  </a:extLst>
                </p:cNvPr>
                <p:cNvSpPr>
                  <a:spLocks noChangeShapeType="1"/>
                </p:cNvSpPr>
                <p:nvPr/>
              </p:nvSpPr>
              <p:spPr bwMode="auto">
                <a:xfrm>
                  <a:off x="3572" y="1980"/>
                  <a:ext cx="15"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6" name="Line 363">
                  <a:extLst>
                    <a:ext uri="{FF2B5EF4-FFF2-40B4-BE49-F238E27FC236}">
                      <a16:creationId xmlns:a16="http://schemas.microsoft.com/office/drawing/2014/main" id="{E8A095C9-7DCA-AF89-3205-7787B31CC8AF}"/>
                    </a:ext>
                  </a:extLst>
                </p:cNvPr>
                <p:cNvSpPr>
                  <a:spLocks noChangeShapeType="1"/>
                </p:cNvSpPr>
                <p:nvPr/>
              </p:nvSpPr>
              <p:spPr bwMode="auto">
                <a:xfrm>
                  <a:off x="3587" y="1984"/>
                  <a:ext cx="17" cy="4"/>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7" name="Line 364">
                  <a:extLst>
                    <a:ext uri="{FF2B5EF4-FFF2-40B4-BE49-F238E27FC236}">
                      <a16:creationId xmlns:a16="http://schemas.microsoft.com/office/drawing/2014/main" id="{BA24CC12-499C-F1FE-CA25-25337351019D}"/>
                    </a:ext>
                  </a:extLst>
                </p:cNvPr>
                <p:cNvSpPr>
                  <a:spLocks noChangeShapeType="1"/>
                </p:cNvSpPr>
                <p:nvPr/>
              </p:nvSpPr>
              <p:spPr bwMode="auto">
                <a:xfrm>
                  <a:off x="3604" y="1988"/>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8" name="Line 365">
                  <a:extLst>
                    <a:ext uri="{FF2B5EF4-FFF2-40B4-BE49-F238E27FC236}">
                      <a16:creationId xmlns:a16="http://schemas.microsoft.com/office/drawing/2014/main" id="{891AC38A-61F5-9B91-6E8F-5CF72703E8D9}"/>
                    </a:ext>
                  </a:extLst>
                </p:cNvPr>
                <p:cNvSpPr>
                  <a:spLocks noChangeShapeType="1"/>
                </p:cNvSpPr>
                <p:nvPr/>
              </p:nvSpPr>
              <p:spPr bwMode="auto">
                <a:xfrm>
                  <a:off x="3638" y="1998"/>
                  <a:ext cx="32" cy="8"/>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59" name="Line 366">
                  <a:extLst>
                    <a:ext uri="{FF2B5EF4-FFF2-40B4-BE49-F238E27FC236}">
                      <a16:creationId xmlns:a16="http://schemas.microsoft.com/office/drawing/2014/main" id="{F94F823C-8382-6F10-EEEB-234979A5827D}"/>
                    </a:ext>
                  </a:extLst>
                </p:cNvPr>
                <p:cNvSpPr>
                  <a:spLocks noChangeShapeType="1"/>
                </p:cNvSpPr>
                <p:nvPr/>
              </p:nvSpPr>
              <p:spPr bwMode="auto">
                <a:xfrm>
                  <a:off x="3670" y="2006"/>
                  <a:ext cx="17"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0" name="Line 367">
                  <a:extLst>
                    <a:ext uri="{FF2B5EF4-FFF2-40B4-BE49-F238E27FC236}">
                      <a16:creationId xmlns:a16="http://schemas.microsoft.com/office/drawing/2014/main" id="{E0064545-4618-20E6-3E7D-460B2BD4E706}"/>
                    </a:ext>
                  </a:extLst>
                </p:cNvPr>
                <p:cNvSpPr>
                  <a:spLocks noChangeShapeType="1"/>
                </p:cNvSpPr>
                <p:nvPr/>
              </p:nvSpPr>
              <p:spPr bwMode="auto">
                <a:xfrm>
                  <a:off x="3687" y="2010"/>
                  <a:ext cx="14" cy="1"/>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1" name="Line 368">
                  <a:extLst>
                    <a:ext uri="{FF2B5EF4-FFF2-40B4-BE49-F238E27FC236}">
                      <a16:creationId xmlns:a16="http://schemas.microsoft.com/office/drawing/2014/main" id="{35ED6162-83FD-636D-2A23-0D36F0B5C919}"/>
                    </a:ext>
                  </a:extLst>
                </p:cNvPr>
                <p:cNvSpPr>
                  <a:spLocks noChangeShapeType="1"/>
                </p:cNvSpPr>
                <p:nvPr/>
              </p:nvSpPr>
              <p:spPr bwMode="auto">
                <a:xfrm>
                  <a:off x="3701" y="2011"/>
                  <a:ext cx="84"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2" name="Line 369">
                  <a:extLst>
                    <a:ext uri="{FF2B5EF4-FFF2-40B4-BE49-F238E27FC236}">
                      <a16:creationId xmlns:a16="http://schemas.microsoft.com/office/drawing/2014/main" id="{DFFFB3C8-BDB8-34BC-9932-C81CAA7315C0}"/>
                    </a:ext>
                  </a:extLst>
                </p:cNvPr>
                <p:cNvSpPr>
                  <a:spLocks noChangeShapeType="1"/>
                </p:cNvSpPr>
                <p:nvPr/>
              </p:nvSpPr>
              <p:spPr bwMode="auto">
                <a:xfrm>
                  <a:off x="3785" y="2016"/>
                  <a:ext cx="58"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3" name="Line 370">
                  <a:extLst>
                    <a:ext uri="{FF2B5EF4-FFF2-40B4-BE49-F238E27FC236}">
                      <a16:creationId xmlns:a16="http://schemas.microsoft.com/office/drawing/2014/main" id="{8CE02A96-5965-D6F7-2F18-4D1CCA894BE1}"/>
                    </a:ext>
                  </a:extLst>
                </p:cNvPr>
                <p:cNvSpPr>
                  <a:spLocks noChangeShapeType="1"/>
                </p:cNvSpPr>
                <p:nvPr/>
              </p:nvSpPr>
              <p:spPr bwMode="auto">
                <a:xfrm>
                  <a:off x="3843" y="2021"/>
                  <a:ext cx="66"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4" name="Line 371">
                  <a:extLst>
                    <a:ext uri="{FF2B5EF4-FFF2-40B4-BE49-F238E27FC236}">
                      <a16:creationId xmlns:a16="http://schemas.microsoft.com/office/drawing/2014/main" id="{B70F60CC-AD9B-3267-684B-0D963428CB01}"/>
                    </a:ext>
                  </a:extLst>
                </p:cNvPr>
                <p:cNvSpPr>
                  <a:spLocks noChangeShapeType="1"/>
                </p:cNvSpPr>
                <p:nvPr/>
              </p:nvSpPr>
              <p:spPr bwMode="auto">
                <a:xfrm>
                  <a:off x="3909" y="2026"/>
                  <a:ext cx="2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5" name="Line 372">
                  <a:extLst>
                    <a:ext uri="{FF2B5EF4-FFF2-40B4-BE49-F238E27FC236}">
                      <a16:creationId xmlns:a16="http://schemas.microsoft.com/office/drawing/2014/main" id="{F532DB49-34E6-E71D-8FB8-57963D9B154E}"/>
                    </a:ext>
                  </a:extLst>
                </p:cNvPr>
                <p:cNvSpPr>
                  <a:spLocks noChangeShapeType="1"/>
                </p:cNvSpPr>
                <p:nvPr/>
              </p:nvSpPr>
              <p:spPr bwMode="auto">
                <a:xfrm flipV="1">
                  <a:off x="3930" y="2023"/>
                  <a:ext cx="21" cy="3"/>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6" name="Line 373">
                  <a:extLst>
                    <a:ext uri="{FF2B5EF4-FFF2-40B4-BE49-F238E27FC236}">
                      <a16:creationId xmlns:a16="http://schemas.microsoft.com/office/drawing/2014/main" id="{32995BFE-F855-7384-2B17-5C0A77EE40BE}"/>
                    </a:ext>
                  </a:extLst>
                </p:cNvPr>
                <p:cNvSpPr>
                  <a:spLocks noChangeShapeType="1"/>
                </p:cNvSpPr>
                <p:nvPr/>
              </p:nvSpPr>
              <p:spPr bwMode="auto">
                <a:xfrm flipV="1">
                  <a:off x="3951" y="2019"/>
                  <a:ext cx="2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7" name="Line 374">
                  <a:extLst>
                    <a:ext uri="{FF2B5EF4-FFF2-40B4-BE49-F238E27FC236}">
                      <a16:creationId xmlns:a16="http://schemas.microsoft.com/office/drawing/2014/main" id="{2CA07DBE-A6DE-0669-EE0B-A68504E3932C}"/>
                    </a:ext>
                  </a:extLst>
                </p:cNvPr>
                <p:cNvSpPr>
                  <a:spLocks noChangeShapeType="1"/>
                </p:cNvSpPr>
                <p:nvPr/>
              </p:nvSpPr>
              <p:spPr bwMode="auto">
                <a:xfrm flipV="1">
                  <a:off x="3978" y="2011"/>
                  <a:ext cx="39" cy="8"/>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8" name="Line 375">
                  <a:extLst>
                    <a:ext uri="{FF2B5EF4-FFF2-40B4-BE49-F238E27FC236}">
                      <a16:creationId xmlns:a16="http://schemas.microsoft.com/office/drawing/2014/main" id="{0108E79E-7B5E-AD60-10D8-AA090377852F}"/>
                    </a:ext>
                  </a:extLst>
                </p:cNvPr>
                <p:cNvSpPr>
                  <a:spLocks noChangeShapeType="1"/>
                </p:cNvSpPr>
                <p:nvPr/>
              </p:nvSpPr>
              <p:spPr bwMode="auto">
                <a:xfrm flipV="1">
                  <a:off x="4017" y="2009"/>
                  <a:ext cx="230"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69" name="Line 376">
                  <a:extLst>
                    <a:ext uri="{FF2B5EF4-FFF2-40B4-BE49-F238E27FC236}">
                      <a16:creationId xmlns:a16="http://schemas.microsoft.com/office/drawing/2014/main" id="{3E0E21D2-17DC-B1AF-9F2C-74201847D6DE}"/>
                    </a:ext>
                  </a:extLst>
                </p:cNvPr>
                <p:cNvSpPr>
                  <a:spLocks noChangeShapeType="1"/>
                </p:cNvSpPr>
                <p:nvPr/>
              </p:nvSpPr>
              <p:spPr bwMode="auto">
                <a:xfrm flipV="1">
                  <a:off x="4247" y="2006"/>
                  <a:ext cx="115"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0" name="Line 377">
                  <a:extLst>
                    <a:ext uri="{FF2B5EF4-FFF2-40B4-BE49-F238E27FC236}">
                      <a16:creationId xmlns:a16="http://schemas.microsoft.com/office/drawing/2014/main" id="{38E48ED4-474B-55B8-A8B2-98E9991988BF}"/>
                    </a:ext>
                  </a:extLst>
                </p:cNvPr>
                <p:cNvSpPr>
                  <a:spLocks noChangeShapeType="1"/>
                </p:cNvSpPr>
                <p:nvPr/>
              </p:nvSpPr>
              <p:spPr bwMode="auto">
                <a:xfrm flipV="1">
                  <a:off x="4362" y="2004"/>
                  <a:ext cx="115"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1" name="Line 378">
                  <a:extLst>
                    <a:ext uri="{FF2B5EF4-FFF2-40B4-BE49-F238E27FC236}">
                      <a16:creationId xmlns:a16="http://schemas.microsoft.com/office/drawing/2014/main" id="{F9108862-DF2D-AFBE-DDFB-A3A0A85B870B}"/>
                    </a:ext>
                  </a:extLst>
                </p:cNvPr>
                <p:cNvSpPr>
                  <a:spLocks noChangeShapeType="1"/>
                </p:cNvSpPr>
                <p:nvPr/>
              </p:nvSpPr>
              <p:spPr bwMode="auto">
                <a:xfrm flipV="1">
                  <a:off x="4477" y="2002"/>
                  <a:ext cx="24"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2" name="Line 379">
                  <a:extLst>
                    <a:ext uri="{FF2B5EF4-FFF2-40B4-BE49-F238E27FC236}">
                      <a16:creationId xmlns:a16="http://schemas.microsoft.com/office/drawing/2014/main" id="{6618EF9E-5A2F-E317-762D-BA862F170791}"/>
                    </a:ext>
                  </a:extLst>
                </p:cNvPr>
                <p:cNvSpPr>
                  <a:spLocks noChangeShapeType="1"/>
                </p:cNvSpPr>
                <p:nvPr/>
              </p:nvSpPr>
              <p:spPr bwMode="auto">
                <a:xfrm flipV="1">
                  <a:off x="4501" y="1999"/>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3" name="Line 380">
                  <a:extLst>
                    <a:ext uri="{FF2B5EF4-FFF2-40B4-BE49-F238E27FC236}">
                      <a16:creationId xmlns:a16="http://schemas.microsoft.com/office/drawing/2014/main" id="{12DFCB1B-CA32-E199-4149-7FA48BDF6391}"/>
                    </a:ext>
                  </a:extLst>
                </p:cNvPr>
                <p:cNvSpPr>
                  <a:spLocks noChangeShapeType="1"/>
                </p:cNvSpPr>
                <p:nvPr/>
              </p:nvSpPr>
              <p:spPr bwMode="auto">
                <a:xfrm flipV="1">
                  <a:off x="4523" y="1993"/>
                  <a:ext cx="44" cy="6"/>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4" name="Line 381">
                  <a:extLst>
                    <a:ext uri="{FF2B5EF4-FFF2-40B4-BE49-F238E27FC236}">
                      <a16:creationId xmlns:a16="http://schemas.microsoft.com/office/drawing/2014/main" id="{D424DCF5-B9DF-C840-0D59-393119D85A6B}"/>
                    </a:ext>
                  </a:extLst>
                </p:cNvPr>
                <p:cNvSpPr>
                  <a:spLocks noChangeShapeType="1"/>
                </p:cNvSpPr>
                <p:nvPr/>
              </p:nvSpPr>
              <p:spPr bwMode="auto">
                <a:xfrm flipV="1">
                  <a:off x="4567" y="1990"/>
                  <a:ext cx="22" cy="3"/>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5" name="Line 382">
                  <a:extLst>
                    <a:ext uri="{FF2B5EF4-FFF2-40B4-BE49-F238E27FC236}">
                      <a16:creationId xmlns:a16="http://schemas.microsoft.com/office/drawing/2014/main" id="{EBB8CA02-927A-B073-07CD-AD8073456D53}"/>
                    </a:ext>
                  </a:extLst>
                </p:cNvPr>
                <p:cNvSpPr>
                  <a:spLocks noChangeShapeType="1"/>
                </p:cNvSpPr>
                <p:nvPr/>
              </p:nvSpPr>
              <p:spPr bwMode="auto">
                <a:xfrm flipV="1">
                  <a:off x="4589" y="1989"/>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6" name="Line 383">
                  <a:extLst>
                    <a:ext uri="{FF2B5EF4-FFF2-40B4-BE49-F238E27FC236}">
                      <a16:creationId xmlns:a16="http://schemas.microsoft.com/office/drawing/2014/main" id="{18F9FA36-9340-5918-C5B3-EE73BBEFCE29}"/>
                    </a:ext>
                  </a:extLst>
                </p:cNvPr>
                <p:cNvSpPr>
                  <a:spLocks noChangeShapeType="1"/>
                </p:cNvSpPr>
                <p:nvPr/>
              </p:nvSpPr>
              <p:spPr bwMode="auto">
                <a:xfrm>
                  <a:off x="4611" y="1989"/>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7" name="Line 384">
                  <a:extLst>
                    <a:ext uri="{FF2B5EF4-FFF2-40B4-BE49-F238E27FC236}">
                      <a16:creationId xmlns:a16="http://schemas.microsoft.com/office/drawing/2014/main" id="{693898C6-DF1B-F88B-9E01-6A870B15B434}"/>
                    </a:ext>
                  </a:extLst>
                </p:cNvPr>
                <p:cNvSpPr>
                  <a:spLocks noChangeShapeType="1"/>
                </p:cNvSpPr>
                <p:nvPr/>
              </p:nvSpPr>
              <p:spPr bwMode="auto">
                <a:xfrm>
                  <a:off x="4633" y="1991"/>
                  <a:ext cx="11"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8" name="Line 385">
                  <a:extLst>
                    <a:ext uri="{FF2B5EF4-FFF2-40B4-BE49-F238E27FC236}">
                      <a16:creationId xmlns:a16="http://schemas.microsoft.com/office/drawing/2014/main" id="{02CD788A-8B3A-126B-9090-25EB44C1B3A9}"/>
                    </a:ext>
                  </a:extLst>
                </p:cNvPr>
                <p:cNvSpPr>
                  <a:spLocks noChangeShapeType="1"/>
                </p:cNvSpPr>
                <p:nvPr/>
              </p:nvSpPr>
              <p:spPr bwMode="auto">
                <a:xfrm>
                  <a:off x="4644" y="1993"/>
                  <a:ext cx="12" cy="3"/>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79" name="Line 386">
                  <a:extLst>
                    <a:ext uri="{FF2B5EF4-FFF2-40B4-BE49-F238E27FC236}">
                      <a16:creationId xmlns:a16="http://schemas.microsoft.com/office/drawing/2014/main" id="{27833CB8-70D3-BD4A-8DAC-BAF89F9BB497}"/>
                    </a:ext>
                  </a:extLst>
                </p:cNvPr>
                <p:cNvSpPr>
                  <a:spLocks noChangeShapeType="1"/>
                </p:cNvSpPr>
                <p:nvPr/>
              </p:nvSpPr>
              <p:spPr bwMode="auto">
                <a:xfrm>
                  <a:off x="4656" y="1996"/>
                  <a:ext cx="79"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0" name="Line 387">
                  <a:extLst>
                    <a:ext uri="{FF2B5EF4-FFF2-40B4-BE49-F238E27FC236}">
                      <a16:creationId xmlns:a16="http://schemas.microsoft.com/office/drawing/2014/main" id="{712AB605-C98F-E80C-85F4-B854EC4F9C35}"/>
                    </a:ext>
                  </a:extLst>
                </p:cNvPr>
                <p:cNvSpPr>
                  <a:spLocks noChangeShapeType="1"/>
                </p:cNvSpPr>
                <p:nvPr/>
              </p:nvSpPr>
              <p:spPr bwMode="auto">
                <a:xfrm>
                  <a:off x="4735" y="2006"/>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1" name="Line 388">
                  <a:extLst>
                    <a:ext uri="{FF2B5EF4-FFF2-40B4-BE49-F238E27FC236}">
                      <a16:creationId xmlns:a16="http://schemas.microsoft.com/office/drawing/2014/main" id="{3FF19C2E-69E6-B781-8A17-14E2BE56980E}"/>
                    </a:ext>
                  </a:extLst>
                </p:cNvPr>
                <p:cNvSpPr>
                  <a:spLocks noChangeShapeType="1"/>
                </p:cNvSpPr>
                <p:nvPr/>
              </p:nvSpPr>
              <p:spPr bwMode="auto">
                <a:xfrm>
                  <a:off x="4797" y="2012"/>
                  <a:ext cx="72"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2" name="Line 389">
                  <a:extLst>
                    <a:ext uri="{FF2B5EF4-FFF2-40B4-BE49-F238E27FC236}">
                      <a16:creationId xmlns:a16="http://schemas.microsoft.com/office/drawing/2014/main" id="{77E046AC-A709-3634-2AA7-EFC1AB66B9C9}"/>
                    </a:ext>
                  </a:extLst>
                </p:cNvPr>
                <p:cNvSpPr>
                  <a:spLocks noChangeShapeType="1"/>
                </p:cNvSpPr>
                <p:nvPr/>
              </p:nvSpPr>
              <p:spPr bwMode="auto">
                <a:xfrm>
                  <a:off x="4869" y="2016"/>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3" name="Line 390">
                  <a:extLst>
                    <a:ext uri="{FF2B5EF4-FFF2-40B4-BE49-F238E27FC236}">
                      <a16:creationId xmlns:a16="http://schemas.microsoft.com/office/drawing/2014/main" id="{117BDA9A-1A6D-2569-4D90-E404B6DF5904}"/>
                    </a:ext>
                  </a:extLst>
                </p:cNvPr>
                <p:cNvSpPr>
                  <a:spLocks noChangeShapeType="1"/>
                </p:cNvSpPr>
                <p:nvPr/>
              </p:nvSpPr>
              <p:spPr bwMode="auto">
                <a:xfrm flipV="1">
                  <a:off x="4979" y="2011"/>
                  <a:ext cx="18"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4" name="Line 391">
                  <a:extLst>
                    <a:ext uri="{FF2B5EF4-FFF2-40B4-BE49-F238E27FC236}">
                      <a16:creationId xmlns:a16="http://schemas.microsoft.com/office/drawing/2014/main" id="{8EDEE7D1-02A3-5D73-FABA-E49F6794D806}"/>
                    </a:ext>
                  </a:extLst>
                </p:cNvPr>
                <p:cNvSpPr>
                  <a:spLocks noChangeShapeType="1"/>
                </p:cNvSpPr>
                <p:nvPr/>
              </p:nvSpPr>
              <p:spPr bwMode="auto">
                <a:xfrm flipV="1">
                  <a:off x="4997" y="2006"/>
                  <a:ext cx="16"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5" name="Line 392">
                  <a:extLst>
                    <a:ext uri="{FF2B5EF4-FFF2-40B4-BE49-F238E27FC236}">
                      <a16:creationId xmlns:a16="http://schemas.microsoft.com/office/drawing/2014/main" id="{921FB204-D9EA-A746-5F1B-790FEFAAC1B2}"/>
                    </a:ext>
                  </a:extLst>
                </p:cNvPr>
                <p:cNvSpPr>
                  <a:spLocks noChangeShapeType="1"/>
                </p:cNvSpPr>
                <p:nvPr/>
              </p:nvSpPr>
              <p:spPr bwMode="auto">
                <a:xfrm flipV="1">
                  <a:off x="5013" y="2005"/>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6" name="Line 393">
                  <a:extLst>
                    <a:ext uri="{FF2B5EF4-FFF2-40B4-BE49-F238E27FC236}">
                      <a16:creationId xmlns:a16="http://schemas.microsoft.com/office/drawing/2014/main" id="{8522F1A2-F5E4-4393-5389-2436BA26C0D2}"/>
                    </a:ext>
                  </a:extLst>
                </p:cNvPr>
                <p:cNvSpPr>
                  <a:spLocks noChangeShapeType="1"/>
                </p:cNvSpPr>
                <p:nvPr/>
              </p:nvSpPr>
              <p:spPr bwMode="auto">
                <a:xfrm flipV="1">
                  <a:off x="5021" y="2004"/>
                  <a:ext cx="6"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7" name="Line 394">
                  <a:extLst>
                    <a:ext uri="{FF2B5EF4-FFF2-40B4-BE49-F238E27FC236}">
                      <a16:creationId xmlns:a16="http://schemas.microsoft.com/office/drawing/2014/main" id="{F2A341BC-4C62-60E7-3C2A-C67535BF4FD4}"/>
                    </a:ext>
                  </a:extLst>
                </p:cNvPr>
                <p:cNvSpPr>
                  <a:spLocks noChangeShapeType="1"/>
                </p:cNvSpPr>
                <p:nvPr/>
              </p:nvSpPr>
              <p:spPr bwMode="auto">
                <a:xfrm>
                  <a:off x="5027" y="2004"/>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8" name="Line 395">
                  <a:extLst>
                    <a:ext uri="{FF2B5EF4-FFF2-40B4-BE49-F238E27FC236}">
                      <a16:creationId xmlns:a16="http://schemas.microsoft.com/office/drawing/2014/main" id="{50AF16F2-C450-506B-AA27-B49548C6E0A1}"/>
                    </a:ext>
                  </a:extLst>
                </p:cNvPr>
                <p:cNvSpPr>
                  <a:spLocks noChangeShapeType="1"/>
                </p:cNvSpPr>
                <p:nvPr/>
              </p:nvSpPr>
              <p:spPr bwMode="auto">
                <a:xfrm>
                  <a:off x="5031" y="2004"/>
                  <a:ext cx="4"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89" name="Line 396">
                  <a:extLst>
                    <a:ext uri="{FF2B5EF4-FFF2-40B4-BE49-F238E27FC236}">
                      <a16:creationId xmlns:a16="http://schemas.microsoft.com/office/drawing/2014/main" id="{6DB8AE4B-341B-9FBD-716C-1249E700DB24}"/>
                    </a:ext>
                  </a:extLst>
                </p:cNvPr>
                <p:cNvSpPr>
                  <a:spLocks noChangeShapeType="1"/>
                </p:cNvSpPr>
                <p:nvPr/>
              </p:nvSpPr>
              <p:spPr bwMode="auto">
                <a:xfrm>
                  <a:off x="5035" y="2005"/>
                  <a:ext cx="5"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0" name="Line 397">
                  <a:extLst>
                    <a:ext uri="{FF2B5EF4-FFF2-40B4-BE49-F238E27FC236}">
                      <a16:creationId xmlns:a16="http://schemas.microsoft.com/office/drawing/2014/main" id="{7533C9D8-94CB-DBA4-EC5E-A5BEF7ED6F10}"/>
                    </a:ext>
                  </a:extLst>
                </p:cNvPr>
                <p:cNvSpPr>
                  <a:spLocks noChangeShapeType="1"/>
                </p:cNvSpPr>
                <p:nvPr/>
              </p:nvSpPr>
              <p:spPr bwMode="auto">
                <a:xfrm>
                  <a:off x="5040" y="2010"/>
                  <a:ext cx="7"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1" name="Line 398">
                  <a:extLst>
                    <a:ext uri="{FF2B5EF4-FFF2-40B4-BE49-F238E27FC236}">
                      <a16:creationId xmlns:a16="http://schemas.microsoft.com/office/drawing/2014/main" id="{5F3E14B4-F644-FD0B-8C20-7A0F86CF1048}"/>
                    </a:ext>
                  </a:extLst>
                </p:cNvPr>
                <p:cNvSpPr>
                  <a:spLocks noChangeShapeType="1"/>
                </p:cNvSpPr>
                <p:nvPr/>
              </p:nvSpPr>
              <p:spPr bwMode="auto">
                <a:xfrm>
                  <a:off x="5047" y="2015"/>
                  <a:ext cx="5"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2" name="Line 399">
                  <a:extLst>
                    <a:ext uri="{FF2B5EF4-FFF2-40B4-BE49-F238E27FC236}">
                      <a16:creationId xmlns:a16="http://schemas.microsoft.com/office/drawing/2014/main" id="{946DA70A-50BE-32FA-E3D1-04DC8A38A031}"/>
                    </a:ext>
                  </a:extLst>
                </p:cNvPr>
                <p:cNvSpPr>
                  <a:spLocks noChangeShapeType="1"/>
                </p:cNvSpPr>
                <p:nvPr/>
              </p:nvSpPr>
              <p:spPr bwMode="auto">
                <a:xfrm flipV="1">
                  <a:off x="5052" y="1935"/>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3" name="Line 400">
                  <a:extLst>
                    <a:ext uri="{FF2B5EF4-FFF2-40B4-BE49-F238E27FC236}">
                      <a16:creationId xmlns:a16="http://schemas.microsoft.com/office/drawing/2014/main" id="{AEAD0EAD-F51A-0FB8-46B8-1C9ECF6B4688}"/>
                    </a:ext>
                  </a:extLst>
                </p:cNvPr>
                <p:cNvSpPr>
                  <a:spLocks noChangeShapeType="1"/>
                </p:cNvSpPr>
                <p:nvPr/>
              </p:nvSpPr>
              <p:spPr bwMode="auto">
                <a:xfrm flipH="1" flipV="1">
                  <a:off x="5054" y="1916"/>
                  <a:ext cx="6" cy="19"/>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4" name="Line 401">
                  <a:extLst>
                    <a:ext uri="{FF2B5EF4-FFF2-40B4-BE49-F238E27FC236}">
                      <a16:creationId xmlns:a16="http://schemas.microsoft.com/office/drawing/2014/main" id="{87CD0618-FEAC-A0ED-69E8-340ACF2BC4FF}"/>
                    </a:ext>
                  </a:extLst>
                </p:cNvPr>
                <p:cNvSpPr>
                  <a:spLocks noChangeShapeType="1"/>
                </p:cNvSpPr>
                <p:nvPr/>
              </p:nvSpPr>
              <p:spPr bwMode="auto">
                <a:xfrm flipH="1" flipV="1">
                  <a:off x="5049" y="1897"/>
                  <a:ext cx="5" cy="19"/>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5" name="Line 402">
                  <a:extLst>
                    <a:ext uri="{FF2B5EF4-FFF2-40B4-BE49-F238E27FC236}">
                      <a16:creationId xmlns:a16="http://schemas.microsoft.com/office/drawing/2014/main" id="{FB14D565-D690-E3BA-3051-AE361E7BAE22}"/>
                    </a:ext>
                  </a:extLst>
                </p:cNvPr>
                <p:cNvSpPr>
                  <a:spLocks noChangeShapeType="1"/>
                </p:cNvSpPr>
                <p:nvPr/>
              </p:nvSpPr>
              <p:spPr bwMode="auto">
                <a:xfrm flipH="1" flipV="1">
                  <a:off x="5047" y="1878"/>
                  <a:ext cx="2" cy="1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6" name="Line 403">
                  <a:extLst>
                    <a:ext uri="{FF2B5EF4-FFF2-40B4-BE49-F238E27FC236}">
                      <a16:creationId xmlns:a16="http://schemas.microsoft.com/office/drawing/2014/main" id="{17706D68-E0B1-3189-845B-6E61DEA8D60D}"/>
                    </a:ext>
                  </a:extLst>
                </p:cNvPr>
                <p:cNvSpPr>
                  <a:spLocks noChangeShapeType="1"/>
                </p:cNvSpPr>
                <p:nvPr/>
              </p:nvSpPr>
              <p:spPr bwMode="auto">
                <a:xfrm flipH="1" flipV="1">
                  <a:off x="5044" y="1858"/>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7" name="Line 404">
                  <a:extLst>
                    <a:ext uri="{FF2B5EF4-FFF2-40B4-BE49-F238E27FC236}">
                      <a16:creationId xmlns:a16="http://schemas.microsoft.com/office/drawing/2014/main" id="{28DE45F0-F726-9147-A3FC-FA4E184DDDE6}"/>
                    </a:ext>
                  </a:extLst>
                </p:cNvPr>
                <p:cNvSpPr>
                  <a:spLocks noChangeShapeType="1"/>
                </p:cNvSpPr>
                <p:nvPr/>
              </p:nvSpPr>
              <p:spPr bwMode="auto">
                <a:xfrm flipH="1" flipV="1">
                  <a:off x="5040" y="1819"/>
                  <a:ext cx="4"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8" name="Line 405">
                  <a:extLst>
                    <a:ext uri="{FF2B5EF4-FFF2-40B4-BE49-F238E27FC236}">
                      <a16:creationId xmlns:a16="http://schemas.microsoft.com/office/drawing/2014/main" id="{3C465986-E2B9-6C54-0C59-8F330459558A}"/>
                    </a:ext>
                  </a:extLst>
                </p:cNvPr>
                <p:cNvSpPr>
                  <a:spLocks noChangeShapeType="1"/>
                </p:cNvSpPr>
                <p:nvPr/>
              </p:nvSpPr>
              <p:spPr bwMode="auto">
                <a:xfrm flipV="1">
                  <a:off x="5040" y="1778"/>
                  <a:ext cx="1"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199" name="Line 406">
                  <a:extLst>
                    <a:ext uri="{FF2B5EF4-FFF2-40B4-BE49-F238E27FC236}">
                      <a16:creationId xmlns:a16="http://schemas.microsoft.com/office/drawing/2014/main" id="{BFC436BB-6CBF-7192-D58D-3EDADBDFD4E1}"/>
                    </a:ext>
                  </a:extLst>
                </p:cNvPr>
                <p:cNvSpPr>
                  <a:spLocks noChangeShapeType="1"/>
                </p:cNvSpPr>
                <p:nvPr/>
              </p:nvSpPr>
              <p:spPr bwMode="auto">
                <a:xfrm flipV="1">
                  <a:off x="5040" y="1738"/>
                  <a:ext cx="3"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00" name="Line 407">
                  <a:extLst>
                    <a:ext uri="{FF2B5EF4-FFF2-40B4-BE49-F238E27FC236}">
                      <a16:creationId xmlns:a16="http://schemas.microsoft.com/office/drawing/2014/main" id="{EA61CB41-7168-AFA3-912A-99E3709B582A}"/>
                    </a:ext>
                  </a:extLst>
                </p:cNvPr>
                <p:cNvSpPr>
                  <a:spLocks noChangeShapeType="1"/>
                </p:cNvSpPr>
                <p:nvPr/>
              </p:nvSpPr>
              <p:spPr bwMode="auto">
                <a:xfrm flipV="1">
                  <a:off x="5043" y="1698"/>
                  <a:ext cx="2"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01" name="Line 408">
                  <a:extLst>
                    <a:ext uri="{FF2B5EF4-FFF2-40B4-BE49-F238E27FC236}">
                      <a16:creationId xmlns:a16="http://schemas.microsoft.com/office/drawing/2014/main" id="{288ED862-409A-9AF4-7542-E75F139A52BA}"/>
                    </a:ext>
                  </a:extLst>
                </p:cNvPr>
                <p:cNvSpPr>
                  <a:spLocks noChangeShapeType="1"/>
                </p:cNvSpPr>
                <p:nvPr/>
              </p:nvSpPr>
              <p:spPr bwMode="auto">
                <a:xfrm flipV="1">
                  <a:off x="5045" y="1619"/>
                  <a:ext cx="7"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02" name="Line 409">
                  <a:extLst>
                    <a:ext uri="{FF2B5EF4-FFF2-40B4-BE49-F238E27FC236}">
                      <a16:creationId xmlns:a16="http://schemas.microsoft.com/office/drawing/2014/main" id="{9C2D8A62-7ADD-7D22-D885-66BC0E1D49BA}"/>
                    </a:ext>
                  </a:extLst>
                </p:cNvPr>
                <p:cNvSpPr>
                  <a:spLocks noChangeShapeType="1"/>
                </p:cNvSpPr>
                <p:nvPr/>
              </p:nvSpPr>
              <p:spPr bwMode="auto">
                <a:xfrm flipH="1">
                  <a:off x="3071" y="1619"/>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03" name="Freeform 410">
                  <a:extLst>
                    <a:ext uri="{FF2B5EF4-FFF2-40B4-BE49-F238E27FC236}">
                      <a16:creationId xmlns:a16="http://schemas.microsoft.com/office/drawing/2014/main" id="{7DED15A6-B83D-883B-6EEE-5C11E81E297F}"/>
                    </a:ext>
                  </a:extLst>
                </p:cNvPr>
                <p:cNvSpPr>
                  <a:spLocks/>
                </p:cNvSpPr>
                <p:nvPr/>
              </p:nvSpPr>
              <p:spPr bwMode="auto">
                <a:xfrm>
                  <a:off x="2982" y="1565"/>
                  <a:ext cx="145" cy="132"/>
                </a:xfrm>
                <a:custGeom>
                  <a:avLst/>
                  <a:gdLst>
                    <a:gd name="T0" fmla="*/ 7 w 145"/>
                    <a:gd name="T1" fmla="*/ 131 h 132"/>
                    <a:gd name="T2" fmla="*/ 0 w 145"/>
                    <a:gd name="T3" fmla="*/ 132 h 132"/>
                    <a:gd name="T4" fmla="*/ 137 w 145"/>
                    <a:gd name="T5" fmla="*/ 1 h 132"/>
                    <a:gd name="T6" fmla="*/ 145 w 145"/>
                    <a:gd name="T7" fmla="*/ 0 h 132"/>
                    <a:gd name="T8" fmla="*/ 7 w 145"/>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7" y="131"/>
                      </a:moveTo>
                      <a:lnTo>
                        <a:pt x="0" y="132"/>
                      </a:lnTo>
                      <a:lnTo>
                        <a:pt x="137" y="1"/>
                      </a:lnTo>
                      <a:lnTo>
                        <a:pt x="145" y="0"/>
                      </a:lnTo>
                      <a:lnTo>
                        <a:pt x="7"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04" name="Line 411">
                  <a:extLst>
                    <a:ext uri="{FF2B5EF4-FFF2-40B4-BE49-F238E27FC236}">
                      <a16:creationId xmlns:a16="http://schemas.microsoft.com/office/drawing/2014/main" id="{986B9B71-E66C-354A-F9A6-537A58FDC8F6}"/>
                    </a:ext>
                  </a:extLst>
                </p:cNvPr>
                <p:cNvSpPr>
                  <a:spLocks noChangeShapeType="1"/>
                </p:cNvSpPr>
                <p:nvPr/>
              </p:nvSpPr>
              <p:spPr bwMode="auto">
                <a:xfrm flipV="1">
                  <a:off x="2989" y="1565"/>
                  <a:ext cx="138"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205" name="Freeform 412">
                  <a:extLst>
                    <a:ext uri="{FF2B5EF4-FFF2-40B4-BE49-F238E27FC236}">
                      <a16:creationId xmlns:a16="http://schemas.microsoft.com/office/drawing/2014/main" id="{BCC2EF39-3848-C607-F9F6-804FE32EBE20}"/>
                    </a:ext>
                  </a:extLst>
                </p:cNvPr>
                <p:cNvSpPr>
                  <a:spLocks/>
                </p:cNvSpPr>
                <p:nvPr/>
              </p:nvSpPr>
              <p:spPr bwMode="auto">
                <a:xfrm>
                  <a:off x="2986" y="1565"/>
                  <a:ext cx="141" cy="131"/>
                </a:xfrm>
                <a:custGeom>
                  <a:avLst/>
                  <a:gdLst>
                    <a:gd name="T0" fmla="*/ 3 w 141"/>
                    <a:gd name="T1" fmla="*/ 131 h 131"/>
                    <a:gd name="T2" fmla="*/ 0 w 141"/>
                    <a:gd name="T3" fmla="*/ 131 h 131"/>
                    <a:gd name="T4" fmla="*/ 137 w 141"/>
                    <a:gd name="T5" fmla="*/ 0 h 131"/>
                    <a:gd name="T6" fmla="*/ 141 w 141"/>
                    <a:gd name="T7" fmla="*/ 0 h 131"/>
                    <a:gd name="T8" fmla="*/ 3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3" y="131"/>
                      </a:moveTo>
                      <a:lnTo>
                        <a:pt x="0" y="131"/>
                      </a:lnTo>
                      <a:lnTo>
                        <a:pt x="137" y="0"/>
                      </a:lnTo>
                      <a:lnTo>
                        <a:pt x="141" y="0"/>
                      </a:lnTo>
                      <a:lnTo>
                        <a:pt x="3"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06" name="Freeform 413">
                  <a:extLst>
                    <a:ext uri="{FF2B5EF4-FFF2-40B4-BE49-F238E27FC236}">
                      <a16:creationId xmlns:a16="http://schemas.microsoft.com/office/drawing/2014/main" id="{27A541B5-829A-49BE-0317-D13F497F0E3D}"/>
                    </a:ext>
                  </a:extLst>
                </p:cNvPr>
                <p:cNvSpPr>
                  <a:spLocks/>
                </p:cNvSpPr>
                <p:nvPr/>
              </p:nvSpPr>
              <p:spPr bwMode="auto">
                <a:xfrm>
                  <a:off x="2982" y="1565"/>
                  <a:ext cx="141" cy="132"/>
                </a:xfrm>
                <a:custGeom>
                  <a:avLst/>
                  <a:gdLst>
                    <a:gd name="T0" fmla="*/ 4 w 141"/>
                    <a:gd name="T1" fmla="*/ 131 h 132"/>
                    <a:gd name="T2" fmla="*/ 0 w 141"/>
                    <a:gd name="T3" fmla="*/ 132 h 132"/>
                    <a:gd name="T4" fmla="*/ 137 w 141"/>
                    <a:gd name="T5" fmla="*/ 1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7" y="1"/>
                      </a:lnTo>
                      <a:lnTo>
                        <a:pt x="141" y="0"/>
                      </a:lnTo>
                      <a:lnTo>
                        <a:pt x="4"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07" name="Freeform 414">
                  <a:extLst>
                    <a:ext uri="{FF2B5EF4-FFF2-40B4-BE49-F238E27FC236}">
                      <a16:creationId xmlns:a16="http://schemas.microsoft.com/office/drawing/2014/main" id="{78C90908-91A7-464E-C28C-5BFA6D0CCBDB}"/>
                    </a:ext>
                  </a:extLst>
                </p:cNvPr>
                <p:cNvSpPr>
                  <a:spLocks/>
                </p:cNvSpPr>
                <p:nvPr/>
              </p:nvSpPr>
              <p:spPr bwMode="auto">
                <a:xfrm>
                  <a:off x="2971" y="1566"/>
                  <a:ext cx="148" cy="131"/>
                </a:xfrm>
                <a:custGeom>
                  <a:avLst/>
                  <a:gdLst>
                    <a:gd name="T0" fmla="*/ 11 w 148"/>
                    <a:gd name="T1" fmla="*/ 131 h 131"/>
                    <a:gd name="T2" fmla="*/ 0 w 148"/>
                    <a:gd name="T3" fmla="*/ 131 h 131"/>
                    <a:gd name="T4" fmla="*/ 139 w 148"/>
                    <a:gd name="T5" fmla="*/ 0 h 131"/>
                    <a:gd name="T6" fmla="*/ 148 w 148"/>
                    <a:gd name="T7" fmla="*/ 0 h 131"/>
                    <a:gd name="T8" fmla="*/ 11 w 14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131">
                      <a:moveTo>
                        <a:pt x="11" y="131"/>
                      </a:moveTo>
                      <a:lnTo>
                        <a:pt x="0" y="131"/>
                      </a:lnTo>
                      <a:lnTo>
                        <a:pt x="139" y="0"/>
                      </a:lnTo>
                      <a:lnTo>
                        <a:pt x="148" y="0"/>
                      </a:lnTo>
                      <a:lnTo>
                        <a:pt x="11"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208" name="Line 415">
                  <a:extLst>
                    <a:ext uri="{FF2B5EF4-FFF2-40B4-BE49-F238E27FC236}">
                      <a16:creationId xmlns:a16="http://schemas.microsoft.com/office/drawing/2014/main" id="{ED85D8D6-1899-F6E6-9431-7C58607DB613}"/>
                    </a:ext>
                  </a:extLst>
                </p:cNvPr>
                <p:cNvSpPr>
                  <a:spLocks noChangeShapeType="1"/>
                </p:cNvSpPr>
                <p:nvPr/>
              </p:nvSpPr>
              <p:spPr bwMode="auto">
                <a:xfrm flipV="1">
                  <a:off x="2982" y="1566"/>
                  <a:ext cx="137" cy="131"/>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5792" name="Group 416">
                <a:extLst>
                  <a:ext uri="{FF2B5EF4-FFF2-40B4-BE49-F238E27FC236}">
                    <a16:creationId xmlns:a16="http://schemas.microsoft.com/office/drawing/2014/main" id="{0FBD654F-AF32-DD44-9CC3-9C91F6166ACD}"/>
                  </a:ext>
                </a:extLst>
              </p:cNvPr>
              <p:cNvGrpSpPr>
                <a:grpSpLocks/>
              </p:cNvGrpSpPr>
              <p:nvPr/>
            </p:nvGrpSpPr>
            <p:grpSpPr bwMode="auto">
              <a:xfrm>
                <a:off x="2932" y="652"/>
                <a:ext cx="2582" cy="1556"/>
                <a:chOff x="2932" y="652"/>
                <a:chExt cx="2582" cy="1556"/>
              </a:xfrm>
            </p:grpSpPr>
            <p:sp>
              <p:nvSpPr>
                <p:cNvPr id="75809" name="Freeform 417">
                  <a:extLst>
                    <a:ext uri="{FF2B5EF4-FFF2-40B4-BE49-F238E27FC236}">
                      <a16:creationId xmlns:a16="http://schemas.microsoft.com/office/drawing/2014/main" id="{C2DE2C22-F6C2-0EBF-2F7D-61629FE9A3E0}"/>
                    </a:ext>
                  </a:extLst>
                </p:cNvPr>
                <p:cNvSpPr>
                  <a:spLocks/>
                </p:cNvSpPr>
                <p:nvPr/>
              </p:nvSpPr>
              <p:spPr bwMode="auto">
                <a:xfrm>
                  <a:off x="2978" y="1566"/>
                  <a:ext cx="141" cy="131"/>
                </a:xfrm>
                <a:custGeom>
                  <a:avLst/>
                  <a:gdLst>
                    <a:gd name="T0" fmla="*/ 4 w 141"/>
                    <a:gd name="T1" fmla="*/ 131 h 131"/>
                    <a:gd name="T2" fmla="*/ 0 w 141"/>
                    <a:gd name="T3" fmla="*/ 131 h 131"/>
                    <a:gd name="T4" fmla="*/ 137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7" y="0"/>
                      </a:lnTo>
                      <a:lnTo>
                        <a:pt x="141" y="0"/>
                      </a:lnTo>
                      <a:lnTo>
                        <a:pt x="4"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0" name="Freeform 418">
                  <a:extLst>
                    <a:ext uri="{FF2B5EF4-FFF2-40B4-BE49-F238E27FC236}">
                      <a16:creationId xmlns:a16="http://schemas.microsoft.com/office/drawing/2014/main" id="{11E74096-5B1B-5437-CF97-1518F7A47D66}"/>
                    </a:ext>
                  </a:extLst>
                </p:cNvPr>
                <p:cNvSpPr>
                  <a:spLocks/>
                </p:cNvSpPr>
                <p:nvPr/>
              </p:nvSpPr>
              <p:spPr bwMode="auto">
                <a:xfrm>
                  <a:off x="2975" y="1566"/>
                  <a:ext cx="140" cy="131"/>
                </a:xfrm>
                <a:custGeom>
                  <a:avLst/>
                  <a:gdLst>
                    <a:gd name="T0" fmla="*/ 3 w 140"/>
                    <a:gd name="T1" fmla="*/ 131 h 131"/>
                    <a:gd name="T2" fmla="*/ 0 w 140"/>
                    <a:gd name="T3" fmla="*/ 131 h 131"/>
                    <a:gd name="T4" fmla="*/ 137 w 140"/>
                    <a:gd name="T5" fmla="*/ 0 h 131"/>
                    <a:gd name="T6" fmla="*/ 140 w 140"/>
                    <a:gd name="T7" fmla="*/ 0 h 131"/>
                    <a:gd name="T8" fmla="*/ 3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3" y="131"/>
                      </a:moveTo>
                      <a:lnTo>
                        <a:pt x="0" y="131"/>
                      </a:lnTo>
                      <a:lnTo>
                        <a:pt x="137" y="0"/>
                      </a:lnTo>
                      <a:lnTo>
                        <a:pt x="140" y="0"/>
                      </a:lnTo>
                      <a:lnTo>
                        <a:pt x="3"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1" name="Freeform 419">
                  <a:extLst>
                    <a:ext uri="{FF2B5EF4-FFF2-40B4-BE49-F238E27FC236}">
                      <a16:creationId xmlns:a16="http://schemas.microsoft.com/office/drawing/2014/main" id="{C2C9DD22-4470-DE3D-8A58-82F328F69E4D}"/>
                    </a:ext>
                  </a:extLst>
                </p:cNvPr>
                <p:cNvSpPr>
                  <a:spLocks/>
                </p:cNvSpPr>
                <p:nvPr/>
              </p:nvSpPr>
              <p:spPr bwMode="auto">
                <a:xfrm>
                  <a:off x="2971" y="1566"/>
                  <a:ext cx="141" cy="131"/>
                </a:xfrm>
                <a:custGeom>
                  <a:avLst/>
                  <a:gdLst>
                    <a:gd name="T0" fmla="*/ 4 w 141"/>
                    <a:gd name="T1" fmla="*/ 131 h 131"/>
                    <a:gd name="T2" fmla="*/ 0 w 141"/>
                    <a:gd name="T3" fmla="*/ 131 h 131"/>
                    <a:gd name="T4" fmla="*/ 139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9" y="0"/>
                      </a:lnTo>
                      <a:lnTo>
                        <a:pt x="141" y="0"/>
                      </a:lnTo>
                      <a:lnTo>
                        <a:pt x="4"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2" name="Freeform 420">
                  <a:extLst>
                    <a:ext uri="{FF2B5EF4-FFF2-40B4-BE49-F238E27FC236}">
                      <a16:creationId xmlns:a16="http://schemas.microsoft.com/office/drawing/2014/main" id="{E54FB904-1A1D-42A2-DCF4-4B3F7014A517}"/>
                    </a:ext>
                  </a:extLst>
                </p:cNvPr>
                <p:cNvSpPr>
                  <a:spLocks/>
                </p:cNvSpPr>
                <p:nvPr/>
              </p:nvSpPr>
              <p:spPr bwMode="auto">
                <a:xfrm>
                  <a:off x="2964" y="1566"/>
                  <a:ext cx="146" cy="132"/>
                </a:xfrm>
                <a:custGeom>
                  <a:avLst/>
                  <a:gdLst>
                    <a:gd name="T0" fmla="*/ 7 w 146"/>
                    <a:gd name="T1" fmla="*/ 131 h 132"/>
                    <a:gd name="T2" fmla="*/ 0 w 146"/>
                    <a:gd name="T3" fmla="*/ 132 h 132"/>
                    <a:gd name="T4" fmla="*/ 137 w 146"/>
                    <a:gd name="T5" fmla="*/ 2 h 132"/>
                    <a:gd name="T6" fmla="*/ 146 w 146"/>
                    <a:gd name="T7" fmla="*/ 0 h 132"/>
                    <a:gd name="T8" fmla="*/ 7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7" y="131"/>
                      </a:moveTo>
                      <a:lnTo>
                        <a:pt x="0" y="132"/>
                      </a:lnTo>
                      <a:lnTo>
                        <a:pt x="137" y="2"/>
                      </a:lnTo>
                      <a:lnTo>
                        <a:pt x="146" y="0"/>
                      </a:lnTo>
                      <a:lnTo>
                        <a:pt x="7"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3" name="Line 421">
                  <a:extLst>
                    <a:ext uri="{FF2B5EF4-FFF2-40B4-BE49-F238E27FC236}">
                      <a16:creationId xmlns:a16="http://schemas.microsoft.com/office/drawing/2014/main" id="{73FDA68E-7E03-1753-D0B3-E66AB6D42571}"/>
                    </a:ext>
                  </a:extLst>
                </p:cNvPr>
                <p:cNvSpPr>
                  <a:spLocks noChangeShapeType="1"/>
                </p:cNvSpPr>
                <p:nvPr/>
              </p:nvSpPr>
              <p:spPr bwMode="auto">
                <a:xfrm flipV="1">
                  <a:off x="2971" y="1566"/>
                  <a:ext cx="139" cy="131"/>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4" name="Freeform 422">
                  <a:extLst>
                    <a:ext uri="{FF2B5EF4-FFF2-40B4-BE49-F238E27FC236}">
                      <a16:creationId xmlns:a16="http://schemas.microsoft.com/office/drawing/2014/main" id="{B8A3394B-1BA9-2E84-0A13-6BF19A241C98}"/>
                    </a:ext>
                  </a:extLst>
                </p:cNvPr>
                <p:cNvSpPr>
                  <a:spLocks/>
                </p:cNvSpPr>
                <p:nvPr/>
              </p:nvSpPr>
              <p:spPr bwMode="auto">
                <a:xfrm>
                  <a:off x="2967" y="1566"/>
                  <a:ext cx="143" cy="131"/>
                </a:xfrm>
                <a:custGeom>
                  <a:avLst/>
                  <a:gdLst>
                    <a:gd name="T0" fmla="*/ 4 w 143"/>
                    <a:gd name="T1" fmla="*/ 131 h 131"/>
                    <a:gd name="T2" fmla="*/ 0 w 143"/>
                    <a:gd name="T3" fmla="*/ 131 h 131"/>
                    <a:gd name="T4" fmla="*/ 138 w 143"/>
                    <a:gd name="T5" fmla="*/ 0 h 131"/>
                    <a:gd name="T6" fmla="*/ 143 w 143"/>
                    <a:gd name="T7" fmla="*/ 0 h 131"/>
                    <a:gd name="T8" fmla="*/ 4 w 143"/>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1">
                      <a:moveTo>
                        <a:pt x="4" y="131"/>
                      </a:moveTo>
                      <a:lnTo>
                        <a:pt x="0" y="131"/>
                      </a:lnTo>
                      <a:lnTo>
                        <a:pt x="138" y="0"/>
                      </a:lnTo>
                      <a:lnTo>
                        <a:pt x="143" y="0"/>
                      </a:lnTo>
                      <a:lnTo>
                        <a:pt x="4"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5" name="Freeform 423">
                  <a:extLst>
                    <a:ext uri="{FF2B5EF4-FFF2-40B4-BE49-F238E27FC236}">
                      <a16:creationId xmlns:a16="http://schemas.microsoft.com/office/drawing/2014/main" id="{94C4CAC1-9165-4DBE-EC91-CF1CABBB85B0}"/>
                    </a:ext>
                  </a:extLst>
                </p:cNvPr>
                <p:cNvSpPr>
                  <a:spLocks/>
                </p:cNvSpPr>
                <p:nvPr/>
              </p:nvSpPr>
              <p:spPr bwMode="auto">
                <a:xfrm>
                  <a:off x="2964" y="1566"/>
                  <a:ext cx="141" cy="132"/>
                </a:xfrm>
                <a:custGeom>
                  <a:avLst/>
                  <a:gdLst>
                    <a:gd name="T0" fmla="*/ 3 w 141"/>
                    <a:gd name="T1" fmla="*/ 131 h 132"/>
                    <a:gd name="T2" fmla="*/ 0 w 141"/>
                    <a:gd name="T3" fmla="*/ 132 h 132"/>
                    <a:gd name="T4" fmla="*/ 137 w 141"/>
                    <a:gd name="T5" fmla="*/ 2 h 132"/>
                    <a:gd name="T6" fmla="*/ 141 w 141"/>
                    <a:gd name="T7" fmla="*/ 0 h 132"/>
                    <a:gd name="T8" fmla="*/ 3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3" y="131"/>
                      </a:moveTo>
                      <a:lnTo>
                        <a:pt x="0" y="132"/>
                      </a:lnTo>
                      <a:lnTo>
                        <a:pt x="137" y="2"/>
                      </a:lnTo>
                      <a:lnTo>
                        <a:pt x="141" y="0"/>
                      </a:lnTo>
                      <a:lnTo>
                        <a:pt x="3"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6" name="Freeform 424">
                  <a:extLst>
                    <a:ext uri="{FF2B5EF4-FFF2-40B4-BE49-F238E27FC236}">
                      <a16:creationId xmlns:a16="http://schemas.microsoft.com/office/drawing/2014/main" id="{F5C3EF5C-023A-8F74-BE22-CA9313AA4ED0}"/>
                    </a:ext>
                  </a:extLst>
                </p:cNvPr>
                <p:cNvSpPr>
                  <a:spLocks/>
                </p:cNvSpPr>
                <p:nvPr/>
              </p:nvSpPr>
              <p:spPr bwMode="auto">
                <a:xfrm>
                  <a:off x="2960" y="1568"/>
                  <a:ext cx="141" cy="131"/>
                </a:xfrm>
                <a:custGeom>
                  <a:avLst/>
                  <a:gdLst>
                    <a:gd name="T0" fmla="*/ 4 w 141"/>
                    <a:gd name="T1" fmla="*/ 130 h 131"/>
                    <a:gd name="T2" fmla="*/ 0 w 141"/>
                    <a:gd name="T3" fmla="*/ 131 h 131"/>
                    <a:gd name="T4" fmla="*/ 138 w 141"/>
                    <a:gd name="T5" fmla="*/ 1 h 131"/>
                    <a:gd name="T6" fmla="*/ 141 w 141"/>
                    <a:gd name="T7" fmla="*/ 0 h 131"/>
                    <a:gd name="T8" fmla="*/ 4 w 141"/>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0"/>
                      </a:moveTo>
                      <a:lnTo>
                        <a:pt x="0" y="131"/>
                      </a:lnTo>
                      <a:lnTo>
                        <a:pt x="138" y="1"/>
                      </a:lnTo>
                      <a:lnTo>
                        <a:pt x="141" y="0"/>
                      </a:lnTo>
                      <a:lnTo>
                        <a:pt x="4" y="130"/>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7" name="Line 425">
                  <a:extLst>
                    <a:ext uri="{FF2B5EF4-FFF2-40B4-BE49-F238E27FC236}">
                      <a16:creationId xmlns:a16="http://schemas.microsoft.com/office/drawing/2014/main" id="{7E06DEA3-2E59-63A6-FBF0-8A1CD26C76DC}"/>
                    </a:ext>
                  </a:extLst>
                </p:cNvPr>
                <p:cNvSpPr>
                  <a:spLocks noChangeShapeType="1"/>
                </p:cNvSpPr>
                <p:nvPr/>
              </p:nvSpPr>
              <p:spPr bwMode="auto">
                <a:xfrm flipV="1">
                  <a:off x="2964" y="1568"/>
                  <a:ext cx="137" cy="130"/>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18" name="Freeform 426">
                  <a:extLst>
                    <a:ext uri="{FF2B5EF4-FFF2-40B4-BE49-F238E27FC236}">
                      <a16:creationId xmlns:a16="http://schemas.microsoft.com/office/drawing/2014/main" id="{C1C13C3F-104F-D8D6-41D7-C6D3016C1CF5}"/>
                    </a:ext>
                  </a:extLst>
                </p:cNvPr>
                <p:cNvSpPr>
                  <a:spLocks/>
                </p:cNvSpPr>
                <p:nvPr/>
              </p:nvSpPr>
              <p:spPr bwMode="auto">
                <a:xfrm>
                  <a:off x="2939" y="1956"/>
                  <a:ext cx="144" cy="136"/>
                </a:xfrm>
                <a:custGeom>
                  <a:avLst/>
                  <a:gdLst>
                    <a:gd name="T0" fmla="*/ 6 w 144"/>
                    <a:gd name="T1" fmla="*/ 130 h 136"/>
                    <a:gd name="T2" fmla="*/ 0 w 144"/>
                    <a:gd name="T3" fmla="*/ 136 h 136"/>
                    <a:gd name="T4" fmla="*/ 137 w 144"/>
                    <a:gd name="T5" fmla="*/ 6 h 136"/>
                    <a:gd name="T6" fmla="*/ 144 w 144"/>
                    <a:gd name="T7" fmla="*/ 0 h 136"/>
                    <a:gd name="T8" fmla="*/ 6 w 144"/>
                    <a:gd name="T9" fmla="*/ 130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6">
                      <a:moveTo>
                        <a:pt x="6" y="130"/>
                      </a:moveTo>
                      <a:lnTo>
                        <a:pt x="0" y="136"/>
                      </a:lnTo>
                      <a:lnTo>
                        <a:pt x="137" y="6"/>
                      </a:lnTo>
                      <a:lnTo>
                        <a:pt x="144" y="0"/>
                      </a:lnTo>
                      <a:lnTo>
                        <a:pt x="6" y="130"/>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19" name="Line 427">
                  <a:extLst>
                    <a:ext uri="{FF2B5EF4-FFF2-40B4-BE49-F238E27FC236}">
                      <a16:creationId xmlns:a16="http://schemas.microsoft.com/office/drawing/2014/main" id="{11E10E28-E60F-6F80-5C34-A57F4C9E98AD}"/>
                    </a:ext>
                  </a:extLst>
                </p:cNvPr>
                <p:cNvSpPr>
                  <a:spLocks noChangeShapeType="1"/>
                </p:cNvSpPr>
                <p:nvPr/>
              </p:nvSpPr>
              <p:spPr bwMode="auto">
                <a:xfrm flipV="1">
                  <a:off x="2945" y="1956"/>
                  <a:ext cx="138" cy="130"/>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0" name="Freeform 428">
                  <a:extLst>
                    <a:ext uri="{FF2B5EF4-FFF2-40B4-BE49-F238E27FC236}">
                      <a16:creationId xmlns:a16="http://schemas.microsoft.com/office/drawing/2014/main" id="{03029777-FDA4-5A58-8028-D0DCA2CD20B9}"/>
                    </a:ext>
                  </a:extLst>
                </p:cNvPr>
                <p:cNvSpPr>
                  <a:spLocks/>
                </p:cNvSpPr>
                <p:nvPr/>
              </p:nvSpPr>
              <p:spPr bwMode="auto">
                <a:xfrm>
                  <a:off x="2934" y="1962"/>
                  <a:ext cx="142" cy="134"/>
                </a:xfrm>
                <a:custGeom>
                  <a:avLst/>
                  <a:gdLst>
                    <a:gd name="T0" fmla="*/ 5 w 142"/>
                    <a:gd name="T1" fmla="*/ 130 h 134"/>
                    <a:gd name="T2" fmla="*/ 0 w 142"/>
                    <a:gd name="T3" fmla="*/ 134 h 134"/>
                    <a:gd name="T4" fmla="*/ 137 w 142"/>
                    <a:gd name="T5" fmla="*/ 4 h 134"/>
                    <a:gd name="T6" fmla="*/ 142 w 142"/>
                    <a:gd name="T7" fmla="*/ 0 h 134"/>
                    <a:gd name="T8" fmla="*/ 5 w 142"/>
                    <a:gd name="T9" fmla="*/ 130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4">
                      <a:moveTo>
                        <a:pt x="5" y="130"/>
                      </a:moveTo>
                      <a:lnTo>
                        <a:pt x="0" y="134"/>
                      </a:lnTo>
                      <a:lnTo>
                        <a:pt x="137" y="4"/>
                      </a:lnTo>
                      <a:lnTo>
                        <a:pt x="142" y="0"/>
                      </a:lnTo>
                      <a:lnTo>
                        <a:pt x="5" y="130"/>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1" name="Line 429">
                  <a:extLst>
                    <a:ext uri="{FF2B5EF4-FFF2-40B4-BE49-F238E27FC236}">
                      <a16:creationId xmlns:a16="http://schemas.microsoft.com/office/drawing/2014/main" id="{1B6843EF-2D44-FD28-B102-C507E4552A22}"/>
                    </a:ext>
                  </a:extLst>
                </p:cNvPr>
                <p:cNvSpPr>
                  <a:spLocks noChangeShapeType="1"/>
                </p:cNvSpPr>
                <p:nvPr/>
              </p:nvSpPr>
              <p:spPr bwMode="auto">
                <a:xfrm flipV="1">
                  <a:off x="2939" y="1962"/>
                  <a:ext cx="137" cy="130"/>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2" name="Freeform 430">
                  <a:extLst>
                    <a:ext uri="{FF2B5EF4-FFF2-40B4-BE49-F238E27FC236}">
                      <a16:creationId xmlns:a16="http://schemas.microsoft.com/office/drawing/2014/main" id="{F1DD196C-65AD-4ED2-6D08-CA5048F852D7}"/>
                    </a:ext>
                  </a:extLst>
                </p:cNvPr>
                <p:cNvSpPr>
                  <a:spLocks/>
                </p:cNvSpPr>
                <p:nvPr/>
              </p:nvSpPr>
              <p:spPr bwMode="auto">
                <a:xfrm>
                  <a:off x="4963" y="1911"/>
                  <a:ext cx="146" cy="184"/>
                </a:xfrm>
                <a:custGeom>
                  <a:avLst/>
                  <a:gdLst>
                    <a:gd name="T0" fmla="*/ 9 w 146"/>
                    <a:gd name="T1" fmla="*/ 184 h 184"/>
                    <a:gd name="T2" fmla="*/ 0 w 146"/>
                    <a:gd name="T3" fmla="*/ 131 h 184"/>
                    <a:gd name="T4" fmla="*/ 138 w 146"/>
                    <a:gd name="T5" fmla="*/ 0 h 184"/>
                    <a:gd name="T6" fmla="*/ 146 w 146"/>
                    <a:gd name="T7" fmla="*/ 53 h 184"/>
                    <a:gd name="T8" fmla="*/ 9 w 146"/>
                    <a:gd name="T9" fmla="*/ 184 h 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84">
                      <a:moveTo>
                        <a:pt x="9" y="184"/>
                      </a:moveTo>
                      <a:lnTo>
                        <a:pt x="0" y="131"/>
                      </a:lnTo>
                      <a:lnTo>
                        <a:pt x="138" y="0"/>
                      </a:lnTo>
                      <a:lnTo>
                        <a:pt x="146" y="53"/>
                      </a:lnTo>
                      <a:lnTo>
                        <a:pt x="9" y="184"/>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3" name="Line 431">
                  <a:extLst>
                    <a:ext uri="{FF2B5EF4-FFF2-40B4-BE49-F238E27FC236}">
                      <a16:creationId xmlns:a16="http://schemas.microsoft.com/office/drawing/2014/main" id="{44CD7E24-C0A8-29FA-E0BA-B1EC727AAD85}"/>
                    </a:ext>
                  </a:extLst>
                </p:cNvPr>
                <p:cNvSpPr>
                  <a:spLocks noChangeShapeType="1"/>
                </p:cNvSpPr>
                <p:nvPr/>
              </p:nvSpPr>
              <p:spPr bwMode="auto">
                <a:xfrm flipV="1">
                  <a:off x="4972" y="196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4" name="Freeform 432">
                  <a:extLst>
                    <a:ext uri="{FF2B5EF4-FFF2-40B4-BE49-F238E27FC236}">
                      <a16:creationId xmlns:a16="http://schemas.microsoft.com/office/drawing/2014/main" id="{A74DF432-3D3A-178C-A283-615A806FCCCA}"/>
                    </a:ext>
                  </a:extLst>
                </p:cNvPr>
                <p:cNvSpPr>
                  <a:spLocks/>
                </p:cNvSpPr>
                <p:nvPr/>
              </p:nvSpPr>
              <p:spPr bwMode="auto">
                <a:xfrm>
                  <a:off x="4959" y="1869"/>
                  <a:ext cx="142" cy="173"/>
                </a:xfrm>
                <a:custGeom>
                  <a:avLst/>
                  <a:gdLst>
                    <a:gd name="T0" fmla="*/ 4 w 142"/>
                    <a:gd name="T1" fmla="*/ 173 h 173"/>
                    <a:gd name="T2" fmla="*/ 0 w 142"/>
                    <a:gd name="T3" fmla="*/ 131 h 173"/>
                    <a:gd name="T4" fmla="*/ 137 w 142"/>
                    <a:gd name="T5" fmla="*/ 0 h 173"/>
                    <a:gd name="T6" fmla="*/ 142 w 142"/>
                    <a:gd name="T7" fmla="*/ 42 h 173"/>
                    <a:gd name="T8" fmla="*/ 4 w 142"/>
                    <a:gd name="T9" fmla="*/ 173 h 1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73">
                      <a:moveTo>
                        <a:pt x="4" y="173"/>
                      </a:moveTo>
                      <a:lnTo>
                        <a:pt x="0" y="131"/>
                      </a:lnTo>
                      <a:lnTo>
                        <a:pt x="137" y="0"/>
                      </a:lnTo>
                      <a:lnTo>
                        <a:pt x="142" y="42"/>
                      </a:lnTo>
                      <a:lnTo>
                        <a:pt x="4" y="173"/>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5" name="Line 433">
                  <a:extLst>
                    <a:ext uri="{FF2B5EF4-FFF2-40B4-BE49-F238E27FC236}">
                      <a16:creationId xmlns:a16="http://schemas.microsoft.com/office/drawing/2014/main" id="{FBC650AF-9F12-6F36-837C-FEBC10AB384D}"/>
                    </a:ext>
                  </a:extLst>
                </p:cNvPr>
                <p:cNvSpPr>
                  <a:spLocks noChangeShapeType="1"/>
                </p:cNvSpPr>
                <p:nvPr/>
              </p:nvSpPr>
              <p:spPr bwMode="auto">
                <a:xfrm flipV="1">
                  <a:off x="4963" y="1911"/>
                  <a:ext cx="138"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6" name="Freeform 434">
                  <a:extLst>
                    <a:ext uri="{FF2B5EF4-FFF2-40B4-BE49-F238E27FC236}">
                      <a16:creationId xmlns:a16="http://schemas.microsoft.com/office/drawing/2014/main" id="{F2C1C4A0-BB2F-7E8C-00E0-EF5FEB321BCD}"/>
                    </a:ext>
                  </a:extLst>
                </p:cNvPr>
                <p:cNvSpPr>
                  <a:spLocks/>
                </p:cNvSpPr>
                <p:nvPr/>
              </p:nvSpPr>
              <p:spPr bwMode="auto">
                <a:xfrm>
                  <a:off x="4957" y="1851"/>
                  <a:ext cx="139" cy="149"/>
                </a:xfrm>
                <a:custGeom>
                  <a:avLst/>
                  <a:gdLst>
                    <a:gd name="T0" fmla="*/ 2 w 139"/>
                    <a:gd name="T1" fmla="*/ 149 h 149"/>
                    <a:gd name="T2" fmla="*/ 0 w 139"/>
                    <a:gd name="T3" fmla="*/ 131 h 149"/>
                    <a:gd name="T4" fmla="*/ 138 w 139"/>
                    <a:gd name="T5" fmla="*/ 0 h 149"/>
                    <a:gd name="T6" fmla="*/ 139 w 139"/>
                    <a:gd name="T7" fmla="*/ 18 h 149"/>
                    <a:gd name="T8" fmla="*/ 2 w 139"/>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49">
                      <a:moveTo>
                        <a:pt x="2" y="149"/>
                      </a:moveTo>
                      <a:lnTo>
                        <a:pt x="0" y="131"/>
                      </a:lnTo>
                      <a:lnTo>
                        <a:pt x="138" y="0"/>
                      </a:lnTo>
                      <a:lnTo>
                        <a:pt x="139" y="18"/>
                      </a:lnTo>
                      <a:lnTo>
                        <a:pt x="2" y="14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7" name="Line 435">
                  <a:extLst>
                    <a:ext uri="{FF2B5EF4-FFF2-40B4-BE49-F238E27FC236}">
                      <a16:creationId xmlns:a16="http://schemas.microsoft.com/office/drawing/2014/main" id="{C4CC3291-6080-4149-9F33-6E7DEAF08B7B}"/>
                    </a:ext>
                  </a:extLst>
                </p:cNvPr>
                <p:cNvSpPr>
                  <a:spLocks noChangeShapeType="1"/>
                </p:cNvSpPr>
                <p:nvPr/>
              </p:nvSpPr>
              <p:spPr bwMode="auto">
                <a:xfrm flipV="1">
                  <a:off x="4959" y="1869"/>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28" name="Freeform 436">
                  <a:extLst>
                    <a:ext uri="{FF2B5EF4-FFF2-40B4-BE49-F238E27FC236}">
                      <a16:creationId xmlns:a16="http://schemas.microsoft.com/office/drawing/2014/main" id="{B474B63A-869A-7619-4621-2705043EEE6A}"/>
                    </a:ext>
                  </a:extLst>
                </p:cNvPr>
                <p:cNvSpPr>
                  <a:spLocks/>
                </p:cNvSpPr>
                <p:nvPr/>
              </p:nvSpPr>
              <p:spPr bwMode="auto">
                <a:xfrm>
                  <a:off x="4957" y="1837"/>
                  <a:ext cx="138" cy="145"/>
                </a:xfrm>
                <a:custGeom>
                  <a:avLst/>
                  <a:gdLst>
                    <a:gd name="T0" fmla="*/ 0 w 138"/>
                    <a:gd name="T1" fmla="*/ 145 h 145"/>
                    <a:gd name="T2" fmla="*/ 0 w 138"/>
                    <a:gd name="T3" fmla="*/ 131 h 145"/>
                    <a:gd name="T4" fmla="*/ 138 w 138"/>
                    <a:gd name="T5" fmla="*/ 0 h 145"/>
                    <a:gd name="T6" fmla="*/ 138 w 138"/>
                    <a:gd name="T7" fmla="*/ 14 h 145"/>
                    <a:gd name="T8" fmla="*/ 0 w 138"/>
                    <a:gd name="T9" fmla="*/ 145 h 1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45">
                      <a:moveTo>
                        <a:pt x="0" y="145"/>
                      </a:moveTo>
                      <a:lnTo>
                        <a:pt x="0" y="131"/>
                      </a:lnTo>
                      <a:lnTo>
                        <a:pt x="138" y="0"/>
                      </a:lnTo>
                      <a:lnTo>
                        <a:pt x="138" y="14"/>
                      </a:lnTo>
                      <a:lnTo>
                        <a:pt x="0" y="145"/>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29" name="Line 437">
                  <a:extLst>
                    <a:ext uri="{FF2B5EF4-FFF2-40B4-BE49-F238E27FC236}">
                      <a16:creationId xmlns:a16="http://schemas.microsoft.com/office/drawing/2014/main" id="{ADA90BEE-2AB4-A16D-FA85-BFEA47BE25B4}"/>
                    </a:ext>
                  </a:extLst>
                </p:cNvPr>
                <p:cNvSpPr>
                  <a:spLocks noChangeShapeType="1"/>
                </p:cNvSpPr>
                <p:nvPr/>
              </p:nvSpPr>
              <p:spPr bwMode="auto">
                <a:xfrm flipV="1">
                  <a:off x="4957" y="1851"/>
                  <a:ext cx="138"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0" name="Freeform 438">
                  <a:extLst>
                    <a:ext uri="{FF2B5EF4-FFF2-40B4-BE49-F238E27FC236}">
                      <a16:creationId xmlns:a16="http://schemas.microsoft.com/office/drawing/2014/main" id="{FB50AEED-D9B6-1C72-4B69-E4FDBF7CB961}"/>
                    </a:ext>
                  </a:extLst>
                </p:cNvPr>
                <p:cNvSpPr>
                  <a:spLocks/>
                </p:cNvSpPr>
                <p:nvPr/>
              </p:nvSpPr>
              <p:spPr bwMode="auto">
                <a:xfrm>
                  <a:off x="4957" y="1821"/>
                  <a:ext cx="140" cy="147"/>
                </a:xfrm>
                <a:custGeom>
                  <a:avLst/>
                  <a:gdLst>
                    <a:gd name="T0" fmla="*/ 0 w 140"/>
                    <a:gd name="T1" fmla="*/ 147 h 147"/>
                    <a:gd name="T2" fmla="*/ 3 w 140"/>
                    <a:gd name="T3" fmla="*/ 131 h 147"/>
                    <a:gd name="T4" fmla="*/ 140 w 140"/>
                    <a:gd name="T5" fmla="*/ 0 h 147"/>
                    <a:gd name="T6" fmla="*/ 138 w 140"/>
                    <a:gd name="T7" fmla="*/ 16 h 147"/>
                    <a:gd name="T8" fmla="*/ 0 w 140"/>
                    <a:gd name="T9" fmla="*/ 147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7">
                      <a:moveTo>
                        <a:pt x="0" y="147"/>
                      </a:moveTo>
                      <a:lnTo>
                        <a:pt x="3" y="131"/>
                      </a:lnTo>
                      <a:lnTo>
                        <a:pt x="140" y="0"/>
                      </a:lnTo>
                      <a:lnTo>
                        <a:pt x="138" y="16"/>
                      </a:lnTo>
                      <a:lnTo>
                        <a:pt x="0" y="147"/>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31" name="Line 439">
                  <a:extLst>
                    <a:ext uri="{FF2B5EF4-FFF2-40B4-BE49-F238E27FC236}">
                      <a16:creationId xmlns:a16="http://schemas.microsoft.com/office/drawing/2014/main" id="{2307ABD9-23E7-B487-4C3E-67F266DC6B2A}"/>
                    </a:ext>
                  </a:extLst>
                </p:cNvPr>
                <p:cNvSpPr>
                  <a:spLocks noChangeShapeType="1"/>
                </p:cNvSpPr>
                <p:nvPr/>
              </p:nvSpPr>
              <p:spPr bwMode="auto">
                <a:xfrm flipV="1">
                  <a:off x="4957" y="1837"/>
                  <a:ext cx="138"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2" name="Freeform 440">
                  <a:extLst>
                    <a:ext uri="{FF2B5EF4-FFF2-40B4-BE49-F238E27FC236}">
                      <a16:creationId xmlns:a16="http://schemas.microsoft.com/office/drawing/2014/main" id="{FA3ED2EC-7D82-853E-CC7B-88C660246695}"/>
                    </a:ext>
                  </a:extLst>
                </p:cNvPr>
                <p:cNvSpPr>
                  <a:spLocks/>
                </p:cNvSpPr>
                <p:nvPr/>
              </p:nvSpPr>
              <p:spPr bwMode="auto">
                <a:xfrm>
                  <a:off x="4960" y="1805"/>
                  <a:ext cx="141" cy="147"/>
                </a:xfrm>
                <a:custGeom>
                  <a:avLst/>
                  <a:gdLst>
                    <a:gd name="T0" fmla="*/ 0 w 141"/>
                    <a:gd name="T1" fmla="*/ 147 h 147"/>
                    <a:gd name="T2" fmla="*/ 4 w 141"/>
                    <a:gd name="T3" fmla="*/ 131 h 147"/>
                    <a:gd name="T4" fmla="*/ 141 w 141"/>
                    <a:gd name="T5" fmla="*/ 0 h 147"/>
                    <a:gd name="T6" fmla="*/ 137 w 141"/>
                    <a:gd name="T7" fmla="*/ 16 h 147"/>
                    <a:gd name="T8" fmla="*/ 0 w 141"/>
                    <a:gd name="T9" fmla="*/ 147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47">
                      <a:moveTo>
                        <a:pt x="0" y="147"/>
                      </a:moveTo>
                      <a:lnTo>
                        <a:pt x="4" y="131"/>
                      </a:lnTo>
                      <a:lnTo>
                        <a:pt x="141" y="0"/>
                      </a:lnTo>
                      <a:lnTo>
                        <a:pt x="137" y="16"/>
                      </a:lnTo>
                      <a:lnTo>
                        <a:pt x="0" y="147"/>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33" name="Line 441">
                  <a:extLst>
                    <a:ext uri="{FF2B5EF4-FFF2-40B4-BE49-F238E27FC236}">
                      <a16:creationId xmlns:a16="http://schemas.microsoft.com/office/drawing/2014/main" id="{C7D8D21A-F563-05F3-C5DB-9A184D658F41}"/>
                    </a:ext>
                  </a:extLst>
                </p:cNvPr>
                <p:cNvSpPr>
                  <a:spLocks noChangeShapeType="1"/>
                </p:cNvSpPr>
                <p:nvPr/>
              </p:nvSpPr>
              <p:spPr bwMode="auto">
                <a:xfrm flipV="1">
                  <a:off x="4960" y="182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4" name="Freeform 442">
                  <a:extLst>
                    <a:ext uri="{FF2B5EF4-FFF2-40B4-BE49-F238E27FC236}">
                      <a16:creationId xmlns:a16="http://schemas.microsoft.com/office/drawing/2014/main" id="{B3CC81FE-6108-99B6-8FC3-403FFD45EFA8}"/>
                    </a:ext>
                  </a:extLst>
                </p:cNvPr>
                <p:cNvSpPr>
                  <a:spLocks/>
                </p:cNvSpPr>
                <p:nvPr/>
              </p:nvSpPr>
              <p:spPr bwMode="auto">
                <a:xfrm>
                  <a:off x="4960" y="1813"/>
                  <a:ext cx="138" cy="139"/>
                </a:xfrm>
                <a:custGeom>
                  <a:avLst/>
                  <a:gdLst>
                    <a:gd name="T0" fmla="*/ 0 w 138"/>
                    <a:gd name="T1" fmla="*/ 139 h 139"/>
                    <a:gd name="T2" fmla="*/ 1 w 138"/>
                    <a:gd name="T3" fmla="*/ 130 h 139"/>
                    <a:gd name="T4" fmla="*/ 138 w 138"/>
                    <a:gd name="T5" fmla="*/ 0 h 139"/>
                    <a:gd name="T6" fmla="*/ 137 w 138"/>
                    <a:gd name="T7" fmla="*/ 8 h 139"/>
                    <a:gd name="T8" fmla="*/ 0 w 138"/>
                    <a:gd name="T9" fmla="*/ 139 h 1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39">
                      <a:moveTo>
                        <a:pt x="0" y="139"/>
                      </a:moveTo>
                      <a:lnTo>
                        <a:pt x="1" y="130"/>
                      </a:lnTo>
                      <a:lnTo>
                        <a:pt x="138" y="0"/>
                      </a:lnTo>
                      <a:lnTo>
                        <a:pt x="137" y="8"/>
                      </a:lnTo>
                      <a:lnTo>
                        <a:pt x="0" y="13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35" name="Freeform 443">
                  <a:extLst>
                    <a:ext uri="{FF2B5EF4-FFF2-40B4-BE49-F238E27FC236}">
                      <a16:creationId xmlns:a16="http://schemas.microsoft.com/office/drawing/2014/main" id="{637C12CA-1695-7F34-6EE8-19BE6A6B302A}"/>
                    </a:ext>
                  </a:extLst>
                </p:cNvPr>
                <p:cNvSpPr>
                  <a:spLocks/>
                </p:cNvSpPr>
                <p:nvPr/>
              </p:nvSpPr>
              <p:spPr bwMode="auto">
                <a:xfrm>
                  <a:off x="4961" y="1805"/>
                  <a:ext cx="140" cy="138"/>
                </a:xfrm>
                <a:custGeom>
                  <a:avLst/>
                  <a:gdLst>
                    <a:gd name="T0" fmla="*/ 0 w 140"/>
                    <a:gd name="T1" fmla="*/ 138 h 138"/>
                    <a:gd name="T2" fmla="*/ 3 w 140"/>
                    <a:gd name="T3" fmla="*/ 131 h 138"/>
                    <a:gd name="T4" fmla="*/ 140 w 140"/>
                    <a:gd name="T5" fmla="*/ 0 h 138"/>
                    <a:gd name="T6" fmla="*/ 137 w 140"/>
                    <a:gd name="T7" fmla="*/ 8 h 138"/>
                    <a:gd name="T8" fmla="*/ 0 w 140"/>
                    <a:gd name="T9" fmla="*/ 138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8">
                      <a:moveTo>
                        <a:pt x="0" y="138"/>
                      </a:moveTo>
                      <a:lnTo>
                        <a:pt x="3" y="131"/>
                      </a:lnTo>
                      <a:lnTo>
                        <a:pt x="140" y="0"/>
                      </a:lnTo>
                      <a:lnTo>
                        <a:pt x="137" y="8"/>
                      </a:lnTo>
                      <a:lnTo>
                        <a:pt x="0" y="138"/>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36" name="Freeform 444">
                  <a:extLst>
                    <a:ext uri="{FF2B5EF4-FFF2-40B4-BE49-F238E27FC236}">
                      <a16:creationId xmlns:a16="http://schemas.microsoft.com/office/drawing/2014/main" id="{97E87708-261A-DA4C-25B1-3D3E1E2F5956}"/>
                    </a:ext>
                  </a:extLst>
                </p:cNvPr>
                <p:cNvSpPr>
                  <a:spLocks/>
                </p:cNvSpPr>
                <p:nvPr/>
              </p:nvSpPr>
              <p:spPr bwMode="auto">
                <a:xfrm>
                  <a:off x="4964" y="1772"/>
                  <a:ext cx="147" cy="164"/>
                </a:xfrm>
                <a:custGeom>
                  <a:avLst/>
                  <a:gdLst>
                    <a:gd name="T0" fmla="*/ 0 w 147"/>
                    <a:gd name="T1" fmla="*/ 164 h 164"/>
                    <a:gd name="T2" fmla="*/ 10 w 147"/>
                    <a:gd name="T3" fmla="*/ 131 h 164"/>
                    <a:gd name="T4" fmla="*/ 147 w 147"/>
                    <a:gd name="T5" fmla="*/ 0 h 164"/>
                    <a:gd name="T6" fmla="*/ 137 w 147"/>
                    <a:gd name="T7" fmla="*/ 33 h 164"/>
                    <a:gd name="T8" fmla="*/ 0 w 147"/>
                    <a:gd name="T9" fmla="*/ 164 h 1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 h="164">
                      <a:moveTo>
                        <a:pt x="0" y="164"/>
                      </a:moveTo>
                      <a:lnTo>
                        <a:pt x="10" y="131"/>
                      </a:lnTo>
                      <a:lnTo>
                        <a:pt x="147" y="0"/>
                      </a:lnTo>
                      <a:lnTo>
                        <a:pt x="137" y="33"/>
                      </a:lnTo>
                      <a:lnTo>
                        <a:pt x="0" y="164"/>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37" name="Line 445">
                  <a:extLst>
                    <a:ext uri="{FF2B5EF4-FFF2-40B4-BE49-F238E27FC236}">
                      <a16:creationId xmlns:a16="http://schemas.microsoft.com/office/drawing/2014/main" id="{5B3D71EB-5F00-29BA-6AE0-0B5FFA9C7195}"/>
                    </a:ext>
                  </a:extLst>
                </p:cNvPr>
                <p:cNvSpPr>
                  <a:spLocks noChangeShapeType="1"/>
                </p:cNvSpPr>
                <p:nvPr/>
              </p:nvSpPr>
              <p:spPr bwMode="auto">
                <a:xfrm flipV="1">
                  <a:off x="4964" y="1805"/>
                  <a:ext cx="137"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38" name="Freeform 446">
                  <a:extLst>
                    <a:ext uri="{FF2B5EF4-FFF2-40B4-BE49-F238E27FC236}">
                      <a16:creationId xmlns:a16="http://schemas.microsoft.com/office/drawing/2014/main" id="{106B12A0-6236-A8AF-A1B9-8BA638796477}"/>
                    </a:ext>
                  </a:extLst>
                </p:cNvPr>
                <p:cNvSpPr>
                  <a:spLocks/>
                </p:cNvSpPr>
                <p:nvPr/>
              </p:nvSpPr>
              <p:spPr bwMode="auto">
                <a:xfrm>
                  <a:off x="4974" y="1740"/>
                  <a:ext cx="148" cy="163"/>
                </a:xfrm>
                <a:custGeom>
                  <a:avLst/>
                  <a:gdLst>
                    <a:gd name="T0" fmla="*/ 0 w 148"/>
                    <a:gd name="T1" fmla="*/ 163 h 163"/>
                    <a:gd name="T2" fmla="*/ 11 w 148"/>
                    <a:gd name="T3" fmla="*/ 131 h 163"/>
                    <a:gd name="T4" fmla="*/ 148 w 148"/>
                    <a:gd name="T5" fmla="*/ 0 h 163"/>
                    <a:gd name="T6" fmla="*/ 137 w 148"/>
                    <a:gd name="T7" fmla="*/ 32 h 163"/>
                    <a:gd name="T8" fmla="*/ 0 w 148"/>
                    <a:gd name="T9" fmla="*/ 163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163">
                      <a:moveTo>
                        <a:pt x="0" y="163"/>
                      </a:moveTo>
                      <a:lnTo>
                        <a:pt x="11" y="131"/>
                      </a:lnTo>
                      <a:lnTo>
                        <a:pt x="148" y="0"/>
                      </a:lnTo>
                      <a:lnTo>
                        <a:pt x="137" y="32"/>
                      </a:lnTo>
                      <a:lnTo>
                        <a:pt x="0" y="163"/>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39" name="Line 447">
                  <a:extLst>
                    <a:ext uri="{FF2B5EF4-FFF2-40B4-BE49-F238E27FC236}">
                      <a16:creationId xmlns:a16="http://schemas.microsoft.com/office/drawing/2014/main" id="{DDE953A5-580A-168E-F713-2FFC1B0B9E90}"/>
                    </a:ext>
                  </a:extLst>
                </p:cNvPr>
                <p:cNvSpPr>
                  <a:spLocks noChangeShapeType="1"/>
                </p:cNvSpPr>
                <p:nvPr/>
              </p:nvSpPr>
              <p:spPr bwMode="auto">
                <a:xfrm flipV="1">
                  <a:off x="4974" y="1772"/>
                  <a:ext cx="137"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0" name="Freeform 448">
                  <a:extLst>
                    <a:ext uri="{FF2B5EF4-FFF2-40B4-BE49-F238E27FC236}">
                      <a16:creationId xmlns:a16="http://schemas.microsoft.com/office/drawing/2014/main" id="{4EBA03D3-40AF-1084-C9AE-A2A4872AF198}"/>
                    </a:ext>
                  </a:extLst>
                </p:cNvPr>
                <p:cNvSpPr>
                  <a:spLocks/>
                </p:cNvSpPr>
                <p:nvPr/>
              </p:nvSpPr>
              <p:spPr bwMode="auto">
                <a:xfrm>
                  <a:off x="4985" y="1723"/>
                  <a:ext cx="139" cy="148"/>
                </a:xfrm>
                <a:custGeom>
                  <a:avLst/>
                  <a:gdLst>
                    <a:gd name="T0" fmla="*/ 0 w 139"/>
                    <a:gd name="T1" fmla="*/ 148 h 148"/>
                    <a:gd name="T2" fmla="*/ 2 w 139"/>
                    <a:gd name="T3" fmla="*/ 130 h 148"/>
                    <a:gd name="T4" fmla="*/ 139 w 139"/>
                    <a:gd name="T5" fmla="*/ 0 h 148"/>
                    <a:gd name="T6" fmla="*/ 137 w 139"/>
                    <a:gd name="T7" fmla="*/ 17 h 148"/>
                    <a:gd name="T8" fmla="*/ 0 w 139"/>
                    <a:gd name="T9" fmla="*/ 148 h 1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48">
                      <a:moveTo>
                        <a:pt x="0" y="148"/>
                      </a:moveTo>
                      <a:lnTo>
                        <a:pt x="2" y="130"/>
                      </a:lnTo>
                      <a:lnTo>
                        <a:pt x="139" y="0"/>
                      </a:lnTo>
                      <a:lnTo>
                        <a:pt x="137" y="17"/>
                      </a:lnTo>
                      <a:lnTo>
                        <a:pt x="0" y="148"/>
                      </a:lnTo>
                      <a:close/>
                    </a:path>
                  </a:pathLst>
                </a:custGeom>
                <a:solidFill>
                  <a:srgbClr val="5A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41" name="Line 449">
                  <a:extLst>
                    <a:ext uri="{FF2B5EF4-FFF2-40B4-BE49-F238E27FC236}">
                      <a16:creationId xmlns:a16="http://schemas.microsoft.com/office/drawing/2014/main" id="{B7D50C9F-48BD-FFBB-440E-9D533E523919}"/>
                    </a:ext>
                  </a:extLst>
                </p:cNvPr>
                <p:cNvSpPr>
                  <a:spLocks noChangeShapeType="1"/>
                </p:cNvSpPr>
                <p:nvPr/>
              </p:nvSpPr>
              <p:spPr bwMode="auto">
                <a:xfrm flipV="1">
                  <a:off x="4985" y="1740"/>
                  <a:ext cx="137" cy="131"/>
                </a:xfrm>
                <a:prstGeom prst="line">
                  <a:avLst/>
                </a:prstGeom>
                <a:noFill/>
                <a:ln w="1588">
                  <a:solidFill>
                    <a:srgbClr val="5A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2" name="Freeform 450">
                  <a:extLst>
                    <a:ext uri="{FF2B5EF4-FFF2-40B4-BE49-F238E27FC236}">
                      <a16:creationId xmlns:a16="http://schemas.microsoft.com/office/drawing/2014/main" id="{0D0D237F-A8FD-DB49-C791-6C1212CB7F8B}"/>
                    </a:ext>
                  </a:extLst>
                </p:cNvPr>
                <p:cNvSpPr>
                  <a:spLocks/>
                </p:cNvSpPr>
                <p:nvPr/>
              </p:nvSpPr>
              <p:spPr bwMode="auto">
                <a:xfrm>
                  <a:off x="4987" y="1707"/>
                  <a:ext cx="140" cy="146"/>
                </a:xfrm>
                <a:custGeom>
                  <a:avLst/>
                  <a:gdLst>
                    <a:gd name="T0" fmla="*/ 0 w 140"/>
                    <a:gd name="T1" fmla="*/ 146 h 146"/>
                    <a:gd name="T2" fmla="*/ 3 w 140"/>
                    <a:gd name="T3" fmla="*/ 130 h 146"/>
                    <a:gd name="T4" fmla="*/ 140 w 140"/>
                    <a:gd name="T5" fmla="*/ 0 h 146"/>
                    <a:gd name="T6" fmla="*/ 137 w 140"/>
                    <a:gd name="T7" fmla="*/ 16 h 146"/>
                    <a:gd name="T8" fmla="*/ 0 w 140"/>
                    <a:gd name="T9" fmla="*/ 146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6">
                      <a:moveTo>
                        <a:pt x="0" y="146"/>
                      </a:moveTo>
                      <a:lnTo>
                        <a:pt x="3" y="130"/>
                      </a:lnTo>
                      <a:lnTo>
                        <a:pt x="140" y="0"/>
                      </a:lnTo>
                      <a:lnTo>
                        <a:pt x="137" y="16"/>
                      </a:lnTo>
                      <a:lnTo>
                        <a:pt x="0" y="14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43" name="Line 451">
                  <a:extLst>
                    <a:ext uri="{FF2B5EF4-FFF2-40B4-BE49-F238E27FC236}">
                      <a16:creationId xmlns:a16="http://schemas.microsoft.com/office/drawing/2014/main" id="{8610D5C9-2314-BC2B-AE7B-CE399D34C3A3}"/>
                    </a:ext>
                  </a:extLst>
                </p:cNvPr>
                <p:cNvSpPr>
                  <a:spLocks noChangeShapeType="1"/>
                </p:cNvSpPr>
                <p:nvPr/>
              </p:nvSpPr>
              <p:spPr bwMode="auto">
                <a:xfrm flipV="1">
                  <a:off x="4987" y="1723"/>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4" name="Freeform 452">
                  <a:extLst>
                    <a:ext uri="{FF2B5EF4-FFF2-40B4-BE49-F238E27FC236}">
                      <a16:creationId xmlns:a16="http://schemas.microsoft.com/office/drawing/2014/main" id="{3ACD135F-055D-7B91-9A1E-769626473B6A}"/>
                    </a:ext>
                  </a:extLst>
                </p:cNvPr>
                <p:cNvSpPr>
                  <a:spLocks/>
                </p:cNvSpPr>
                <p:nvPr/>
              </p:nvSpPr>
              <p:spPr bwMode="auto">
                <a:xfrm>
                  <a:off x="4972" y="1565"/>
                  <a:ext cx="155" cy="272"/>
                </a:xfrm>
                <a:custGeom>
                  <a:avLst/>
                  <a:gdLst>
                    <a:gd name="T0" fmla="*/ 18 w 155"/>
                    <a:gd name="T1" fmla="*/ 272 h 272"/>
                    <a:gd name="T2" fmla="*/ 0 w 155"/>
                    <a:gd name="T3" fmla="*/ 131 h 272"/>
                    <a:gd name="T4" fmla="*/ 137 w 155"/>
                    <a:gd name="T5" fmla="*/ 0 h 272"/>
                    <a:gd name="T6" fmla="*/ 155 w 155"/>
                    <a:gd name="T7" fmla="*/ 142 h 272"/>
                    <a:gd name="T8" fmla="*/ 18 w 155"/>
                    <a:gd name="T9" fmla="*/ 272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272">
                      <a:moveTo>
                        <a:pt x="18" y="272"/>
                      </a:moveTo>
                      <a:lnTo>
                        <a:pt x="0" y="131"/>
                      </a:lnTo>
                      <a:lnTo>
                        <a:pt x="137" y="0"/>
                      </a:lnTo>
                      <a:lnTo>
                        <a:pt x="155" y="142"/>
                      </a:lnTo>
                      <a:lnTo>
                        <a:pt x="18" y="272"/>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45" name="Line 453">
                  <a:extLst>
                    <a:ext uri="{FF2B5EF4-FFF2-40B4-BE49-F238E27FC236}">
                      <a16:creationId xmlns:a16="http://schemas.microsoft.com/office/drawing/2014/main" id="{456FD760-6A3B-ADD6-586B-47474C4FD792}"/>
                    </a:ext>
                  </a:extLst>
                </p:cNvPr>
                <p:cNvSpPr>
                  <a:spLocks noChangeShapeType="1"/>
                </p:cNvSpPr>
                <p:nvPr/>
              </p:nvSpPr>
              <p:spPr bwMode="auto">
                <a:xfrm flipV="1">
                  <a:off x="4990" y="1707"/>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6" name="Freeform 454">
                  <a:extLst>
                    <a:ext uri="{FF2B5EF4-FFF2-40B4-BE49-F238E27FC236}">
                      <a16:creationId xmlns:a16="http://schemas.microsoft.com/office/drawing/2014/main" id="{C54F634D-1CC7-3B80-737B-7FA2912BD6F6}"/>
                    </a:ext>
                  </a:extLst>
                </p:cNvPr>
                <p:cNvSpPr>
                  <a:spLocks/>
                </p:cNvSpPr>
                <p:nvPr/>
              </p:nvSpPr>
              <p:spPr bwMode="auto">
                <a:xfrm>
                  <a:off x="2989" y="1565"/>
                  <a:ext cx="2120" cy="131"/>
                </a:xfrm>
                <a:custGeom>
                  <a:avLst/>
                  <a:gdLst>
                    <a:gd name="T0" fmla="*/ 1983 w 2120"/>
                    <a:gd name="T1" fmla="*/ 131 h 131"/>
                    <a:gd name="T2" fmla="*/ 0 w 2120"/>
                    <a:gd name="T3" fmla="*/ 131 h 131"/>
                    <a:gd name="T4" fmla="*/ 138 w 2120"/>
                    <a:gd name="T5" fmla="*/ 0 h 131"/>
                    <a:gd name="T6" fmla="*/ 2120 w 2120"/>
                    <a:gd name="T7" fmla="*/ 0 h 131"/>
                    <a:gd name="T8" fmla="*/ 1983 w 212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0" h="131">
                      <a:moveTo>
                        <a:pt x="1983" y="131"/>
                      </a:moveTo>
                      <a:lnTo>
                        <a:pt x="0" y="131"/>
                      </a:lnTo>
                      <a:lnTo>
                        <a:pt x="138" y="0"/>
                      </a:lnTo>
                      <a:lnTo>
                        <a:pt x="2120" y="0"/>
                      </a:lnTo>
                      <a:lnTo>
                        <a:pt x="1983"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47" name="Line 455">
                  <a:extLst>
                    <a:ext uri="{FF2B5EF4-FFF2-40B4-BE49-F238E27FC236}">
                      <a16:creationId xmlns:a16="http://schemas.microsoft.com/office/drawing/2014/main" id="{DF51DDD0-3B50-6174-6765-D433EEDFB456}"/>
                    </a:ext>
                  </a:extLst>
                </p:cNvPr>
                <p:cNvSpPr>
                  <a:spLocks noChangeShapeType="1"/>
                </p:cNvSpPr>
                <p:nvPr/>
              </p:nvSpPr>
              <p:spPr bwMode="auto">
                <a:xfrm flipV="1">
                  <a:off x="4972" y="1565"/>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48" name="Freeform 456">
                  <a:extLst>
                    <a:ext uri="{FF2B5EF4-FFF2-40B4-BE49-F238E27FC236}">
                      <a16:creationId xmlns:a16="http://schemas.microsoft.com/office/drawing/2014/main" id="{CFA38EF8-02B6-9CA8-CE5E-FCD2D2D226F9}"/>
                    </a:ext>
                  </a:extLst>
                </p:cNvPr>
                <p:cNvSpPr>
                  <a:spLocks/>
                </p:cNvSpPr>
                <p:nvPr/>
              </p:nvSpPr>
              <p:spPr bwMode="auto">
                <a:xfrm>
                  <a:off x="2932" y="1696"/>
                  <a:ext cx="2058" cy="405"/>
                </a:xfrm>
                <a:custGeom>
                  <a:avLst/>
                  <a:gdLst>
                    <a:gd name="T0" fmla="*/ 50 w 2058"/>
                    <a:gd name="T1" fmla="*/ 1 h 405"/>
                    <a:gd name="T2" fmla="*/ 32 w 2058"/>
                    <a:gd name="T3" fmla="*/ 2 h 405"/>
                    <a:gd name="T4" fmla="*/ 25 w 2058"/>
                    <a:gd name="T5" fmla="*/ 6 h 405"/>
                    <a:gd name="T6" fmla="*/ 20 w 2058"/>
                    <a:gd name="T7" fmla="*/ 19 h 405"/>
                    <a:gd name="T8" fmla="*/ 19 w 2058"/>
                    <a:gd name="T9" fmla="*/ 47 h 405"/>
                    <a:gd name="T10" fmla="*/ 20 w 2058"/>
                    <a:gd name="T11" fmla="*/ 71 h 405"/>
                    <a:gd name="T12" fmla="*/ 37 w 2058"/>
                    <a:gd name="T13" fmla="*/ 107 h 405"/>
                    <a:gd name="T14" fmla="*/ 47 w 2058"/>
                    <a:gd name="T15" fmla="*/ 135 h 405"/>
                    <a:gd name="T16" fmla="*/ 52 w 2058"/>
                    <a:gd name="T17" fmla="*/ 164 h 405"/>
                    <a:gd name="T18" fmla="*/ 44 w 2058"/>
                    <a:gd name="T19" fmla="*/ 197 h 405"/>
                    <a:gd name="T20" fmla="*/ 29 w 2058"/>
                    <a:gd name="T21" fmla="*/ 235 h 405"/>
                    <a:gd name="T22" fmla="*/ 15 w 2058"/>
                    <a:gd name="T23" fmla="*/ 271 h 405"/>
                    <a:gd name="T24" fmla="*/ 10 w 2058"/>
                    <a:gd name="T25" fmla="*/ 293 h 405"/>
                    <a:gd name="T26" fmla="*/ 15 w 2058"/>
                    <a:gd name="T27" fmla="*/ 315 h 405"/>
                    <a:gd name="T28" fmla="*/ 25 w 2058"/>
                    <a:gd name="T29" fmla="*/ 353 h 405"/>
                    <a:gd name="T30" fmla="*/ 25 w 2058"/>
                    <a:gd name="T31" fmla="*/ 368 h 405"/>
                    <a:gd name="T32" fmla="*/ 21 w 2058"/>
                    <a:gd name="T33" fmla="*/ 380 h 405"/>
                    <a:gd name="T34" fmla="*/ 7 w 2058"/>
                    <a:gd name="T35" fmla="*/ 396 h 405"/>
                    <a:gd name="T36" fmla="*/ 0 w 2058"/>
                    <a:gd name="T37" fmla="*/ 401 h 405"/>
                    <a:gd name="T38" fmla="*/ 42 w 2058"/>
                    <a:gd name="T39" fmla="*/ 392 h 405"/>
                    <a:gd name="T40" fmla="*/ 142 w 2058"/>
                    <a:gd name="T41" fmla="*/ 392 h 405"/>
                    <a:gd name="T42" fmla="*/ 236 w 2058"/>
                    <a:gd name="T43" fmla="*/ 384 h 405"/>
                    <a:gd name="T44" fmla="*/ 280 w 2058"/>
                    <a:gd name="T45" fmla="*/ 375 h 405"/>
                    <a:gd name="T46" fmla="*/ 325 w 2058"/>
                    <a:gd name="T47" fmla="*/ 368 h 405"/>
                    <a:gd name="T48" fmla="*/ 442 w 2058"/>
                    <a:gd name="T49" fmla="*/ 363 h 405"/>
                    <a:gd name="T50" fmla="*/ 575 w 2058"/>
                    <a:gd name="T51" fmla="*/ 363 h 405"/>
                    <a:gd name="T52" fmla="*/ 624 w 2058"/>
                    <a:gd name="T53" fmla="*/ 378 h 405"/>
                    <a:gd name="T54" fmla="*/ 673 w 2058"/>
                    <a:gd name="T55" fmla="*/ 390 h 405"/>
                    <a:gd name="T56" fmla="*/ 772 w 2058"/>
                    <a:gd name="T57" fmla="*/ 396 h 405"/>
                    <a:gd name="T58" fmla="*/ 897 w 2058"/>
                    <a:gd name="T59" fmla="*/ 405 h 405"/>
                    <a:gd name="T60" fmla="*/ 939 w 2058"/>
                    <a:gd name="T61" fmla="*/ 404 h 405"/>
                    <a:gd name="T62" fmla="*/ 1005 w 2058"/>
                    <a:gd name="T63" fmla="*/ 392 h 405"/>
                    <a:gd name="T64" fmla="*/ 1350 w 2058"/>
                    <a:gd name="T65" fmla="*/ 387 h 405"/>
                    <a:gd name="T66" fmla="*/ 1487 w 2058"/>
                    <a:gd name="T67" fmla="*/ 382 h 405"/>
                    <a:gd name="T68" fmla="*/ 1553 w 2058"/>
                    <a:gd name="T69" fmla="*/ 372 h 405"/>
                    <a:gd name="T70" fmla="*/ 1598 w 2058"/>
                    <a:gd name="T71" fmla="*/ 369 h 405"/>
                    <a:gd name="T72" fmla="*/ 1632 w 2058"/>
                    <a:gd name="T73" fmla="*/ 373 h 405"/>
                    <a:gd name="T74" fmla="*/ 1721 w 2058"/>
                    <a:gd name="T75" fmla="*/ 387 h 405"/>
                    <a:gd name="T76" fmla="*/ 1856 w 2058"/>
                    <a:gd name="T77" fmla="*/ 395 h 405"/>
                    <a:gd name="T78" fmla="*/ 1984 w 2058"/>
                    <a:gd name="T79" fmla="*/ 392 h 405"/>
                    <a:gd name="T80" fmla="*/ 2007 w 2058"/>
                    <a:gd name="T81" fmla="*/ 384 h 405"/>
                    <a:gd name="T82" fmla="*/ 2019 w 2058"/>
                    <a:gd name="T83" fmla="*/ 384 h 405"/>
                    <a:gd name="T84" fmla="*/ 2028 w 2058"/>
                    <a:gd name="T85" fmla="*/ 389 h 405"/>
                    <a:gd name="T86" fmla="*/ 2040 w 2058"/>
                    <a:gd name="T87" fmla="*/ 399 h 405"/>
                    <a:gd name="T88" fmla="*/ 2027 w 2058"/>
                    <a:gd name="T89" fmla="*/ 304 h 405"/>
                    <a:gd name="T90" fmla="*/ 2025 w 2058"/>
                    <a:gd name="T91" fmla="*/ 272 h 405"/>
                    <a:gd name="T92" fmla="*/ 2032 w 2058"/>
                    <a:gd name="T93" fmla="*/ 240 h 405"/>
                    <a:gd name="T94" fmla="*/ 2053 w 2058"/>
                    <a:gd name="T95" fmla="*/ 175 h 405"/>
                    <a:gd name="T96" fmla="*/ 2058 w 2058"/>
                    <a:gd name="T97" fmla="*/ 141 h 405"/>
                    <a:gd name="T98" fmla="*/ 57 w 2058"/>
                    <a:gd name="T99" fmla="*/ 0 h 4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58" h="405">
                      <a:moveTo>
                        <a:pt x="57" y="0"/>
                      </a:moveTo>
                      <a:lnTo>
                        <a:pt x="50" y="1"/>
                      </a:lnTo>
                      <a:lnTo>
                        <a:pt x="39" y="1"/>
                      </a:lnTo>
                      <a:lnTo>
                        <a:pt x="32" y="2"/>
                      </a:lnTo>
                      <a:lnTo>
                        <a:pt x="28" y="3"/>
                      </a:lnTo>
                      <a:lnTo>
                        <a:pt x="25" y="6"/>
                      </a:lnTo>
                      <a:lnTo>
                        <a:pt x="22" y="12"/>
                      </a:lnTo>
                      <a:lnTo>
                        <a:pt x="20" y="19"/>
                      </a:lnTo>
                      <a:lnTo>
                        <a:pt x="19" y="33"/>
                      </a:lnTo>
                      <a:lnTo>
                        <a:pt x="19" y="47"/>
                      </a:lnTo>
                      <a:lnTo>
                        <a:pt x="17" y="60"/>
                      </a:lnTo>
                      <a:lnTo>
                        <a:pt x="20" y="71"/>
                      </a:lnTo>
                      <a:lnTo>
                        <a:pt x="25" y="82"/>
                      </a:lnTo>
                      <a:lnTo>
                        <a:pt x="37" y="107"/>
                      </a:lnTo>
                      <a:lnTo>
                        <a:pt x="43" y="120"/>
                      </a:lnTo>
                      <a:lnTo>
                        <a:pt x="47" y="135"/>
                      </a:lnTo>
                      <a:lnTo>
                        <a:pt x="51" y="149"/>
                      </a:lnTo>
                      <a:lnTo>
                        <a:pt x="52" y="164"/>
                      </a:lnTo>
                      <a:lnTo>
                        <a:pt x="50" y="180"/>
                      </a:lnTo>
                      <a:lnTo>
                        <a:pt x="44" y="197"/>
                      </a:lnTo>
                      <a:lnTo>
                        <a:pt x="37" y="215"/>
                      </a:lnTo>
                      <a:lnTo>
                        <a:pt x="29" y="235"/>
                      </a:lnTo>
                      <a:lnTo>
                        <a:pt x="21" y="254"/>
                      </a:lnTo>
                      <a:lnTo>
                        <a:pt x="15" y="271"/>
                      </a:lnTo>
                      <a:lnTo>
                        <a:pt x="11" y="286"/>
                      </a:lnTo>
                      <a:lnTo>
                        <a:pt x="10" y="293"/>
                      </a:lnTo>
                      <a:lnTo>
                        <a:pt x="10" y="299"/>
                      </a:lnTo>
                      <a:lnTo>
                        <a:pt x="15" y="315"/>
                      </a:lnTo>
                      <a:lnTo>
                        <a:pt x="21" y="335"/>
                      </a:lnTo>
                      <a:lnTo>
                        <a:pt x="25" y="353"/>
                      </a:lnTo>
                      <a:lnTo>
                        <a:pt x="26" y="361"/>
                      </a:lnTo>
                      <a:lnTo>
                        <a:pt x="25" y="368"/>
                      </a:lnTo>
                      <a:lnTo>
                        <a:pt x="24" y="375"/>
                      </a:lnTo>
                      <a:lnTo>
                        <a:pt x="21" y="380"/>
                      </a:lnTo>
                      <a:lnTo>
                        <a:pt x="13" y="390"/>
                      </a:lnTo>
                      <a:lnTo>
                        <a:pt x="7" y="396"/>
                      </a:lnTo>
                      <a:lnTo>
                        <a:pt x="2" y="400"/>
                      </a:lnTo>
                      <a:lnTo>
                        <a:pt x="0" y="401"/>
                      </a:lnTo>
                      <a:lnTo>
                        <a:pt x="4" y="400"/>
                      </a:lnTo>
                      <a:lnTo>
                        <a:pt x="42" y="392"/>
                      </a:lnTo>
                      <a:lnTo>
                        <a:pt x="101" y="392"/>
                      </a:lnTo>
                      <a:lnTo>
                        <a:pt x="142" y="392"/>
                      </a:lnTo>
                      <a:lnTo>
                        <a:pt x="179" y="389"/>
                      </a:lnTo>
                      <a:lnTo>
                        <a:pt x="236" y="384"/>
                      </a:lnTo>
                      <a:lnTo>
                        <a:pt x="258" y="380"/>
                      </a:lnTo>
                      <a:lnTo>
                        <a:pt x="280" y="375"/>
                      </a:lnTo>
                      <a:lnTo>
                        <a:pt x="302" y="371"/>
                      </a:lnTo>
                      <a:lnTo>
                        <a:pt x="325" y="368"/>
                      </a:lnTo>
                      <a:lnTo>
                        <a:pt x="383" y="366"/>
                      </a:lnTo>
                      <a:lnTo>
                        <a:pt x="442" y="363"/>
                      </a:lnTo>
                      <a:lnTo>
                        <a:pt x="559" y="361"/>
                      </a:lnTo>
                      <a:lnTo>
                        <a:pt x="575" y="363"/>
                      </a:lnTo>
                      <a:lnTo>
                        <a:pt x="590" y="368"/>
                      </a:lnTo>
                      <a:lnTo>
                        <a:pt x="624" y="378"/>
                      </a:lnTo>
                      <a:lnTo>
                        <a:pt x="658" y="387"/>
                      </a:lnTo>
                      <a:lnTo>
                        <a:pt x="673" y="390"/>
                      </a:lnTo>
                      <a:lnTo>
                        <a:pt x="689" y="392"/>
                      </a:lnTo>
                      <a:lnTo>
                        <a:pt x="772" y="396"/>
                      </a:lnTo>
                      <a:lnTo>
                        <a:pt x="830" y="400"/>
                      </a:lnTo>
                      <a:lnTo>
                        <a:pt x="897" y="405"/>
                      </a:lnTo>
                      <a:lnTo>
                        <a:pt x="918" y="405"/>
                      </a:lnTo>
                      <a:lnTo>
                        <a:pt x="939" y="404"/>
                      </a:lnTo>
                      <a:lnTo>
                        <a:pt x="964" y="399"/>
                      </a:lnTo>
                      <a:lnTo>
                        <a:pt x="1005" y="392"/>
                      </a:lnTo>
                      <a:lnTo>
                        <a:pt x="1235" y="388"/>
                      </a:lnTo>
                      <a:lnTo>
                        <a:pt x="1350" y="387"/>
                      </a:lnTo>
                      <a:lnTo>
                        <a:pt x="1465" y="384"/>
                      </a:lnTo>
                      <a:lnTo>
                        <a:pt x="1487" y="382"/>
                      </a:lnTo>
                      <a:lnTo>
                        <a:pt x="1509" y="379"/>
                      </a:lnTo>
                      <a:lnTo>
                        <a:pt x="1553" y="372"/>
                      </a:lnTo>
                      <a:lnTo>
                        <a:pt x="1576" y="369"/>
                      </a:lnTo>
                      <a:lnTo>
                        <a:pt x="1598" y="369"/>
                      </a:lnTo>
                      <a:lnTo>
                        <a:pt x="1620" y="371"/>
                      </a:lnTo>
                      <a:lnTo>
                        <a:pt x="1632" y="373"/>
                      </a:lnTo>
                      <a:lnTo>
                        <a:pt x="1642" y="375"/>
                      </a:lnTo>
                      <a:lnTo>
                        <a:pt x="1721" y="387"/>
                      </a:lnTo>
                      <a:lnTo>
                        <a:pt x="1783" y="392"/>
                      </a:lnTo>
                      <a:lnTo>
                        <a:pt x="1856" y="395"/>
                      </a:lnTo>
                      <a:lnTo>
                        <a:pt x="1966" y="399"/>
                      </a:lnTo>
                      <a:lnTo>
                        <a:pt x="1984" y="392"/>
                      </a:lnTo>
                      <a:lnTo>
                        <a:pt x="1999" y="387"/>
                      </a:lnTo>
                      <a:lnTo>
                        <a:pt x="2007" y="384"/>
                      </a:lnTo>
                      <a:lnTo>
                        <a:pt x="2015" y="384"/>
                      </a:lnTo>
                      <a:lnTo>
                        <a:pt x="2019" y="384"/>
                      </a:lnTo>
                      <a:lnTo>
                        <a:pt x="2021" y="385"/>
                      </a:lnTo>
                      <a:lnTo>
                        <a:pt x="2028" y="389"/>
                      </a:lnTo>
                      <a:lnTo>
                        <a:pt x="2033" y="395"/>
                      </a:lnTo>
                      <a:lnTo>
                        <a:pt x="2040" y="399"/>
                      </a:lnTo>
                      <a:lnTo>
                        <a:pt x="2031" y="346"/>
                      </a:lnTo>
                      <a:lnTo>
                        <a:pt x="2027" y="304"/>
                      </a:lnTo>
                      <a:lnTo>
                        <a:pt x="2025" y="286"/>
                      </a:lnTo>
                      <a:lnTo>
                        <a:pt x="2025" y="272"/>
                      </a:lnTo>
                      <a:lnTo>
                        <a:pt x="2028" y="256"/>
                      </a:lnTo>
                      <a:lnTo>
                        <a:pt x="2032" y="240"/>
                      </a:lnTo>
                      <a:lnTo>
                        <a:pt x="2042" y="207"/>
                      </a:lnTo>
                      <a:lnTo>
                        <a:pt x="2053" y="175"/>
                      </a:lnTo>
                      <a:lnTo>
                        <a:pt x="2055" y="157"/>
                      </a:lnTo>
                      <a:lnTo>
                        <a:pt x="2058" y="141"/>
                      </a:lnTo>
                      <a:lnTo>
                        <a:pt x="2040" y="0"/>
                      </a:lnTo>
                      <a:lnTo>
                        <a:pt x="57"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849" name="Line 457">
                  <a:extLst>
                    <a:ext uri="{FF2B5EF4-FFF2-40B4-BE49-F238E27FC236}">
                      <a16:creationId xmlns:a16="http://schemas.microsoft.com/office/drawing/2014/main" id="{C5D42940-DE16-B55F-9B25-782BF9B6EBC0}"/>
                    </a:ext>
                  </a:extLst>
                </p:cNvPr>
                <p:cNvSpPr>
                  <a:spLocks noChangeShapeType="1"/>
                </p:cNvSpPr>
                <p:nvPr/>
              </p:nvSpPr>
              <p:spPr bwMode="auto">
                <a:xfrm flipH="1">
                  <a:off x="2982" y="1696"/>
                  <a:ext cx="7"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0" name="Line 458">
                  <a:extLst>
                    <a:ext uri="{FF2B5EF4-FFF2-40B4-BE49-F238E27FC236}">
                      <a16:creationId xmlns:a16="http://schemas.microsoft.com/office/drawing/2014/main" id="{DB3626F4-AFFB-020E-367D-A437E485A606}"/>
                    </a:ext>
                  </a:extLst>
                </p:cNvPr>
                <p:cNvSpPr>
                  <a:spLocks noChangeShapeType="1"/>
                </p:cNvSpPr>
                <p:nvPr/>
              </p:nvSpPr>
              <p:spPr bwMode="auto">
                <a:xfrm flipH="1">
                  <a:off x="2971" y="1697"/>
                  <a:ext cx="11"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1" name="Line 459">
                  <a:extLst>
                    <a:ext uri="{FF2B5EF4-FFF2-40B4-BE49-F238E27FC236}">
                      <a16:creationId xmlns:a16="http://schemas.microsoft.com/office/drawing/2014/main" id="{31396BC1-FB16-618B-9BAF-8EE7CBFC5ECE}"/>
                    </a:ext>
                  </a:extLst>
                </p:cNvPr>
                <p:cNvSpPr>
                  <a:spLocks noChangeShapeType="1"/>
                </p:cNvSpPr>
                <p:nvPr/>
              </p:nvSpPr>
              <p:spPr bwMode="auto">
                <a:xfrm flipH="1">
                  <a:off x="2964" y="1697"/>
                  <a:ext cx="7"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2" name="Line 460">
                  <a:extLst>
                    <a:ext uri="{FF2B5EF4-FFF2-40B4-BE49-F238E27FC236}">
                      <a16:creationId xmlns:a16="http://schemas.microsoft.com/office/drawing/2014/main" id="{D1A48D10-5C42-A899-149F-638AC034485C}"/>
                    </a:ext>
                  </a:extLst>
                </p:cNvPr>
                <p:cNvSpPr>
                  <a:spLocks noChangeShapeType="1"/>
                </p:cNvSpPr>
                <p:nvPr/>
              </p:nvSpPr>
              <p:spPr bwMode="auto">
                <a:xfrm flipH="1">
                  <a:off x="2960" y="1698"/>
                  <a:ext cx="4" cy="1"/>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3" name="Line 461">
                  <a:extLst>
                    <a:ext uri="{FF2B5EF4-FFF2-40B4-BE49-F238E27FC236}">
                      <a16:creationId xmlns:a16="http://schemas.microsoft.com/office/drawing/2014/main" id="{388E2F14-8CFC-0622-F4BC-90A82BF3C256}"/>
                    </a:ext>
                  </a:extLst>
                </p:cNvPr>
                <p:cNvSpPr>
                  <a:spLocks noChangeShapeType="1"/>
                </p:cNvSpPr>
                <p:nvPr/>
              </p:nvSpPr>
              <p:spPr bwMode="auto">
                <a:xfrm flipH="1">
                  <a:off x="2957" y="1699"/>
                  <a:ext cx="3" cy="3"/>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4" name="Line 462">
                  <a:extLst>
                    <a:ext uri="{FF2B5EF4-FFF2-40B4-BE49-F238E27FC236}">
                      <a16:creationId xmlns:a16="http://schemas.microsoft.com/office/drawing/2014/main" id="{0FCA7E3C-4DC9-0B59-80F2-2B6ED5593EAE}"/>
                    </a:ext>
                  </a:extLst>
                </p:cNvPr>
                <p:cNvSpPr>
                  <a:spLocks noChangeShapeType="1"/>
                </p:cNvSpPr>
                <p:nvPr/>
              </p:nvSpPr>
              <p:spPr bwMode="auto">
                <a:xfrm flipH="1">
                  <a:off x="2954" y="1702"/>
                  <a:ext cx="3"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5" name="Line 463">
                  <a:extLst>
                    <a:ext uri="{FF2B5EF4-FFF2-40B4-BE49-F238E27FC236}">
                      <a16:creationId xmlns:a16="http://schemas.microsoft.com/office/drawing/2014/main" id="{9C964C19-3D28-6646-D11A-79552D8D9E16}"/>
                    </a:ext>
                  </a:extLst>
                </p:cNvPr>
                <p:cNvSpPr>
                  <a:spLocks noChangeShapeType="1"/>
                </p:cNvSpPr>
                <p:nvPr/>
              </p:nvSpPr>
              <p:spPr bwMode="auto">
                <a:xfrm flipH="1">
                  <a:off x="2952" y="1708"/>
                  <a:ext cx="2" cy="7"/>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6" name="Line 464">
                  <a:extLst>
                    <a:ext uri="{FF2B5EF4-FFF2-40B4-BE49-F238E27FC236}">
                      <a16:creationId xmlns:a16="http://schemas.microsoft.com/office/drawing/2014/main" id="{06DAE928-1705-1EEC-4DA2-D5E4EB7022CE}"/>
                    </a:ext>
                  </a:extLst>
                </p:cNvPr>
                <p:cNvSpPr>
                  <a:spLocks noChangeShapeType="1"/>
                </p:cNvSpPr>
                <p:nvPr/>
              </p:nvSpPr>
              <p:spPr bwMode="auto">
                <a:xfrm flipH="1">
                  <a:off x="2951" y="1715"/>
                  <a:ext cx="1" cy="14"/>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7" name="Line 465">
                  <a:extLst>
                    <a:ext uri="{FF2B5EF4-FFF2-40B4-BE49-F238E27FC236}">
                      <a16:creationId xmlns:a16="http://schemas.microsoft.com/office/drawing/2014/main" id="{2391877C-D5E1-8DA6-2C23-8C13774A7D5A}"/>
                    </a:ext>
                  </a:extLst>
                </p:cNvPr>
                <p:cNvSpPr>
                  <a:spLocks noChangeShapeType="1"/>
                </p:cNvSpPr>
                <p:nvPr/>
              </p:nvSpPr>
              <p:spPr bwMode="auto">
                <a:xfrm>
                  <a:off x="2951" y="1729"/>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8" name="Line 466">
                  <a:extLst>
                    <a:ext uri="{FF2B5EF4-FFF2-40B4-BE49-F238E27FC236}">
                      <a16:creationId xmlns:a16="http://schemas.microsoft.com/office/drawing/2014/main" id="{DC9FD71B-CE2B-61BC-7A2B-51222FA4A461}"/>
                    </a:ext>
                  </a:extLst>
                </p:cNvPr>
                <p:cNvSpPr>
                  <a:spLocks noChangeShapeType="1"/>
                </p:cNvSpPr>
                <p:nvPr/>
              </p:nvSpPr>
              <p:spPr bwMode="auto">
                <a:xfrm flipH="1">
                  <a:off x="2949" y="1743"/>
                  <a:ext cx="2" cy="13"/>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59" name="Line 467">
                  <a:extLst>
                    <a:ext uri="{FF2B5EF4-FFF2-40B4-BE49-F238E27FC236}">
                      <a16:creationId xmlns:a16="http://schemas.microsoft.com/office/drawing/2014/main" id="{311640B2-3515-9E7D-5732-78F9643E0402}"/>
                    </a:ext>
                  </a:extLst>
                </p:cNvPr>
                <p:cNvSpPr>
                  <a:spLocks noChangeShapeType="1"/>
                </p:cNvSpPr>
                <p:nvPr/>
              </p:nvSpPr>
              <p:spPr bwMode="auto">
                <a:xfrm>
                  <a:off x="2949" y="1756"/>
                  <a:ext cx="3" cy="11"/>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0" name="Line 468">
                  <a:extLst>
                    <a:ext uri="{FF2B5EF4-FFF2-40B4-BE49-F238E27FC236}">
                      <a16:creationId xmlns:a16="http://schemas.microsoft.com/office/drawing/2014/main" id="{1BFDC91E-3D6C-4CE1-5B7C-21AAB7A741EF}"/>
                    </a:ext>
                  </a:extLst>
                </p:cNvPr>
                <p:cNvSpPr>
                  <a:spLocks noChangeShapeType="1"/>
                </p:cNvSpPr>
                <p:nvPr/>
              </p:nvSpPr>
              <p:spPr bwMode="auto">
                <a:xfrm>
                  <a:off x="2952" y="1767"/>
                  <a:ext cx="5" cy="11"/>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1" name="Line 469">
                  <a:extLst>
                    <a:ext uri="{FF2B5EF4-FFF2-40B4-BE49-F238E27FC236}">
                      <a16:creationId xmlns:a16="http://schemas.microsoft.com/office/drawing/2014/main" id="{50276800-AB0D-38AF-D2A0-4FF6BF4C869F}"/>
                    </a:ext>
                  </a:extLst>
                </p:cNvPr>
                <p:cNvSpPr>
                  <a:spLocks noChangeShapeType="1"/>
                </p:cNvSpPr>
                <p:nvPr/>
              </p:nvSpPr>
              <p:spPr bwMode="auto">
                <a:xfrm>
                  <a:off x="2957" y="1778"/>
                  <a:ext cx="12" cy="25"/>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2" name="Line 470">
                  <a:extLst>
                    <a:ext uri="{FF2B5EF4-FFF2-40B4-BE49-F238E27FC236}">
                      <a16:creationId xmlns:a16="http://schemas.microsoft.com/office/drawing/2014/main" id="{0CAE0232-3DF3-1BA8-F6FA-B92270431846}"/>
                    </a:ext>
                  </a:extLst>
                </p:cNvPr>
                <p:cNvSpPr>
                  <a:spLocks noChangeShapeType="1"/>
                </p:cNvSpPr>
                <p:nvPr/>
              </p:nvSpPr>
              <p:spPr bwMode="auto">
                <a:xfrm>
                  <a:off x="2969" y="1803"/>
                  <a:ext cx="6" cy="13"/>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3" name="Line 471">
                  <a:extLst>
                    <a:ext uri="{FF2B5EF4-FFF2-40B4-BE49-F238E27FC236}">
                      <a16:creationId xmlns:a16="http://schemas.microsoft.com/office/drawing/2014/main" id="{023C8E49-ED82-B0B0-CF80-DB99D060EBA0}"/>
                    </a:ext>
                  </a:extLst>
                </p:cNvPr>
                <p:cNvSpPr>
                  <a:spLocks noChangeShapeType="1"/>
                </p:cNvSpPr>
                <p:nvPr/>
              </p:nvSpPr>
              <p:spPr bwMode="auto">
                <a:xfrm>
                  <a:off x="2975" y="1816"/>
                  <a:ext cx="4" cy="15"/>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4" name="Line 472">
                  <a:extLst>
                    <a:ext uri="{FF2B5EF4-FFF2-40B4-BE49-F238E27FC236}">
                      <a16:creationId xmlns:a16="http://schemas.microsoft.com/office/drawing/2014/main" id="{01F5B7DF-0B6A-1792-9096-909D27DA8307}"/>
                    </a:ext>
                  </a:extLst>
                </p:cNvPr>
                <p:cNvSpPr>
                  <a:spLocks noChangeShapeType="1"/>
                </p:cNvSpPr>
                <p:nvPr/>
              </p:nvSpPr>
              <p:spPr bwMode="auto">
                <a:xfrm>
                  <a:off x="2979" y="1831"/>
                  <a:ext cx="4" cy="14"/>
                </a:xfrm>
                <a:prstGeom prst="line">
                  <a:avLst/>
                </a:prstGeom>
                <a:noFill/>
                <a:ln w="15875">
                  <a:solidFill>
                    <a:srgbClr val="55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5" name="Line 473">
                  <a:extLst>
                    <a:ext uri="{FF2B5EF4-FFF2-40B4-BE49-F238E27FC236}">
                      <a16:creationId xmlns:a16="http://schemas.microsoft.com/office/drawing/2014/main" id="{ADAE865C-FDF2-F292-3B9D-EC2A6A127ECF}"/>
                    </a:ext>
                  </a:extLst>
                </p:cNvPr>
                <p:cNvSpPr>
                  <a:spLocks noChangeShapeType="1"/>
                </p:cNvSpPr>
                <p:nvPr/>
              </p:nvSpPr>
              <p:spPr bwMode="auto">
                <a:xfrm>
                  <a:off x="2983" y="1845"/>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6" name="Line 474">
                  <a:extLst>
                    <a:ext uri="{FF2B5EF4-FFF2-40B4-BE49-F238E27FC236}">
                      <a16:creationId xmlns:a16="http://schemas.microsoft.com/office/drawing/2014/main" id="{447C627D-9657-6A3D-9C61-23DADD4C8F95}"/>
                    </a:ext>
                  </a:extLst>
                </p:cNvPr>
                <p:cNvSpPr>
                  <a:spLocks noChangeShapeType="1"/>
                </p:cNvSpPr>
                <p:nvPr/>
              </p:nvSpPr>
              <p:spPr bwMode="auto">
                <a:xfrm flipH="1">
                  <a:off x="2982" y="1860"/>
                  <a:ext cx="2" cy="16"/>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7" name="Line 475">
                  <a:extLst>
                    <a:ext uri="{FF2B5EF4-FFF2-40B4-BE49-F238E27FC236}">
                      <a16:creationId xmlns:a16="http://schemas.microsoft.com/office/drawing/2014/main" id="{502133F2-182F-EFF8-A7D3-2AE794FF0501}"/>
                    </a:ext>
                  </a:extLst>
                </p:cNvPr>
                <p:cNvSpPr>
                  <a:spLocks noChangeShapeType="1"/>
                </p:cNvSpPr>
                <p:nvPr/>
              </p:nvSpPr>
              <p:spPr bwMode="auto">
                <a:xfrm flipH="1">
                  <a:off x="2976" y="1876"/>
                  <a:ext cx="6" cy="17"/>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8" name="Line 476">
                  <a:extLst>
                    <a:ext uri="{FF2B5EF4-FFF2-40B4-BE49-F238E27FC236}">
                      <a16:creationId xmlns:a16="http://schemas.microsoft.com/office/drawing/2014/main" id="{AB42B043-89A7-1C7A-B802-3A5462BE1CEC}"/>
                    </a:ext>
                  </a:extLst>
                </p:cNvPr>
                <p:cNvSpPr>
                  <a:spLocks noChangeShapeType="1"/>
                </p:cNvSpPr>
                <p:nvPr/>
              </p:nvSpPr>
              <p:spPr bwMode="auto">
                <a:xfrm flipH="1">
                  <a:off x="2969" y="1893"/>
                  <a:ext cx="7" cy="18"/>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69" name="Line 477">
                  <a:extLst>
                    <a:ext uri="{FF2B5EF4-FFF2-40B4-BE49-F238E27FC236}">
                      <a16:creationId xmlns:a16="http://schemas.microsoft.com/office/drawing/2014/main" id="{B9BC13A2-488F-256C-1A43-EAFDABFD3147}"/>
                    </a:ext>
                  </a:extLst>
                </p:cNvPr>
                <p:cNvSpPr>
                  <a:spLocks noChangeShapeType="1"/>
                </p:cNvSpPr>
                <p:nvPr/>
              </p:nvSpPr>
              <p:spPr bwMode="auto">
                <a:xfrm flipH="1">
                  <a:off x="2961" y="1911"/>
                  <a:ext cx="8" cy="20"/>
                </a:xfrm>
                <a:prstGeom prst="line">
                  <a:avLst/>
                </a:prstGeom>
                <a:noFill/>
                <a:ln w="15875">
                  <a:solidFill>
                    <a:srgbClr val="54A9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0" name="Line 478">
                  <a:extLst>
                    <a:ext uri="{FF2B5EF4-FFF2-40B4-BE49-F238E27FC236}">
                      <a16:creationId xmlns:a16="http://schemas.microsoft.com/office/drawing/2014/main" id="{D9615E40-CE44-63C2-216C-EC46B002119B}"/>
                    </a:ext>
                  </a:extLst>
                </p:cNvPr>
                <p:cNvSpPr>
                  <a:spLocks noChangeShapeType="1"/>
                </p:cNvSpPr>
                <p:nvPr/>
              </p:nvSpPr>
              <p:spPr bwMode="auto">
                <a:xfrm flipH="1">
                  <a:off x="2953" y="1931"/>
                  <a:ext cx="8" cy="19"/>
                </a:xfrm>
                <a:prstGeom prst="line">
                  <a:avLst/>
                </a:prstGeom>
                <a:noFill/>
                <a:ln w="15875">
                  <a:solidFill>
                    <a:srgbClr val="54A9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1" name="Line 479">
                  <a:extLst>
                    <a:ext uri="{FF2B5EF4-FFF2-40B4-BE49-F238E27FC236}">
                      <a16:creationId xmlns:a16="http://schemas.microsoft.com/office/drawing/2014/main" id="{9460BB4C-6428-CF77-ECDF-083DC54FE024}"/>
                    </a:ext>
                  </a:extLst>
                </p:cNvPr>
                <p:cNvSpPr>
                  <a:spLocks noChangeShapeType="1"/>
                </p:cNvSpPr>
                <p:nvPr/>
              </p:nvSpPr>
              <p:spPr bwMode="auto">
                <a:xfrm flipH="1">
                  <a:off x="2947" y="1950"/>
                  <a:ext cx="6" cy="17"/>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2" name="Line 480">
                  <a:extLst>
                    <a:ext uri="{FF2B5EF4-FFF2-40B4-BE49-F238E27FC236}">
                      <a16:creationId xmlns:a16="http://schemas.microsoft.com/office/drawing/2014/main" id="{366C2D06-FA8E-7DA8-3274-E92FF3094B00}"/>
                    </a:ext>
                  </a:extLst>
                </p:cNvPr>
                <p:cNvSpPr>
                  <a:spLocks noChangeShapeType="1"/>
                </p:cNvSpPr>
                <p:nvPr/>
              </p:nvSpPr>
              <p:spPr bwMode="auto">
                <a:xfrm flipH="1">
                  <a:off x="2943" y="1967"/>
                  <a:ext cx="4" cy="15"/>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3" name="Line 481">
                  <a:extLst>
                    <a:ext uri="{FF2B5EF4-FFF2-40B4-BE49-F238E27FC236}">
                      <a16:creationId xmlns:a16="http://schemas.microsoft.com/office/drawing/2014/main" id="{989D9B7A-7258-849A-D176-72A07D1C1D59}"/>
                    </a:ext>
                  </a:extLst>
                </p:cNvPr>
                <p:cNvSpPr>
                  <a:spLocks noChangeShapeType="1"/>
                </p:cNvSpPr>
                <p:nvPr/>
              </p:nvSpPr>
              <p:spPr bwMode="auto">
                <a:xfrm flipH="1">
                  <a:off x="2942" y="1982"/>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4" name="Line 482">
                  <a:extLst>
                    <a:ext uri="{FF2B5EF4-FFF2-40B4-BE49-F238E27FC236}">
                      <a16:creationId xmlns:a16="http://schemas.microsoft.com/office/drawing/2014/main" id="{36D1DC97-071A-73E5-9131-ADFE08029F78}"/>
                    </a:ext>
                  </a:extLst>
                </p:cNvPr>
                <p:cNvSpPr>
                  <a:spLocks noChangeShapeType="1"/>
                </p:cNvSpPr>
                <p:nvPr/>
              </p:nvSpPr>
              <p:spPr bwMode="auto">
                <a:xfrm>
                  <a:off x="2942" y="1989"/>
                  <a:ext cx="1" cy="6"/>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5" name="Line 483">
                  <a:extLst>
                    <a:ext uri="{FF2B5EF4-FFF2-40B4-BE49-F238E27FC236}">
                      <a16:creationId xmlns:a16="http://schemas.microsoft.com/office/drawing/2014/main" id="{07034810-06B4-ED63-15E0-39995708CF35}"/>
                    </a:ext>
                  </a:extLst>
                </p:cNvPr>
                <p:cNvSpPr>
                  <a:spLocks noChangeShapeType="1"/>
                </p:cNvSpPr>
                <p:nvPr/>
              </p:nvSpPr>
              <p:spPr bwMode="auto">
                <a:xfrm>
                  <a:off x="2942" y="1995"/>
                  <a:ext cx="5"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6" name="Line 484">
                  <a:extLst>
                    <a:ext uri="{FF2B5EF4-FFF2-40B4-BE49-F238E27FC236}">
                      <a16:creationId xmlns:a16="http://schemas.microsoft.com/office/drawing/2014/main" id="{9115516E-428C-548B-649A-D3CE72B1C6A3}"/>
                    </a:ext>
                  </a:extLst>
                </p:cNvPr>
                <p:cNvSpPr>
                  <a:spLocks noChangeShapeType="1"/>
                </p:cNvSpPr>
                <p:nvPr/>
              </p:nvSpPr>
              <p:spPr bwMode="auto">
                <a:xfrm>
                  <a:off x="2947" y="2011"/>
                  <a:ext cx="6" cy="20"/>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7" name="Line 485">
                  <a:extLst>
                    <a:ext uri="{FF2B5EF4-FFF2-40B4-BE49-F238E27FC236}">
                      <a16:creationId xmlns:a16="http://schemas.microsoft.com/office/drawing/2014/main" id="{0E5D3CC1-5CAC-366F-C888-76713CB519E3}"/>
                    </a:ext>
                  </a:extLst>
                </p:cNvPr>
                <p:cNvSpPr>
                  <a:spLocks noChangeShapeType="1"/>
                </p:cNvSpPr>
                <p:nvPr/>
              </p:nvSpPr>
              <p:spPr bwMode="auto">
                <a:xfrm>
                  <a:off x="2953" y="2031"/>
                  <a:ext cx="4" cy="18"/>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8" name="Line 486">
                  <a:extLst>
                    <a:ext uri="{FF2B5EF4-FFF2-40B4-BE49-F238E27FC236}">
                      <a16:creationId xmlns:a16="http://schemas.microsoft.com/office/drawing/2014/main" id="{98EAC2F9-990C-2A1A-F713-D58F968E3733}"/>
                    </a:ext>
                  </a:extLst>
                </p:cNvPr>
                <p:cNvSpPr>
                  <a:spLocks noChangeShapeType="1"/>
                </p:cNvSpPr>
                <p:nvPr/>
              </p:nvSpPr>
              <p:spPr bwMode="auto">
                <a:xfrm>
                  <a:off x="2957" y="2049"/>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79" name="Line 487">
                  <a:extLst>
                    <a:ext uri="{FF2B5EF4-FFF2-40B4-BE49-F238E27FC236}">
                      <a16:creationId xmlns:a16="http://schemas.microsoft.com/office/drawing/2014/main" id="{04910E8F-375C-5657-40DE-A79384856FCC}"/>
                    </a:ext>
                  </a:extLst>
                </p:cNvPr>
                <p:cNvSpPr>
                  <a:spLocks noChangeShapeType="1"/>
                </p:cNvSpPr>
                <p:nvPr/>
              </p:nvSpPr>
              <p:spPr bwMode="auto">
                <a:xfrm flipH="1">
                  <a:off x="2957" y="2057"/>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0" name="Line 488">
                  <a:extLst>
                    <a:ext uri="{FF2B5EF4-FFF2-40B4-BE49-F238E27FC236}">
                      <a16:creationId xmlns:a16="http://schemas.microsoft.com/office/drawing/2014/main" id="{96F5228A-CFFC-DD63-4A4E-A1613FE58157}"/>
                    </a:ext>
                  </a:extLst>
                </p:cNvPr>
                <p:cNvSpPr>
                  <a:spLocks noChangeShapeType="1"/>
                </p:cNvSpPr>
                <p:nvPr/>
              </p:nvSpPr>
              <p:spPr bwMode="auto">
                <a:xfrm flipH="1">
                  <a:off x="2956" y="2064"/>
                  <a:ext cx="1" cy="7"/>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1" name="Line 489">
                  <a:extLst>
                    <a:ext uri="{FF2B5EF4-FFF2-40B4-BE49-F238E27FC236}">
                      <a16:creationId xmlns:a16="http://schemas.microsoft.com/office/drawing/2014/main" id="{DEBF67FC-AA69-5E95-5048-45D895546183}"/>
                    </a:ext>
                  </a:extLst>
                </p:cNvPr>
                <p:cNvSpPr>
                  <a:spLocks noChangeShapeType="1"/>
                </p:cNvSpPr>
                <p:nvPr/>
              </p:nvSpPr>
              <p:spPr bwMode="auto">
                <a:xfrm flipH="1">
                  <a:off x="2953" y="2071"/>
                  <a:ext cx="3" cy="5"/>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2" name="Line 490">
                  <a:extLst>
                    <a:ext uri="{FF2B5EF4-FFF2-40B4-BE49-F238E27FC236}">
                      <a16:creationId xmlns:a16="http://schemas.microsoft.com/office/drawing/2014/main" id="{906DEBF0-16A9-D9AB-C288-2BAC2E9E9491}"/>
                    </a:ext>
                  </a:extLst>
                </p:cNvPr>
                <p:cNvSpPr>
                  <a:spLocks noChangeShapeType="1"/>
                </p:cNvSpPr>
                <p:nvPr/>
              </p:nvSpPr>
              <p:spPr bwMode="auto">
                <a:xfrm flipH="1">
                  <a:off x="2945" y="2076"/>
                  <a:ext cx="8" cy="10"/>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3" name="Line 491">
                  <a:extLst>
                    <a:ext uri="{FF2B5EF4-FFF2-40B4-BE49-F238E27FC236}">
                      <a16:creationId xmlns:a16="http://schemas.microsoft.com/office/drawing/2014/main" id="{D0AB9854-5C5A-8764-DE47-04291F179E47}"/>
                    </a:ext>
                  </a:extLst>
                </p:cNvPr>
                <p:cNvSpPr>
                  <a:spLocks noChangeShapeType="1"/>
                </p:cNvSpPr>
                <p:nvPr/>
              </p:nvSpPr>
              <p:spPr bwMode="auto">
                <a:xfrm flipH="1">
                  <a:off x="2939" y="2086"/>
                  <a:ext cx="6"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4" name="Line 492">
                  <a:extLst>
                    <a:ext uri="{FF2B5EF4-FFF2-40B4-BE49-F238E27FC236}">
                      <a16:creationId xmlns:a16="http://schemas.microsoft.com/office/drawing/2014/main" id="{70960A7D-D3DA-1247-4D7F-56C8B853F228}"/>
                    </a:ext>
                  </a:extLst>
                </p:cNvPr>
                <p:cNvSpPr>
                  <a:spLocks noChangeShapeType="1"/>
                </p:cNvSpPr>
                <p:nvPr/>
              </p:nvSpPr>
              <p:spPr bwMode="auto">
                <a:xfrm flipH="1">
                  <a:off x="2934" y="2092"/>
                  <a:ext cx="5"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5" name="Line 493">
                  <a:extLst>
                    <a:ext uri="{FF2B5EF4-FFF2-40B4-BE49-F238E27FC236}">
                      <a16:creationId xmlns:a16="http://schemas.microsoft.com/office/drawing/2014/main" id="{FEDA4163-411A-1494-3562-6595EFB74004}"/>
                    </a:ext>
                  </a:extLst>
                </p:cNvPr>
                <p:cNvSpPr>
                  <a:spLocks noChangeShapeType="1"/>
                </p:cNvSpPr>
                <p:nvPr/>
              </p:nvSpPr>
              <p:spPr bwMode="auto">
                <a:xfrm flipH="1">
                  <a:off x="2932" y="2096"/>
                  <a:ext cx="2"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6" name="Line 494">
                  <a:extLst>
                    <a:ext uri="{FF2B5EF4-FFF2-40B4-BE49-F238E27FC236}">
                      <a16:creationId xmlns:a16="http://schemas.microsoft.com/office/drawing/2014/main" id="{72D7DFAE-DD99-A3AD-938B-08FB9BA4EC02}"/>
                    </a:ext>
                  </a:extLst>
                </p:cNvPr>
                <p:cNvSpPr>
                  <a:spLocks noChangeShapeType="1"/>
                </p:cNvSpPr>
                <p:nvPr/>
              </p:nvSpPr>
              <p:spPr bwMode="auto">
                <a:xfrm flipV="1">
                  <a:off x="2932" y="2096"/>
                  <a:ext cx="4"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7" name="Line 495">
                  <a:extLst>
                    <a:ext uri="{FF2B5EF4-FFF2-40B4-BE49-F238E27FC236}">
                      <a16:creationId xmlns:a16="http://schemas.microsoft.com/office/drawing/2014/main" id="{08FE2A18-BBF3-9553-6E12-596C14A8CB4D}"/>
                    </a:ext>
                  </a:extLst>
                </p:cNvPr>
                <p:cNvSpPr>
                  <a:spLocks noChangeShapeType="1"/>
                </p:cNvSpPr>
                <p:nvPr/>
              </p:nvSpPr>
              <p:spPr bwMode="auto">
                <a:xfrm flipV="1">
                  <a:off x="2936" y="2088"/>
                  <a:ext cx="38" cy="8"/>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8" name="Line 496">
                  <a:extLst>
                    <a:ext uri="{FF2B5EF4-FFF2-40B4-BE49-F238E27FC236}">
                      <a16:creationId xmlns:a16="http://schemas.microsoft.com/office/drawing/2014/main" id="{B32FE69E-D985-4F08-B620-F1BBD500C2E9}"/>
                    </a:ext>
                  </a:extLst>
                </p:cNvPr>
                <p:cNvSpPr>
                  <a:spLocks noChangeShapeType="1"/>
                </p:cNvSpPr>
                <p:nvPr/>
              </p:nvSpPr>
              <p:spPr bwMode="auto">
                <a:xfrm>
                  <a:off x="2974" y="2088"/>
                  <a:ext cx="59"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89" name="Line 497">
                  <a:extLst>
                    <a:ext uri="{FF2B5EF4-FFF2-40B4-BE49-F238E27FC236}">
                      <a16:creationId xmlns:a16="http://schemas.microsoft.com/office/drawing/2014/main" id="{E51699E9-803E-D530-4882-BFE520BC6061}"/>
                    </a:ext>
                  </a:extLst>
                </p:cNvPr>
                <p:cNvSpPr>
                  <a:spLocks noChangeShapeType="1"/>
                </p:cNvSpPr>
                <p:nvPr/>
              </p:nvSpPr>
              <p:spPr bwMode="auto">
                <a:xfrm>
                  <a:off x="3033" y="2088"/>
                  <a:ext cx="4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0" name="Line 498">
                  <a:extLst>
                    <a:ext uri="{FF2B5EF4-FFF2-40B4-BE49-F238E27FC236}">
                      <a16:creationId xmlns:a16="http://schemas.microsoft.com/office/drawing/2014/main" id="{EC8A7E98-60CA-AE49-9D42-D21CEA223544}"/>
                    </a:ext>
                  </a:extLst>
                </p:cNvPr>
                <p:cNvSpPr>
                  <a:spLocks noChangeShapeType="1"/>
                </p:cNvSpPr>
                <p:nvPr/>
              </p:nvSpPr>
              <p:spPr bwMode="auto">
                <a:xfrm flipV="1">
                  <a:off x="3074" y="2085"/>
                  <a:ext cx="37" cy="3"/>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1" name="Line 499">
                  <a:extLst>
                    <a:ext uri="{FF2B5EF4-FFF2-40B4-BE49-F238E27FC236}">
                      <a16:creationId xmlns:a16="http://schemas.microsoft.com/office/drawing/2014/main" id="{BB1A4EF3-4330-34DB-8030-AD6F16091441}"/>
                    </a:ext>
                  </a:extLst>
                </p:cNvPr>
                <p:cNvSpPr>
                  <a:spLocks noChangeShapeType="1"/>
                </p:cNvSpPr>
                <p:nvPr/>
              </p:nvSpPr>
              <p:spPr bwMode="auto">
                <a:xfrm flipV="1">
                  <a:off x="3111" y="2080"/>
                  <a:ext cx="57" cy="5"/>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2" name="Line 500">
                  <a:extLst>
                    <a:ext uri="{FF2B5EF4-FFF2-40B4-BE49-F238E27FC236}">
                      <a16:creationId xmlns:a16="http://schemas.microsoft.com/office/drawing/2014/main" id="{0257A09A-6DCF-C004-C26B-57262087053E}"/>
                    </a:ext>
                  </a:extLst>
                </p:cNvPr>
                <p:cNvSpPr>
                  <a:spLocks noChangeShapeType="1"/>
                </p:cNvSpPr>
                <p:nvPr/>
              </p:nvSpPr>
              <p:spPr bwMode="auto">
                <a:xfrm flipV="1">
                  <a:off x="3168" y="2076"/>
                  <a:ext cx="22"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3" name="Line 501">
                  <a:extLst>
                    <a:ext uri="{FF2B5EF4-FFF2-40B4-BE49-F238E27FC236}">
                      <a16:creationId xmlns:a16="http://schemas.microsoft.com/office/drawing/2014/main" id="{22A8C45B-F6E4-7B6A-BB8A-1EB3D0D3B672}"/>
                    </a:ext>
                  </a:extLst>
                </p:cNvPr>
                <p:cNvSpPr>
                  <a:spLocks noChangeShapeType="1"/>
                </p:cNvSpPr>
                <p:nvPr/>
              </p:nvSpPr>
              <p:spPr bwMode="auto">
                <a:xfrm flipV="1">
                  <a:off x="3190" y="2071"/>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4" name="Line 502">
                  <a:extLst>
                    <a:ext uri="{FF2B5EF4-FFF2-40B4-BE49-F238E27FC236}">
                      <a16:creationId xmlns:a16="http://schemas.microsoft.com/office/drawing/2014/main" id="{CCB84C8A-BC5E-4DF4-05D1-5F23C299AC31}"/>
                    </a:ext>
                  </a:extLst>
                </p:cNvPr>
                <p:cNvSpPr>
                  <a:spLocks noChangeShapeType="1"/>
                </p:cNvSpPr>
                <p:nvPr/>
              </p:nvSpPr>
              <p:spPr bwMode="auto">
                <a:xfrm flipV="1">
                  <a:off x="3212" y="2067"/>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5" name="Line 503">
                  <a:extLst>
                    <a:ext uri="{FF2B5EF4-FFF2-40B4-BE49-F238E27FC236}">
                      <a16:creationId xmlns:a16="http://schemas.microsoft.com/office/drawing/2014/main" id="{B2C08EEB-3BBC-F003-7E38-5060E71B45ED}"/>
                    </a:ext>
                  </a:extLst>
                </p:cNvPr>
                <p:cNvSpPr>
                  <a:spLocks noChangeShapeType="1"/>
                </p:cNvSpPr>
                <p:nvPr/>
              </p:nvSpPr>
              <p:spPr bwMode="auto">
                <a:xfrm flipV="1">
                  <a:off x="3234" y="2064"/>
                  <a:ext cx="23" cy="3"/>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6" name="Line 504">
                  <a:extLst>
                    <a:ext uri="{FF2B5EF4-FFF2-40B4-BE49-F238E27FC236}">
                      <a16:creationId xmlns:a16="http://schemas.microsoft.com/office/drawing/2014/main" id="{1B328411-C21D-F3B0-3EA9-F16F82611B40}"/>
                    </a:ext>
                  </a:extLst>
                </p:cNvPr>
                <p:cNvSpPr>
                  <a:spLocks noChangeShapeType="1"/>
                </p:cNvSpPr>
                <p:nvPr/>
              </p:nvSpPr>
              <p:spPr bwMode="auto">
                <a:xfrm flipV="1">
                  <a:off x="3257" y="2062"/>
                  <a:ext cx="58" cy="2"/>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7" name="Line 505">
                  <a:extLst>
                    <a:ext uri="{FF2B5EF4-FFF2-40B4-BE49-F238E27FC236}">
                      <a16:creationId xmlns:a16="http://schemas.microsoft.com/office/drawing/2014/main" id="{85FB22E1-9F9F-AE6C-6788-41684AEB53E0}"/>
                    </a:ext>
                  </a:extLst>
                </p:cNvPr>
                <p:cNvSpPr>
                  <a:spLocks noChangeShapeType="1"/>
                </p:cNvSpPr>
                <p:nvPr/>
              </p:nvSpPr>
              <p:spPr bwMode="auto">
                <a:xfrm flipV="1">
                  <a:off x="3315" y="2059"/>
                  <a:ext cx="59"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8" name="Line 506">
                  <a:extLst>
                    <a:ext uri="{FF2B5EF4-FFF2-40B4-BE49-F238E27FC236}">
                      <a16:creationId xmlns:a16="http://schemas.microsoft.com/office/drawing/2014/main" id="{73596993-A2C5-5978-0EDD-5CFC27A8CA3A}"/>
                    </a:ext>
                  </a:extLst>
                </p:cNvPr>
                <p:cNvSpPr>
                  <a:spLocks noChangeShapeType="1"/>
                </p:cNvSpPr>
                <p:nvPr/>
              </p:nvSpPr>
              <p:spPr bwMode="auto">
                <a:xfrm flipV="1">
                  <a:off x="3374" y="2057"/>
                  <a:ext cx="117"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899" name="Line 507">
                  <a:extLst>
                    <a:ext uri="{FF2B5EF4-FFF2-40B4-BE49-F238E27FC236}">
                      <a16:creationId xmlns:a16="http://schemas.microsoft.com/office/drawing/2014/main" id="{FBAD0454-207A-A6B6-4BDF-9CD31EA61BA3}"/>
                    </a:ext>
                  </a:extLst>
                </p:cNvPr>
                <p:cNvSpPr>
                  <a:spLocks noChangeShapeType="1"/>
                </p:cNvSpPr>
                <p:nvPr/>
              </p:nvSpPr>
              <p:spPr bwMode="auto">
                <a:xfrm>
                  <a:off x="3491" y="2057"/>
                  <a:ext cx="16"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0" name="Line 508">
                  <a:extLst>
                    <a:ext uri="{FF2B5EF4-FFF2-40B4-BE49-F238E27FC236}">
                      <a16:creationId xmlns:a16="http://schemas.microsoft.com/office/drawing/2014/main" id="{F9A9820A-E547-5560-BF5D-85990DA856EB}"/>
                    </a:ext>
                  </a:extLst>
                </p:cNvPr>
                <p:cNvSpPr>
                  <a:spLocks noChangeShapeType="1"/>
                </p:cNvSpPr>
                <p:nvPr/>
              </p:nvSpPr>
              <p:spPr bwMode="auto">
                <a:xfrm>
                  <a:off x="3507" y="2059"/>
                  <a:ext cx="15" cy="5"/>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1" name="Line 509">
                  <a:extLst>
                    <a:ext uri="{FF2B5EF4-FFF2-40B4-BE49-F238E27FC236}">
                      <a16:creationId xmlns:a16="http://schemas.microsoft.com/office/drawing/2014/main" id="{F3789015-97E0-59BA-63D2-A0F94B4319AB}"/>
                    </a:ext>
                  </a:extLst>
                </p:cNvPr>
                <p:cNvSpPr>
                  <a:spLocks noChangeShapeType="1"/>
                </p:cNvSpPr>
                <p:nvPr/>
              </p:nvSpPr>
              <p:spPr bwMode="auto">
                <a:xfrm>
                  <a:off x="3522" y="2064"/>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2" name="Line 510">
                  <a:extLst>
                    <a:ext uri="{FF2B5EF4-FFF2-40B4-BE49-F238E27FC236}">
                      <a16:creationId xmlns:a16="http://schemas.microsoft.com/office/drawing/2014/main" id="{A250CEB7-7D3A-8A6E-441D-6153FDE6B312}"/>
                    </a:ext>
                  </a:extLst>
                </p:cNvPr>
                <p:cNvSpPr>
                  <a:spLocks noChangeShapeType="1"/>
                </p:cNvSpPr>
                <p:nvPr/>
              </p:nvSpPr>
              <p:spPr bwMode="auto">
                <a:xfrm>
                  <a:off x="3556" y="2074"/>
                  <a:ext cx="34"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3" name="Line 511">
                  <a:extLst>
                    <a:ext uri="{FF2B5EF4-FFF2-40B4-BE49-F238E27FC236}">
                      <a16:creationId xmlns:a16="http://schemas.microsoft.com/office/drawing/2014/main" id="{AC36DA31-E209-F423-4579-3EF2ABA14C11}"/>
                    </a:ext>
                  </a:extLst>
                </p:cNvPr>
                <p:cNvSpPr>
                  <a:spLocks noChangeShapeType="1"/>
                </p:cNvSpPr>
                <p:nvPr/>
              </p:nvSpPr>
              <p:spPr bwMode="auto">
                <a:xfrm>
                  <a:off x="3590" y="2083"/>
                  <a:ext cx="15" cy="3"/>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4" name="Line 512">
                  <a:extLst>
                    <a:ext uri="{FF2B5EF4-FFF2-40B4-BE49-F238E27FC236}">
                      <a16:creationId xmlns:a16="http://schemas.microsoft.com/office/drawing/2014/main" id="{FDCC3DBF-DE49-69E0-0975-49251186DD58}"/>
                    </a:ext>
                  </a:extLst>
                </p:cNvPr>
                <p:cNvSpPr>
                  <a:spLocks noChangeShapeType="1"/>
                </p:cNvSpPr>
                <p:nvPr/>
              </p:nvSpPr>
              <p:spPr bwMode="auto">
                <a:xfrm>
                  <a:off x="3605" y="2086"/>
                  <a:ext cx="16" cy="2"/>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5" name="Line 513">
                  <a:extLst>
                    <a:ext uri="{FF2B5EF4-FFF2-40B4-BE49-F238E27FC236}">
                      <a16:creationId xmlns:a16="http://schemas.microsoft.com/office/drawing/2014/main" id="{FB1AF401-980B-3A53-536B-6D96FA99C79A}"/>
                    </a:ext>
                  </a:extLst>
                </p:cNvPr>
                <p:cNvSpPr>
                  <a:spLocks noChangeShapeType="1"/>
                </p:cNvSpPr>
                <p:nvPr/>
              </p:nvSpPr>
              <p:spPr bwMode="auto">
                <a:xfrm>
                  <a:off x="3621" y="2088"/>
                  <a:ext cx="83"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6" name="Line 514">
                  <a:extLst>
                    <a:ext uri="{FF2B5EF4-FFF2-40B4-BE49-F238E27FC236}">
                      <a16:creationId xmlns:a16="http://schemas.microsoft.com/office/drawing/2014/main" id="{CFA141CC-4119-E9E6-D393-F083BDFFB778}"/>
                    </a:ext>
                  </a:extLst>
                </p:cNvPr>
                <p:cNvSpPr>
                  <a:spLocks noChangeShapeType="1"/>
                </p:cNvSpPr>
                <p:nvPr/>
              </p:nvSpPr>
              <p:spPr bwMode="auto">
                <a:xfrm>
                  <a:off x="3704" y="2092"/>
                  <a:ext cx="58"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7" name="Line 515">
                  <a:extLst>
                    <a:ext uri="{FF2B5EF4-FFF2-40B4-BE49-F238E27FC236}">
                      <a16:creationId xmlns:a16="http://schemas.microsoft.com/office/drawing/2014/main" id="{B1FADE93-9FD9-E75F-5078-E36FFD407017}"/>
                    </a:ext>
                  </a:extLst>
                </p:cNvPr>
                <p:cNvSpPr>
                  <a:spLocks noChangeShapeType="1"/>
                </p:cNvSpPr>
                <p:nvPr/>
              </p:nvSpPr>
              <p:spPr bwMode="auto">
                <a:xfrm>
                  <a:off x="3762" y="2096"/>
                  <a:ext cx="67"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8" name="Line 516">
                  <a:extLst>
                    <a:ext uri="{FF2B5EF4-FFF2-40B4-BE49-F238E27FC236}">
                      <a16:creationId xmlns:a16="http://schemas.microsoft.com/office/drawing/2014/main" id="{01373153-3515-75A2-D450-F731DE4B0C90}"/>
                    </a:ext>
                  </a:extLst>
                </p:cNvPr>
                <p:cNvSpPr>
                  <a:spLocks noChangeShapeType="1"/>
                </p:cNvSpPr>
                <p:nvPr/>
              </p:nvSpPr>
              <p:spPr bwMode="auto">
                <a:xfrm>
                  <a:off x="3829" y="2101"/>
                  <a:ext cx="2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09" name="Line 517">
                  <a:extLst>
                    <a:ext uri="{FF2B5EF4-FFF2-40B4-BE49-F238E27FC236}">
                      <a16:creationId xmlns:a16="http://schemas.microsoft.com/office/drawing/2014/main" id="{DD8C2B34-2DB2-71B9-5E3A-738E96104BE2}"/>
                    </a:ext>
                  </a:extLst>
                </p:cNvPr>
                <p:cNvSpPr>
                  <a:spLocks noChangeShapeType="1"/>
                </p:cNvSpPr>
                <p:nvPr/>
              </p:nvSpPr>
              <p:spPr bwMode="auto">
                <a:xfrm flipV="1">
                  <a:off x="3850" y="2100"/>
                  <a:ext cx="21"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0" name="Line 518">
                  <a:extLst>
                    <a:ext uri="{FF2B5EF4-FFF2-40B4-BE49-F238E27FC236}">
                      <a16:creationId xmlns:a16="http://schemas.microsoft.com/office/drawing/2014/main" id="{26D392F0-2AAC-C7D3-F787-77FF6264A253}"/>
                    </a:ext>
                  </a:extLst>
                </p:cNvPr>
                <p:cNvSpPr>
                  <a:spLocks noChangeShapeType="1"/>
                </p:cNvSpPr>
                <p:nvPr/>
              </p:nvSpPr>
              <p:spPr bwMode="auto">
                <a:xfrm flipV="1">
                  <a:off x="3871" y="2095"/>
                  <a:ext cx="25"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1" name="Line 519">
                  <a:extLst>
                    <a:ext uri="{FF2B5EF4-FFF2-40B4-BE49-F238E27FC236}">
                      <a16:creationId xmlns:a16="http://schemas.microsoft.com/office/drawing/2014/main" id="{F765391E-D1FE-9562-73C6-7E7A1C2F90D9}"/>
                    </a:ext>
                  </a:extLst>
                </p:cNvPr>
                <p:cNvSpPr>
                  <a:spLocks noChangeShapeType="1"/>
                </p:cNvSpPr>
                <p:nvPr/>
              </p:nvSpPr>
              <p:spPr bwMode="auto">
                <a:xfrm flipV="1">
                  <a:off x="3896" y="2088"/>
                  <a:ext cx="41"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2" name="Line 520">
                  <a:extLst>
                    <a:ext uri="{FF2B5EF4-FFF2-40B4-BE49-F238E27FC236}">
                      <a16:creationId xmlns:a16="http://schemas.microsoft.com/office/drawing/2014/main" id="{77187D47-250F-03CC-CB6F-3E3CB8E38F16}"/>
                    </a:ext>
                  </a:extLst>
                </p:cNvPr>
                <p:cNvSpPr>
                  <a:spLocks noChangeShapeType="1"/>
                </p:cNvSpPr>
                <p:nvPr/>
              </p:nvSpPr>
              <p:spPr bwMode="auto">
                <a:xfrm flipV="1">
                  <a:off x="3937" y="2084"/>
                  <a:ext cx="230" cy="4"/>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3" name="Line 521">
                  <a:extLst>
                    <a:ext uri="{FF2B5EF4-FFF2-40B4-BE49-F238E27FC236}">
                      <a16:creationId xmlns:a16="http://schemas.microsoft.com/office/drawing/2014/main" id="{13EAB6CB-A0EB-A338-C236-E9B55AAF6B0A}"/>
                    </a:ext>
                  </a:extLst>
                </p:cNvPr>
                <p:cNvSpPr>
                  <a:spLocks noChangeShapeType="1"/>
                </p:cNvSpPr>
                <p:nvPr/>
              </p:nvSpPr>
              <p:spPr bwMode="auto">
                <a:xfrm flipV="1">
                  <a:off x="4167" y="2083"/>
                  <a:ext cx="115" cy="1"/>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4" name="Line 522">
                  <a:extLst>
                    <a:ext uri="{FF2B5EF4-FFF2-40B4-BE49-F238E27FC236}">
                      <a16:creationId xmlns:a16="http://schemas.microsoft.com/office/drawing/2014/main" id="{F240E8F9-4AFB-6211-7F67-55CD1D68859D}"/>
                    </a:ext>
                  </a:extLst>
                </p:cNvPr>
                <p:cNvSpPr>
                  <a:spLocks noChangeShapeType="1"/>
                </p:cNvSpPr>
                <p:nvPr/>
              </p:nvSpPr>
              <p:spPr bwMode="auto">
                <a:xfrm flipV="1">
                  <a:off x="4282" y="2080"/>
                  <a:ext cx="115"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5" name="Line 523">
                  <a:extLst>
                    <a:ext uri="{FF2B5EF4-FFF2-40B4-BE49-F238E27FC236}">
                      <a16:creationId xmlns:a16="http://schemas.microsoft.com/office/drawing/2014/main" id="{B6BAC55A-0F7A-125C-3250-750BE835A381}"/>
                    </a:ext>
                  </a:extLst>
                </p:cNvPr>
                <p:cNvSpPr>
                  <a:spLocks noChangeShapeType="1"/>
                </p:cNvSpPr>
                <p:nvPr/>
              </p:nvSpPr>
              <p:spPr bwMode="auto">
                <a:xfrm flipV="1">
                  <a:off x="4397" y="2078"/>
                  <a:ext cx="22"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6" name="Line 524">
                  <a:extLst>
                    <a:ext uri="{FF2B5EF4-FFF2-40B4-BE49-F238E27FC236}">
                      <a16:creationId xmlns:a16="http://schemas.microsoft.com/office/drawing/2014/main" id="{225B5B96-C8AE-B051-5723-68413AD78129}"/>
                    </a:ext>
                  </a:extLst>
                </p:cNvPr>
                <p:cNvSpPr>
                  <a:spLocks noChangeShapeType="1"/>
                </p:cNvSpPr>
                <p:nvPr/>
              </p:nvSpPr>
              <p:spPr bwMode="auto">
                <a:xfrm flipV="1">
                  <a:off x="4419" y="2075"/>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7" name="Line 525">
                  <a:extLst>
                    <a:ext uri="{FF2B5EF4-FFF2-40B4-BE49-F238E27FC236}">
                      <a16:creationId xmlns:a16="http://schemas.microsoft.com/office/drawing/2014/main" id="{1AD0A954-A35A-40A8-7A2E-DB2DB3558579}"/>
                    </a:ext>
                  </a:extLst>
                </p:cNvPr>
                <p:cNvSpPr>
                  <a:spLocks noChangeShapeType="1"/>
                </p:cNvSpPr>
                <p:nvPr/>
              </p:nvSpPr>
              <p:spPr bwMode="auto">
                <a:xfrm flipV="1">
                  <a:off x="4441" y="2068"/>
                  <a:ext cx="44" cy="7"/>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8" name="Line 526">
                  <a:extLst>
                    <a:ext uri="{FF2B5EF4-FFF2-40B4-BE49-F238E27FC236}">
                      <a16:creationId xmlns:a16="http://schemas.microsoft.com/office/drawing/2014/main" id="{8B12E4C6-BCDC-DB30-F0A9-9278356FB06B}"/>
                    </a:ext>
                  </a:extLst>
                </p:cNvPr>
                <p:cNvSpPr>
                  <a:spLocks noChangeShapeType="1"/>
                </p:cNvSpPr>
                <p:nvPr/>
              </p:nvSpPr>
              <p:spPr bwMode="auto">
                <a:xfrm flipV="1">
                  <a:off x="4485" y="2065"/>
                  <a:ext cx="23" cy="3"/>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19" name="Line 527">
                  <a:extLst>
                    <a:ext uri="{FF2B5EF4-FFF2-40B4-BE49-F238E27FC236}">
                      <a16:creationId xmlns:a16="http://schemas.microsoft.com/office/drawing/2014/main" id="{32AE08AB-D46B-3A4B-AE54-CC493377C3D1}"/>
                    </a:ext>
                  </a:extLst>
                </p:cNvPr>
                <p:cNvSpPr>
                  <a:spLocks noChangeShapeType="1"/>
                </p:cNvSpPr>
                <p:nvPr/>
              </p:nvSpPr>
              <p:spPr bwMode="auto">
                <a:xfrm>
                  <a:off x="4508" y="2065"/>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0" name="Line 528">
                  <a:extLst>
                    <a:ext uri="{FF2B5EF4-FFF2-40B4-BE49-F238E27FC236}">
                      <a16:creationId xmlns:a16="http://schemas.microsoft.com/office/drawing/2014/main" id="{1666728A-2CD0-CE06-28FB-CE11CE24CE7B}"/>
                    </a:ext>
                  </a:extLst>
                </p:cNvPr>
                <p:cNvSpPr>
                  <a:spLocks noChangeShapeType="1"/>
                </p:cNvSpPr>
                <p:nvPr/>
              </p:nvSpPr>
              <p:spPr bwMode="auto">
                <a:xfrm>
                  <a:off x="4530" y="2065"/>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1" name="Line 529">
                  <a:extLst>
                    <a:ext uri="{FF2B5EF4-FFF2-40B4-BE49-F238E27FC236}">
                      <a16:creationId xmlns:a16="http://schemas.microsoft.com/office/drawing/2014/main" id="{5BE3A89C-E4E8-EF8D-02B6-AF0D93A63D1C}"/>
                    </a:ext>
                  </a:extLst>
                </p:cNvPr>
                <p:cNvSpPr>
                  <a:spLocks noChangeShapeType="1"/>
                </p:cNvSpPr>
                <p:nvPr/>
              </p:nvSpPr>
              <p:spPr bwMode="auto">
                <a:xfrm>
                  <a:off x="4552" y="2067"/>
                  <a:ext cx="12"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2" name="Line 530">
                  <a:extLst>
                    <a:ext uri="{FF2B5EF4-FFF2-40B4-BE49-F238E27FC236}">
                      <a16:creationId xmlns:a16="http://schemas.microsoft.com/office/drawing/2014/main" id="{0669689F-55E3-E7C2-D065-975C73E2F7AC}"/>
                    </a:ext>
                  </a:extLst>
                </p:cNvPr>
                <p:cNvSpPr>
                  <a:spLocks noChangeShapeType="1"/>
                </p:cNvSpPr>
                <p:nvPr/>
              </p:nvSpPr>
              <p:spPr bwMode="auto">
                <a:xfrm>
                  <a:off x="4564" y="2069"/>
                  <a:ext cx="10" cy="2"/>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3" name="Line 531">
                  <a:extLst>
                    <a:ext uri="{FF2B5EF4-FFF2-40B4-BE49-F238E27FC236}">
                      <a16:creationId xmlns:a16="http://schemas.microsoft.com/office/drawing/2014/main" id="{2D81B332-9D3D-0396-C729-82CAB642547D}"/>
                    </a:ext>
                  </a:extLst>
                </p:cNvPr>
                <p:cNvSpPr>
                  <a:spLocks noChangeShapeType="1"/>
                </p:cNvSpPr>
                <p:nvPr/>
              </p:nvSpPr>
              <p:spPr bwMode="auto">
                <a:xfrm>
                  <a:off x="4574" y="2071"/>
                  <a:ext cx="79" cy="12"/>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4" name="Line 532">
                  <a:extLst>
                    <a:ext uri="{FF2B5EF4-FFF2-40B4-BE49-F238E27FC236}">
                      <a16:creationId xmlns:a16="http://schemas.microsoft.com/office/drawing/2014/main" id="{01088C0F-499A-43A1-D76C-13EF366AB3B0}"/>
                    </a:ext>
                  </a:extLst>
                </p:cNvPr>
                <p:cNvSpPr>
                  <a:spLocks noChangeShapeType="1"/>
                </p:cNvSpPr>
                <p:nvPr/>
              </p:nvSpPr>
              <p:spPr bwMode="auto">
                <a:xfrm>
                  <a:off x="4653" y="2083"/>
                  <a:ext cx="62" cy="5"/>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5" name="Line 533">
                  <a:extLst>
                    <a:ext uri="{FF2B5EF4-FFF2-40B4-BE49-F238E27FC236}">
                      <a16:creationId xmlns:a16="http://schemas.microsoft.com/office/drawing/2014/main" id="{8D588EAF-3C84-9032-E99E-92C31F0E3079}"/>
                    </a:ext>
                  </a:extLst>
                </p:cNvPr>
                <p:cNvSpPr>
                  <a:spLocks noChangeShapeType="1"/>
                </p:cNvSpPr>
                <p:nvPr/>
              </p:nvSpPr>
              <p:spPr bwMode="auto">
                <a:xfrm>
                  <a:off x="4715" y="2088"/>
                  <a:ext cx="73" cy="3"/>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6" name="Line 534">
                  <a:extLst>
                    <a:ext uri="{FF2B5EF4-FFF2-40B4-BE49-F238E27FC236}">
                      <a16:creationId xmlns:a16="http://schemas.microsoft.com/office/drawing/2014/main" id="{65859B30-2E1B-D816-90C6-D49C440F36E0}"/>
                    </a:ext>
                  </a:extLst>
                </p:cNvPr>
                <p:cNvSpPr>
                  <a:spLocks noChangeShapeType="1"/>
                </p:cNvSpPr>
                <p:nvPr/>
              </p:nvSpPr>
              <p:spPr bwMode="auto">
                <a:xfrm>
                  <a:off x="4788" y="2091"/>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7" name="Line 535">
                  <a:extLst>
                    <a:ext uri="{FF2B5EF4-FFF2-40B4-BE49-F238E27FC236}">
                      <a16:creationId xmlns:a16="http://schemas.microsoft.com/office/drawing/2014/main" id="{7CB0FDCB-AFCC-8410-3B67-9026818B676A}"/>
                    </a:ext>
                  </a:extLst>
                </p:cNvPr>
                <p:cNvSpPr>
                  <a:spLocks noChangeShapeType="1"/>
                </p:cNvSpPr>
                <p:nvPr/>
              </p:nvSpPr>
              <p:spPr bwMode="auto">
                <a:xfrm flipV="1">
                  <a:off x="4898" y="2088"/>
                  <a:ext cx="18" cy="7"/>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8" name="Line 536">
                  <a:extLst>
                    <a:ext uri="{FF2B5EF4-FFF2-40B4-BE49-F238E27FC236}">
                      <a16:creationId xmlns:a16="http://schemas.microsoft.com/office/drawing/2014/main" id="{ADFE5F69-8D2F-FDED-7754-F7F2A7F67739}"/>
                    </a:ext>
                  </a:extLst>
                </p:cNvPr>
                <p:cNvSpPr>
                  <a:spLocks noChangeShapeType="1"/>
                </p:cNvSpPr>
                <p:nvPr/>
              </p:nvSpPr>
              <p:spPr bwMode="auto">
                <a:xfrm flipV="1">
                  <a:off x="4916" y="2083"/>
                  <a:ext cx="15"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29" name="Line 537">
                  <a:extLst>
                    <a:ext uri="{FF2B5EF4-FFF2-40B4-BE49-F238E27FC236}">
                      <a16:creationId xmlns:a16="http://schemas.microsoft.com/office/drawing/2014/main" id="{69886576-AE29-8C18-A30C-FDB5DF46B6AD}"/>
                    </a:ext>
                  </a:extLst>
                </p:cNvPr>
                <p:cNvSpPr>
                  <a:spLocks noChangeShapeType="1"/>
                </p:cNvSpPr>
                <p:nvPr/>
              </p:nvSpPr>
              <p:spPr bwMode="auto">
                <a:xfrm flipV="1">
                  <a:off x="4931" y="2080"/>
                  <a:ext cx="8" cy="3"/>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0" name="Line 538">
                  <a:extLst>
                    <a:ext uri="{FF2B5EF4-FFF2-40B4-BE49-F238E27FC236}">
                      <a16:creationId xmlns:a16="http://schemas.microsoft.com/office/drawing/2014/main" id="{2F20C679-D6C2-32E9-5EAC-B83F5081CF1D}"/>
                    </a:ext>
                  </a:extLst>
                </p:cNvPr>
                <p:cNvSpPr>
                  <a:spLocks noChangeShapeType="1"/>
                </p:cNvSpPr>
                <p:nvPr/>
              </p:nvSpPr>
              <p:spPr bwMode="auto">
                <a:xfrm>
                  <a:off x="4939" y="2080"/>
                  <a:ext cx="8"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1" name="Line 539">
                  <a:extLst>
                    <a:ext uri="{FF2B5EF4-FFF2-40B4-BE49-F238E27FC236}">
                      <a16:creationId xmlns:a16="http://schemas.microsoft.com/office/drawing/2014/main" id="{22F102CE-FAA4-295F-7CAB-1FC0789605AB}"/>
                    </a:ext>
                  </a:extLst>
                </p:cNvPr>
                <p:cNvSpPr>
                  <a:spLocks noChangeShapeType="1"/>
                </p:cNvSpPr>
                <p:nvPr/>
              </p:nvSpPr>
              <p:spPr bwMode="auto">
                <a:xfrm>
                  <a:off x="4947" y="2080"/>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2" name="Line 540">
                  <a:extLst>
                    <a:ext uri="{FF2B5EF4-FFF2-40B4-BE49-F238E27FC236}">
                      <a16:creationId xmlns:a16="http://schemas.microsoft.com/office/drawing/2014/main" id="{08E03699-9B8B-EB6A-739B-9D74123CF8BC}"/>
                    </a:ext>
                  </a:extLst>
                </p:cNvPr>
                <p:cNvSpPr>
                  <a:spLocks noChangeShapeType="1"/>
                </p:cNvSpPr>
                <p:nvPr/>
              </p:nvSpPr>
              <p:spPr bwMode="auto">
                <a:xfrm>
                  <a:off x="4951" y="2080"/>
                  <a:ext cx="2"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3" name="Line 541">
                  <a:extLst>
                    <a:ext uri="{FF2B5EF4-FFF2-40B4-BE49-F238E27FC236}">
                      <a16:creationId xmlns:a16="http://schemas.microsoft.com/office/drawing/2014/main" id="{A9F9F0B1-B94E-4987-7371-A30285D847F4}"/>
                    </a:ext>
                  </a:extLst>
                </p:cNvPr>
                <p:cNvSpPr>
                  <a:spLocks noChangeShapeType="1"/>
                </p:cNvSpPr>
                <p:nvPr/>
              </p:nvSpPr>
              <p:spPr bwMode="auto">
                <a:xfrm>
                  <a:off x="4953" y="2081"/>
                  <a:ext cx="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4" name="Line 542">
                  <a:extLst>
                    <a:ext uri="{FF2B5EF4-FFF2-40B4-BE49-F238E27FC236}">
                      <a16:creationId xmlns:a16="http://schemas.microsoft.com/office/drawing/2014/main" id="{76B97D31-9A5E-A11B-0BE0-67314E96118D}"/>
                    </a:ext>
                  </a:extLst>
                </p:cNvPr>
                <p:cNvSpPr>
                  <a:spLocks noChangeShapeType="1"/>
                </p:cNvSpPr>
                <p:nvPr/>
              </p:nvSpPr>
              <p:spPr bwMode="auto">
                <a:xfrm>
                  <a:off x="4960" y="2085"/>
                  <a:ext cx="5"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5" name="Line 543">
                  <a:extLst>
                    <a:ext uri="{FF2B5EF4-FFF2-40B4-BE49-F238E27FC236}">
                      <a16:creationId xmlns:a16="http://schemas.microsoft.com/office/drawing/2014/main" id="{12B22780-B68D-A95D-1D3A-BDA4CEF8815D}"/>
                    </a:ext>
                  </a:extLst>
                </p:cNvPr>
                <p:cNvSpPr>
                  <a:spLocks noChangeShapeType="1"/>
                </p:cNvSpPr>
                <p:nvPr/>
              </p:nvSpPr>
              <p:spPr bwMode="auto">
                <a:xfrm>
                  <a:off x="4965" y="2091"/>
                  <a:ext cx="7" cy="4"/>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6" name="Line 544">
                  <a:extLst>
                    <a:ext uri="{FF2B5EF4-FFF2-40B4-BE49-F238E27FC236}">
                      <a16:creationId xmlns:a16="http://schemas.microsoft.com/office/drawing/2014/main" id="{39441F65-EDE9-344D-C258-D83E5DDF0C08}"/>
                    </a:ext>
                  </a:extLst>
                </p:cNvPr>
                <p:cNvSpPr>
                  <a:spLocks noChangeShapeType="1"/>
                </p:cNvSpPr>
                <p:nvPr/>
              </p:nvSpPr>
              <p:spPr bwMode="auto">
                <a:xfrm flipH="1" flipV="1">
                  <a:off x="4963" y="2042"/>
                  <a:ext cx="9" cy="53"/>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7" name="Line 545">
                  <a:extLst>
                    <a:ext uri="{FF2B5EF4-FFF2-40B4-BE49-F238E27FC236}">
                      <a16:creationId xmlns:a16="http://schemas.microsoft.com/office/drawing/2014/main" id="{55A8205A-3BE8-0185-C6B7-4C54C3A50165}"/>
                    </a:ext>
                  </a:extLst>
                </p:cNvPr>
                <p:cNvSpPr>
                  <a:spLocks noChangeShapeType="1"/>
                </p:cNvSpPr>
                <p:nvPr/>
              </p:nvSpPr>
              <p:spPr bwMode="auto">
                <a:xfrm flipH="1" flipV="1">
                  <a:off x="4959" y="2000"/>
                  <a:ext cx="4" cy="42"/>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8" name="Line 546">
                  <a:extLst>
                    <a:ext uri="{FF2B5EF4-FFF2-40B4-BE49-F238E27FC236}">
                      <a16:creationId xmlns:a16="http://schemas.microsoft.com/office/drawing/2014/main" id="{1058BBF8-B99B-A9C0-451E-8DE8E0421B8C}"/>
                    </a:ext>
                  </a:extLst>
                </p:cNvPr>
                <p:cNvSpPr>
                  <a:spLocks noChangeShapeType="1"/>
                </p:cNvSpPr>
                <p:nvPr/>
              </p:nvSpPr>
              <p:spPr bwMode="auto">
                <a:xfrm flipH="1" flipV="1">
                  <a:off x="4957" y="1982"/>
                  <a:ext cx="2" cy="18"/>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39" name="Line 547">
                  <a:extLst>
                    <a:ext uri="{FF2B5EF4-FFF2-40B4-BE49-F238E27FC236}">
                      <a16:creationId xmlns:a16="http://schemas.microsoft.com/office/drawing/2014/main" id="{8093DAB6-638E-5B31-F930-56C3708488D9}"/>
                    </a:ext>
                  </a:extLst>
                </p:cNvPr>
                <p:cNvSpPr>
                  <a:spLocks noChangeShapeType="1"/>
                </p:cNvSpPr>
                <p:nvPr/>
              </p:nvSpPr>
              <p:spPr bwMode="auto">
                <a:xfrm flipV="1">
                  <a:off x="4957" y="1968"/>
                  <a:ext cx="1" cy="14"/>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0" name="Line 548">
                  <a:extLst>
                    <a:ext uri="{FF2B5EF4-FFF2-40B4-BE49-F238E27FC236}">
                      <a16:creationId xmlns:a16="http://schemas.microsoft.com/office/drawing/2014/main" id="{8ED6712B-353D-D13C-F15D-B43D28174FD7}"/>
                    </a:ext>
                  </a:extLst>
                </p:cNvPr>
                <p:cNvSpPr>
                  <a:spLocks noChangeShapeType="1"/>
                </p:cNvSpPr>
                <p:nvPr/>
              </p:nvSpPr>
              <p:spPr bwMode="auto">
                <a:xfrm flipV="1">
                  <a:off x="4957" y="1952"/>
                  <a:ext cx="3" cy="16"/>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1" name="Line 549">
                  <a:extLst>
                    <a:ext uri="{FF2B5EF4-FFF2-40B4-BE49-F238E27FC236}">
                      <a16:creationId xmlns:a16="http://schemas.microsoft.com/office/drawing/2014/main" id="{AD2AA967-08E1-8CB8-BBC2-21E4FAF5B202}"/>
                    </a:ext>
                  </a:extLst>
                </p:cNvPr>
                <p:cNvSpPr>
                  <a:spLocks noChangeShapeType="1"/>
                </p:cNvSpPr>
                <p:nvPr/>
              </p:nvSpPr>
              <p:spPr bwMode="auto">
                <a:xfrm flipV="1">
                  <a:off x="4960" y="1936"/>
                  <a:ext cx="4" cy="16"/>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2" name="Line 550">
                  <a:extLst>
                    <a:ext uri="{FF2B5EF4-FFF2-40B4-BE49-F238E27FC236}">
                      <a16:creationId xmlns:a16="http://schemas.microsoft.com/office/drawing/2014/main" id="{023A1932-D8E2-AD60-4F92-EC0BD926C242}"/>
                    </a:ext>
                  </a:extLst>
                </p:cNvPr>
                <p:cNvSpPr>
                  <a:spLocks noChangeShapeType="1"/>
                </p:cNvSpPr>
                <p:nvPr/>
              </p:nvSpPr>
              <p:spPr bwMode="auto">
                <a:xfrm flipV="1">
                  <a:off x="4964" y="1903"/>
                  <a:ext cx="10" cy="33"/>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3" name="Line 551">
                  <a:extLst>
                    <a:ext uri="{FF2B5EF4-FFF2-40B4-BE49-F238E27FC236}">
                      <a16:creationId xmlns:a16="http://schemas.microsoft.com/office/drawing/2014/main" id="{07BD390D-1073-43A0-ADC4-60D41CD26CCC}"/>
                    </a:ext>
                  </a:extLst>
                </p:cNvPr>
                <p:cNvSpPr>
                  <a:spLocks noChangeShapeType="1"/>
                </p:cNvSpPr>
                <p:nvPr/>
              </p:nvSpPr>
              <p:spPr bwMode="auto">
                <a:xfrm flipV="1">
                  <a:off x="4974" y="1871"/>
                  <a:ext cx="11" cy="32"/>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4" name="Line 552">
                  <a:extLst>
                    <a:ext uri="{FF2B5EF4-FFF2-40B4-BE49-F238E27FC236}">
                      <a16:creationId xmlns:a16="http://schemas.microsoft.com/office/drawing/2014/main" id="{894BFB62-8B02-4B70-8E4A-10EB495A4638}"/>
                    </a:ext>
                  </a:extLst>
                </p:cNvPr>
                <p:cNvSpPr>
                  <a:spLocks noChangeShapeType="1"/>
                </p:cNvSpPr>
                <p:nvPr/>
              </p:nvSpPr>
              <p:spPr bwMode="auto">
                <a:xfrm flipV="1">
                  <a:off x="4985" y="1853"/>
                  <a:ext cx="2" cy="18"/>
                </a:xfrm>
                <a:prstGeom prst="line">
                  <a:avLst/>
                </a:prstGeom>
                <a:noFill/>
                <a:ln w="15875">
                  <a:solidFill>
                    <a:srgbClr val="5EBB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5" name="Line 553">
                  <a:extLst>
                    <a:ext uri="{FF2B5EF4-FFF2-40B4-BE49-F238E27FC236}">
                      <a16:creationId xmlns:a16="http://schemas.microsoft.com/office/drawing/2014/main" id="{DE238C64-A57C-4EA1-BBDD-6E5A7E883680}"/>
                    </a:ext>
                  </a:extLst>
                </p:cNvPr>
                <p:cNvSpPr>
                  <a:spLocks noChangeShapeType="1"/>
                </p:cNvSpPr>
                <p:nvPr/>
              </p:nvSpPr>
              <p:spPr bwMode="auto">
                <a:xfrm flipV="1">
                  <a:off x="4987" y="1837"/>
                  <a:ext cx="3" cy="16"/>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6" name="Line 554">
                  <a:extLst>
                    <a:ext uri="{FF2B5EF4-FFF2-40B4-BE49-F238E27FC236}">
                      <a16:creationId xmlns:a16="http://schemas.microsoft.com/office/drawing/2014/main" id="{B11102DE-4656-D4F8-A830-53C7D3C98F41}"/>
                    </a:ext>
                  </a:extLst>
                </p:cNvPr>
                <p:cNvSpPr>
                  <a:spLocks noChangeShapeType="1"/>
                </p:cNvSpPr>
                <p:nvPr/>
              </p:nvSpPr>
              <p:spPr bwMode="auto">
                <a:xfrm flipH="1" flipV="1">
                  <a:off x="4972" y="1696"/>
                  <a:ext cx="18" cy="1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7" name="Line 555">
                  <a:extLst>
                    <a:ext uri="{FF2B5EF4-FFF2-40B4-BE49-F238E27FC236}">
                      <a16:creationId xmlns:a16="http://schemas.microsoft.com/office/drawing/2014/main" id="{D3D44EAF-D595-7087-2EFC-061216ACAA23}"/>
                    </a:ext>
                  </a:extLst>
                </p:cNvPr>
                <p:cNvSpPr>
                  <a:spLocks noChangeShapeType="1"/>
                </p:cNvSpPr>
                <p:nvPr/>
              </p:nvSpPr>
              <p:spPr bwMode="auto">
                <a:xfrm flipH="1">
                  <a:off x="2989" y="1696"/>
                  <a:ext cx="1983"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48" name="Freeform 556">
                  <a:extLst>
                    <a:ext uri="{FF2B5EF4-FFF2-40B4-BE49-F238E27FC236}">
                      <a16:creationId xmlns:a16="http://schemas.microsoft.com/office/drawing/2014/main" id="{8275F7F7-3E1C-BC93-2D20-977A830BD647}"/>
                    </a:ext>
                  </a:extLst>
                </p:cNvPr>
                <p:cNvSpPr>
                  <a:spLocks noEditPoints="1"/>
                </p:cNvSpPr>
                <p:nvPr/>
              </p:nvSpPr>
              <p:spPr bwMode="auto">
                <a:xfrm>
                  <a:off x="3218" y="1441"/>
                  <a:ext cx="2236" cy="42"/>
                </a:xfrm>
                <a:custGeom>
                  <a:avLst/>
                  <a:gdLst>
                    <a:gd name="T0" fmla="*/ 0 w 2236"/>
                    <a:gd name="T1" fmla="*/ 9 h 42"/>
                    <a:gd name="T2" fmla="*/ 2139 w 2236"/>
                    <a:gd name="T3" fmla="*/ 11 h 42"/>
                    <a:gd name="T4" fmla="*/ 2139 w 2236"/>
                    <a:gd name="T5" fmla="*/ 30 h 42"/>
                    <a:gd name="T6" fmla="*/ 0 w 2236"/>
                    <a:gd name="T7" fmla="*/ 30 h 42"/>
                    <a:gd name="T8" fmla="*/ 0 w 2236"/>
                    <a:gd name="T9" fmla="*/ 9 h 42"/>
                    <a:gd name="T10" fmla="*/ 2128 w 2236"/>
                    <a:gd name="T11" fmla="*/ 0 h 42"/>
                    <a:gd name="T12" fmla="*/ 2236 w 2236"/>
                    <a:gd name="T13" fmla="*/ 21 h 42"/>
                    <a:gd name="T14" fmla="*/ 2128 w 2236"/>
                    <a:gd name="T15" fmla="*/ 42 h 42"/>
                    <a:gd name="T16" fmla="*/ 2128 w 2236"/>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36" h="42">
                      <a:moveTo>
                        <a:pt x="0" y="9"/>
                      </a:moveTo>
                      <a:lnTo>
                        <a:pt x="2139" y="11"/>
                      </a:lnTo>
                      <a:lnTo>
                        <a:pt x="2139" y="30"/>
                      </a:lnTo>
                      <a:lnTo>
                        <a:pt x="0" y="30"/>
                      </a:lnTo>
                      <a:lnTo>
                        <a:pt x="0" y="9"/>
                      </a:lnTo>
                      <a:close/>
                      <a:moveTo>
                        <a:pt x="2128" y="0"/>
                      </a:moveTo>
                      <a:lnTo>
                        <a:pt x="2236" y="21"/>
                      </a:lnTo>
                      <a:lnTo>
                        <a:pt x="2128" y="42"/>
                      </a:lnTo>
                      <a:lnTo>
                        <a:pt x="2128" y="0"/>
                      </a:lnTo>
                      <a:close/>
                    </a:path>
                  </a:pathLst>
                </a:custGeom>
                <a:solidFill>
                  <a:srgbClr val="0000FF"/>
                </a:solidFill>
                <a:ln w="1588">
                  <a:solidFill>
                    <a:srgbClr val="0000FF"/>
                  </a:solidFill>
                  <a:prstDash val="solid"/>
                  <a:round/>
                  <a:headEnd/>
                  <a:tailEnd/>
                </a:ln>
              </p:spPr>
              <p:txBody>
                <a:bodyPr/>
                <a:lstStyle/>
                <a:p>
                  <a:endParaRPr lang="zh-CN" altLang="en-US"/>
                </a:p>
              </p:txBody>
            </p:sp>
            <p:sp>
              <p:nvSpPr>
                <p:cNvPr id="75949" name="Rectangle 557">
                  <a:extLst>
                    <a:ext uri="{FF2B5EF4-FFF2-40B4-BE49-F238E27FC236}">
                      <a16:creationId xmlns:a16="http://schemas.microsoft.com/office/drawing/2014/main" id="{6B286002-2CBA-DF2D-B9CC-4052EC0F9DE3}"/>
                    </a:ext>
                  </a:extLst>
                </p:cNvPr>
                <p:cNvSpPr>
                  <a:spLocks noChangeArrowheads="1"/>
                </p:cNvSpPr>
                <p:nvPr/>
              </p:nvSpPr>
              <p:spPr bwMode="auto">
                <a:xfrm>
                  <a:off x="3218" y="652"/>
                  <a:ext cx="1981" cy="810"/>
                </a:xfrm>
                <a:prstGeom prst="rect">
                  <a:avLst/>
                </a:prstGeom>
                <a:solidFill>
                  <a:srgbClr val="FFE5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75950" name="Freeform 558">
                  <a:extLst>
                    <a:ext uri="{FF2B5EF4-FFF2-40B4-BE49-F238E27FC236}">
                      <a16:creationId xmlns:a16="http://schemas.microsoft.com/office/drawing/2014/main" id="{56ADD002-8191-E6F9-B406-77F65C94F6F8}"/>
                    </a:ext>
                  </a:extLst>
                </p:cNvPr>
                <p:cNvSpPr>
                  <a:spLocks noEditPoints="1"/>
                </p:cNvSpPr>
                <p:nvPr/>
              </p:nvSpPr>
              <p:spPr bwMode="auto">
                <a:xfrm>
                  <a:off x="3817" y="1446"/>
                  <a:ext cx="426" cy="351"/>
                </a:xfrm>
                <a:custGeom>
                  <a:avLst/>
                  <a:gdLst>
                    <a:gd name="T0" fmla="*/ 426 w 426"/>
                    <a:gd name="T1" fmla="*/ 16 h 351"/>
                    <a:gd name="T2" fmla="*/ 81 w 426"/>
                    <a:gd name="T3" fmla="*/ 299 h 351"/>
                    <a:gd name="T4" fmla="*/ 66 w 426"/>
                    <a:gd name="T5" fmla="*/ 283 h 351"/>
                    <a:gd name="T6" fmla="*/ 412 w 426"/>
                    <a:gd name="T7" fmla="*/ 0 h 351"/>
                    <a:gd name="T8" fmla="*/ 426 w 426"/>
                    <a:gd name="T9" fmla="*/ 16 h 351"/>
                    <a:gd name="T10" fmla="*/ 96 w 426"/>
                    <a:gd name="T11" fmla="*/ 299 h 351"/>
                    <a:gd name="T12" fmla="*/ 0 w 426"/>
                    <a:gd name="T13" fmla="*/ 351 h 351"/>
                    <a:gd name="T14" fmla="*/ 68 w 426"/>
                    <a:gd name="T15" fmla="*/ 268 h 351"/>
                    <a:gd name="T16" fmla="*/ 96 w 426"/>
                    <a:gd name="T17" fmla="*/ 299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6" h="351">
                      <a:moveTo>
                        <a:pt x="426" y="16"/>
                      </a:moveTo>
                      <a:lnTo>
                        <a:pt x="81" y="299"/>
                      </a:lnTo>
                      <a:lnTo>
                        <a:pt x="66" y="283"/>
                      </a:lnTo>
                      <a:lnTo>
                        <a:pt x="412" y="0"/>
                      </a:lnTo>
                      <a:lnTo>
                        <a:pt x="426" y="16"/>
                      </a:lnTo>
                      <a:close/>
                      <a:moveTo>
                        <a:pt x="96" y="299"/>
                      </a:moveTo>
                      <a:lnTo>
                        <a:pt x="0" y="351"/>
                      </a:lnTo>
                      <a:lnTo>
                        <a:pt x="68" y="268"/>
                      </a:lnTo>
                      <a:lnTo>
                        <a:pt x="96" y="299"/>
                      </a:lnTo>
                      <a:close/>
                    </a:path>
                  </a:pathLst>
                </a:custGeom>
                <a:solidFill>
                  <a:srgbClr val="0000FF"/>
                </a:solidFill>
                <a:ln w="1588">
                  <a:solidFill>
                    <a:srgbClr val="0000FF"/>
                  </a:solidFill>
                  <a:prstDash val="solid"/>
                  <a:round/>
                  <a:headEnd/>
                  <a:tailEnd/>
                </a:ln>
              </p:spPr>
              <p:txBody>
                <a:bodyPr/>
                <a:lstStyle/>
                <a:p>
                  <a:endParaRPr lang="zh-CN" altLang="en-US"/>
                </a:p>
              </p:txBody>
            </p:sp>
            <p:sp>
              <p:nvSpPr>
                <p:cNvPr id="75951" name="Freeform 559">
                  <a:extLst>
                    <a:ext uri="{FF2B5EF4-FFF2-40B4-BE49-F238E27FC236}">
                      <a16:creationId xmlns:a16="http://schemas.microsoft.com/office/drawing/2014/main" id="{885350EA-2B73-CE46-12F5-06AB3E1CC9F1}"/>
                    </a:ext>
                  </a:extLst>
                </p:cNvPr>
                <p:cNvSpPr>
                  <a:spLocks noEditPoints="1"/>
                </p:cNvSpPr>
                <p:nvPr/>
              </p:nvSpPr>
              <p:spPr bwMode="auto">
                <a:xfrm>
                  <a:off x="3482" y="1173"/>
                  <a:ext cx="247" cy="204"/>
                </a:xfrm>
                <a:custGeom>
                  <a:avLst/>
                  <a:gdLst>
                    <a:gd name="T0" fmla="*/ 247 w 247"/>
                    <a:gd name="T1" fmla="*/ 13 h 204"/>
                    <a:gd name="T2" fmla="*/ 79 w 247"/>
                    <a:gd name="T3" fmla="*/ 149 h 204"/>
                    <a:gd name="T4" fmla="*/ 69 w 247"/>
                    <a:gd name="T5" fmla="*/ 138 h 204"/>
                    <a:gd name="T6" fmla="*/ 236 w 247"/>
                    <a:gd name="T7" fmla="*/ 0 h 204"/>
                    <a:gd name="T8" fmla="*/ 247 w 247"/>
                    <a:gd name="T9" fmla="*/ 13 h 204"/>
                    <a:gd name="T10" fmla="*/ 96 w 247"/>
                    <a:gd name="T11" fmla="*/ 153 h 204"/>
                    <a:gd name="T12" fmla="*/ 0 w 247"/>
                    <a:gd name="T13" fmla="*/ 204 h 204"/>
                    <a:gd name="T14" fmla="*/ 68 w 247"/>
                    <a:gd name="T15" fmla="*/ 121 h 204"/>
                    <a:gd name="T16" fmla="*/ 96 w 247"/>
                    <a:gd name="T17" fmla="*/ 153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7" h="204">
                      <a:moveTo>
                        <a:pt x="247" y="13"/>
                      </a:moveTo>
                      <a:lnTo>
                        <a:pt x="79" y="149"/>
                      </a:lnTo>
                      <a:lnTo>
                        <a:pt x="69" y="138"/>
                      </a:lnTo>
                      <a:lnTo>
                        <a:pt x="236" y="0"/>
                      </a:lnTo>
                      <a:lnTo>
                        <a:pt x="247" y="13"/>
                      </a:lnTo>
                      <a:close/>
                      <a:moveTo>
                        <a:pt x="96" y="153"/>
                      </a:moveTo>
                      <a:lnTo>
                        <a:pt x="0" y="204"/>
                      </a:lnTo>
                      <a:lnTo>
                        <a:pt x="68" y="121"/>
                      </a:lnTo>
                      <a:lnTo>
                        <a:pt x="96" y="153"/>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5952" name="Line 560">
                  <a:extLst>
                    <a:ext uri="{FF2B5EF4-FFF2-40B4-BE49-F238E27FC236}">
                      <a16:creationId xmlns:a16="http://schemas.microsoft.com/office/drawing/2014/main" id="{6591DA93-B5B1-703E-B97A-45B94810498B}"/>
                    </a:ext>
                  </a:extLst>
                </p:cNvPr>
                <p:cNvSpPr>
                  <a:spLocks noChangeShapeType="1"/>
                </p:cNvSpPr>
                <p:nvPr/>
              </p:nvSpPr>
              <p:spPr bwMode="auto">
                <a:xfrm flipH="1" flipV="1">
                  <a:off x="3469" y="1054"/>
                  <a:ext cx="772" cy="409"/>
                </a:xfrm>
                <a:prstGeom prst="line">
                  <a:avLst/>
                </a:prstGeom>
                <a:noFill/>
                <a:ln w="20638">
                  <a:solidFill>
                    <a:srgbClr val="99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53" name="Freeform 561">
                  <a:extLst>
                    <a:ext uri="{FF2B5EF4-FFF2-40B4-BE49-F238E27FC236}">
                      <a16:creationId xmlns:a16="http://schemas.microsoft.com/office/drawing/2014/main" id="{F55BC0AC-F23A-8C7A-65AE-57006DB7B6E4}"/>
                    </a:ext>
                  </a:extLst>
                </p:cNvPr>
                <p:cNvSpPr>
                  <a:spLocks noEditPoints="1"/>
                </p:cNvSpPr>
                <p:nvPr/>
              </p:nvSpPr>
              <p:spPr bwMode="auto">
                <a:xfrm>
                  <a:off x="3711" y="842"/>
                  <a:ext cx="180" cy="350"/>
                </a:xfrm>
                <a:custGeom>
                  <a:avLst/>
                  <a:gdLst>
                    <a:gd name="T0" fmla="*/ 147 w 180"/>
                    <a:gd name="T1" fmla="*/ 87 h 350"/>
                    <a:gd name="T2" fmla="*/ 16 w 180"/>
                    <a:gd name="T3" fmla="*/ 350 h 350"/>
                    <a:gd name="T4" fmla="*/ 0 w 180"/>
                    <a:gd name="T5" fmla="*/ 342 h 350"/>
                    <a:gd name="T6" fmla="*/ 131 w 180"/>
                    <a:gd name="T7" fmla="*/ 80 h 350"/>
                    <a:gd name="T8" fmla="*/ 147 w 180"/>
                    <a:gd name="T9" fmla="*/ 87 h 350"/>
                    <a:gd name="T10" fmla="*/ 114 w 180"/>
                    <a:gd name="T11" fmla="*/ 85 h 350"/>
                    <a:gd name="T12" fmla="*/ 180 w 180"/>
                    <a:gd name="T13" fmla="*/ 0 h 350"/>
                    <a:gd name="T14" fmla="*/ 154 w 180"/>
                    <a:gd name="T15" fmla="*/ 102 h 350"/>
                    <a:gd name="T16" fmla="*/ 114 w 180"/>
                    <a:gd name="T17" fmla="*/ 85 h 3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350">
                      <a:moveTo>
                        <a:pt x="147" y="87"/>
                      </a:moveTo>
                      <a:lnTo>
                        <a:pt x="16" y="350"/>
                      </a:lnTo>
                      <a:lnTo>
                        <a:pt x="0" y="342"/>
                      </a:lnTo>
                      <a:lnTo>
                        <a:pt x="131" y="80"/>
                      </a:lnTo>
                      <a:lnTo>
                        <a:pt x="147" y="87"/>
                      </a:lnTo>
                      <a:close/>
                      <a:moveTo>
                        <a:pt x="114" y="85"/>
                      </a:moveTo>
                      <a:lnTo>
                        <a:pt x="180" y="0"/>
                      </a:lnTo>
                      <a:lnTo>
                        <a:pt x="154" y="102"/>
                      </a:lnTo>
                      <a:lnTo>
                        <a:pt x="114" y="85"/>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5954" name="Line 562">
                  <a:extLst>
                    <a:ext uri="{FF2B5EF4-FFF2-40B4-BE49-F238E27FC236}">
                      <a16:creationId xmlns:a16="http://schemas.microsoft.com/office/drawing/2014/main" id="{BB7EEE74-0C59-EC26-43CA-877ADC9D4A98}"/>
                    </a:ext>
                  </a:extLst>
                </p:cNvPr>
                <p:cNvSpPr>
                  <a:spLocks noChangeShapeType="1"/>
                </p:cNvSpPr>
                <p:nvPr/>
              </p:nvSpPr>
              <p:spPr bwMode="auto">
                <a:xfrm flipV="1">
                  <a:off x="4229" y="714"/>
                  <a:ext cx="1" cy="739"/>
                </a:xfrm>
                <a:prstGeom prst="line">
                  <a:avLst/>
                </a:prstGeom>
                <a:noFill/>
                <a:ln w="3492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5955" name="Freeform 563">
                  <a:extLst>
                    <a:ext uri="{FF2B5EF4-FFF2-40B4-BE49-F238E27FC236}">
                      <a16:creationId xmlns:a16="http://schemas.microsoft.com/office/drawing/2014/main" id="{F09DA53C-00D8-5D2E-31ED-661AE5392CE6}"/>
                    </a:ext>
                  </a:extLst>
                </p:cNvPr>
                <p:cNvSpPr>
                  <a:spLocks noEditPoints="1"/>
                </p:cNvSpPr>
                <p:nvPr/>
              </p:nvSpPr>
              <p:spPr bwMode="auto">
                <a:xfrm>
                  <a:off x="3676" y="823"/>
                  <a:ext cx="217" cy="137"/>
                </a:xfrm>
                <a:custGeom>
                  <a:avLst/>
                  <a:gdLst>
                    <a:gd name="T0" fmla="*/ 217 w 217"/>
                    <a:gd name="T1" fmla="*/ 9 h 137"/>
                    <a:gd name="T2" fmla="*/ 180 w 217"/>
                    <a:gd name="T3" fmla="*/ 31 h 137"/>
                    <a:gd name="T4" fmla="*/ 175 w 217"/>
                    <a:gd name="T5" fmla="*/ 23 h 137"/>
                    <a:gd name="T6" fmla="*/ 211 w 217"/>
                    <a:gd name="T7" fmla="*/ 0 h 137"/>
                    <a:gd name="T8" fmla="*/ 217 w 217"/>
                    <a:gd name="T9" fmla="*/ 9 h 137"/>
                    <a:gd name="T10" fmla="*/ 153 w 217"/>
                    <a:gd name="T11" fmla="*/ 48 h 137"/>
                    <a:gd name="T12" fmla="*/ 117 w 217"/>
                    <a:gd name="T13" fmla="*/ 71 h 137"/>
                    <a:gd name="T14" fmla="*/ 112 w 217"/>
                    <a:gd name="T15" fmla="*/ 62 h 137"/>
                    <a:gd name="T16" fmla="*/ 148 w 217"/>
                    <a:gd name="T17" fmla="*/ 40 h 137"/>
                    <a:gd name="T18" fmla="*/ 153 w 217"/>
                    <a:gd name="T19" fmla="*/ 48 h 137"/>
                    <a:gd name="T20" fmla="*/ 90 w 217"/>
                    <a:gd name="T21" fmla="*/ 87 h 137"/>
                    <a:gd name="T22" fmla="*/ 53 w 217"/>
                    <a:gd name="T23" fmla="*/ 109 h 137"/>
                    <a:gd name="T24" fmla="*/ 47 w 217"/>
                    <a:gd name="T25" fmla="*/ 100 h 137"/>
                    <a:gd name="T26" fmla="*/ 85 w 217"/>
                    <a:gd name="T27" fmla="*/ 78 h 137"/>
                    <a:gd name="T28" fmla="*/ 90 w 217"/>
                    <a:gd name="T29" fmla="*/ 87 h 137"/>
                    <a:gd name="T30" fmla="*/ 26 w 217"/>
                    <a:gd name="T31" fmla="*/ 125 h 137"/>
                    <a:gd name="T32" fmla="*/ 7 w 217"/>
                    <a:gd name="T33" fmla="*/ 137 h 137"/>
                    <a:gd name="T34" fmla="*/ 0 w 217"/>
                    <a:gd name="T35" fmla="*/ 128 h 137"/>
                    <a:gd name="T36" fmla="*/ 20 w 217"/>
                    <a:gd name="T37" fmla="*/ 116 h 137"/>
                    <a:gd name="T38" fmla="*/ 26 w 217"/>
                    <a:gd name="T39" fmla="*/ 125 h 1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17" h="137">
                      <a:moveTo>
                        <a:pt x="217" y="9"/>
                      </a:moveTo>
                      <a:lnTo>
                        <a:pt x="180" y="31"/>
                      </a:lnTo>
                      <a:lnTo>
                        <a:pt x="175" y="23"/>
                      </a:lnTo>
                      <a:lnTo>
                        <a:pt x="211" y="0"/>
                      </a:lnTo>
                      <a:lnTo>
                        <a:pt x="217" y="9"/>
                      </a:lnTo>
                      <a:close/>
                      <a:moveTo>
                        <a:pt x="153" y="48"/>
                      </a:moveTo>
                      <a:lnTo>
                        <a:pt x="117" y="71"/>
                      </a:lnTo>
                      <a:lnTo>
                        <a:pt x="112" y="62"/>
                      </a:lnTo>
                      <a:lnTo>
                        <a:pt x="148" y="40"/>
                      </a:lnTo>
                      <a:lnTo>
                        <a:pt x="153" y="48"/>
                      </a:lnTo>
                      <a:close/>
                      <a:moveTo>
                        <a:pt x="90" y="87"/>
                      </a:moveTo>
                      <a:lnTo>
                        <a:pt x="53" y="109"/>
                      </a:lnTo>
                      <a:lnTo>
                        <a:pt x="47" y="100"/>
                      </a:lnTo>
                      <a:lnTo>
                        <a:pt x="85" y="78"/>
                      </a:lnTo>
                      <a:lnTo>
                        <a:pt x="90" y="87"/>
                      </a:lnTo>
                      <a:close/>
                      <a:moveTo>
                        <a:pt x="26" y="125"/>
                      </a:moveTo>
                      <a:lnTo>
                        <a:pt x="7" y="137"/>
                      </a:lnTo>
                      <a:lnTo>
                        <a:pt x="0" y="128"/>
                      </a:lnTo>
                      <a:lnTo>
                        <a:pt x="20" y="116"/>
                      </a:lnTo>
                      <a:lnTo>
                        <a:pt x="26" y="125"/>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5956" name="Freeform 564">
                  <a:extLst>
                    <a:ext uri="{FF2B5EF4-FFF2-40B4-BE49-F238E27FC236}">
                      <a16:creationId xmlns:a16="http://schemas.microsoft.com/office/drawing/2014/main" id="{E3A0E5E5-70C2-D88A-5884-E8E9FCD5BE4B}"/>
                    </a:ext>
                  </a:extLst>
                </p:cNvPr>
                <p:cNvSpPr>
                  <a:spLocks noEditPoints="1"/>
                </p:cNvSpPr>
                <p:nvPr/>
              </p:nvSpPr>
              <p:spPr bwMode="auto">
                <a:xfrm>
                  <a:off x="3502" y="990"/>
                  <a:ext cx="152" cy="346"/>
                </a:xfrm>
                <a:custGeom>
                  <a:avLst/>
                  <a:gdLst>
                    <a:gd name="T0" fmla="*/ 152 w 152"/>
                    <a:gd name="T1" fmla="*/ 3 h 346"/>
                    <a:gd name="T2" fmla="*/ 137 w 152"/>
                    <a:gd name="T3" fmla="*/ 42 h 346"/>
                    <a:gd name="T4" fmla="*/ 127 w 152"/>
                    <a:gd name="T5" fmla="*/ 38 h 346"/>
                    <a:gd name="T6" fmla="*/ 142 w 152"/>
                    <a:gd name="T7" fmla="*/ 0 h 346"/>
                    <a:gd name="T8" fmla="*/ 152 w 152"/>
                    <a:gd name="T9" fmla="*/ 3 h 346"/>
                    <a:gd name="T10" fmla="*/ 125 w 152"/>
                    <a:gd name="T11" fmla="*/ 70 h 346"/>
                    <a:gd name="T12" fmla="*/ 108 w 152"/>
                    <a:gd name="T13" fmla="*/ 108 h 346"/>
                    <a:gd name="T14" fmla="*/ 99 w 152"/>
                    <a:gd name="T15" fmla="*/ 104 h 346"/>
                    <a:gd name="T16" fmla="*/ 115 w 152"/>
                    <a:gd name="T17" fmla="*/ 66 h 346"/>
                    <a:gd name="T18" fmla="*/ 125 w 152"/>
                    <a:gd name="T19" fmla="*/ 70 h 346"/>
                    <a:gd name="T20" fmla="*/ 97 w 152"/>
                    <a:gd name="T21" fmla="*/ 136 h 346"/>
                    <a:gd name="T22" fmla="*/ 81 w 152"/>
                    <a:gd name="T23" fmla="*/ 175 h 346"/>
                    <a:gd name="T24" fmla="*/ 71 w 152"/>
                    <a:gd name="T25" fmla="*/ 171 h 346"/>
                    <a:gd name="T26" fmla="*/ 86 w 152"/>
                    <a:gd name="T27" fmla="*/ 133 h 346"/>
                    <a:gd name="T28" fmla="*/ 97 w 152"/>
                    <a:gd name="T29" fmla="*/ 136 h 346"/>
                    <a:gd name="T30" fmla="*/ 68 w 152"/>
                    <a:gd name="T31" fmla="*/ 204 h 346"/>
                    <a:gd name="T32" fmla="*/ 53 w 152"/>
                    <a:gd name="T33" fmla="*/ 242 h 346"/>
                    <a:gd name="T34" fmla="*/ 42 w 152"/>
                    <a:gd name="T35" fmla="*/ 237 h 346"/>
                    <a:gd name="T36" fmla="*/ 59 w 152"/>
                    <a:gd name="T37" fmla="*/ 199 h 346"/>
                    <a:gd name="T38" fmla="*/ 68 w 152"/>
                    <a:gd name="T39" fmla="*/ 204 h 346"/>
                    <a:gd name="T40" fmla="*/ 41 w 152"/>
                    <a:gd name="T41" fmla="*/ 271 h 346"/>
                    <a:gd name="T42" fmla="*/ 26 w 152"/>
                    <a:gd name="T43" fmla="*/ 309 h 346"/>
                    <a:gd name="T44" fmla="*/ 15 w 152"/>
                    <a:gd name="T45" fmla="*/ 305 h 346"/>
                    <a:gd name="T46" fmla="*/ 31 w 152"/>
                    <a:gd name="T47" fmla="*/ 267 h 346"/>
                    <a:gd name="T48" fmla="*/ 41 w 152"/>
                    <a:gd name="T49" fmla="*/ 271 h 346"/>
                    <a:gd name="T50" fmla="*/ 13 w 152"/>
                    <a:gd name="T51" fmla="*/ 337 h 346"/>
                    <a:gd name="T52" fmla="*/ 10 w 152"/>
                    <a:gd name="T53" fmla="*/ 346 h 346"/>
                    <a:gd name="T54" fmla="*/ 0 w 152"/>
                    <a:gd name="T55" fmla="*/ 342 h 346"/>
                    <a:gd name="T56" fmla="*/ 4 w 152"/>
                    <a:gd name="T57" fmla="*/ 334 h 346"/>
                    <a:gd name="T58" fmla="*/ 13 w 152"/>
                    <a:gd name="T59" fmla="*/ 337 h 34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2" h="346">
                      <a:moveTo>
                        <a:pt x="152" y="3"/>
                      </a:moveTo>
                      <a:lnTo>
                        <a:pt x="137" y="42"/>
                      </a:lnTo>
                      <a:lnTo>
                        <a:pt x="127" y="38"/>
                      </a:lnTo>
                      <a:lnTo>
                        <a:pt x="142" y="0"/>
                      </a:lnTo>
                      <a:lnTo>
                        <a:pt x="152" y="3"/>
                      </a:lnTo>
                      <a:close/>
                      <a:moveTo>
                        <a:pt x="125" y="70"/>
                      </a:moveTo>
                      <a:lnTo>
                        <a:pt x="108" y="108"/>
                      </a:lnTo>
                      <a:lnTo>
                        <a:pt x="99" y="104"/>
                      </a:lnTo>
                      <a:lnTo>
                        <a:pt x="115" y="66"/>
                      </a:lnTo>
                      <a:lnTo>
                        <a:pt x="125" y="70"/>
                      </a:lnTo>
                      <a:close/>
                      <a:moveTo>
                        <a:pt x="97" y="136"/>
                      </a:moveTo>
                      <a:lnTo>
                        <a:pt x="81" y="175"/>
                      </a:lnTo>
                      <a:lnTo>
                        <a:pt x="71" y="171"/>
                      </a:lnTo>
                      <a:lnTo>
                        <a:pt x="86" y="133"/>
                      </a:lnTo>
                      <a:lnTo>
                        <a:pt x="97" y="136"/>
                      </a:lnTo>
                      <a:close/>
                      <a:moveTo>
                        <a:pt x="68" y="204"/>
                      </a:moveTo>
                      <a:lnTo>
                        <a:pt x="53" y="242"/>
                      </a:lnTo>
                      <a:lnTo>
                        <a:pt x="42" y="237"/>
                      </a:lnTo>
                      <a:lnTo>
                        <a:pt x="59" y="199"/>
                      </a:lnTo>
                      <a:lnTo>
                        <a:pt x="68" y="204"/>
                      </a:lnTo>
                      <a:close/>
                      <a:moveTo>
                        <a:pt x="41" y="271"/>
                      </a:moveTo>
                      <a:lnTo>
                        <a:pt x="26" y="309"/>
                      </a:lnTo>
                      <a:lnTo>
                        <a:pt x="15" y="305"/>
                      </a:lnTo>
                      <a:lnTo>
                        <a:pt x="31" y="267"/>
                      </a:lnTo>
                      <a:lnTo>
                        <a:pt x="41" y="271"/>
                      </a:lnTo>
                      <a:close/>
                      <a:moveTo>
                        <a:pt x="13" y="337"/>
                      </a:moveTo>
                      <a:lnTo>
                        <a:pt x="10" y="346"/>
                      </a:lnTo>
                      <a:lnTo>
                        <a:pt x="0" y="342"/>
                      </a:lnTo>
                      <a:lnTo>
                        <a:pt x="4" y="334"/>
                      </a:lnTo>
                      <a:lnTo>
                        <a:pt x="13" y="33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5957" name="Freeform 565">
                  <a:extLst>
                    <a:ext uri="{FF2B5EF4-FFF2-40B4-BE49-F238E27FC236}">
                      <a16:creationId xmlns:a16="http://schemas.microsoft.com/office/drawing/2014/main" id="{E6AEB050-1A3C-BF98-5945-85CA43ABFAF8}"/>
                    </a:ext>
                  </a:extLst>
                </p:cNvPr>
                <p:cNvSpPr>
                  <a:spLocks noEditPoints="1"/>
                </p:cNvSpPr>
                <p:nvPr/>
              </p:nvSpPr>
              <p:spPr bwMode="auto">
                <a:xfrm>
                  <a:off x="3664" y="958"/>
                  <a:ext cx="67" cy="242"/>
                </a:xfrm>
                <a:custGeom>
                  <a:avLst/>
                  <a:gdLst>
                    <a:gd name="T0" fmla="*/ 45 w 67"/>
                    <a:gd name="T1" fmla="*/ 242 h 242"/>
                    <a:gd name="T2" fmla="*/ 10 w 67"/>
                    <a:gd name="T3" fmla="*/ 92 h 242"/>
                    <a:gd name="T4" fmla="*/ 31 w 67"/>
                    <a:gd name="T5" fmla="*/ 87 h 242"/>
                    <a:gd name="T6" fmla="*/ 67 w 67"/>
                    <a:gd name="T7" fmla="*/ 237 h 242"/>
                    <a:gd name="T8" fmla="*/ 45 w 67"/>
                    <a:gd name="T9" fmla="*/ 242 h 242"/>
                    <a:gd name="T10" fmla="*/ 2 w 67"/>
                    <a:gd name="T11" fmla="*/ 104 h 242"/>
                    <a:gd name="T12" fmla="*/ 0 w 67"/>
                    <a:gd name="T13" fmla="*/ 0 h 242"/>
                    <a:gd name="T14" fmla="*/ 43 w 67"/>
                    <a:gd name="T15" fmla="*/ 96 h 242"/>
                    <a:gd name="T16" fmla="*/ 2 w 67"/>
                    <a:gd name="T17" fmla="*/ 104 h 2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 h="242">
                      <a:moveTo>
                        <a:pt x="45" y="242"/>
                      </a:moveTo>
                      <a:lnTo>
                        <a:pt x="10" y="92"/>
                      </a:lnTo>
                      <a:lnTo>
                        <a:pt x="31" y="87"/>
                      </a:lnTo>
                      <a:lnTo>
                        <a:pt x="67" y="237"/>
                      </a:lnTo>
                      <a:lnTo>
                        <a:pt x="45" y="242"/>
                      </a:lnTo>
                      <a:close/>
                      <a:moveTo>
                        <a:pt x="2" y="104"/>
                      </a:moveTo>
                      <a:lnTo>
                        <a:pt x="0" y="0"/>
                      </a:lnTo>
                      <a:lnTo>
                        <a:pt x="43" y="96"/>
                      </a:lnTo>
                      <a:lnTo>
                        <a:pt x="2" y="104"/>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75958" name="Freeform 566">
                  <a:extLst>
                    <a:ext uri="{FF2B5EF4-FFF2-40B4-BE49-F238E27FC236}">
                      <a16:creationId xmlns:a16="http://schemas.microsoft.com/office/drawing/2014/main" id="{B8D65605-22CA-5A39-8369-A32D6A62A414}"/>
                    </a:ext>
                  </a:extLst>
                </p:cNvPr>
                <p:cNvSpPr>
                  <a:spLocks noEditPoints="1"/>
                </p:cNvSpPr>
                <p:nvPr/>
              </p:nvSpPr>
              <p:spPr bwMode="auto">
                <a:xfrm>
                  <a:off x="4222" y="1051"/>
                  <a:ext cx="777" cy="418"/>
                </a:xfrm>
                <a:custGeom>
                  <a:avLst/>
                  <a:gdLst>
                    <a:gd name="T0" fmla="*/ 697 w 777"/>
                    <a:gd name="T1" fmla="*/ 55 h 418"/>
                    <a:gd name="T2" fmla="*/ 11 w 777"/>
                    <a:gd name="T3" fmla="*/ 418 h 418"/>
                    <a:gd name="T4" fmla="*/ 0 w 777"/>
                    <a:gd name="T5" fmla="*/ 401 h 418"/>
                    <a:gd name="T6" fmla="*/ 686 w 777"/>
                    <a:gd name="T7" fmla="*/ 36 h 418"/>
                    <a:gd name="T8" fmla="*/ 697 w 777"/>
                    <a:gd name="T9" fmla="*/ 55 h 418"/>
                    <a:gd name="T10" fmla="*/ 672 w 777"/>
                    <a:gd name="T11" fmla="*/ 32 h 418"/>
                    <a:gd name="T12" fmla="*/ 777 w 777"/>
                    <a:gd name="T13" fmla="*/ 0 h 418"/>
                    <a:gd name="T14" fmla="*/ 693 w 777"/>
                    <a:gd name="T15" fmla="*/ 68 h 418"/>
                    <a:gd name="T16" fmla="*/ 672 w 777"/>
                    <a:gd name="T17" fmla="*/ 32 h 4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7" h="418">
                      <a:moveTo>
                        <a:pt x="697" y="55"/>
                      </a:moveTo>
                      <a:lnTo>
                        <a:pt x="11" y="418"/>
                      </a:lnTo>
                      <a:lnTo>
                        <a:pt x="0" y="401"/>
                      </a:lnTo>
                      <a:lnTo>
                        <a:pt x="686" y="36"/>
                      </a:lnTo>
                      <a:lnTo>
                        <a:pt x="697" y="55"/>
                      </a:lnTo>
                      <a:close/>
                      <a:moveTo>
                        <a:pt x="672" y="32"/>
                      </a:moveTo>
                      <a:lnTo>
                        <a:pt x="777" y="0"/>
                      </a:lnTo>
                      <a:lnTo>
                        <a:pt x="693" y="68"/>
                      </a:lnTo>
                      <a:lnTo>
                        <a:pt x="672" y="32"/>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5959" name="Freeform 567">
                  <a:extLst>
                    <a:ext uri="{FF2B5EF4-FFF2-40B4-BE49-F238E27FC236}">
                      <a16:creationId xmlns:a16="http://schemas.microsoft.com/office/drawing/2014/main" id="{0396BB2F-35EF-3FA5-B954-49EC5BDF2D6C}"/>
                    </a:ext>
                  </a:extLst>
                </p:cNvPr>
                <p:cNvSpPr>
                  <a:spLocks noEditPoints="1"/>
                </p:cNvSpPr>
                <p:nvPr/>
              </p:nvSpPr>
              <p:spPr bwMode="auto">
                <a:xfrm>
                  <a:off x="4208" y="1340"/>
                  <a:ext cx="43" cy="856"/>
                </a:xfrm>
                <a:custGeom>
                  <a:avLst/>
                  <a:gdLst>
                    <a:gd name="T0" fmla="*/ 33 w 43"/>
                    <a:gd name="T1" fmla="*/ 0 h 856"/>
                    <a:gd name="T2" fmla="*/ 33 w 43"/>
                    <a:gd name="T3" fmla="*/ 165 h 856"/>
                    <a:gd name="T4" fmla="*/ 11 w 43"/>
                    <a:gd name="T5" fmla="*/ 165 h 856"/>
                    <a:gd name="T6" fmla="*/ 11 w 43"/>
                    <a:gd name="T7" fmla="*/ 0 h 856"/>
                    <a:gd name="T8" fmla="*/ 33 w 43"/>
                    <a:gd name="T9" fmla="*/ 0 h 856"/>
                    <a:gd name="T10" fmla="*/ 33 w 43"/>
                    <a:gd name="T11" fmla="*/ 226 h 856"/>
                    <a:gd name="T12" fmla="*/ 33 w 43"/>
                    <a:gd name="T13" fmla="*/ 390 h 856"/>
                    <a:gd name="T14" fmla="*/ 11 w 43"/>
                    <a:gd name="T15" fmla="*/ 390 h 856"/>
                    <a:gd name="T16" fmla="*/ 11 w 43"/>
                    <a:gd name="T17" fmla="*/ 226 h 856"/>
                    <a:gd name="T18" fmla="*/ 33 w 43"/>
                    <a:gd name="T19" fmla="*/ 226 h 856"/>
                    <a:gd name="T20" fmla="*/ 33 w 43"/>
                    <a:gd name="T21" fmla="*/ 452 h 856"/>
                    <a:gd name="T22" fmla="*/ 33 w 43"/>
                    <a:gd name="T23" fmla="*/ 616 h 856"/>
                    <a:gd name="T24" fmla="*/ 11 w 43"/>
                    <a:gd name="T25" fmla="*/ 616 h 856"/>
                    <a:gd name="T26" fmla="*/ 11 w 43"/>
                    <a:gd name="T27" fmla="*/ 452 h 856"/>
                    <a:gd name="T28" fmla="*/ 33 w 43"/>
                    <a:gd name="T29" fmla="*/ 452 h 856"/>
                    <a:gd name="T30" fmla="*/ 33 w 43"/>
                    <a:gd name="T31" fmla="*/ 677 h 856"/>
                    <a:gd name="T32" fmla="*/ 33 w 43"/>
                    <a:gd name="T33" fmla="*/ 764 h 856"/>
                    <a:gd name="T34" fmla="*/ 11 w 43"/>
                    <a:gd name="T35" fmla="*/ 764 h 856"/>
                    <a:gd name="T36" fmla="*/ 11 w 43"/>
                    <a:gd name="T37" fmla="*/ 677 h 856"/>
                    <a:gd name="T38" fmla="*/ 33 w 43"/>
                    <a:gd name="T39" fmla="*/ 677 h 856"/>
                    <a:gd name="T40" fmla="*/ 43 w 43"/>
                    <a:gd name="T41" fmla="*/ 754 h 856"/>
                    <a:gd name="T42" fmla="*/ 22 w 43"/>
                    <a:gd name="T43" fmla="*/ 856 h 856"/>
                    <a:gd name="T44" fmla="*/ 0 w 43"/>
                    <a:gd name="T45" fmla="*/ 754 h 856"/>
                    <a:gd name="T46" fmla="*/ 43 w 43"/>
                    <a:gd name="T47" fmla="*/ 754 h 8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3" h="856">
                      <a:moveTo>
                        <a:pt x="33" y="0"/>
                      </a:moveTo>
                      <a:lnTo>
                        <a:pt x="33" y="165"/>
                      </a:lnTo>
                      <a:lnTo>
                        <a:pt x="11" y="165"/>
                      </a:lnTo>
                      <a:lnTo>
                        <a:pt x="11" y="0"/>
                      </a:lnTo>
                      <a:lnTo>
                        <a:pt x="33" y="0"/>
                      </a:lnTo>
                      <a:close/>
                      <a:moveTo>
                        <a:pt x="33" y="226"/>
                      </a:moveTo>
                      <a:lnTo>
                        <a:pt x="33" y="390"/>
                      </a:lnTo>
                      <a:lnTo>
                        <a:pt x="11" y="390"/>
                      </a:lnTo>
                      <a:lnTo>
                        <a:pt x="11" y="226"/>
                      </a:lnTo>
                      <a:lnTo>
                        <a:pt x="33" y="226"/>
                      </a:lnTo>
                      <a:close/>
                      <a:moveTo>
                        <a:pt x="33" y="452"/>
                      </a:moveTo>
                      <a:lnTo>
                        <a:pt x="33" y="616"/>
                      </a:lnTo>
                      <a:lnTo>
                        <a:pt x="11" y="616"/>
                      </a:lnTo>
                      <a:lnTo>
                        <a:pt x="11" y="452"/>
                      </a:lnTo>
                      <a:lnTo>
                        <a:pt x="33" y="452"/>
                      </a:lnTo>
                      <a:close/>
                      <a:moveTo>
                        <a:pt x="33" y="677"/>
                      </a:moveTo>
                      <a:lnTo>
                        <a:pt x="33" y="764"/>
                      </a:lnTo>
                      <a:lnTo>
                        <a:pt x="11" y="764"/>
                      </a:lnTo>
                      <a:lnTo>
                        <a:pt x="11" y="677"/>
                      </a:lnTo>
                      <a:lnTo>
                        <a:pt x="33" y="677"/>
                      </a:lnTo>
                      <a:close/>
                      <a:moveTo>
                        <a:pt x="43" y="754"/>
                      </a:moveTo>
                      <a:lnTo>
                        <a:pt x="22" y="856"/>
                      </a:lnTo>
                      <a:lnTo>
                        <a:pt x="0" y="754"/>
                      </a:lnTo>
                      <a:lnTo>
                        <a:pt x="43" y="754"/>
                      </a:lnTo>
                      <a:close/>
                    </a:path>
                  </a:pathLst>
                </a:custGeom>
                <a:solidFill>
                  <a:srgbClr val="0000FF"/>
                </a:solidFill>
                <a:ln w="0">
                  <a:solidFill>
                    <a:srgbClr val="0000FF"/>
                  </a:solidFill>
                  <a:prstDash val="solid"/>
                  <a:round/>
                  <a:headEnd/>
                  <a:tailEnd/>
                </a:ln>
              </p:spPr>
              <p:txBody>
                <a:bodyPr/>
                <a:lstStyle/>
                <a:p>
                  <a:endParaRPr lang="zh-CN" altLang="en-US"/>
                </a:p>
              </p:txBody>
            </p:sp>
            <p:sp>
              <p:nvSpPr>
                <p:cNvPr id="75960" name="Freeform 568">
                  <a:extLst>
                    <a:ext uri="{FF2B5EF4-FFF2-40B4-BE49-F238E27FC236}">
                      <a16:creationId xmlns:a16="http://schemas.microsoft.com/office/drawing/2014/main" id="{B646BFB9-5064-7A5C-899E-606984F2AC99}"/>
                    </a:ext>
                  </a:extLst>
                </p:cNvPr>
                <p:cNvSpPr>
                  <a:spLocks noEditPoints="1"/>
                </p:cNvSpPr>
                <p:nvPr/>
              </p:nvSpPr>
              <p:spPr bwMode="auto">
                <a:xfrm>
                  <a:off x="4229" y="1449"/>
                  <a:ext cx="371" cy="568"/>
                </a:xfrm>
                <a:custGeom>
                  <a:avLst/>
                  <a:gdLst>
                    <a:gd name="T0" fmla="*/ 360 w 371"/>
                    <a:gd name="T1" fmla="*/ 568 h 568"/>
                    <a:gd name="T2" fmla="*/ 303 w 371"/>
                    <a:gd name="T3" fmla="*/ 481 h 568"/>
                    <a:gd name="T4" fmla="*/ 314 w 371"/>
                    <a:gd name="T5" fmla="*/ 475 h 568"/>
                    <a:gd name="T6" fmla="*/ 371 w 371"/>
                    <a:gd name="T7" fmla="*/ 562 h 568"/>
                    <a:gd name="T8" fmla="*/ 360 w 371"/>
                    <a:gd name="T9" fmla="*/ 568 h 568"/>
                    <a:gd name="T10" fmla="*/ 282 w 371"/>
                    <a:gd name="T11" fmla="*/ 449 h 568"/>
                    <a:gd name="T12" fmla="*/ 226 w 371"/>
                    <a:gd name="T13" fmla="*/ 360 h 568"/>
                    <a:gd name="T14" fmla="*/ 238 w 371"/>
                    <a:gd name="T15" fmla="*/ 354 h 568"/>
                    <a:gd name="T16" fmla="*/ 294 w 371"/>
                    <a:gd name="T17" fmla="*/ 441 h 568"/>
                    <a:gd name="T18" fmla="*/ 282 w 371"/>
                    <a:gd name="T19" fmla="*/ 449 h 568"/>
                    <a:gd name="T20" fmla="*/ 206 w 371"/>
                    <a:gd name="T21" fmla="*/ 328 h 568"/>
                    <a:gd name="T22" fmla="*/ 149 w 371"/>
                    <a:gd name="T23" fmla="*/ 241 h 568"/>
                    <a:gd name="T24" fmla="*/ 160 w 371"/>
                    <a:gd name="T25" fmla="*/ 233 h 568"/>
                    <a:gd name="T26" fmla="*/ 216 w 371"/>
                    <a:gd name="T27" fmla="*/ 321 h 568"/>
                    <a:gd name="T28" fmla="*/ 206 w 371"/>
                    <a:gd name="T29" fmla="*/ 328 h 568"/>
                    <a:gd name="T30" fmla="*/ 128 w 371"/>
                    <a:gd name="T31" fmla="*/ 207 h 568"/>
                    <a:gd name="T32" fmla="*/ 72 w 371"/>
                    <a:gd name="T33" fmla="*/ 120 h 568"/>
                    <a:gd name="T34" fmla="*/ 84 w 371"/>
                    <a:gd name="T35" fmla="*/ 112 h 568"/>
                    <a:gd name="T36" fmla="*/ 140 w 371"/>
                    <a:gd name="T37" fmla="*/ 200 h 568"/>
                    <a:gd name="T38" fmla="*/ 128 w 371"/>
                    <a:gd name="T39" fmla="*/ 207 h 568"/>
                    <a:gd name="T40" fmla="*/ 50 w 371"/>
                    <a:gd name="T41" fmla="*/ 87 h 568"/>
                    <a:gd name="T42" fmla="*/ 0 w 371"/>
                    <a:gd name="T43" fmla="*/ 8 h 568"/>
                    <a:gd name="T44" fmla="*/ 12 w 371"/>
                    <a:gd name="T45" fmla="*/ 0 h 568"/>
                    <a:gd name="T46" fmla="*/ 62 w 371"/>
                    <a:gd name="T47" fmla="*/ 80 h 568"/>
                    <a:gd name="T48" fmla="*/ 50 w 371"/>
                    <a:gd name="T49" fmla="*/ 87 h 5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71" h="568">
                      <a:moveTo>
                        <a:pt x="360" y="568"/>
                      </a:moveTo>
                      <a:lnTo>
                        <a:pt x="303" y="481"/>
                      </a:lnTo>
                      <a:lnTo>
                        <a:pt x="314" y="475"/>
                      </a:lnTo>
                      <a:lnTo>
                        <a:pt x="371" y="562"/>
                      </a:lnTo>
                      <a:lnTo>
                        <a:pt x="360" y="568"/>
                      </a:lnTo>
                      <a:close/>
                      <a:moveTo>
                        <a:pt x="282" y="449"/>
                      </a:moveTo>
                      <a:lnTo>
                        <a:pt x="226" y="360"/>
                      </a:lnTo>
                      <a:lnTo>
                        <a:pt x="238" y="354"/>
                      </a:lnTo>
                      <a:lnTo>
                        <a:pt x="294" y="441"/>
                      </a:lnTo>
                      <a:lnTo>
                        <a:pt x="282" y="449"/>
                      </a:lnTo>
                      <a:close/>
                      <a:moveTo>
                        <a:pt x="206" y="328"/>
                      </a:moveTo>
                      <a:lnTo>
                        <a:pt x="149" y="241"/>
                      </a:lnTo>
                      <a:lnTo>
                        <a:pt x="160" y="233"/>
                      </a:lnTo>
                      <a:lnTo>
                        <a:pt x="216" y="321"/>
                      </a:lnTo>
                      <a:lnTo>
                        <a:pt x="206" y="328"/>
                      </a:lnTo>
                      <a:close/>
                      <a:moveTo>
                        <a:pt x="128" y="207"/>
                      </a:moveTo>
                      <a:lnTo>
                        <a:pt x="72" y="120"/>
                      </a:lnTo>
                      <a:lnTo>
                        <a:pt x="84" y="112"/>
                      </a:lnTo>
                      <a:lnTo>
                        <a:pt x="140" y="200"/>
                      </a:lnTo>
                      <a:lnTo>
                        <a:pt x="128" y="207"/>
                      </a:lnTo>
                      <a:close/>
                      <a:moveTo>
                        <a:pt x="50" y="87"/>
                      </a:moveTo>
                      <a:lnTo>
                        <a:pt x="0" y="8"/>
                      </a:lnTo>
                      <a:lnTo>
                        <a:pt x="12" y="0"/>
                      </a:lnTo>
                      <a:lnTo>
                        <a:pt x="62" y="80"/>
                      </a:lnTo>
                      <a:lnTo>
                        <a:pt x="50" y="87"/>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5961" name="Freeform 569">
                  <a:extLst>
                    <a:ext uri="{FF2B5EF4-FFF2-40B4-BE49-F238E27FC236}">
                      <a16:creationId xmlns:a16="http://schemas.microsoft.com/office/drawing/2014/main" id="{458A6D51-2F73-A8C3-8AEE-51DFF0B33145}"/>
                    </a:ext>
                  </a:extLst>
                </p:cNvPr>
                <p:cNvSpPr>
                  <a:spLocks/>
                </p:cNvSpPr>
                <p:nvPr/>
              </p:nvSpPr>
              <p:spPr bwMode="auto">
                <a:xfrm>
                  <a:off x="4234" y="1332"/>
                  <a:ext cx="105" cy="74"/>
                </a:xfrm>
                <a:custGeom>
                  <a:avLst/>
                  <a:gdLst>
                    <a:gd name="T0" fmla="*/ 105 w 105"/>
                    <a:gd name="T1" fmla="*/ 74 h 74"/>
                    <a:gd name="T2" fmla="*/ 104 w 105"/>
                    <a:gd name="T3" fmla="*/ 68 h 74"/>
                    <a:gd name="T4" fmla="*/ 100 w 105"/>
                    <a:gd name="T5" fmla="*/ 62 h 74"/>
                    <a:gd name="T6" fmla="*/ 97 w 105"/>
                    <a:gd name="T7" fmla="*/ 56 h 74"/>
                    <a:gd name="T8" fmla="*/ 93 w 105"/>
                    <a:gd name="T9" fmla="*/ 50 h 74"/>
                    <a:gd name="T10" fmla="*/ 89 w 105"/>
                    <a:gd name="T11" fmla="*/ 45 h 74"/>
                    <a:gd name="T12" fmla="*/ 84 w 105"/>
                    <a:gd name="T13" fmla="*/ 38 h 74"/>
                    <a:gd name="T14" fmla="*/ 79 w 105"/>
                    <a:gd name="T15" fmla="*/ 33 h 74"/>
                    <a:gd name="T16" fmla="*/ 74 w 105"/>
                    <a:gd name="T17" fmla="*/ 29 h 74"/>
                    <a:gd name="T18" fmla="*/ 66 w 105"/>
                    <a:gd name="T19" fmla="*/ 21 h 74"/>
                    <a:gd name="T20" fmla="*/ 57 w 105"/>
                    <a:gd name="T21" fmla="*/ 16 h 74"/>
                    <a:gd name="T22" fmla="*/ 48 w 105"/>
                    <a:gd name="T23" fmla="*/ 11 h 74"/>
                    <a:gd name="T24" fmla="*/ 39 w 105"/>
                    <a:gd name="T25" fmla="*/ 6 h 74"/>
                    <a:gd name="T26" fmla="*/ 29 w 105"/>
                    <a:gd name="T27" fmla="*/ 4 h 74"/>
                    <a:gd name="T28" fmla="*/ 20 w 105"/>
                    <a:gd name="T29" fmla="*/ 1 h 74"/>
                    <a:gd name="T30" fmla="*/ 9 w 105"/>
                    <a:gd name="T31" fmla="*/ 0 h 74"/>
                    <a:gd name="T32" fmla="*/ 0 w 105"/>
                    <a:gd name="T33" fmla="*/ 0 h 7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74">
                      <a:moveTo>
                        <a:pt x="105" y="74"/>
                      </a:moveTo>
                      <a:lnTo>
                        <a:pt x="104" y="68"/>
                      </a:lnTo>
                      <a:lnTo>
                        <a:pt x="100" y="62"/>
                      </a:lnTo>
                      <a:lnTo>
                        <a:pt x="97" y="56"/>
                      </a:lnTo>
                      <a:lnTo>
                        <a:pt x="93" y="50"/>
                      </a:lnTo>
                      <a:lnTo>
                        <a:pt x="89" y="45"/>
                      </a:lnTo>
                      <a:lnTo>
                        <a:pt x="84" y="38"/>
                      </a:lnTo>
                      <a:lnTo>
                        <a:pt x="79" y="33"/>
                      </a:lnTo>
                      <a:lnTo>
                        <a:pt x="74" y="29"/>
                      </a:lnTo>
                      <a:lnTo>
                        <a:pt x="66" y="21"/>
                      </a:lnTo>
                      <a:lnTo>
                        <a:pt x="57" y="16"/>
                      </a:lnTo>
                      <a:lnTo>
                        <a:pt x="48" y="11"/>
                      </a:lnTo>
                      <a:lnTo>
                        <a:pt x="39" y="6"/>
                      </a:lnTo>
                      <a:lnTo>
                        <a:pt x="29" y="4"/>
                      </a:lnTo>
                      <a:lnTo>
                        <a:pt x="20" y="1"/>
                      </a:lnTo>
                      <a:lnTo>
                        <a:pt x="9" y="0"/>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962" name="Freeform 570">
                  <a:extLst>
                    <a:ext uri="{FF2B5EF4-FFF2-40B4-BE49-F238E27FC236}">
                      <a16:creationId xmlns:a16="http://schemas.microsoft.com/office/drawing/2014/main" id="{9EAEC1E2-CC4B-DC58-8190-4126ADEE7A01}"/>
                    </a:ext>
                  </a:extLst>
                </p:cNvPr>
                <p:cNvSpPr>
                  <a:spLocks/>
                </p:cNvSpPr>
                <p:nvPr/>
              </p:nvSpPr>
              <p:spPr bwMode="auto">
                <a:xfrm>
                  <a:off x="4119" y="1335"/>
                  <a:ext cx="105" cy="72"/>
                </a:xfrm>
                <a:custGeom>
                  <a:avLst/>
                  <a:gdLst>
                    <a:gd name="T0" fmla="*/ 0 w 105"/>
                    <a:gd name="T1" fmla="*/ 72 h 72"/>
                    <a:gd name="T2" fmla="*/ 3 w 105"/>
                    <a:gd name="T3" fmla="*/ 66 h 72"/>
                    <a:gd name="T4" fmla="*/ 5 w 105"/>
                    <a:gd name="T5" fmla="*/ 60 h 72"/>
                    <a:gd name="T6" fmla="*/ 9 w 105"/>
                    <a:gd name="T7" fmla="*/ 54 h 72"/>
                    <a:gd name="T8" fmla="*/ 13 w 105"/>
                    <a:gd name="T9" fmla="*/ 48 h 72"/>
                    <a:gd name="T10" fmla="*/ 17 w 105"/>
                    <a:gd name="T11" fmla="*/ 43 h 72"/>
                    <a:gd name="T12" fmla="*/ 21 w 105"/>
                    <a:gd name="T13" fmla="*/ 37 h 72"/>
                    <a:gd name="T14" fmla="*/ 26 w 105"/>
                    <a:gd name="T15" fmla="*/ 32 h 72"/>
                    <a:gd name="T16" fmla="*/ 31 w 105"/>
                    <a:gd name="T17" fmla="*/ 27 h 72"/>
                    <a:gd name="T18" fmla="*/ 40 w 105"/>
                    <a:gd name="T19" fmla="*/ 21 h 72"/>
                    <a:gd name="T20" fmla="*/ 49 w 105"/>
                    <a:gd name="T21" fmla="*/ 14 h 72"/>
                    <a:gd name="T22" fmla="*/ 58 w 105"/>
                    <a:gd name="T23" fmla="*/ 10 h 72"/>
                    <a:gd name="T24" fmla="*/ 67 w 105"/>
                    <a:gd name="T25" fmla="*/ 6 h 72"/>
                    <a:gd name="T26" fmla="*/ 76 w 105"/>
                    <a:gd name="T27" fmla="*/ 2 h 72"/>
                    <a:gd name="T28" fmla="*/ 87 w 105"/>
                    <a:gd name="T29" fmla="*/ 1 h 72"/>
                    <a:gd name="T30" fmla="*/ 96 w 105"/>
                    <a:gd name="T31" fmla="*/ 0 h 72"/>
                    <a:gd name="T32" fmla="*/ 105 w 105"/>
                    <a:gd name="T33" fmla="*/ 0 h 7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72">
                      <a:moveTo>
                        <a:pt x="0" y="72"/>
                      </a:moveTo>
                      <a:lnTo>
                        <a:pt x="3" y="66"/>
                      </a:lnTo>
                      <a:lnTo>
                        <a:pt x="5" y="60"/>
                      </a:lnTo>
                      <a:lnTo>
                        <a:pt x="9" y="54"/>
                      </a:lnTo>
                      <a:lnTo>
                        <a:pt x="13" y="48"/>
                      </a:lnTo>
                      <a:lnTo>
                        <a:pt x="17" y="43"/>
                      </a:lnTo>
                      <a:lnTo>
                        <a:pt x="21" y="37"/>
                      </a:lnTo>
                      <a:lnTo>
                        <a:pt x="26" y="32"/>
                      </a:lnTo>
                      <a:lnTo>
                        <a:pt x="31" y="27"/>
                      </a:lnTo>
                      <a:lnTo>
                        <a:pt x="40" y="21"/>
                      </a:lnTo>
                      <a:lnTo>
                        <a:pt x="49" y="14"/>
                      </a:lnTo>
                      <a:lnTo>
                        <a:pt x="58" y="10"/>
                      </a:lnTo>
                      <a:lnTo>
                        <a:pt x="67" y="6"/>
                      </a:lnTo>
                      <a:lnTo>
                        <a:pt x="76" y="2"/>
                      </a:lnTo>
                      <a:lnTo>
                        <a:pt x="87" y="1"/>
                      </a:lnTo>
                      <a:lnTo>
                        <a:pt x="96" y="0"/>
                      </a:lnTo>
                      <a:lnTo>
                        <a:pt x="105"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963" name="Freeform 571">
                  <a:extLst>
                    <a:ext uri="{FF2B5EF4-FFF2-40B4-BE49-F238E27FC236}">
                      <a16:creationId xmlns:a16="http://schemas.microsoft.com/office/drawing/2014/main" id="{220C636F-B80E-571A-7394-5249239A2C39}"/>
                    </a:ext>
                  </a:extLst>
                </p:cNvPr>
                <p:cNvSpPr>
                  <a:spLocks/>
                </p:cNvSpPr>
                <p:nvPr/>
              </p:nvSpPr>
              <p:spPr bwMode="auto">
                <a:xfrm>
                  <a:off x="4238" y="1585"/>
                  <a:ext cx="84" cy="13"/>
                </a:xfrm>
                <a:custGeom>
                  <a:avLst/>
                  <a:gdLst>
                    <a:gd name="T0" fmla="*/ 84 w 84"/>
                    <a:gd name="T1" fmla="*/ 0 h 13"/>
                    <a:gd name="T2" fmla="*/ 78 w 84"/>
                    <a:gd name="T3" fmla="*/ 2 h 13"/>
                    <a:gd name="T4" fmla="*/ 71 w 84"/>
                    <a:gd name="T5" fmla="*/ 6 h 13"/>
                    <a:gd name="T6" fmla="*/ 65 w 84"/>
                    <a:gd name="T7" fmla="*/ 8 h 13"/>
                    <a:gd name="T8" fmla="*/ 58 w 84"/>
                    <a:gd name="T9" fmla="*/ 10 h 13"/>
                    <a:gd name="T10" fmla="*/ 50 w 84"/>
                    <a:gd name="T11" fmla="*/ 11 h 13"/>
                    <a:gd name="T12" fmla="*/ 44 w 84"/>
                    <a:gd name="T13" fmla="*/ 12 h 13"/>
                    <a:gd name="T14" fmla="*/ 36 w 84"/>
                    <a:gd name="T15" fmla="*/ 13 h 13"/>
                    <a:gd name="T16" fmla="*/ 28 w 84"/>
                    <a:gd name="T17" fmla="*/ 13 h 13"/>
                    <a:gd name="T18" fmla="*/ 21 w 84"/>
                    <a:gd name="T19" fmla="*/ 13 h 13"/>
                    <a:gd name="T20" fmla="*/ 14 w 84"/>
                    <a:gd name="T21" fmla="*/ 12 h 13"/>
                    <a:gd name="T22" fmla="*/ 6 w 84"/>
                    <a:gd name="T23" fmla="*/ 11 h 13"/>
                    <a:gd name="T24" fmla="*/ 0 w 84"/>
                    <a:gd name="T25" fmla="*/ 1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13">
                      <a:moveTo>
                        <a:pt x="84" y="0"/>
                      </a:moveTo>
                      <a:lnTo>
                        <a:pt x="78" y="2"/>
                      </a:lnTo>
                      <a:lnTo>
                        <a:pt x="71" y="6"/>
                      </a:lnTo>
                      <a:lnTo>
                        <a:pt x="65" y="8"/>
                      </a:lnTo>
                      <a:lnTo>
                        <a:pt x="58" y="10"/>
                      </a:lnTo>
                      <a:lnTo>
                        <a:pt x="50" y="11"/>
                      </a:lnTo>
                      <a:lnTo>
                        <a:pt x="44" y="12"/>
                      </a:lnTo>
                      <a:lnTo>
                        <a:pt x="36" y="13"/>
                      </a:lnTo>
                      <a:lnTo>
                        <a:pt x="28" y="13"/>
                      </a:lnTo>
                      <a:lnTo>
                        <a:pt x="21" y="13"/>
                      </a:lnTo>
                      <a:lnTo>
                        <a:pt x="14" y="12"/>
                      </a:lnTo>
                      <a:lnTo>
                        <a:pt x="6" y="11"/>
                      </a:lnTo>
                      <a:lnTo>
                        <a:pt x="0" y="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5964" name="Rectangle 572">
                  <a:extLst>
                    <a:ext uri="{FF2B5EF4-FFF2-40B4-BE49-F238E27FC236}">
                      <a16:creationId xmlns:a16="http://schemas.microsoft.com/office/drawing/2014/main" id="{87697F2A-2B2C-FFB7-627A-064972F9E619}"/>
                    </a:ext>
                  </a:extLst>
                </p:cNvPr>
                <p:cNvSpPr>
                  <a:spLocks noChangeArrowheads="1"/>
                </p:cNvSpPr>
                <p:nvPr/>
              </p:nvSpPr>
              <p:spPr bwMode="auto">
                <a:xfrm>
                  <a:off x="4128" y="1279"/>
                  <a:ext cx="2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i</a:t>
                  </a:r>
                  <a:endParaRPr lang="en-US" altLang="zh-CN" sz="2800">
                    <a:solidFill>
                      <a:srgbClr val="000000"/>
                    </a:solidFill>
                  </a:endParaRPr>
                </a:p>
              </p:txBody>
            </p:sp>
            <p:sp>
              <p:nvSpPr>
                <p:cNvPr id="75965" name="Rectangle 573">
                  <a:extLst>
                    <a:ext uri="{FF2B5EF4-FFF2-40B4-BE49-F238E27FC236}">
                      <a16:creationId xmlns:a16="http://schemas.microsoft.com/office/drawing/2014/main" id="{9413E5AC-CC80-527C-1463-66954EDE8B3A}"/>
                    </a:ext>
                  </a:extLst>
                </p:cNvPr>
                <p:cNvSpPr>
                  <a:spLocks noChangeArrowheads="1"/>
                </p:cNvSpPr>
                <p:nvPr/>
              </p:nvSpPr>
              <p:spPr bwMode="auto">
                <a:xfrm>
                  <a:off x="4061" y="1190"/>
                  <a:ext cx="63"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i="1">
                      <a:solidFill>
                        <a:srgbClr val="000000"/>
                      </a:solidFill>
                      <a:latin typeface="Symbol" panose="05050102010706020507" pitchFamily="18" charset="2"/>
                    </a:rPr>
                    <a:t>q</a:t>
                  </a:r>
                  <a:endParaRPr lang="en-US" altLang="zh-CN" sz="2800">
                    <a:solidFill>
                      <a:srgbClr val="000000"/>
                    </a:solidFill>
                  </a:endParaRPr>
                </a:p>
              </p:txBody>
            </p:sp>
            <p:sp>
              <p:nvSpPr>
                <p:cNvPr id="75966" name="Rectangle 574">
                  <a:extLst>
                    <a:ext uri="{FF2B5EF4-FFF2-40B4-BE49-F238E27FC236}">
                      <a16:creationId xmlns:a16="http://schemas.microsoft.com/office/drawing/2014/main" id="{0C684FD8-B8BB-001D-D2D1-ADCC386822EC}"/>
                    </a:ext>
                  </a:extLst>
                </p:cNvPr>
                <p:cNvSpPr>
                  <a:spLocks noChangeArrowheads="1"/>
                </p:cNvSpPr>
                <p:nvPr/>
              </p:nvSpPr>
              <p:spPr bwMode="auto">
                <a:xfrm>
                  <a:off x="4329" y="1284"/>
                  <a:ext cx="28"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r</a:t>
                  </a:r>
                  <a:endParaRPr lang="en-US" altLang="zh-CN" sz="2800">
                    <a:solidFill>
                      <a:srgbClr val="000000"/>
                    </a:solidFill>
                  </a:endParaRPr>
                </a:p>
              </p:txBody>
            </p:sp>
            <p:sp>
              <p:nvSpPr>
                <p:cNvPr id="75967" name="Rectangle 575">
                  <a:extLst>
                    <a:ext uri="{FF2B5EF4-FFF2-40B4-BE49-F238E27FC236}">
                      <a16:creationId xmlns:a16="http://schemas.microsoft.com/office/drawing/2014/main" id="{EEEC6DB0-818B-2905-D634-17A8ED270740}"/>
                    </a:ext>
                  </a:extLst>
                </p:cNvPr>
                <p:cNvSpPr>
                  <a:spLocks noChangeArrowheads="1"/>
                </p:cNvSpPr>
                <p:nvPr/>
              </p:nvSpPr>
              <p:spPr bwMode="auto">
                <a:xfrm>
                  <a:off x="4259" y="1195"/>
                  <a:ext cx="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i="1">
                      <a:solidFill>
                        <a:srgbClr val="000000"/>
                      </a:solidFill>
                      <a:latin typeface="Symbol" panose="05050102010706020507" pitchFamily="18" charset="2"/>
                    </a:rPr>
                    <a:t>q</a:t>
                  </a:r>
                  <a:endParaRPr lang="en-US" altLang="zh-CN" sz="2800">
                    <a:solidFill>
                      <a:srgbClr val="000000"/>
                    </a:solidFill>
                  </a:endParaRPr>
                </a:p>
              </p:txBody>
            </p:sp>
            <p:sp>
              <p:nvSpPr>
                <p:cNvPr id="75968" name="Rectangle 576">
                  <a:extLst>
                    <a:ext uri="{FF2B5EF4-FFF2-40B4-BE49-F238E27FC236}">
                      <a16:creationId xmlns:a16="http://schemas.microsoft.com/office/drawing/2014/main" id="{9C521D2C-7106-1134-8720-1CA55D2AF17A}"/>
                    </a:ext>
                  </a:extLst>
                </p:cNvPr>
                <p:cNvSpPr>
                  <a:spLocks noChangeArrowheads="1"/>
                </p:cNvSpPr>
                <p:nvPr/>
              </p:nvSpPr>
              <p:spPr bwMode="auto">
                <a:xfrm>
                  <a:off x="4314" y="1700"/>
                  <a:ext cx="2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t</a:t>
                  </a:r>
                  <a:endParaRPr lang="en-US" altLang="zh-CN" sz="2800">
                    <a:solidFill>
                      <a:srgbClr val="000000"/>
                    </a:solidFill>
                  </a:endParaRPr>
                </a:p>
              </p:txBody>
            </p:sp>
            <p:sp>
              <p:nvSpPr>
                <p:cNvPr id="75969" name="Rectangle 577">
                  <a:extLst>
                    <a:ext uri="{FF2B5EF4-FFF2-40B4-BE49-F238E27FC236}">
                      <a16:creationId xmlns:a16="http://schemas.microsoft.com/office/drawing/2014/main" id="{468E1BAB-1D66-4FBC-E6A5-ED9AD3B8E85D}"/>
                    </a:ext>
                  </a:extLst>
                </p:cNvPr>
                <p:cNvSpPr>
                  <a:spLocks noChangeArrowheads="1"/>
                </p:cNvSpPr>
                <p:nvPr/>
              </p:nvSpPr>
              <p:spPr bwMode="auto">
                <a:xfrm>
                  <a:off x="4246" y="1611"/>
                  <a:ext cx="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i="1">
                      <a:solidFill>
                        <a:srgbClr val="000000"/>
                      </a:solidFill>
                      <a:latin typeface="Symbol" panose="05050102010706020507" pitchFamily="18" charset="2"/>
                    </a:rPr>
                    <a:t>q</a:t>
                  </a:r>
                  <a:endParaRPr lang="en-US" altLang="zh-CN" sz="2800">
                    <a:solidFill>
                      <a:srgbClr val="000000"/>
                    </a:solidFill>
                  </a:endParaRPr>
                </a:p>
              </p:txBody>
            </p:sp>
            <p:sp>
              <p:nvSpPr>
                <p:cNvPr id="75970" name="Rectangle 578">
                  <a:extLst>
                    <a:ext uri="{FF2B5EF4-FFF2-40B4-BE49-F238E27FC236}">
                      <a16:creationId xmlns:a16="http://schemas.microsoft.com/office/drawing/2014/main" id="{8412B904-1275-DD08-CE78-54975A77E0B5}"/>
                    </a:ext>
                  </a:extLst>
                </p:cNvPr>
                <p:cNvSpPr>
                  <a:spLocks noChangeArrowheads="1"/>
                </p:cNvSpPr>
                <p:nvPr/>
              </p:nvSpPr>
              <p:spPr bwMode="auto">
                <a:xfrm>
                  <a:off x="4150" y="2073"/>
                  <a:ext cx="47"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i="1">
                      <a:solidFill>
                        <a:srgbClr val="000000"/>
                      </a:solidFill>
                      <a:latin typeface="Times New Roman" panose="02020603050405020304" pitchFamily="18" charset="0"/>
                    </a:rPr>
                    <a:t>z</a:t>
                  </a:r>
                  <a:endParaRPr lang="en-US" altLang="zh-CN" sz="2800">
                    <a:solidFill>
                      <a:srgbClr val="000000"/>
                    </a:solidFill>
                  </a:endParaRPr>
                </a:p>
              </p:txBody>
            </p:sp>
            <p:sp>
              <p:nvSpPr>
                <p:cNvPr id="75971" name="Rectangle 579">
                  <a:extLst>
                    <a:ext uri="{FF2B5EF4-FFF2-40B4-BE49-F238E27FC236}">
                      <a16:creationId xmlns:a16="http://schemas.microsoft.com/office/drawing/2014/main" id="{BD04F5E0-6EEF-1019-4DBE-3E7DE093DCD5}"/>
                    </a:ext>
                  </a:extLst>
                </p:cNvPr>
                <p:cNvSpPr>
                  <a:spLocks noChangeArrowheads="1"/>
                </p:cNvSpPr>
                <p:nvPr/>
              </p:nvSpPr>
              <p:spPr bwMode="auto">
                <a:xfrm>
                  <a:off x="5461" y="1427"/>
                  <a:ext cx="5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i="1">
                      <a:solidFill>
                        <a:srgbClr val="000000"/>
                      </a:solidFill>
                      <a:latin typeface="Times New Roman" panose="02020603050405020304" pitchFamily="18" charset="0"/>
                    </a:rPr>
                    <a:t>x</a:t>
                  </a:r>
                  <a:endParaRPr lang="en-US" altLang="zh-CN" sz="2800">
                    <a:solidFill>
                      <a:srgbClr val="000000"/>
                    </a:solidFill>
                  </a:endParaRPr>
                </a:p>
              </p:txBody>
            </p:sp>
            <p:sp>
              <p:nvSpPr>
                <p:cNvPr id="75972" name="Rectangle 580">
                  <a:extLst>
                    <a:ext uri="{FF2B5EF4-FFF2-40B4-BE49-F238E27FC236}">
                      <a16:creationId xmlns:a16="http://schemas.microsoft.com/office/drawing/2014/main" id="{AAD2B6E2-C008-0247-B55E-45E9CF5A5D51}"/>
                    </a:ext>
                  </a:extLst>
                </p:cNvPr>
                <p:cNvSpPr>
                  <a:spLocks noChangeArrowheads="1"/>
                </p:cNvSpPr>
                <p:nvPr/>
              </p:nvSpPr>
              <p:spPr bwMode="auto">
                <a:xfrm>
                  <a:off x="3841" y="1757"/>
                  <a:ext cx="5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i="1">
                      <a:solidFill>
                        <a:srgbClr val="000000"/>
                      </a:solidFill>
                      <a:latin typeface="Times New Roman" panose="02020603050405020304" pitchFamily="18" charset="0"/>
                    </a:rPr>
                    <a:t>y</a:t>
                  </a:r>
                  <a:endParaRPr lang="en-US" altLang="zh-CN" sz="2800">
                    <a:solidFill>
                      <a:srgbClr val="000000"/>
                    </a:solidFill>
                  </a:endParaRPr>
                </a:p>
              </p:txBody>
            </p:sp>
            <p:sp>
              <p:nvSpPr>
                <p:cNvPr id="75973" name="Rectangle 581">
                  <a:extLst>
                    <a:ext uri="{FF2B5EF4-FFF2-40B4-BE49-F238E27FC236}">
                      <a16:creationId xmlns:a16="http://schemas.microsoft.com/office/drawing/2014/main" id="{46FCB3C7-CB01-E43D-9D3A-455CC7C0EA9A}"/>
                    </a:ext>
                  </a:extLst>
                </p:cNvPr>
                <p:cNvSpPr>
                  <a:spLocks noChangeArrowheads="1"/>
                </p:cNvSpPr>
                <p:nvPr/>
              </p:nvSpPr>
              <p:spPr bwMode="auto">
                <a:xfrm>
                  <a:off x="3612" y="940"/>
                  <a:ext cx="2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i</a:t>
                  </a:r>
                  <a:endParaRPr lang="en-US" altLang="zh-CN" sz="2800">
                    <a:solidFill>
                      <a:srgbClr val="000000"/>
                    </a:solidFill>
                  </a:endParaRPr>
                </a:p>
              </p:txBody>
            </p:sp>
            <p:sp>
              <p:nvSpPr>
                <p:cNvPr id="75974" name="Rectangle 582">
                  <a:extLst>
                    <a:ext uri="{FF2B5EF4-FFF2-40B4-BE49-F238E27FC236}">
                      <a16:creationId xmlns:a16="http://schemas.microsoft.com/office/drawing/2014/main" id="{C68C43E1-EE31-6FBC-3F90-9A4410EA481A}"/>
                    </a:ext>
                  </a:extLst>
                </p:cNvPr>
                <p:cNvSpPr>
                  <a:spLocks noChangeArrowheads="1"/>
                </p:cNvSpPr>
                <p:nvPr/>
              </p:nvSpPr>
              <p:spPr bwMode="auto">
                <a:xfrm>
                  <a:off x="3528" y="864"/>
                  <a:ext cx="8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975" name="Rectangle 583">
                  <a:extLst>
                    <a:ext uri="{FF2B5EF4-FFF2-40B4-BE49-F238E27FC236}">
                      <a16:creationId xmlns:a16="http://schemas.microsoft.com/office/drawing/2014/main" id="{7DEC2955-943F-AB66-027F-A5BC9A8B5D44}"/>
                    </a:ext>
                  </a:extLst>
                </p:cNvPr>
                <p:cNvSpPr>
                  <a:spLocks noChangeArrowheads="1"/>
                </p:cNvSpPr>
                <p:nvPr/>
              </p:nvSpPr>
              <p:spPr bwMode="auto">
                <a:xfrm>
                  <a:off x="4017" y="864"/>
                  <a:ext cx="4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a:solidFill>
                        <a:srgbClr val="000000"/>
                      </a:solidFill>
                      <a:latin typeface="Times New Roman" panose="02020603050405020304" pitchFamily="18" charset="0"/>
                    </a:rPr>
                    <a:t>//</a:t>
                  </a:r>
                  <a:endParaRPr lang="en-US" altLang="zh-CN" sz="2800">
                    <a:solidFill>
                      <a:srgbClr val="000000"/>
                    </a:solidFill>
                  </a:endParaRPr>
                </a:p>
              </p:txBody>
            </p:sp>
            <p:sp>
              <p:nvSpPr>
                <p:cNvPr id="75976" name="Rectangle 584">
                  <a:extLst>
                    <a:ext uri="{FF2B5EF4-FFF2-40B4-BE49-F238E27FC236}">
                      <a16:creationId xmlns:a16="http://schemas.microsoft.com/office/drawing/2014/main" id="{D51988B0-B63B-ACC9-1BCA-A2D20169322E}"/>
                    </a:ext>
                  </a:extLst>
                </p:cNvPr>
                <p:cNvSpPr>
                  <a:spLocks noChangeArrowheads="1"/>
                </p:cNvSpPr>
                <p:nvPr/>
              </p:nvSpPr>
              <p:spPr bwMode="auto">
                <a:xfrm>
                  <a:off x="3987" y="864"/>
                  <a:ext cx="2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i</a:t>
                  </a:r>
                  <a:endParaRPr lang="en-US" altLang="zh-CN" sz="2800">
                    <a:solidFill>
                      <a:srgbClr val="000000"/>
                    </a:solidFill>
                  </a:endParaRPr>
                </a:p>
              </p:txBody>
            </p:sp>
            <p:sp>
              <p:nvSpPr>
                <p:cNvPr id="75977" name="Rectangle 585">
                  <a:extLst>
                    <a:ext uri="{FF2B5EF4-FFF2-40B4-BE49-F238E27FC236}">
                      <a16:creationId xmlns:a16="http://schemas.microsoft.com/office/drawing/2014/main" id="{0A559157-D486-2EFD-4337-BE467AE0D740}"/>
                    </a:ext>
                  </a:extLst>
                </p:cNvPr>
                <p:cNvSpPr>
                  <a:spLocks noChangeArrowheads="1"/>
                </p:cNvSpPr>
                <p:nvPr/>
              </p:nvSpPr>
              <p:spPr bwMode="auto">
                <a:xfrm>
                  <a:off x="3902" y="787"/>
                  <a:ext cx="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978" name="Rectangle 586">
                  <a:extLst>
                    <a:ext uri="{FF2B5EF4-FFF2-40B4-BE49-F238E27FC236}">
                      <a16:creationId xmlns:a16="http://schemas.microsoft.com/office/drawing/2014/main" id="{69B3B3B8-7666-EAD0-CCDB-A64308B92E1E}"/>
                    </a:ext>
                  </a:extLst>
                </p:cNvPr>
                <p:cNvSpPr>
                  <a:spLocks noChangeArrowheads="1"/>
                </p:cNvSpPr>
                <p:nvPr/>
              </p:nvSpPr>
              <p:spPr bwMode="auto">
                <a:xfrm>
                  <a:off x="3466" y="1380"/>
                  <a:ext cx="2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i</a:t>
                  </a:r>
                  <a:endParaRPr lang="en-US" altLang="zh-CN" sz="2800">
                    <a:solidFill>
                      <a:srgbClr val="000000"/>
                    </a:solidFill>
                  </a:endParaRPr>
                </a:p>
              </p:txBody>
            </p:sp>
            <p:sp>
              <p:nvSpPr>
                <p:cNvPr id="75979" name="Rectangle 587">
                  <a:extLst>
                    <a:ext uri="{FF2B5EF4-FFF2-40B4-BE49-F238E27FC236}">
                      <a16:creationId xmlns:a16="http://schemas.microsoft.com/office/drawing/2014/main" id="{409B0E52-6FE6-38AC-B30E-B667489F1D91}"/>
                    </a:ext>
                  </a:extLst>
                </p:cNvPr>
                <p:cNvSpPr>
                  <a:spLocks noChangeArrowheads="1"/>
                </p:cNvSpPr>
                <p:nvPr/>
              </p:nvSpPr>
              <p:spPr bwMode="auto">
                <a:xfrm>
                  <a:off x="3491" y="1373"/>
                  <a:ext cx="47"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a:solidFill>
                        <a:srgbClr val="000000"/>
                      </a:solidFill>
                      <a:latin typeface="Symbol" panose="05050102010706020507" pitchFamily="18" charset="2"/>
                    </a:rPr>
                    <a:t>^</a:t>
                  </a:r>
                  <a:endParaRPr lang="en-US" altLang="zh-CN" sz="2800">
                    <a:solidFill>
                      <a:srgbClr val="000000"/>
                    </a:solidFill>
                  </a:endParaRPr>
                </a:p>
              </p:txBody>
            </p:sp>
            <p:sp>
              <p:nvSpPr>
                <p:cNvPr id="75980" name="Rectangle 588">
                  <a:extLst>
                    <a:ext uri="{FF2B5EF4-FFF2-40B4-BE49-F238E27FC236}">
                      <a16:creationId xmlns:a16="http://schemas.microsoft.com/office/drawing/2014/main" id="{B4806048-4775-3FD9-70FA-007B1491D4B7}"/>
                    </a:ext>
                  </a:extLst>
                </p:cNvPr>
                <p:cNvSpPr>
                  <a:spLocks noChangeArrowheads="1"/>
                </p:cNvSpPr>
                <p:nvPr/>
              </p:nvSpPr>
              <p:spPr bwMode="auto">
                <a:xfrm>
                  <a:off x="3381" y="1303"/>
                  <a:ext cx="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981" name="Rectangle 589">
                  <a:extLst>
                    <a:ext uri="{FF2B5EF4-FFF2-40B4-BE49-F238E27FC236}">
                      <a16:creationId xmlns:a16="http://schemas.microsoft.com/office/drawing/2014/main" id="{0C57D30F-3658-FE84-4B65-A66EE9E54A4B}"/>
                    </a:ext>
                  </a:extLst>
                </p:cNvPr>
                <p:cNvSpPr>
                  <a:spLocks noChangeArrowheads="1"/>
                </p:cNvSpPr>
                <p:nvPr/>
              </p:nvSpPr>
              <p:spPr bwMode="auto">
                <a:xfrm>
                  <a:off x="3070" y="1123"/>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600" b="1">
                      <a:solidFill>
                        <a:srgbClr val="000000"/>
                      </a:solidFill>
                      <a:latin typeface="宋体" panose="02010600030101010101" pitchFamily="2" charset="-122"/>
                    </a:rPr>
                    <a:t>入射波</a:t>
                  </a:r>
                  <a:endParaRPr lang="zh-CN" altLang="en-US" sz="1600">
                    <a:solidFill>
                      <a:srgbClr val="000000"/>
                    </a:solidFill>
                  </a:endParaRPr>
                </a:p>
              </p:txBody>
            </p:sp>
            <p:sp>
              <p:nvSpPr>
                <p:cNvPr id="75982" name="Rectangle 590">
                  <a:extLst>
                    <a:ext uri="{FF2B5EF4-FFF2-40B4-BE49-F238E27FC236}">
                      <a16:creationId xmlns:a16="http://schemas.microsoft.com/office/drawing/2014/main" id="{773B2A7B-8F84-5378-44EF-52AE99324E1A}"/>
                    </a:ext>
                  </a:extLst>
                </p:cNvPr>
                <p:cNvSpPr>
                  <a:spLocks noChangeArrowheads="1"/>
                </p:cNvSpPr>
                <p:nvPr/>
              </p:nvSpPr>
              <p:spPr bwMode="auto">
                <a:xfrm>
                  <a:off x="3363" y="1117"/>
                  <a:ext cx="2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200" b="1">
                      <a:solidFill>
                        <a:srgbClr val="000000"/>
                      </a:solidFill>
                      <a:latin typeface="Times New Roman" panose="02020603050405020304" pitchFamily="18" charset="0"/>
                    </a:rPr>
                    <a:t> </a:t>
                  </a:r>
                  <a:endParaRPr lang="zh-CN" altLang="en-US" sz="2800">
                    <a:solidFill>
                      <a:srgbClr val="000000"/>
                    </a:solidFill>
                  </a:endParaRPr>
                </a:p>
              </p:txBody>
            </p:sp>
            <p:sp>
              <p:nvSpPr>
                <p:cNvPr id="75983" name="Rectangle 591">
                  <a:extLst>
                    <a:ext uri="{FF2B5EF4-FFF2-40B4-BE49-F238E27FC236}">
                      <a16:creationId xmlns:a16="http://schemas.microsoft.com/office/drawing/2014/main" id="{95D13E75-C086-FF24-3BF9-06AFF398BB32}"/>
                    </a:ext>
                  </a:extLst>
                </p:cNvPr>
                <p:cNvSpPr>
                  <a:spLocks noChangeArrowheads="1"/>
                </p:cNvSpPr>
                <p:nvPr/>
              </p:nvSpPr>
              <p:spPr bwMode="auto">
                <a:xfrm>
                  <a:off x="4768" y="882"/>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600" b="1">
                      <a:solidFill>
                        <a:srgbClr val="000000"/>
                      </a:solidFill>
                      <a:latin typeface="宋体" panose="02010600030101010101" pitchFamily="2" charset="-122"/>
                    </a:rPr>
                    <a:t>反射波</a:t>
                  </a:r>
                  <a:endParaRPr lang="zh-CN" altLang="en-US" sz="1600">
                    <a:solidFill>
                      <a:srgbClr val="000000"/>
                    </a:solidFill>
                  </a:endParaRPr>
                </a:p>
              </p:txBody>
            </p:sp>
            <p:sp>
              <p:nvSpPr>
                <p:cNvPr id="75984" name="Rectangle 592">
                  <a:extLst>
                    <a:ext uri="{FF2B5EF4-FFF2-40B4-BE49-F238E27FC236}">
                      <a16:creationId xmlns:a16="http://schemas.microsoft.com/office/drawing/2014/main" id="{73FCCC95-D769-CF1E-16E4-D506DB5A0297}"/>
                    </a:ext>
                  </a:extLst>
                </p:cNvPr>
                <p:cNvSpPr>
                  <a:spLocks noChangeArrowheads="1"/>
                </p:cNvSpPr>
                <p:nvPr/>
              </p:nvSpPr>
              <p:spPr bwMode="auto">
                <a:xfrm>
                  <a:off x="5062" y="876"/>
                  <a:ext cx="24"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200" b="1">
                      <a:solidFill>
                        <a:srgbClr val="000000"/>
                      </a:solidFill>
                      <a:latin typeface="Times New Roman" panose="02020603050405020304" pitchFamily="18" charset="0"/>
                    </a:rPr>
                    <a:t> </a:t>
                  </a:r>
                  <a:endParaRPr lang="zh-CN" altLang="en-US" sz="2800">
                    <a:solidFill>
                      <a:srgbClr val="000000"/>
                    </a:solidFill>
                  </a:endParaRPr>
                </a:p>
              </p:txBody>
            </p:sp>
            <p:sp>
              <p:nvSpPr>
                <p:cNvPr id="75985" name="Rectangle 593">
                  <a:extLst>
                    <a:ext uri="{FF2B5EF4-FFF2-40B4-BE49-F238E27FC236}">
                      <a16:creationId xmlns:a16="http://schemas.microsoft.com/office/drawing/2014/main" id="{FF4D3AFB-9C3E-BB26-A2DA-ED1FCD18A2D6}"/>
                    </a:ext>
                  </a:extLst>
                </p:cNvPr>
                <p:cNvSpPr>
                  <a:spLocks noChangeArrowheads="1"/>
                </p:cNvSpPr>
                <p:nvPr/>
              </p:nvSpPr>
              <p:spPr bwMode="auto">
                <a:xfrm>
                  <a:off x="4752" y="1949"/>
                  <a:ext cx="391" cy="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600" b="1">
                      <a:solidFill>
                        <a:srgbClr val="000000"/>
                      </a:solidFill>
                      <a:latin typeface="宋体" panose="02010600030101010101" pitchFamily="2" charset="-122"/>
                    </a:rPr>
                    <a:t>折射波</a:t>
                  </a:r>
                  <a:endParaRPr lang="zh-CN" altLang="en-US" sz="1600">
                    <a:solidFill>
                      <a:srgbClr val="000000"/>
                    </a:solidFill>
                  </a:endParaRPr>
                </a:p>
              </p:txBody>
            </p:sp>
            <p:sp>
              <p:nvSpPr>
                <p:cNvPr id="75986" name="Rectangle 594">
                  <a:extLst>
                    <a:ext uri="{FF2B5EF4-FFF2-40B4-BE49-F238E27FC236}">
                      <a16:creationId xmlns:a16="http://schemas.microsoft.com/office/drawing/2014/main" id="{6B2FA423-2B55-DF1E-8408-5B078D5A6F67}"/>
                    </a:ext>
                  </a:extLst>
                </p:cNvPr>
                <p:cNvSpPr>
                  <a:spLocks noChangeArrowheads="1"/>
                </p:cNvSpPr>
                <p:nvPr/>
              </p:nvSpPr>
              <p:spPr bwMode="auto">
                <a:xfrm>
                  <a:off x="5045" y="1943"/>
                  <a:ext cx="24"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200" b="1">
                      <a:solidFill>
                        <a:srgbClr val="000000"/>
                      </a:solidFill>
                      <a:latin typeface="Times New Roman" panose="02020603050405020304" pitchFamily="18" charset="0"/>
                    </a:rPr>
                    <a:t> </a:t>
                  </a:r>
                  <a:endParaRPr lang="zh-CN" altLang="en-US" sz="2800">
                    <a:solidFill>
                      <a:srgbClr val="000000"/>
                    </a:solidFill>
                  </a:endParaRPr>
                </a:p>
              </p:txBody>
            </p:sp>
            <p:sp>
              <p:nvSpPr>
                <p:cNvPr id="75987" name="Rectangle 595">
                  <a:extLst>
                    <a:ext uri="{FF2B5EF4-FFF2-40B4-BE49-F238E27FC236}">
                      <a16:creationId xmlns:a16="http://schemas.microsoft.com/office/drawing/2014/main" id="{79FDA7F8-DC02-B221-9425-4CF234813195}"/>
                    </a:ext>
                  </a:extLst>
                </p:cNvPr>
                <p:cNvSpPr>
                  <a:spLocks noChangeArrowheads="1"/>
                </p:cNvSpPr>
                <p:nvPr/>
              </p:nvSpPr>
              <p:spPr bwMode="auto">
                <a:xfrm>
                  <a:off x="3240" y="1523"/>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600" b="1">
                      <a:solidFill>
                        <a:srgbClr val="000000"/>
                      </a:solidFill>
                      <a:latin typeface="宋体" panose="02010600030101010101" pitchFamily="2" charset="-122"/>
                    </a:rPr>
                    <a:t>分界面</a:t>
                  </a:r>
                  <a:endParaRPr lang="zh-CN" altLang="en-US" sz="1600">
                    <a:solidFill>
                      <a:srgbClr val="000000"/>
                    </a:solidFill>
                  </a:endParaRPr>
                </a:p>
              </p:txBody>
            </p:sp>
            <p:sp>
              <p:nvSpPr>
                <p:cNvPr id="75988" name="Rectangle 596">
                  <a:extLst>
                    <a:ext uri="{FF2B5EF4-FFF2-40B4-BE49-F238E27FC236}">
                      <a16:creationId xmlns:a16="http://schemas.microsoft.com/office/drawing/2014/main" id="{6A0981B0-87DB-3B5B-0EAC-1BF52A96FA80}"/>
                    </a:ext>
                  </a:extLst>
                </p:cNvPr>
                <p:cNvSpPr>
                  <a:spLocks noChangeArrowheads="1"/>
                </p:cNvSpPr>
                <p:nvPr/>
              </p:nvSpPr>
              <p:spPr bwMode="auto">
                <a:xfrm>
                  <a:off x="3534" y="1517"/>
                  <a:ext cx="2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200" b="1">
                      <a:solidFill>
                        <a:srgbClr val="000000"/>
                      </a:solidFill>
                      <a:latin typeface="Times New Roman" panose="02020603050405020304" pitchFamily="18" charset="0"/>
                    </a:rPr>
                    <a:t> </a:t>
                  </a:r>
                  <a:endParaRPr lang="zh-CN" altLang="en-US" sz="2800">
                    <a:solidFill>
                      <a:srgbClr val="000000"/>
                    </a:solidFill>
                  </a:endParaRPr>
                </a:p>
              </p:txBody>
            </p:sp>
            <p:sp>
              <p:nvSpPr>
                <p:cNvPr id="75989" name="Rectangle 597">
                  <a:extLst>
                    <a:ext uri="{FF2B5EF4-FFF2-40B4-BE49-F238E27FC236}">
                      <a16:creationId xmlns:a16="http://schemas.microsoft.com/office/drawing/2014/main" id="{0C0AC44C-2FFC-9A0F-8844-B9E934DFADE2}"/>
                    </a:ext>
                  </a:extLst>
                </p:cNvPr>
                <p:cNvSpPr>
                  <a:spLocks noChangeArrowheads="1"/>
                </p:cNvSpPr>
                <p:nvPr/>
              </p:nvSpPr>
              <p:spPr bwMode="auto">
                <a:xfrm>
                  <a:off x="3240" y="722"/>
                  <a:ext cx="3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600" b="1">
                      <a:solidFill>
                        <a:srgbClr val="000000"/>
                      </a:solidFill>
                      <a:latin typeface="宋体" panose="02010600030101010101" pitchFamily="2" charset="-122"/>
                    </a:rPr>
                    <a:t>入射面</a:t>
                  </a:r>
                  <a:endParaRPr lang="zh-CN" altLang="en-US" sz="1600">
                    <a:solidFill>
                      <a:srgbClr val="000000"/>
                    </a:solidFill>
                  </a:endParaRPr>
                </a:p>
              </p:txBody>
            </p:sp>
            <p:sp>
              <p:nvSpPr>
                <p:cNvPr id="75990" name="Rectangle 598">
                  <a:extLst>
                    <a:ext uri="{FF2B5EF4-FFF2-40B4-BE49-F238E27FC236}">
                      <a16:creationId xmlns:a16="http://schemas.microsoft.com/office/drawing/2014/main" id="{DE3198C7-2BCB-B67E-B047-56A5F211439F}"/>
                    </a:ext>
                  </a:extLst>
                </p:cNvPr>
                <p:cNvSpPr>
                  <a:spLocks noChangeArrowheads="1"/>
                </p:cNvSpPr>
                <p:nvPr/>
              </p:nvSpPr>
              <p:spPr bwMode="auto">
                <a:xfrm>
                  <a:off x="3534" y="716"/>
                  <a:ext cx="24" cy="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200" b="1">
                      <a:solidFill>
                        <a:srgbClr val="000000"/>
                      </a:solidFill>
                      <a:latin typeface="Times New Roman" panose="02020603050405020304" pitchFamily="18" charset="0"/>
                    </a:rPr>
                    <a:t> </a:t>
                  </a:r>
                  <a:endParaRPr lang="zh-CN" altLang="en-US" sz="2800">
                    <a:solidFill>
                      <a:srgbClr val="000000"/>
                    </a:solidFill>
                  </a:endParaRPr>
                </a:p>
              </p:txBody>
            </p:sp>
            <p:sp>
              <p:nvSpPr>
                <p:cNvPr id="75991" name="Freeform 599">
                  <a:extLst>
                    <a:ext uri="{FF2B5EF4-FFF2-40B4-BE49-F238E27FC236}">
                      <a16:creationId xmlns:a16="http://schemas.microsoft.com/office/drawing/2014/main" id="{81DC26EA-00F4-360D-2741-89680398E56D}"/>
                    </a:ext>
                  </a:extLst>
                </p:cNvPr>
                <p:cNvSpPr>
                  <a:spLocks noEditPoints="1"/>
                </p:cNvSpPr>
                <p:nvPr/>
              </p:nvSpPr>
              <p:spPr bwMode="auto">
                <a:xfrm>
                  <a:off x="4550" y="1183"/>
                  <a:ext cx="194" cy="171"/>
                </a:xfrm>
                <a:custGeom>
                  <a:avLst/>
                  <a:gdLst>
                    <a:gd name="T0" fmla="*/ 194 w 194"/>
                    <a:gd name="T1" fmla="*/ 16 h 171"/>
                    <a:gd name="T2" fmla="*/ 79 w 194"/>
                    <a:gd name="T3" fmla="*/ 116 h 171"/>
                    <a:gd name="T4" fmla="*/ 64 w 194"/>
                    <a:gd name="T5" fmla="*/ 101 h 171"/>
                    <a:gd name="T6" fmla="*/ 178 w 194"/>
                    <a:gd name="T7" fmla="*/ 0 h 171"/>
                    <a:gd name="T8" fmla="*/ 194 w 194"/>
                    <a:gd name="T9" fmla="*/ 16 h 171"/>
                    <a:gd name="T10" fmla="*/ 94 w 194"/>
                    <a:gd name="T11" fmla="*/ 116 h 171"/>
                    <a:gd name="T12" fmla="*/ 0 w 194"/>
                    <a:gd name="T13" fmla="*/ 171 h 171"/>
                    <a:gd name="T14" fmla="*/ 64 w 194"/>
                    <a:gd name="T15" fmla="*/ 86 h 171"/>
                    <a:gd name="T16" fmla="*/ 94 w 194"/>
                    <a:gd name="T17" fmla="*/ 116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4" h="171">
                      <a:moveTo>
                        <a:pt x="194" y="16"/>
                      </a:moveTo>
                      <a:lnTo>
                        <a:pt x="79" y="116"/>
                      </a:lnTo>
                      <a:lnTo>
                        <a:pt x="64" y="101"/>
                      </a:lnTo>
                      <a:lnTo>
                        <a:pt x="178" y="0"/>
                      </a:lnTo>
                      <a:lnTo>
                        <a:pt x="194" y="16"/>
                      </a:lnTo>
                      <a:close/>
                      <a:moveTo>
                        <a:pt x="94" y="116"/>
                      </a:moveTo>
                      <a:lnTo>
                        <a:pt x="0" y="171"/>
                      </a:lnTo>
                      <a:lnTo>
                        <a:pt x="64" y="86"/>
                      </a:lnTo>
                      <a:lnTo>
                        <a:pt x="94" y="116"/>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5992" name="Freeform 600">
                  <a:extLst>
                    <a:ext uri="{FF2B5EF4-FFF2-40B4-BE49-F238E27FC236}">
                      <a16:creationId xmlns:a16="http://schemas.microsoft.com/office/drawing/2014/main" id="{80967C03-A4B0-4FA6-3745-D0D397EFD4D6}"/>
                    </a:ext>
                  </a:extLst>
                </p:cNvPr>
                <p:cNvSpPr>
                  <a:spLocks noEditPoints="1"/>
                </p:cNvSpPr>
                <p:nvPr/>
              </p:nvSpPr>
              <p:spPr bwMode="auto">
                <a:xfrm>
                  <a:off x="4556" y="932"/>
                  <a:ext cx="175" cy="276"/>
                </a:xfrm>
                <a:custGeom>
                  <a:avLst/>
                  <a:gdLst>
                    <a:gd name="T0" fmla="*/ 58 w 175"/>
                    <a:gd name="T1" fmla="*/ 75 h 276"/>
                    <a:gd name="T2" fmla="*/ 175 w 175"/>
                    <a:gd name="T3" fmla="*/ 265 h 276"/>
                    <a:gd name="T4" fmla="*/ 157 w 175"/>
                    <a:gd name="T5" fmla="*/ 276 h 276"/>
                    <a:gd name="T6" fmla="*/ 39 w 175"/>
                    <a:gd name="T7" fmla="*/ 85 h 276"/>
                    <a:gd name="T8" fmla="*/ 58 w 175"/>
                    <a:gd name="T9" fmla="*/ 75 h 276"/>
                    <a:gd name="T10" fmla="*/ 35 w 175"/>
                    <a:gd name="T11" fmla="*/ 100 h 276"/>
                    <a:gd name="T12" fmla="*/ 0 w 175"/>
                    <a:gd name="T13" fmla="*/ 0 h 276"/>
                    <a:gd name="T14" fmla="*/ 73 w 175"/>
                    <a:gd name="T15" fmla="*/ 79 h 276"/>
                    <a:gd name="T16" fmla="*/ 35 w 175"/>
                    <a:gd name="T17" fmla="*/ 100 h 2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76">
                      <a:moveTo>
                        <a:pt x="58" y="75"/>
                      </a:moveTo>
                      <a:lnTo>
                        <a:pt x="175" y="265"/>
                      </a:lnTo>
                      <a:lnTo>
                        <a:pt x="157" y="276"/>
                      </a:lnTo>
                      <a:lnTo>
                        <a:pt x="39" y="85"/>
                      </a:lnTo>
                      <a:lnTo>
                        <a:pt x="58" y="75"/>
                      </a:lnTo>
                      <a:close/>
                      <a:moveTo>
                        <a:pt x="35" y="100"/>
                      </a:moveTo>
                      <a:lnTo>
                        <a:pt x="0" y="0"/>
                      </a:lnTo>
                      <a:lnTo>
                        <a:pt x="73" y="79"/>
                      </a:lnTo>
                      <a:lnTo>
                        <a:pt x="35" y="100"/>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5993" name="Freeform 601">
                  <a:extLst>
                    <a:ext uri="{FF2B5EF4-FFF2-40B4-BE49-F238E27FC236}">
                      <a16:creationId xmlns:a16="http://schemas.microsoft.com/office/drawing/2014/main" id="{B1D7459D-CBFA-13C1-E694-5A3E213B0E4A}"/>
                    </a:ext>
                  </a:extLst>
                </p:cNvPr>
                <p:cNvSpPr>
                  <a:spLocks noEditPoints="1"/>
                </p:cNvSpPr>
                <p:nvPr/>
              </p:nvSpPr>
              <p:spPr bwMode="auto">
                <a:xfrm>
                  <a:off x="4396" y="1117"/>
                  <a:ext cx="153" cy="223"/>
                </a:xfrm>
                <a:custGeom>
                  <a:avLst/>
                  <a:gdLst>
                    <a:gd name="T0" fmla="*/ 9 w 153"/>
                    <a:gd name="T1" fmla="*/ 0 h 223"/>
                    <a:gd name="T2" fmla="*/ 32 w 153"/>
                    <a:gd name="T3" fmla="*/ 34 h 223"/>
                    <a:gd name="T4" fmla="*/ 23 w 153"/>
                    <a:gd name="T5" fmla="*/ 40 h 223"/>
                    <a:gd name="T6" fmla="*/ 0 w 153"/>
                    <a:gd name="T7" fmla="*/ 6 h 223"/>
                    <a:gd name="T8" fmla="*/ 9 w 153"/>
                    <a:gd name="T9" fmla="*/ 0 h 223"/>
                    <a:gd name="T10" fmla="*/ 49 w 153"/>
                    <a:gd name="T11" fmla="*/ 60 h 223"/>
                    <a:gd name="T12" fmla="*/ 72 w 153"/>
                    <a:gd name="T13" fmla="*/ 96 h 223"/>
                    <a:gd name="T14" fmla="*/ 63 w 153"/>
                    <a:gd name="T15" fmla="*/ 101 h 223"/>
                    <a:gd name="T16" fmla="*/ 40 w 153"/>
                    <a:gd name="T17" fmla="*/ 66 h 223"/>
                    <a:gd name="T18" fmla="*/ 49 w 153"/>
                    <a:gd name="T19" fmla="*/ 60 h 223"/>
                    <a:gd name="T20" fmla="*/ 89 w 153"/>
                    <a:gd name="T21" fmla="*/ 122 h 223"/>
                    <a:gd name="T22" fmla="*/ 112 w 153"/>
                    <a:gd name="T23" fmla="*/ 156 h 223"/>
                    <a:gd name="T24" fmla="*/ 103 w 153"/>
                    <a:gd name="T25" fmla="*/ 161 h 223"/>
                    <a:gd name="T26" fmla="*/ 80 w 153"/>
                    <a:gd name="T27" fmla="*/ 127 h 223"/>
                    <a:gd name="T28" fmla="*/ 89 w 153"/>
                    <a:gd name="T29" fmla="*/ 122 h 223"/>
                    <a:gd name="T30" fmla="*/ 129 w 153"/>
                    <a:gd name="T31" fmla="*/ 182 h 223"/>
                    <a:gd name="T32" fmla="*/ 153 w 153"/>
                    <a:gd name="T33" fmla="*/ 216 h 223"/>
                    <a:gd name="T34" fmla="*/ 143 w 153"/>
                    <a:gd name="T35" fmla="*/ 223 h 223"/>
                    <a:gd name="T36" fmla="*/ 120 w 153"/>
                    <a:gd name="T37" fmla="*/ 188 h 223"/>
                    <a:gd name="T38" fmla="*/ 129 w 153"/>
                    <a:gd name="T39" fmla="*/ 182 h 22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53" h="223">
                      <a:moveTo>
                        <a:pt x="9" y="0"/>
                      </a:moveTo>
                      <a:lnTo>
                        <a:pt x="32" y="34"/>
                      </a:lnTo>
                      <a:lnTo>
                        <a:pt x="23" y="40"/>
                      </a:lnTo>
                      <a:lnTo>
                        <a:pt x="0" y="6"/>
                      </a:lnTo>
                      <a:lnTo>
                        <a:pt x="9" y="0"/>
                      </a:lnTo>
                      <a:close/>
                      <a:moveTo>
                        <a:pt x="49" y="60"/>
                      </a:moveTo>
                      <a:lnTo>
                        <a:pt x="72" y="96"/>
                      </a:lnTo>
                      <a:lnTo>
                        <a:pt x="63" y="101"/>
                      </a:lnTo>
                      <a:lnTo>
                        <a:pt x="40" y="66"/>
                      </a:lnTo>
                      <a:lnTo>
                        <a:pt x="49" y="60"/>
                      </a:lnTo>
                      <a:close/>
                      <a:moveTo>
                        <a:pt x="89" y="122"/>
                      </a:moveTo>
                      <a:lnTo>
                        <a:pt x="112" y="156"/>
                      </a:lnTo>
                      <a:lnTo>
                        <a:pt x="103" y="161"/>
                      </a:lnTo>
                      <a:lnTo>
                        <a:pt x="80" y="127"/>
                      </a:lnTo>
                      <a:lnTo>
                        <a:pt x="89" y="122"/>
                      </a:lnTo>
                      <a:close/>
                      <a:moveTo>
                        <a:pt x="129" y="182"/>
                      </a:moveTo>
                      <a:lnTo>
                        <a:pt x="153" y="216"/>
                      </a:lnTo>
                      <a:lnTo>
                        <a:pt x="143" y="223"/>
                      </a:lnTo>
                      <a:lnTo>
                        <a:pt x="120" y="188"/>
                      </a:lnTo>
                      <a:lnTo>
                        <a:pt x="129" y="182"/>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5994" name="Freeform 602">
                  <a:extLst>
                    <a:ext uri="{FF2B5EF4-FFF2-40B4-BE49-F238E27FC236}">
                      <a16:creationId xmlns:a16="http://schemas.microsoft.com/office/drawing/2014/main" id="{CF24E0C5-9A01-488A-5B66-C292372B51FB}"/>
                    </a:ext>
                  </a:extLst>
                </p:cNvPr>
                <p:cNvSpPr>
                  <a:spLocks noEditPoints="1"/>
                </p:cNvSpPr>
                <p:nvPr/>
              </p:nvSpPr>
              <p:spPr bwMode="auto">
                <a:xfrm>
                  <a:off x="4373" y="935"/>
                  <a:ext cx="203" cy="169"/>
                </a:xfrm>
                <a:custGeom>
                  <a:avLst/>
                  <a:gdLst>
                    <a:gd name="T0" fmla="*/ 203 w 203"/>
                    <a:gd name="T1" fmla="*/ 8 h 169"/>
                    <a:gd name="T2" fmla="*/ 170 w 203"/>
                    <a:gd name="T3" fmla="*/ 35 h 169"/>
                    <a:gd name="T4" fmla="*/ 164 w 203"/>
                    <a:gd name="T5" fmla="*/ 26 h 169"/>
                    <a:gd name="T6" fmla="*/ 196 w 203"/>
                    <a:gd name="T7" fmla="*/ 0 h 169"/>
                    <a:gd name="T8" fmla="*/ 203 w 203"/>
                    <a:gd name="T9" fmla="*/ 8 h 169"/>
                    <a:gd name="T10" fmla="*/ 146 w 203"/>
                    <a:gd name="T11" fmla="*/ 55 h 169"/>
                    <a:gd name="T12" fmla="*/ 113 w 203"/>
                    <a:gd name="T13" fmla="*/ 82 h 169"/>
                    <a:gd name="T14" fmla="*/ 107 w 203"/>
                    <a:gd name="T15" fmla="*/ 74 h 169"/>
                    <a:gd name="T16" fmla="*/ 139 w 203"/>
                    <a:gd name="T17" fmla="*/ 47 h 169"/>
                    <a:gd name="T18" fmla="*/ 146 w 203"/>
                    <a:gd name="T19" fmla="*/ 55 h 169"/>
                    <a:gd name="T20" fmla="*/ 89 w 203"/>
                    <a:gd name="T21" fmla="*/ 102 h 169"/>
                    <a:gd name="T22" fmla="*/ 56 w 203"/>
                    <a:gd name="T23" fmla="*/ 129 h 169"/>
                    <a:gd name="T24" fmla="*/ 49 w 203"/>
                    <a:gd name="T25" fmla="*/ 121 h 169"/>
                    <a:gd name="T26" fmla="*/ 82 w 203"/>
                    <a:gd name="T27" fmla="*/ 94 h 169"/>
                    <a:gd name="T28" fmla="*/ 89 w 203"/>
                    <a:gd name="T29" fmla="*/ 102 h 169"/>
                    <a:gd name="T30" fmla="*/ 32 w 203"/>
                    <a:gd name="T31" fmla="*/ 148 h 169"/>
                    <a:gd name="T32" fmla="*/ 6 w 203"/>
                    <a:gd name="T33" fmla="*/ 169 h 169"/>
                    <a:gd name="T34" fmla="*/ 0 w 203"/>
                    <a:gd name="T35" fmla="*/ 162 h 169"/>
                    <a:gd name="T36" fmla="*/ 24 w 203"/>
                    <a:gd name="T37" fmla="*/ 141 h 169"/>
                    <a:gd name="T38" fmla="*/ 32 w 203"/>
                    <a:gd name="T39" fmla="*/ 148 h 1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3" h="169">
                      <a:moveTo>
                        <a:pt x="203" y="8"/>
                      </a:moveTo>
                      <a:lnTo>
                        <a:pt x="170" y="35"/>
                      </a:lnTo>
                      <a:lnTo>
                        <a:pt x="164" y="26"/>
                      </a:lnTo>
                      <a:lnTo>
                        <a:pt x="196" y="0"/>
                      </a:lnTo>
                      <a:lnTo>
                        <a:pt x="203" y="8"/>
                      </a:lnTo>
                      <a:close/>
                      <a:moveTo>
                        <a:pt x="146" y="55"/>
                      </a:moveTo>
                      <a:lnTo>
                        <a:pt x="113" y="82"/>
                      </a:lnTo>
                      <a:lnTo>
                        <a:pt x="107" y="74"/>
                      </a:lnTo>
                      <a:lnTo>
                        <a:pt x="139" y="47"/>
                      </a:lnTo>
                      <a:lnTo>
                        <a:pt x="146" y="55"/>
                      </a:lnTo>
                      <a:close/>
                      <a:moveTo>
                        <a:pt x="89" y="102"/>
                      </a:moveTo>
                      <a:lnTo>
                        <a:pt x="56" y="129"/>
                      </a:lnTo>
                      <a:lnTo>
                        <a:pt x="49" y="121"/>
                      </a:lnTo>
                      <a:lnTo>
                        <a:pt x="82" y="94"/>
                      </a:lnTo>
                      <a:lnTo>
                        <a:pt x="89" y="102"/>
                      </a:lnTo>
                      <a:close/>
                      <a:moveTo>
                        <a:pt x="32" y="148"/>
                      </a:moveTo>
                      <a:lnTo>
                        <a:pt x="6" y="169"/>
                      </a:lnTo>
                      <a:lnTo>
                        <a:pt x="0" y="162"/>
                      </a:lnTo>
                      <a:lnTo>
                        <a:pt x="24" y="141"/>
                      </a:lnTo>
                      <a:lnTo>
                        <a:pt x="32" y="148"/>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5995" name="Freeform 603">
                  <a:extLst>
                    <a:ext uri="{FF2B5EF4-FFF2-40B4-BE49-F238E27FC236}">
                      <a16:creationId xmlns:a16="http://schemas.microsoft.com/office/drawing/2014/main" id="{D81C9D36-A4E4-9632-CCD4-14D31C7708AD}"/>
                    </a:ext>
                  </a:extLst>
                </p:cNvPr>
                <p:cNvSpPr>
                  <a:spLocks noEditPoints="1"/>
                </p:cNvSpPr>
                <p:nvPr/>
              </p:nvSpPr>
              <p:spPr bwMode="auto">
                <a:xfrm>
                  <a:off x="4391" y="1096"/>
                  <a:ext cx="321" cy="113"/>
                </a:xfrm>
                <a:custGeom>
                  <a:avLst/>
                  <a:gdLst>
                    <a:gd name="T0" fmla="*/ 314 w 321"/>
                    <a:gd name="T1" fmla="*/ 113 h 113"/>
                    <a:gd name="T2" fmla="*/ 89 w 321"/>
                    <a:gd name="T3" fmla="*/ 39 h 113"/>
                    <a:gd name="T4" fmla="*/ 95 w 321"/>
                    <a:gd name="T5" fmla="*/ 19 h 113"/>
                    <a:gd name="T6" fmla="*/ 321 w 321"/>
                    <a:gd name="T7" fmla="*/ 93 h 113"/>
                    <a:gd name="T8" fmla="*/ 314 w 321"/>
                    <a:gd name="T9" fmla="*/ 113 h 113"/>
                    <a:gd name="T10" fmla="*/ 95 w 321"/>
                    <a:gd name="T11" fmla="*/ 53 h 113"/>
                    <a:gd name="T12" fmla="*/ 0 w 321"/>
                    <a:gd name="T13" fmla="*/ 0 h 113"/>
                    <a:gd name="T14" fmla="*/ 110 w 321"/>
                    <a:gd name="T15" fmla="*/ 13 h 113"/>
                    <a:gd name="T16" fmla="*/ 95 w 321"/>
                    <a:gd name="T17" fmla="*/ 53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1" h="113">
                      <a:moveTo>
                        <a:pt x="314" y="113"/>
                      </a:moveTo>
                      <a:lnTo>
                        <a:pt x="89" y="39"/>
                      </a:lnTo>
                      <a:lnTo>
                        <a:pt x="95" y="19"/>
                      </a:lnTo>
                      <a:lnTo>
                        <a:pt x="321" y="93"/>
                      </a:lnTo>
                      <a:lnTo>
                        <a:pt x="314" y="113"/>
                      </a:lnTo>
                      <a:close/>
                      <a:moveTo>
                        <a:pt x="95" y="53"/>
                      </a:moveTo>
                      <a:lnTo>
                        <a:pt x="0" y="0"/>
                      </a:lnTo>
                      <a:lnTo>
                        <a:pt x="110" y="13"/>
                      </a:lnTo>
                      <a:lnTo>
                        <a:pt x="95" y="53"/>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75996" name="Freeform 604">
                  <a:extLst>
                    <a:ext uri="{FF2B5EF4-FFF2-40B4-BE49-F238E27FC236}">
                      <a16:creationId xmlns:a16="http://schemas.microsoft.com/office/drawing/2014/main" id="{5A46B561-7C59-5DB6-D101-587D0A187E88}"/>
                    </a:ext>
                  </a:extLst>
                </p:cNvPr>
                <p:cNvSpPr>
                  <a:spLocks noEditPoints="1"/>
                </p:cNvSpPr>
                <p:nvPr/>
              </p:nvSpPr>
              <p:spPr bwMode="auto">
                <a:xfrm>
                  <a:off x="4261" y="1768"/>
                  <a:ext cx="192" cy="196"/>
                </a:xfrm>
                <a:custGeom>
                  <a:avLst/>
                  <a:gdLst>
                    <a:gd name="T0" fmla="*/ 192 w 192"/>
                    <a:gd name="T1" fmla="*/ 14 h 196"/>
                    <a:gd name="T2" fmla="*/ 46 w 192"/>
                    <a:gd name="T3" fmla="*/ 165 h 196"/>
                    <a:gd name="T4" fmla="*/ 29 w 192"/>
                    <a:gd name="T5" fmla="*/ 152 h 196"/>
                    <a:gd name="T6" fmla="*/ 176 w 192"/>
                    <a:gd name="T7" fmla="*/ 0 h 196"/>
                    <a:gd name="T8" fmla="*/ 192 w 192"/>
                    <a:gd name="T9" fmla="*/ 14 h 196"/>
                    <a:gd name="T10" fmla="*/ 60 w 192"/>
                    <a:gd name="T11" fmla="*/ 165 h 196"/>
                    <a:gd name="T12" fmla="*/ 0 w 192"/>
                    <a:gd name="T13" fmla="*/ 196 h 196"/>
                    <a:gd name="T14" fmla="*/ 29 w 192"/>
                    <a:gd name="T15" fmla="*/ 137 h 196"/>
                    <a:gd name="T16" fmla="*/ 60 w 192"/>
                    <a:gd name="T17" fmla="*/ 165 h 1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2" h="196">
                      <a:moveTo>
                        <a:pt x="192" y="14"/>
                      </a:moveTo>
                      <a:lnTo>
                        <a:pt x="46" y="165"/>
                      </a:lnTo>
                      <a:lnTo>
                        <a:pt x="29" y="152"/>
                      </a:lnTo>
                      <a:lnTo>
                        <a:pt x="176" y="0"/>
                      </a:lnTo>
                      <a:lnTo>
                        <a:pt x="192" y="14"/>
                      </a:lnTo>
                      <a:close/>
                      <a:moveTo>
                        <a:pt x="60" y="165"/>
                      </a:moveTo>
                      <a:lnTo>
                        <a:pt x="0" y="196"/>
                      </a:lnTo>
                      <a:lnTo>
                        <a:pt x="29" y="137"/>
                      </a:lnTo>
                      <a:lnTo>
                        <a:pt x="60" y="165"/>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5997" name="Freeform 605">
                  <a:extLst>
                    <a:ext uri="{FF2B5EF4-FFF2-40B4-BE49-F238E27FC236}">
                      <a16:creationId xmlns:a16="http://schemas.microsoft.com/office/drawing/2014/main" id="{A62A79A7-CD17-AE5A-50FE-E157B061B0C8}"/>
                    </a:ext>
                  </a:extLst>
                </p:cNvPr>
                <p:cNvSpPr>
                  <a:spLocks noEditPoints="1"/>
                </p:cNvSpPr>
                <p:nvPr/>
              </p:nvSpPr>
              <p:spPr bwMode="auto">
                <a:xfrm>
                  <a:off x="4444" y="1644"/>
                  <a:ext cx="315" cy="140"/>
                </a:xfrm>
                <a:custGeom>
                  <a:avLst/>
                  <a:gdLst>
                    <a:gd name="T0" fmla="*/ 231 w 315"/>
                    <a:gd name="T1" fmla="*/ 47 h 140"/>
                    <a:gd name="T2" fmla="*/ 9 w 315"/>
                    <a:gd name="T3" fmla="*/ 140 h 140"/>
                    <a:gd name="T4" fmla="*/ 0 w 315"/>
                    <a:gd name="T5" fmla="*/ 122 h 140"/>
                    <a:gd name="T6" fmla="*/ 224 w 315"/>
                    <a:gd name="T7" fmla="*/ 28 h 140"/>
                    <a:gd name="T8" fmla="*/ 231 w 315"/>
                    <a:gd name="T9" fmla="*/ 47 h 140"/>
                    <a:gd name="T10" fmla="*/ 209 w 315"/>
                    <a:gd name="T11" fmla="*/ 23 h 140"/>
                    <a:gd name="T12" fmla="*/ 315 w 315"/>
                    <a:gd name="T13" fmla="*/ 0 h 140"/>
                    <a:gd name="T14" fmla="*/ 226 w 315"/>
                    <a:gd name="T15" fmla="*/ 60 h 140"/>
                    <a:gd name="T16" fmla="*/ 209 w 315"/>
                    <a:gd name="T17" fmla="*/ 23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5" h="140">
                      <a:moveTo>
                        <a:pt x="231" y="47"/>
                      </a:moveTo>
                      <a:lnTo>
                        <a:pt x="9" y="140"/>
                      </a:lnTo>
                      <a:lnTo>
                        <a:pt x="0" y="122"/>
                      </a:lnTo>
                      <a:lnTo>
                        <a:pt x="224" y="28"/>
                      </a:lnTo>
                      <a:lnTo>
                        <a:pt x="231" y="47"/>
                      </a:lnTo>
                      <a:close/>
                      <a:moveTo>
                        <a:pt x="209" y="23"/>
                      </a:moveTo>
                      <a:lnTo>
                        <a:pt x="315" y="0"/>
                      </a:lnTo>
                      <a:lnTo>
                        <a:pt x="226" y="60"/>
                      </a:lnTo>
                      <a:lnTo>
                        <a:pt x="209" y="23"/>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5998" name="Freeform 606">
                  <a:extLst>
                    <a:ext uri="{FF2B5EF4-FFF2-40B4-BE49-F238E27FC236}">
                      <a16:creationId xmlns:a16="http://schemas.microsoft.com/office/drawing/2014/main" id="{06D8747F-7301-9992-7651-B0717B925C0A}"/>
                    </a:ext>
                  </a:extLst>
                </p:cNvPr>
                <p:cNvSpPr>
                  <a:spLocks noEditPoints="1"/>
                </p:cNvSpPr>
                <p:nvPr/>
              </p:nvSpPr>
              <p:spPr bwMode="auto">
                <a:xfrm>
                  <a:off x="4428" y="1763"/>
                  <a:ext cx="198" cy="69"/>
                </a:xfrm>
                <a:custGeom>
                  <a:avLst/>
                  <a:gdLst>
                    <a:gd name="T0" fmla="*/ 7 w 198"/>
                    <a:gd name="T1" fmla="*/ 0 h 69"/>
                    <a:gd name="T2" fmla="*/ 149 w 198"/>
                    <a:gd name="T3" fmla="*/ 44 h 69"/>
                    <a:gd name="T4" fmla="*/ 143 w 198"/>
                    <a:gd name="T5" fmla="*/ 63 h 69"/>
                    <a:gd name="T6" fmla="*/ 0 w 198"/>
                    <a:gd name="T7" fmla="*/ 20 h 69"/>
                    <a:gd name="T8" fmla="*/ 7 w 198"/>
                    <a:gd name="T9" fmla="*/ 0 h 69"/>
                    <a:gd name="T10" fmla="*/ 143 w 198"/>
                    <a:gd name="T11" fmla="*/ 31 h 69"/>
                    <a:gd name="T12" fmla="*/ 198 w 198"/>
                    <a:gd name="T13" fmla="*/ 68 h 69"/>
                    <a:gd name="T14" fmla="*/ 130 w 198"/>
                    <a:gd name="T15" fmla="*/ 69 h 69"/>
                    <a:gd name="T16" fmla="*/ 143 w 198"/>
                    <a:gd name="T17" fmla="*/ 31 h 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8" h="69">
                      <a:moveTo>
                        <a:pt x="7" y="0"/>
                      </a:moveTo>
                      <a:lnTo>
                        <a:pt x="149" y="44"/>
                      </a:lnTo>
                      <a:lnTo>
                        <a:pt x="143" y="63"/>
                      </a:lnTo>
                      <a:lnTo>
                        <a:pt x="0" y="20"/>
                      </a:lnTo>
                      <a:lnTo>
                        <a:pt x="7" y="0"/>
                      </a:lnTo>
                      <a:close/>
                      <a:moveTo>
                        <a:pt x="143" y="31"/>
                      </a:moveTo>
                      <a:lnTo>
                        <a:pt x="198" y="68"/>
                      </a:lnTo>
                      <a:lnTo>
                        <a:pt x="130" y="69"/>
                      </a:lnTo>
                      <a:lnTo>
                        <a:pt x="143" y="31"/>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75999" name="Freeform 607">
                  <a:extLst>
                    <a:ext uri="{FF2B5EF4-FFF2-40B4-BE49-F238E27FC236}">
                      <a16:creationId xmlns:a16="http://schemas.microsoft.com/office/drawing/2014/main" id="{E8FE63CB-2F8A-A272-DF86-5CC37E457BD9}"/>
                    </a:ext>
                  </a:extLst>
                </p:cNvPr>
                <p:cNvSpPr>
                  <a:spLocks noEditPoints="1"/>
                </p:cNvSpPr>
                <p:nvPr/>
              </p:nvSpPr>
              <p:spPr bwMode="auto">
                <a:xfrm>
                  <a:off x="4281" y="1841"/>
                  <a:ext cx="302" cy="134"/>
                </a:xfrm>
                <a:custGeom>
                  <a:avLst/>
                  <a:gdLst>
                    <a:gd name="T0" fmla="*/ 248 w 302"/>
                    <a:gd name="T1" fmla="*/ 30 h 134"/>
                    <a:gd name="T2" fmla="*/ 246 w 302"/>
                    <a:gd name="T3" fmla="*/ 30 h 134"/>
                    <a:gd name="T4" fmla="*/ 243 w 302"/>
                    <a:gd name="T5" fmla="*/ 27 h 134"/>
                    <a:gd name="T6" fmla="*/ 243 w 302"/>
                    <a:gd name="T7" fmla="*/ 25 h 134"/>
                    <a:gd name="T8" fmla="*/ 246 w 302"/>
                    <a:gd name="T9" fmla="*/ 22 h 134"/>
                    <a:gd name="T10" fmla="*/ 299 w 302"/>
                    <a:gd name="T11" fmla="*/ 0 h 134"/>
                    <a:gd name="T12" fmla="*/ 301 w 302"/>
                    <a:gd name="T13" fmla="*/ 1 h 134"/>
                    <a:gd name="T14" fmla="*/ 302 w 302"/>
                    <a:gd name="T15" fmla="*/ 4 h 134"/>
                    <a:gd name="T16" fmla="*/ 301 w 302"/>
                    <a:gd name="T17" fmla="*/ 6 h 134"/>
                    <a:gd name="T18" fmla="*/ 300 w 302"/>
                    <a:gd name="T19" fmla="*/ 7 h 134"/>
                    <a:gd name="T20" fmla="*/ 168 w 302"/>
                    <a:gd name="T21" fmla="*/ 64 h 134"/>
                    <a:gd name="T22" fmla="*/ 164 w 302"/>
                    <a:gd name="T23" fmla="*/ 64 h 134"/>
                    <a:gd name="T24" fmla="*/ 161 w 302"/>
                    <a:gd name="T25" fmla="*/ 63 h 134"/>
                    <a:gd name="T26" fmla="*/ 161 w 302"/>
                    <a:gd name="T27" fmla="*/ 59 h 134"/>
                    <a:gd name="T28" fmla="*/ 164 w 302"/>
                    <a:gd name="T29" fmla="*/ 57 h 134"/>
                    <a:gd name="T30" fmla="*/ 217 w 302"/>
                    <a:gd name="T31" fmla="*/ 35 h 134"/>
                    <a:gd name="T32" fmla="*/ 220 w 302"/>
                    <a:gd name="T33" fmla="*/ 36 h 134"/>
                    <a:gd name="T34" fmla="*/ 221 w 302"/>
                    <a:gd name="T35" fmla="*/ 38 h 134"/>
                    <a:gd name="T36" fmla="*/ 220 w 302"/>
                    <a:gd name="T37" fmla="*/ 41 h 134"/>
                    <a:gd name="T38" fmla="*/ 218 w 302"/>
                    <a:gd name="T39" fmla="*/ 42 h 134"/>
                    <a:gd name="T40" fmla="*/ 86 w 302"/>
                    <a:gd name="T41" fmla="*/ 99 h 134"/>
                    <a:gd name="T42" fmla="*/ 82 w 302"/>
                    <a:gd name="T43" fmla="*/ 99 h 134"/>
                    <a:gd name="T44" fmla="*/ 81 w 302"/>
                    <a:gd name="T45" fmla="*/ 97 h 134"/>
                    <a:gd name="T46" fmla="*/ 81 w 302"/>
                    <a:gd name="T47" fmla="*/ 94 h 134"/>
                    <a:gd name="T48" fmla="*/ 82 w 302"/>
                    <a:gd name="T49" fmla="*/ 92 h 134"/>
                    <a:gd name="T50" fmla="*/ 136 w 302"/>
                    <a:gd name="T51" fmla="*/ 69 h 134"/>
                    <a:gd name="T52" fmla="*/ 139 w 302"/>
                    <a:gd name="T53" fmla="*/ 70 h 134"/>
                    <a:gd name="T54" fmla="*/ 141 w 302"/>
                    <a:gd name="T55" fmla="*/ 73 h 134"/>
                    <a:gd name="T56" fmla="*/ 139 w 302"/>
                    <a:gd name="T57" fmla="*/ 76 h 134"/>
                    <a:gd name="T58" fmla="*/ 138 w 302"/>
                    <a:gd name="T59" fmla="*/ 76 h 134"/>
                    <a:gd name="T60" fmla="*/ 5 w 302"/>
                    <a:gd name="T61" fmla="*/ 134 h 134"/>
                    <a:gd name="T62" fmla="*/ 2 w 302"/>
                    <a:gd name="T63" fmla="*/ 134 h 134"/>
                    <a:gd name="T64" fmla="*/ 0 w 302"/>
                    <a:gd name="T65" fmla="*/ 132 h 134"/>
                    <a:gd name="T66" fmla="*/ 0 w 302"/>
                    <a:gd name="T67" fmla="*/ 129 h 134"/>
                    <a:gd name="T68" fmla="*/ 2 w 302"/>
                    <a:gd name="T69" fmla="*/ 127 h 134"/>
                    <a:gd name="T70" fmla="*/ 55 w 302"/>
                    <a:gd name="T71" fmla="*/ 105 h 134"/>
                    <a:gd name="T72" fmla="*/ 58 w 302"/>
                    <a:gd name="T73" fmla="*/ 106 h 134"/>
                    <a:gd name="T74" fmla="*/ 59 w 302"/>
                    <a:gd name="T75" fmla="*/ 109 h 134"/>
                    <a:gd name="T76" fmla="*/ 58 w 302"/>
                    <a:gd name="T77" fmla="*/ 111 h 134"/>
                    <a:gd name="T78" fmla="*/ 57 w 302"/>
                    <a:gd name="T79" fmla="*/ 112 h 13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02" h="134">
                      <a:moveTo>
                        <a:pt x="300" y="7"/>
                      </a:moveTo>
                      <a:lnTo>
                        <a:pt x="248" y="30"/>
                      </a:lnTo>
                      <a:lnTo>
                        <a:pt x="247" y="30"/>
                      </a:lnTo>
                      <a:lnTo>
                        <a:pt x="246" y="30"/>
                      </a:lnTo>
                      <a:lnTo>
                        <a:pt x="244" y="28"/>
                      </a:lnTo>
                      <a:lnTo>
                        <a:pt x="243" y="27"/>
                      </a:lnTo>
                      <a:lnTo>
                        <a:pt x="243" y="26"/>
                      </a:lnTo>
                      <a:lnTo>
                        <a:pt x="243" y="25"/>
                      </a:lnTo>
                      <a:lnTo>
                        <a:pt x="244" y="23"/>
                      </a:lnTo>
                      <a:lnTo>
                        <a:pt x="246" y="22"/>
                      </a:lnTo>
                      <a:lnTo>
                        <a:pt x="296" y="0"/>
                      </a:lnTo>
                      <a:lnTo>
                        <a:pt x="299" y="0"/>
                      </a:lnTo>
                      <a:lnTo>
                        <a:pt x="300" y="0"/>
                      </a:lnTo>
                      <a:lnTo>
                        <a:pt x="301" y="1"/>
                      </a:lnTo>
                      <a:lnTo>
                        <a:pt x="302" y="3"/>
                      </a:lnTo>
                      <a:lnTo>
                        <a:pt x="302" y="4"/>
                      </a:lnTo>
                      <a:lnTo>
                        <a:pt x="302" y="5"/>
                      </a:lnTo>
                      <a:lnTo>
                        <a:pt x="301" y="6"/>
                      </a:lnTo>
                      <a:lnTo>
                        <a:pt x="300" y="7"/>
                      </a:lnTo>
                      <a:close/>
                      <a:moveTo>
                        <a:pt x="218" y="42"/>
                      </a:moveTo>
                      <a:lnTo>
                        <a:pt x="168" y="64"/>
                      </a:lnTo>
                      <a:lnTo>
                        <a:pt x="165" y="64"/>
                      </a:lnTo>
                      <a:lnTo>
                        <a:pt x="164" y="64"/>
                      </a:lnTo>
                      <a:lnTo>
                        <a:pt x="163" y="64"/>
                      </a:lnTo>
                      <a:lnTo>
                        <a:pt x="161" y="63"/>
                      </a:lnTo>
                      <a:lnTo>
                        <a:pt x="161" y="60"/>
                      </a:lnTo>
                      <a:lnTo>
                        <a:pt x="161" y="59"/>
                      </a:lnTo>
                      <a:lnTo>
                        <a:pt x="163" y="58"/>
                      </a:lnTo>
                      <a:lnTo>
                        <a:pt x="164" y="57"/>
                      </a:lnTo>
                      <a:lnTo>
                        <a:pt x="216" y="35"/>
                      </a:lnTo>
                      <a:lnTo>
                        <a:pt x="217" y="35"/>
                      </a:lnTo>
                      <a:lnTo>
                        <a:pt x="218" y="35"/>
                      </a:lnTo>
                      <a:lnTo>
                        <a:pt x="220" y="36"/>
                      </a:lnTo>
                      <a:lnTo>
                        <a:pt x="221" y="37"/>
                      </a:lnTo>
                      <a:lnTo>
                        <a:pt x="221" y="38"/>
                      </a:lnTo>
                      <a:lnTo>
                        <a:pt x="221" y="40"/>
                      </a:lnTo>
                      <a:lnTo>
                        <a:pt x="220" y="41"/>
                      </a:lnTo>
                      <a:lnTo>
                        <a:pt x="218" y="42"/>
                      </a:lnTo>
                      <a:close/>
                      <a:moveTo>
                        <a:pt x="138" y="76"/>
                      </a:moveTo>
                      <a:lnTo>
                        <a:pt x="86" y="99"/>
                      </a:lnTo>
                      <a:lnTo>
                        <a:pt x="85" y="100"/>
                      </a:lnTo>
                      <a:lnTo>
                        <a:pt x="82" y="99"/>
                      </a:lnTo>
                      <a:lnTo>
                        <a:pt x="81" y="99"/>
                      </a:lnTo>
                      <a:lnTo>
                        <a:pt x="81" y="97"/>
                      </a:lnTo>
                      <a:lnTo>
                        <a:pt x="80" y="96"/>
                      </a:lnTo>
                      <a:lnTo>
                        <a:pt x="81" y="94"/>
                      </a:lnTo>
                      <a:lnTo>
                        <a:pt x="81" y="92"/>
                      </a:lnTo>
                      <a:lnTo>
                        <a:pt x="82" y="92"/>
                      </a:lnTo>
                      <a:lnTo>
                        <a:pt x="134" y="70"/>
                      </a:lnTo>
                      <a:lnTo>
                        <a:pt x="136" y="69"/>
                      </a:lnTo>
                      <a:lnTo>
                        <a:pt x="138" y="70"/>
                      </a:lnTo>
                      <a:lnTo>
                        <a:pt x="139" y="70"/>
                      </a:lnTo>
                      <a:lnTo>
                        <a:pt x="139" y="72"/>
                      </a:lnTo>
                      <a:lnTo>
                        <a:pt x="141" y="73"/>
                      </a:lnTo>
                      <a:lnTo>
                        <a:pt x="139" y="75"/>
                      </a:lnTo>
                      <a:lnTo>
                        <a:pt x="139" y="76"/>
                      </a:lnTo>
                      <a:lnTo>
                        <a:pt x="138" y="76"/>
                      </a:lnTo>
                      <a:close/>
                      <a:moveTo>
                        <a:pt x="57" y="112"/>
                      </a:moveTo>
                      <a:lnTo>
                        <a:pt x="5" y="134"/>
                      </a:lnTo>
                      <a:lnTo>
                        <a:pt x="4" y="134"/>
                      </a:lnTo>
                      <a:lnTo>
                        <a:pt x="2" y="134"/>
                      </a:lnTo>
                      <a:lnTo>
                        <a:pt x="1" y="133"/>
                      </a:lnTo>
                      <a:lnTo>
                        <a:pt x="0" y="132"/>
                      </a:lnTo>
                      <a:lnTo>
                        <a:pt x="0" y="131"/>
                      </a:lnTo>
                      <a:lnTo>
                        <a:pt x="0" y="129"/>
                      </a:lnTo>
                      <a:lnTo>
                        <a:pt x="1" y="128"/>
                      </a:lnTo>
                      <a:lnTo>
                        <a:pt x="2" y="127"/>
                      </a:lnTo>
                      <a:lnTo>
                        <a:pt x="53" y="105"/>
                      </a:lnTo>
                      <a:lnTo>
                        <a:pt x="55" y="105"/>
                      </a:lnTo>
                      <a:lnTo>
                        <a:pt x="57" y="105"/>
                      </a:lnTo>
                      <a:lnTo>
                        <a:pt x="58" y="106"/>
                      </a:lnTo>
                      <a:lnTo>
                        <a:pt x="59" y="107"/>
                      </a:lnTo>
                      <a:lnTo>
                        <a:pt x="59" y="109"/>
                      </a:lnTo>
                      <a:lnTo>
                        <a:pt x="59" y="110"/>
                      </a:lnTo>
                      <a:lnTo>
                        <a:pt x="58" y="111"/>
                      </a:lnTo>
                      <a:lnTo>
                        <a:pt x="57" y="112"/>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6000" name="Freeform 608">
                  <a:extLst>
                    <a:ext uri="{FF2B5EF4-FFF2-40B4-BE49-F238E27FC236}">
                      <a16:creationId xmlns:a16="http://schemas.microsoft.com/office/drawing/2014/main" id="{5B6B875C-B6D7-142E-2DD8-21D8EDB6F6A0}"/>
                    </a:ext>
                  </a:extLst>
                </p:cNvPr>
                <p:cNvSpPr>
                  <a:spLocks noEditPoints="1"/>
                </p:cNvSpPr>
                <p:nvPr/>
              </p:nvSpPr>
              <p:spPr bwMode="auto">
                <a:xfrm>
                  <a:off x="4613" y="1675"/>
                  <a:ext cx="133" cy="149"/>
                </a:xfrm>
                <a:custGeom>
                  <a:avLst/>
                  <a:gdLst>
                    <a:gd name="T0" fmla="*/ 17 w 133"/>
                    <a:gd name="T1" fmla="*/ 125 h 149"/>
                    <a:gd name="T2" fmla="*/ 20 w 133"/>
                    <a:gd name="T3" fmla="*/ 123 h 149"/>
                    <a:gd name="T4" fmla="*/ 22 w 133"/>
                    <a:gd name="T5" fmla="*/ 124 h 149"/>
                    <a:gd name="T6" fmla="*/ 23 w 133"/>
                    <a:gd name="T7" fmla="*/ 127 h 149"/>
                    <a:gd name="T8" fmla="*/ 23 w 133"/>
                    <a:gd name="T9" fmla="*/ 130 h 149"/>
                    <a:gd name="T10" fmla="*/ 7 w 133"/>
                    <a:gd name="T11" fmla="*/ 149 h 149"/>
                    <a:gd name="T12" fmla="*/ 3 w 133"/>
                    <a:gd name="T13" fmla="*/ 149 h 149"/>
                    <a:gd name="T14" fmla="*/ 1 w 133"/>
                    <a:gd name="T15" fmla="*/ 146 h 149"/>
                    <a:gd name="T16" fmla="*/ 0 w 133"/>
                    <a:gd name="T17" fmla="*/ 144 h 149"/>
                    <a:gd name="T18" fmla="*/ 1 w 133"/>
                    <a:gd name="T19" fmla="*/ 143 h 149"/>
                    <a:gd name="T20" fmla="*/ 53 w 133"/>
                    <a:gd name="T21" fmla="*/ 84 h 149"/>
                    <a:gd name="T22" fmla="*/ 56 w 133"/>
                    <a:gd name="T23" fmla="*/ 82 h 149"/>
                    <a:gd name="T24" fmla="*/ 58 w 133"/>
                    <a:gd name="T25" fmla="*/ 84 h 149"/>
                    <a:gd name="T26" fmla="*/ 61 w 133"/>
                    <a:gd name="T27" fmla="*/ 86 h 149"/>
                    <a:gd name="T28" fmla="*/ 60 w 133"/>
                    <a:gd name="T29" fmla="*/ 88 h 149"/>
                    <a:gd name="T30" fmla="*/ 43 w 133"/>
                    <a:gd name="T31" fmla="*/ 107 h 149"/>
                    <a:gd name="T32" fmla="*/ 39 w 133"/>
                    <a:gd name="T33" fmla="*/ 107 h 149"/>
                    <a:gd name="T34" fmla="*/ 38 w 133"/>
                    <a:gd name="T35" fmla="*/ 106 h 149"/>
                    <a:gd name="T36" fmla="*/ 36 w 133"/>
                    <a:gd name="T37" fmla="*/ 102 h 149"/>
                    <a:gd name="T38" fmla="*/ 38 w 133"/>
                    <a:gd name="T39" fmla="*/ 101 h 149"/>
                    <a:gd name="T40" fmla="*/ 89 w 133"/>
                    <a:gd name="T41" fmla="*/ 42 h 149"/>
                    <a:gd name="T42" fmla="*/ 92 w 133"/>
                    <a:gd name="T43" fmla="*/ 40 h 149"/>
                    <a:gd name="T44" fmla="*/ 95 w 133"/>
                    <a:gd name="T45" fmla="*/ 42 h 149"/>
                    <a:gd name="T46" fmla="*/ 97 w 133"/>
                    <a:gd name="T47" fmla="*/ 44 h 149"/>
                    <a:gd name="T48" fmla="*/ 96 w 133"/>
                    <a:gd name="T49" fmla="*/ 47 h 149"/>
                    <a:gd name="T50" fmla="*/ 79 w 133"/>
                    <a:gd name="T51" fmla="*/ 66 h 149"/>
                    <a:gd name="T52" fmla="*/ 77 w 133"/>
                    <a:gd name="T53" fmla="*/ 66 h 149"/>
                    <a:gd name="T54" fmla="*/ 74 w 133"/>
                    <a:gd name="T55" fmla="*/ 64 h 149"/>
                    <a:gd name="T56" fmla="*/ 73 w 133"/>
                    <a:gd name="T57" fmla="*/ 61 h 149"/>
                    <a:gd name="T58" fmla="*/ 74 w 133"/>
                    <a:gd name="T59" fmla="*/ 60 h 149"/>
                    <a:gd name="T60" fmla="*/ 126 w 133"/>
                    <a:gd name="T61" fmla="*/ 1 h 149"/>
                    <a:gd name="T62" fmla="*/ 128 w 133"/>
                    <a:gd name="T63" fmla="*/ 0 h 149"/>
                    <a:gd name="T64" fmla="*/ 132 w 133"/>
                    <a:gd name="T65" fmla="*/ 0 h 149"/>
                    <a:gd name="T66" fmla="*/ 133 w 133"/>
                    <a:gd name="T67" fmla="*/ 3 h 149"/>
                    <a:gd name="T68" fmla="*/ 132 w 133"/>
                    <a:gd name="T69" fmla="*/ 6 h 149"/>
                    <a:gd name="T70" fmla="*/ 115 w 133"/>
                    <a:gd name="T71" fmla="*/ 24 h 149"/>
                    <a:gd name="T72" fmla="*/ 113 w 133"/>
                    <a:gd name="T73" fmla="*/ 24 h 149"/>
                    <a:gd name="T74" fmla="*/ 110 w 133"/>
                    <a:gd name="T75" fmla="*/ 23 h 149"/>
                    <a:gd name="T76" fmla="*/ 110 w 133"/>
                    <a:gd name="T77" fmla="*/ 19 h 149"/>
                    <a:gd name="T78" fmla="*/ 110 w 133"/>
                    <a:gd name="T79" fmla="*/ 18 h 14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 h="149">
                      <a:moveTo>
                        <a:pt x="1" y="143"/>
                      </a:moveTo>
                      <a:lnTo>
                        <a:pt x="17" y="125"/>
                      </a:lnTo>
                      <a:lnTo>
                        <a:pt x="18" y="124"/>
                      </a:lnTo>
                      <a:lnTo>
                        <a:pt x="20" y="123"/>
                      </a:lnTo>
                      <a:lnTo>
                        <a:pt x="21" y="124"/>
                      </a:lnTo>
                      <a:lnTo>
                        <a:pt x="22" y="124"/>
                      </a:lnTo>
                      <a:lnTo>
                        <a:pt x="23" y="125"/>
                      </a:lnTo>
                      <a:lnTo>
                        <a:pt x="23" y="127"/>
                      </a:lnTo>
                      <a:lnTo>
                        <a:pt x="23" y="128"/>
                      </a:lnTo>
                      <a:lnTo>
                        <a:pt x="23" y="130"/>
                      </a:lnTo>
                      <a:lnTo>
                        <a:pt x="8" y="148"/>
                      </a:lnTo>
                      <a:lnTo>
                        <a:pt x="7" y="149"/>
                      </a:lnTo>
                      <a:lnTo>
                        <a:pt x="5" y="149"/>
                      </a:lnTo>
                      <a:lnTo>
                        <a:pt x="3" y="149"/>
                      </a:lnTo>
                      <a:lnTo>
                        <a:pt x="1" y="148"/>
                      </a:lnTo>
                      <a:lnTo>
                        <a:pt x="1" y="146"/>
                      </a:lnTo>
                      <a:lnTo>
                        <a:pt x="0" y="145"/>
                      </a:lnTo>
                      <a:lnTo>
                        <a:pt x="0" y="144"/>
                      </a:lnTo>
                      <a:lnTo>
                        <a:pt x="1" y="143"/>
                      </a:lnTo>
                      <a:close/>
                      <a:moveTo>
                        <a:pt x="38" y="101"/>
                      </a:moveTo>
                      <a:lnTo>
                        <a:pt x="53" y="84"/>
                      </a:lnTo>
                      <a:lnTo>
                        <a:pt x="55" y="82"/>
                      </a:lnTo>
                      <a:lnTo>
                        <a:pt x="56" y="82"/>
                      </a:lnTo>
                      <a:lnTo>
                        <a:pt x="57" y="82"/>
                      </a:lnTo>
                      <a:lnTo>
                        <a:pt x="58" y="84"/>
                      </a:lnTo>
                      <a:lnTo>
                        <a:pt x="60" y="85"/>
                      </a:lnTo>
                      <a:lnTo>
                        <a:pt x="61" y="86"/>
                      </a:lnTo>
                      <a:lnTo>
                        <a:pt x="60" y="87"/>
                      </a:lnTo>
                      <a:lnTo>
                        <a:pt x="60" y="88"/>
                      </a:lnTo>
                      <a:lnTo>
                        <a:pt x="44" y="106"/>
                      </a:lnTo>
                      <a:lnTo>
                        <a:pt x="43" y="107"/>
                      </a:lnTo>
                      <a:lnTo>
                        <a:pt x="42" y="107"/>
                      </a:lnTo>
                      <a:lnTo>
                        <a:pt x="39" y="107"/>
                      </a:lnTo>
                      <a:lnTo>
                        <a:pt x="38" y="107"/>
                      </a:lnTo>
                      <a:lnTo>
                        <a:pt x="38" y="106"/>
                      </a:lnTo>
                      <a:lnTo>
                        <a:pt x="36" y="104"/>
                      </a:lnTo>
                      <a:lnTo>
                        <a:pt x="36" y="102"/>
                      </a:lnTo>
                      <a:lnTo>
                        <a:pt x="38" y="101"/>
                      </a:lnTo>
                      <a:close/>
                      <a:moveTo>
                        <a:pt x="74" y="60"/>
                      </a:moveTo>
                      <a:lnTo>
                        <a:pt x="89" y="42"/>
                      </a:lnTo>
                      <a:lnTo>
                        <a:pt x="91" y="42"/>
                      </a:lnTo>
                      <a:lnTo>
                        <a:pt x="92" y="40"/>
                      </a:lnTo>
                      <a:lnTo>
                        <a:pt x="93" y="40"/>
                      </a:lnTo>
                      <a:lnTo>
                        <a:pt x="95" y="42"/>
                      </a:lnTo>
                      <a:lnTo>
                        <a:pt x="96" y="43"/>
                      </a:lnTo>
                      <a:lnTo>
                        <a:pt x="97" y="44"/>
                      </a:lnTo>
                      <a:lnTo>
                        <a:pt x="96" y="45"/>
                      </a:lnTo>
                      <a:lnTo>
                        <a:pt x="96" y="47"/>
                      </a:lnTo>
                      <a:lnTo>
                        <a:pt x="80" y="65"/>
                      </a:lnTo>
                      <a:lnTo>
                        <a:pt x="79" y="66"/>
                      </a:lnTo>
                      <a:lnTo>
                        <a:pt x="78" y="66"/>
                      </a:lnTo>
                      <a:lnTo>
                        <a:pt x="77" y="66"/>
                      </a:lnTo>
                      <a:lnTo>
                        <a:pt x="74" y="65"/>
                      </a:lnTo>
                      <a:lnTo>
                        <a:pt x="74" y="64"/>
                      </a:lnTo>
                      <a:lnTo>
                        <a:pt x="73" y="63"/>
                      </a:lnTo>
                      <a:lnTo>
                        <a:pt x="73" y="61"/>
                      </a:lnTo>
                      <a:lnTo>
                        <a:pt x="74" y="60"/>
                      </a:lnTo>
                      <a:close/>
                      <a:moveTo>
                        <a:pt x="110" y="18"/>
                      </a:moveTo>
                      <a:lnTo>
                        <a:pt x="126" y="1"/>
                      </a:lnTo>
                      <a:lnTo>
                        <a:pt x="127" y="0"/>
                      </a:lnTo>
                      <a:lnTo>
                        <a:pt x="128" y="0"/>
                      </a:lnTo>
                      <a:lnTo>
                        <a:pt x="130" y="0"/>
                      </a:lnTo>
                      <a:lnTo>
                        <a:pt x="132" y="0"/>
                      </a:lnTo>
                      <a:lnTo>
                        <a:pt x="132" y="1"/>
                      </a:lnTo>
                      <a:lnTo>
                        <a:pt x="133" y="3"/>
                      </a:lnTo>
                      <a:lnTo>
                        <a:pt x="133" y="5"/>
                      </a:lnTo>
                      <a:lnTo>
                        <a:pt x="132" y="6"/>
                      </a:lnTo>
                      <a:lnTo>
                        <a:pt x="117" y="23"/>
                      </a:lnTo>
                      <a:lnTo>
                        <a:pt x="115" y="24"/>
                      </a:lnTo>
                      <a:lnTo>
                        <a:pt x="114" y="24"/>
                      </a:lnTo>
                      <a:lnTo>
                        <a:pt x="113" y="24"/>
                      </a:lnTo>
                      <a:lnTo>
                        <a:pt x="111" y="24"/>
                      </a:lnTo>
                      <a:lnTo>
                        <a:pt x="110" y="23"/>
                      </a:lnTo>
                      <a:lnTo>
                        <a:pt x="109" y="21"/>
                      </a:lnTo>
                      <a:lnTo>
                        <a:pt x="110" y="19"/>
                      </a:lnTo>
                      <a:lnTo>
                        <a:pt x="110" y="18"/>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6001" name="Freeform 609">
                  <a:extLst>
                    <a:ext uri="{FF2B5EF4-FFF2-40B4-BE49-F238E27FC236}">
                      <a16:creationId xmlns:a16="http://schemas.microsoft.com/office/drawing/2014/main" id="{D77BC40E-6739-D569-D8DD-FED699CC972C}"/>
                    </a:ext>
                  </a:extLst>
                </p:cNvPr>
                <p:cNvSpPr>
                  <a:spLocks noEditPoints="1"/>
                </p:cNvSpPr>
                <p:nvPr/>
              </p:nvSpPr>
              <p:spPr bwMode="auto">
                <a:xfrm>
                  <a:off x="3683" y="1161"/>
                  <a:ext cx="326" cy="179"/>
                </a:xfrm>
                <a:custGeom>
                  <a:avLst/>
                  <a:gdLst>
                    <a:gd name="T0" fmla="*/ 235 w 326"/>
                    <a:gd name="T1" fmla="*/ 143 h 179"/>
                    <a:gd name="T2" fmla="*/ 0 w 326"/>
                    <a:gd name="T3" fmla="*/ 18 h 179"/>
                    <a:gd name="T4" fmla="*/ 10 w 326"/>
                    <a:gd name="T5" fmla="*/ 0 h 179"/>
                    <a:gd name="T6" fmla="*/ 246 w 326"/>
                    <a:gd name="T7" fmla="*/ 126 h 179"/>
                    <a:gd name="T8" fmla="*/ 235 w 326"/>
                    <a:gd name="T9" fmla="*/ 143 h 179"/>
                    <a:gd name="T10" fmla="*/ 242 w 326"/>
                    <a:gd name="T11" fmla="*/ 111 h 179"/>
                    <a:gd name="T12" fmla="*/ 326 w 326"/>
                    <a:gd name="T13" fmla="*/ 179 h 179"/>
                    <a:gd name="T14" fmla="*/ 221 w 326"/>
                    <a:gd name="T15" fmla="*/ 147 h 179"/>
                    <a:gd name="T16" fmla="*/ 242 w 326"/>
                    <a:gd name="T17" fmla="*/ 111 h 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6" h="179">
                      <a:moveTo>
                        <a:pt x="235" y="143"/>
                      </a:moveTo>
                      <a:lnTo>
                        <a:pt x="0" y="18"/>
                      </a:lnTo>
                      <a:lnTo>
                        <a:pt x="10" y="0"/>
                      </a:lnTo>
                      <a:lnTo>
                        <a:pt x="246" y="126"/>
                      </a:lnTo>
                      <a:lnTo>
                        <a:pt x="235" y="143"/>
                      </a:lnTo>
                      <a:close/>
                      <a:moveTo>
                        <a:pt x="242" y="111"/>
                      </a:moveTo>
                      <a:lnTo>
                        <a:pt x="326" y="179"/>
                      </a:lnTo>
                      <a:lnTo>
                        <a:pt x="221" y="147"/>
                      </a:lnTo>
                      <a:lnTo>
                        <a:pt x="242" y="111"/>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6002" name="Freeform 610">
                  <a:extLst>
                    <a:ext uri="{FF2B5EF4-FFF2-40B4-BE49-F238E27FC236}">
                      <a16:creationId xmlns:a16="http://schemas.microsoft.com/office/drawing/2014/main" id="{175179E3-E7B4-974F-AC47-32760C2F9091}"/>
                    </a:ext>
                  </a:extLst>
                </p:cNvPr>
                <p:cNvSpPr>
                  <a:spLocks noEditPoints="1"/>
                </p:cNvSpPr>
                <p:nvPr/>
              </p:nvSpPr>
              <p:spPr bwMode="auto">
                <a:xfrm>
                  <a:off x="4439" y="1777"/>
                  <a:ext cx="160" cy="240"/>
                </a:xfrm>
                <a:custGeom>
                  <a:avLst/>
                  <a:gdLst>
                    <a:gd name="T0" fmla="*/ 100 w 160"/>
                    <a:gd name="T1" fmla="*/ 168 h 240"/>
                    <a:gd name="T2" fmla="*/ 0 w 160"/>
                    <a:gd name="T3" fmla="*/ 10 h 240"/>
                    <a:gd name="T4" fmla="*/ 18 w 160"/>
                    <a:gd name="T5" fmla="*/ 0 h 240"/>
                    <a:gd name="T6" fmla="*/ 119 w 160"/>
                    <a:gd name="T7" fmla="*/ 156 h 240"/>
                    <a:gd name="T8" fmla="*/ 100 w 160"/>
                    <a:gd name="T9" fmla="*/ 168 h 240"/>
                    <a:gd name="T10" fmla="*/ 122 w 160"/>
                    <a:gd name="T11" fmla="*/ 143 h 240"/>
                    <a:gd name="T12" fmla="*/ 160 w 160"/>
                    <a:gd name="T13" fmla="*/ 240 h 240"/>
                    <a:gd name="T14" fmla="*/ 85 w 160"/>
                    <a:gd name="T15" fmla="*/ 164 h 240"/>
                    <a:gd name="T16" fmla="*/ 122 w 160"/>
                    <a:gd name="T17" fmla="*/ 143 h 2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240">
                      <a:moveTo>
                        <a:pt x="100" y="168"/>
                      </a:moveTo>
                      <a:lnTo>
                        <a:pt x="0" y="10"/>
                      </a:lnTo>
                      <a:lnTo>
                        <a:pt x="18" y="0"/>
                      </a:lnTo>
                      <a:lnTo>
                        <a:pt x="119" y="156"/>
                      </a:lnTo>
                      <a:lnTo>
                        <a:pt x="100" y="168"/>
                      </a:lnTo>
                      <a:close/>
                      <a:moveTo>
                        <a:pt x="122" y="143"/>
                      </a:moveTo>
                      <a:lnTo>
                        <a:pt x="160" y="240"/>
                      </a:lnTo>
                      <a:lnTo>
                        <a:pt x="85" y="164"/>
                      </a:lnTo>
                      <a:lnTo>
                        <a:pt x="122" y="143"/>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6003" name="Rectangle 611">
                  <a:extLst>
                    <a:ext uri="{FF2B5EF4-FFF2-40B4-BE49-F238E27FC236}">
                      <a16:creationId xmlns:a16="http://schemas.microsoft.com/office/drawing/2014/main" id="{3E490D89-03FC-FD01-807E-D7F77EF5406A}"/>
                    </a:ext>
                  </a:extLst>
                </p:cNvPr>
                <p:cNvSpPr>
                  <a:spLocks noChangeArrowheads="1"/>
                </p:cNvSpPr>
                <p:nvPr/>
              </p:nvSpPr>
              <p:spPr bwMode="auto">
                <a:xfrm>
                  <a:off x="4580" y="853"/>
                  <a:ext cx="4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a:solidFill>
                        <a:srgbClr val="000000"/>
                      </a:solidFill>
                      <a:latin typeface="Times New Roman" panose="02020603050405020304" pitchFamily="18" charset="0"/>
                    </a:rPr>
                    <a:t>//</a:t>
                  </a:r>
                  <a:endParaRPr lang="en-US" altLang="zh-CN" sz="2800">
                    <a:solidFill>
                      <a:srgbClr val="000000"/>
                    </a:solidFill>
                  </a:endParaRPr>
                </a:p>
              </p:txBody>
            </p:sp>
            <p:sp>
              <p:nvSpPr>
                <p:cNvPr id="76004" name="Rectangle 612">
                  <a:extLst>
                    <a:ext uri="{FF2B5EF4-FFF2-40B4-BE49-F238E27FC236}">
                      <a16:creationId xmlns:a16="http://schemas.microsoft.com/office/drawing/2014/main" id="{103405AB-8505-8548-0356-BAA86A289278}"/>
                    </a:ext>
                  </a:extLst>
                </p:cNvPr>
                <p:cNvSpPr>
                  <a:spLocks noChangeArrowheads="1"/>
                </p:cNvSpPr>
                <p:nvPr/>
              </p:nvSpPr>
              <p:spPr bwMode="auto">
                <a:xfrm>
                  <a:off x="4538" y="853"/>
                  <a:ext cx="28"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r</a:t>
                  </a:r>
                  <a:endParaRPr lang="en-US" altLang="zh-CN" sz="2800">
                    <a:solidFill>
                      <a:srgbClr val="000000"/>
                    </a:solidFill>
                  </a:endParaRPr>
                </a:p>
              </p:txBody>
            </p:sp>
            <p:sp>
              <p:nvSpPr>
                <p:cNvPr id="76005" name="Rectangle 613">
                  <a:extLst>
                    <a:ext uri="{FF2B5EF4-FFF2-40B4-BE49-F238E27FC236}">
                      <a16:creationId xmlns:a16="http://schemas.microsoft.com/office/drawing/2014/main" id="{C6676AD5-9806-A06F-2D59-E45CF185DFA7}"/>
                    </a:ext>
                  </a:extLst>
                </p:cNvPr>
                <p:cNvSpPr>
                  <a:spLocks noChangeArrowheads="1"/>
                </p:cNvSpPr>
                <p:nvPr/>
              </p:nvSpPr>
              <p:spPr bwMode="auto">
                <a:xfrm>
                  <a:off x="4451" y="776"/>
                  <a:ext cx="8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6006" name="Rectangle 614">
                  <a:extLst>
                    <a:ext uri="{FF2B5EF4-FFF2-40B4-BE49-F238E27FC236}">
                      <a16:creationId xmlns:a16="http://schemas.microsoft.com/office/drawing/2014/main" id="{7041933D-F84D-9820-3D26-676AD2A0788C}"/>
                    </a:ext>
                  </a:extLst>
                </p:cNvPr>
                <p:cNvSpPr>
                  <a:spLocks noChangeArrowheads="1"/>
                </p:cNvSpPr>
                <p:nvPr/>
              </p:nvSpPr>
              <p:spPr bwMode="auto">
                <a:xfrm>
                  <a:off x="4699" y="1390"/>
                  <a:ext cx="28"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r</a:t>
                  </a:r>
                  <a:endParaRPr lang="en-US" altLang="zh-CN" sz="2800">
                    <a:solidFill>
                      <a:srgbClr val="000000"/>
                    </a:solidFill>
                  </a:endParaRPr>
                </a:p>
              </p:txBody>
            </p:sp>
            <p:sp>
              <p:nvSpPr>
                <p:cNvPr id="76007" name="Rectangle 615">
                  <a:extLst>
                    <a:ext uri="{FF2B5EF4-FFF2-40B4-BE49-F238E27FC236}">
                      <a16:creationId xmlns:a16="http://schemas.microsoft.com/office/drawing/2014/main" id="{1B2F3F20-562C-19B3-719F-5C36EC6704C8}"/>
                    </a:ext>
                  </a:extLst>
                </p:cNvPr>
                <p:cNvSpPr>
                  <a:spLocks noChangeArrowheads="1"/>
                </p:cNvSpPr>
                <p:nvPr/>
              </p:nvSpPr>
              <p:spPr bwMode="auto">
                <a:xfrm>
                  <a:off x="4735" y="1383"/>
                  <a:ext cx="47"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a:solidFill>
                        <a:srgbClr val="000000"/>
                      </a:solidFill>
                      <a:latin typeface="Symbol" panose="05050102010706020507" pitchFamily="18" charset="2"/>
                    </a:rPr>
                    <a:t>^</a:t>
                  </a:r>
                  <a:endParaRPr lang="en-US" altLang="zh-CN" sz="2800">
                    <a:solidFill>
                      <a:srgbClr val="000000"/>
                    </a:solidFill>
                  </a:endParaRPr>
                </a:p>
              </p:txBody>
            </p:sp>
            <p:sp>
              <p:nvSpPr>
                <p:cNvPr id="76008" name="Rectangle 616">
                  <a:extLst>
                    <a:ext uri="{FF2B5EF4-FFF2-40B4-BE49-F238E27FC236}">
                      <a16:creationId xmlns:a16="http://schemas.microsoft.com/office/drawing/2014/main" id="{3A999533-9C97-5820-8B89-E18F03AE60F7}"/>
                    </a:ext>
                  </a:extLst>
                </p:cNvPr>
                <p:cNvSpPr>
                  <a:spLocks noChangeArrowheads="1"/>
                </p:cNvSpPr>
                <p:nvPr/>
              </p:nvSpPr>
              <p:spPr bwMode="auto">
                <a:xfrm>
                  <a:off x="4612" y="1314"/>
                  <a:ext cx="8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grpSp>
          <p:sp>
            <p:nvSpPr>
              <p:cNvPr id="75793" name="Rectangle 617">
                <a:extLst>
                  <a:ext uri="{FF2B5EF4-FFF2-40B4-BE49-F238E27FC236}">
                    <a16:creationId xmlns:a16="http://schemas.microsoft.com/office/drawing/2014/main" id="{DB0809AF-1333-22FA-C4FC-40052BDC1A41}"/>
                  </a:ext>
                </a:extLst>
              </p:cNvPr>
              <p:cNvSpPr>
                <a:spLocks noChangeArrowheads="1"/>
              </p:cNvSpPr>
              <p:nvPr/>
            </p:nvSpPr>
            <p:spPr bwMode="auto">
              <a:xfrm>
                <a:off x="4356" y="1101"/>
                <a:ext cx="28"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r</a:t>
                </a:r>
                <a:endParaRPr lang="en-US" altLang="zh-CN" sz="2800">
                  <a:solidFill>
                    <a:srgbClr val="000000"/>
                  </a:solidFill>
                </a:endParaRPr>
              </a:p>
            </p:txBody>
          </p:sp>
          <p:sp>
            <p:nvSpPr>
              <p:cNvPr id="75794" name="Rectangle 618">
                <a:extLst>
                  <a:ext uri="{FF2B5EF4-FFF2-40B4-BE49-F238E27FC236}">
                    <a16:creationId xmlns:a16="http://schemas.microsoft.com/office/drawing/2014/main" id="{018C4826-1F00-E886-7E77-7320C6A6AB2F}"/>
                  </a:ext>
                </a:extLst>
              </p:cNvPr>
              <p:cNvSpPr>
                <a:spLocks noChangeArrowheads="1"/>
              </p:cNvSpPr>
              <p:nvPr/>
            </p:nvSpPr>
            <p:spPr bwMode="auto">
              <a:xfrm>
                <a:off x="4269" y="1026"/>
                <a:ext cx="8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795" name="Rectangle 619">
                <a:extLst>
                  <a:ext uri="{FF2B5EF4-FFF2-40B4-BE49-F238E27FC236}">
                    <a16:creationId xmlns:a16="http://schemas.microsoft.com/office/drawing/2014/main" id="{03A20900-0A16-79C4-9623-3523F684AE93}"/>
                  </a:ext>
                </a:extLst>
              </p:cNvPr>
              <p:cNvSpPr>
                <a:spLocks noChangeArrowheads="1"/>
              </p:cNvSpPr>
              <p:nvPr/>
            </p:nvSpPr>
            <p:spPr bwMode="auto">
              <a:xfrm>
                <a:off x="4356" y="2023"/>
                <a:ext cx="2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t</a:t>
                </a:r>
                <a:endParaRPr lang="en-US" altLang="zh-CN" sz="2800">
                  <a:solidFill>
                    <a:srgbClr val="000000"/>
                  </a:solidFill>
                </a:endParaRPr>
              </a:p>
            </p:txBody>
          </p:sp>
          <p:sp>
            <p:nvSpPr>
              <p:cNvPr id="75796" name="Rectangle 620">
                <a:extLst>
                  <a:ext uri="{FF2B5EF4-FFF2-40B4-BE49-F238E27FC236}">
                    <a16:creationId xmlns:a16="http://schemas.microsoft.com/office/drawing/2014/main" id="{416C2A49-6C8B-FCA0-543F-DCF7FFED2A3C}"/>
                  </a:ext>
                </a:extLst>
              </p:cNvPr>
              <p:cNvSpPr>
                <a:spLocks noChangeArrowheads="1"/>
              </p:cNvSpPr>
              <p:nvPr/>
            </p:nvSpPr>
            <p:spPr bwMode="auto">
              <a:xfrm>
                <a:off x="4384" y="2016"/>
                <a:ext cx="47"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a:solidFill>
                      <a:srgbClr val="000000"/>
                    </a:solidFill>
                    <a:latin typeface="Symbol" panose="05050102010706020507" pitchFamily="18" charset="2"/>
                  </a:rPr>
                  <a:t>^</a:t>
                </a:r>
                <a:endParaRPr lang="en-US" altLang="zh-CN" sz="2800">
                  <a:solidFill>
                    <a:srgbClr val="000000"/>
                  </a:solidFill>
                </a:endParaRPr>
              </a:p>
            </p:txBody>
          </p:sp>
          <p:sp>
            <p:nvSpPr>
              <p:cNvPr id="75797" name="Rectangle 621">
                <a:extLst>
                  <a:ext uri="{FF2B5EF4-FFF2-40B4-BE49-F238E27FC236}">
                    <a16:creationId xmlns:a16="http://schemas.microsoft.com/office/drawing/2014/main" id="{E691D208-5B50-7B7A-C8A0-47CE8736F24F}"/>
                  </a:ext>
                </a:extLst>
              </p:cNvPr>
              <p:cNvSpPr>
                <a:spLocks noChangeArrowheads="1"/>
              </p:cNvSpPr>
              <p:nvPr/>
            </p:nvSpPr>
            <p:spPr bwMode="auto">
              <a:xfrm>
                <a:off x="4272" y="1947"/>
                <a:ext cx="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798" name="Rectangle 622">
                <a:extLst>
                  <a:ext uri="{FF2B5EF4-FFF2-40B4-BE49-F238E27FC236}">
                    <a16:creationId xmlns:a16="http://schemas.microsoft.com/office/drawing/2014/main" id="{F06334DF-F296-BA6E-4783-3B8DC9143821}"/>
                  </a:ext>
                </a:extLst>
              </p:cNvPr>
              <p:cNvSpPr>
                <a:spLocks noChangeArrowheads="1"/>
              </p:cNvSpPr>
              <p:nvPr/>
            </p:nvSpPr>
            <p:spPr bwMode="auto">
              <a:xfrm>
                <a:off x="4708" y="1868"/>
                <a:ext cx="20" cy="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t</a:t>
                </a:r>
                <a:endParaRPr lang="en-US" altLang="zh-CN" sz="2800">
                  <a:solidFill>
                    <a:srgbClr val="000000"/>
                  </a:solidFill>
                </a:endParaRPr>
              </a:p>
            </p:txBody>
          </p:sp>
          <p:sp>
            <p:nvSpPr>
              <p:cNvPr id="75799" name="Rectangle 623">
                <a:extLst>
                  <a:ext uri="{FF2B5EF4-FFF2-40B4-BE49-F238E27FC236}">
                    <a16:creationId xmlns:a16="http://schemas.microsoft.com/office/drawing/2014/main" id="{07F5C737-D1DC-20ED-1EE5-D76C6865FD70}"/>
                  </a:ext>
                </a:extLst>
              </p:cNvPr>
              <p:cNvSpPr>
                <a:spLocks noChangeArrowheads="1"/>
              </p:cNvSpPr>
              <p:nvPr/>
            </p:nvSpPr>
            <p:spPr bwMode="auto">
              <a:xfrm>
                <a:off x="4622" y="1791"/>
                <a:ext cx="8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800" name="Rectangle 624">
                <a:extLst>
                  <a:ext uri="{FF2B5EF4-FFF2-40B4-BE49-F238E27FC236}">
                    <a16:creationId xmlns:a16="http://schemas.microsoft.com/office/drawing/2014/main" id="{F34FEE4A-6512-7516-5F3C-9B6AAC1C0436}"/>
                  </a:ext>
                </a:extLst>
              </p:cNvPr>
              <p:cNvSpPr>
                <a:spLocks noChangeArrowheads="1"/>
              </p:cNvSpPr>
              <p:nvPr/>
            </p:nvSpPr>
            <p:spPr bwMode="auto">
              <a:xfrm>
                <a:off x="4842" y="1604"/>
                <a:ext cx="4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a:solidFill>
                      <a:srgbClr val="000000"/>
                    </a:solidFill>
                    <a:latin typeface="Times New Roman" panose="02020603050405020304" pitchFamily="18" charset="0"/>
                  </a:rPr>
                  <a:t>//</a:t>
                </a:r>
                <a:endParaRPr lang="en-US" altLang="zh-CN" sz="2800">
                  <a:solidFill>
                    <a:srgbClr val="000000"/>
                  </a:solidFill>
                </a:endParaRPr>
              </a:p>
            </p:txBody>
          </p:sp>
          <p:sp>
            <p:nvSpPr>
              <p:cNvPr id="75801" name="Rectangle 625">
                <a:extLst>
                  <a:ext uri="{FF2B5EF4-FFF2-40B4-BE49-F238E27FC236}">
                    <a16:creationId xmlns:a16="http://schemas.microsoft.com/office/drawing/2014/main" id="{9DE10280-3695-0ED3-CECA-81041745F16C}"/>
                  </a:ext>
                </a:extLst>
              </p:cNvPr>
              <p:cNvSpPr>
                <a:spLocks noChangeArrowheads="1"/>
              </p:cNvSpPr>
              <p:nvPr/>
            </p:nvSpPr>
            <p:spPr bwMode="auto">
              <a:xfrm>
                <a:off x="4810" y="1604"/>
                <a:ext cx="2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t</a:t>
                </a:r>
                <a:endParaRPr lang="en-US" altLang="zh-CN" sz="2800">
                  <a:solidFill>
                    <a:srgbClr val="000000"/>
                  </a:solidFill>
                </a:endParaRPr>
              </a:p>
            </p:txBody>
          </p:sp>
          <p:sp>
            <p:nvSpPr>
              <p:cNvPr id="75802" name="Rectangle 626">
                <a:extLst>
                  <a:ext uri="{FF2B5EF4-FFF2-40B4-BE49-F238E27FC236}">
                    <a16:creationId xmlns:a16="http://schemas.microsoft.com/office/drawing/2014/main" id="{B665E91F-86FA-F11D-F038-D9608B6455E9}"/>
                  </a:ext>
                </a:extLst>
              </p:cNvPr>
              <p:cNvSpPr>
                <a:spLocks noChangeArrowheads="1"/>
              </p:cNvSpPr>
              <p:nvPr/>
            </p:nvSpPr>
            <p:spPr bwMode="auto">
              <a:xfrm>
                <a:off x="4724" y="1528"/>
                <a:ext cx="8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E</a:t>
                </a:r>
                <a:endParaRPr lang="en-US" altLang="zh-CN" sz="2800">
                  <a:solidFill>
                    <a:srgbClr val="000000"/>
                  </a:solidFill>
                </a:endParaRPr>
              </a:p>
            </p:txBody>
          </p:sp>
          <p:sp>
            <p:nvSpPr>
              <p:cNvPr id="75803" name="Rectangle 627">
                <a:extLst>
                  <a:ext uri="{FF2B5EF4-FFF2-40B4-BE49-F238E27FC236}">
                    <a16:creationId xmlns:a16="http://schemas.microsoft.com/office/drawing/2014/main" id="{78B9241D-154F-EDCE-FBB8-A3F9C5127A3F}"/>
                  </a:ext>
                </a:extLst>
              </p:cNvPr>
              <p:cNvSpPr>
                <a:spLocks noChangeArrowheads="1"/>
              </p:cNvSpPr>
              <p:nvPr/>
            </p:nvSpPr>
            <p:spPr bwMode="auto">
              <a:xfrm>
                <a:off x="3962" y="1204"/>
                <a:ext cx="2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i</a:t>
                </a:r>
                <a:endParaRPr lang="en-US" altLang="zh-CN" sz="2800">
                  <a:solidFill>
                    <a:srgbClr val="000000"/>
                  </a:solidFill>
                </a:endParaRPr>
              </a:p>
            </p:txBody>
          </p:sp>
          <p:sp>
            <p:nvSpPr>
              <p:cNvPr id="75804" name="Rectangle 628">
                <a:extLst>
                  <a:ext uri="{FF2B5EF4-FFF2-40B4-BE49-F238E27FC236}">
                    <a16:creationId xmlns:a16="http://schemas.microsoft.com/office/drawing/2014/main" id="{6ABA6852-A657-B1DF-2C32-88AD081566B9}"/>
                  </a:ext>
                </a:extLst>
              </p:cNvPr>
              <p:cNvSpPr>
                <a:spLocks noChangeArrowheads="1"/>
              </p:cNvSpPr>
              <p:nvPr/>
            </p:nvSpPr>
            <p:spPr bwMode="auto">
              <a:xfrm>
                <a:off x="3900" y="1128"/>
                <a:ext cx="6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k</a:t>
                </a:r>
                <a:endParaRPr lang="en-US" altLang="zh-CN" sz="2800" i="1">
                  <a:solidFill>
                    <a:srgbClr val="000000"/>
                  </a:solidFill>
                </a:endParaRPr>
              </a:p>
            </p:txBody>
          </p:sp>
          <p:sp>
            <p:nvSpPr>
              <p:cNvPr id="75805" name="Rectangle 629">
                <a:extLst>
                  <a:ext uri="{FF2B5EF4-FFF2-40B4-BE49-F238E27FC236}">
                    <a16:creationId xmlns:a16="http://schemas.microsoft.com/office/drawing/2014/main" id="{A7E5F9A8-3D43-EE28-07C9-D1415B075C60}"/>
                  </a:ext>
                </a:extLst>
              </p:cNvPr>
              <p:cNvSpPr>
                <a:spLocks noChangeArrowheads="1"/>
              </p:cNvSpPr>
              <p:nvPr/>
            </p:nvSpPr>
            <p:spPr bwMode="auto">
              <a:xfrm>
                <a:off x="5031" y="1142"/>
                <a:ext cx="28"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r</a:t>
                </a:r>
                <a:endParaRPr lang="en-US" altLang="zh-CN" sz="2800">
                  <a:solidFill>
                    <a:srgbClr val="000000"/>
                  </a:solidFill>
                </a:endParaRPr>
              </a:p>
            </p:txBody>
          </p:sp>
          <p:sp>
            <p:nvSpPr>
              <p:cNvPr id="75806" name="Rectangle 630">
                <a:extLst>
                  <a:ext uri="{FF2B5EF4-FFF2-40B4-BE49-F238E27FC236}">
                    <a16:creationId xmlns:a16="http://schemas.microsoft.com/office/drawing/2014/main" id="{9385B115-BAFD-B8C6-3C5B-5C4F8BE98DA4}"/>
                  </a:ext>
                </a:extLst>
              </p:cNvPr>
              <p:cNvSpPr>
                <a:spLocks noChangeArrowheads="1"/>
              </p:cNvSpPr>
              <p:nvPr/>
            </p:nvSpPr>
            <p:spPr bwMode="auto">
              <a:xfrm>
                <a:off x="4966" y="1065"/>
                <a:ext cx="60"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k</a:t>
                </a:r>
                <a:endParaRPr lang="en-US" altLang="zh-CN" sz="2800">
                  <a:solidFill>
                    <a:srgbClr val="000000"/>
                  </a:solidFill>
                </a:endParaRPr>
              </a:p>
            </p:txBody>
          </p:sp>
          <p:sp>
            <p:nvSpPr>
              <p:cNvPr id="75807" name="Rectangle 631">
                <a:extLst>
                  <a:ext uri="{FF2B5EF4-FFF2-40B4-BE49-F238E27FC236}">
                    <a16:creationId xmlns:a16="http://schemas.microsoft.com/office/drawing/2014/main" id="{08C65E6F-B0BC-1273-377F-CC3FC38AF546}"/>
                  </a:ext>
                </a:extLst>
              </p:cNvPr>
              <p:cNvSpPr>
                <a:spLocks noChangeArrowheads="1"/>
              </p:cNvSpPr>
              <p:nvPr/>
            </p:nvSpPr>
            <p:spPr bwMode="auto">
              <a:xfrm>
                <a:off x="4627" y="2103"/>
                <a:ext cx="20" cy="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900" i="1">
                    <a:solidFill>
                      <a:srgbClr val="000000"/>
                    </a:solidFill>
                    <a:latin typeface="Times New Roman" panose="02020603050405020304" pitchFamily="18" charset="0"/>
                  </a:rPr>
                  <a:t>t</a:t>
                </a:r>
                <a:endParaRPr lang="en-US" altLang="zh-CN" sz="2800">
                  <a:solidFill>
                    <a:srgbClr val="000000"/>
                  </a:solidFill>
                </a:endParaRPr>
              </a:p>
            </p:txBody>
          </p:sp>
          <p:sp>
            <p:nvSpPr>
              <p:cNvPr id="75808" name="Rectangle 632">
                <a:extLst>
                  <a:ext uri="{FF2B5EF4-FFF2-40B4-BE49-F238E27FC236}">
                    <a16:creationId xmlns:a16="http://schemas.microsoft.com/office/drawing/2014/main" id="{BD514DA0-BEB8-3FE5-CE6E-7A8D07E5FFF4}"/>
                  </a:ext>
                </a:extLst>
              </p:cNvPr>
              <p:cNvSpPr>
                <a:spLocks noChangeArrowheads="1"/>
              </p:cNvSpPr>
              <p:nvPr/>
            </p:nvSpPr>
            <p:spPr bwMode="auto">
              <a:xfrm>
                <a:off x="4565" y="2026"/>
                <a:ext cx="60"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500" b="1" i="1">
                    <a:solidFill>
                      <a:srgbClr val="000000"/>
                    </a:solidFill>
                    <a:latin typeface="Times New Roman" panose="02020603050405020304" pitchFamily="18" charset="0"/>
                  </a:rPr>
                  <a:t>k</a:t>
                </a:r>
                <a:endParaRPr lang="en-US" altLang="zh-CN" sz="2800">
                  <a:solidFill>
                    <a:srgbClr val="000000"/>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73737"/>
                                        </p:tgtEl>
                                        <p:attrNameLst>
                                          <p:attrName>style.visibility</p:attrName>
                                        </p:attrNameLst>
                                      </p:cBhvr>
                                      <p:to>
                                        <p:strVal val="visible"/>
                                      </p:to>
                                    </p:set>
                                    <p:animEffect transition="in" filter="fade">
                                      <p:cBhvr>
                                        <p:cTn id="7" dur="2000"/>
                                        <p:tgtEl>
                                          <p:spTgt spid="737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3732"/>
                                        </p:tgtEl>
                                        <p:attrNameLst>
                                          <p:attrName>style.visibility</p:attrName>
                                        </p:attrNameLst>
                                      </p:cBhvr>
                                      <p:to>
                                        <p:strVal val="visible"/>
                                      </p:to>
                                    </p:set>
                                    <p:animEffect transition="in" filter="wipe(up)">
                                      <p:cBhvr>
                                        <p:cTn id="12" dur="5000"/>
                                        <p:tgtEl>
                                          <p:spTgt spid="7373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3733"/>
                                        </p:tgtEl>
                                        <p:attrNameLst>
                                          <p:attrName>style.visibility</p:attrName>
                                        </p:attrNameLst>
                                      </p:cBhvr>
                                      <p:to>
                                        <p:strVal val="visible"/>
                                      </p:to>
                                    </p:set>
                                    <p:animEffect transition="in" filter="wipe(up)">
                                      <p:cBhvr>
                                        <p:cTn id="17" dur="2000"/>
                                        <p:tgtEl>
                                          <p:spTgt spid="7373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3735"/>
                                        </p:tgtEl>
                                        <p:attrNameLst>
                                          <p:attrName>style.visibility</p:attrName>
                                        </p:attrNameLst>
                                      </p:cBhvr>
                                      <p:to>
                                        <p:strVal val="visible"/>
                                      </p:to>
                                    </p:set>
                                    <p:animEffect transition="in" filter="wipe(up)">
                                      <p:cBhvr>
                                        <p:cTn id="22" dur="2000"/>
                                        <p:tgtEl>
                                          <p:spTgt spid="7373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3734"/>
                                        </p:tgtEl>
                                        <p:attrNameLst>
                                          <p:attrName>style.visibility</p:attrName>
                                        </p:attrNameLst>
                                      </p:cBhvr>
                                      <p:to>
                                        <p:strVal val="visible"/>
                                      </p:to>
                                    </p:set>
                                    <p:animEffect transition="in" filter="wipe(up)">
                                      <p:cBhvr>
                                        <p:cTn id="27" dur="2000"/>
                                        <p:tgtEl>
                                          <p:spTgt spid="7373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73736"/>
                                        </p:tgtEl>
                                        <p:attrNameLst>
                                          <p:attrName>style.visibility</p:attrName>
                                        </p:attrNameLst>
                                      </p:cBhvr>
                                      <p:to>
                                        <p:strVal val="visible"/>
                                      </p:to>
                                    </p:set>
                                    <p:animEffect transition="in" filter="wipe(up)">
                                      <p:cBhvr>
                                        <p:cTn id="32" dur="2000"/>
                                        <p:tgtEl>
                                          <p:spTgt spid="737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2" grpId="0"/>
      <p:bldP spid="73733" grpId="0"/>
      <p:bldP spid="73734" grpId="0"/>
      <p:bldP spid="73735" grpId="0"/>
      <p:bldP spid="7373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3" name="Text Box 3">
            <a:extLst>
              <a:ext uri="{FF2B5EF4-FFF2-40B4-BE49-F238E27FC236}">
                <a16:creationId xmlns:a16="http://schemas.microsoft.com/office/drawing/2014/main" id="{F7E6BF2B-4023-934D-C128-43D1A51A0ECA}"/>
              </a:ext>
            </a:extLst>
          </p:cNvPr>
          <p:cNvSpPr txBox="1">
            <a:spLocks noChangeArrowheads="1"/>
          </p:cNvSpPr>
          <p:nvPr/>
        </p:nvSpPr>
        <p:spPr bwMode="auto">
          <a:xfrm>
            <a:off x="107950" y="1520825"/>
            <a:ext cx="4392613"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a:solidFill>
                  <a:srgbClr val="FFFFFF"/>
                </a:solidFill>
                <a:latin typeface="Times New Roman" panose="02020603050405020304" pitchFamily="18" charset="0"/>
                <a:ea typeface="楷体_GB2312" pitchFamily="49" charset="-122"/>
              </a:rPr>
              <a:t>   </a:t>
            </a:r>
            <a:endParaRPr lang="zh-CN" altLang="en-US" b="1">
              <a:solidFill>
                <a:srgbClr val="FFFF57"/>
              </a:solidFill>
            </a:endParaRPr>
          </a:p>
          <a:p>
            <a:pPr algn="just" eaLnBrk="1" hangingPunct="1">
              <a:lnSpc>
                <a:spcPct val="130000"/>
              </a:lnSpc>
            </a:pPr>
            <a:r>
              <a:rPr lang="zh-CN" altLang="en-US" b="1">
                <a:solidFill>
                  <a:srgbClr val="FFFFFF"/>
                </a:solidFill>
                <a:ea typeface="楷体_GB2312" pitchFamily="49" charset="-122"/>
              </a:rPr>
              <a:t>     反射波传播方向的单位矢量</a:t>
            </a:r>
          </a:p>
        </p:txBody>
      </p:sp>
      <p:sp>
        <p:nvSpPr>
          <p:cNvPr id="128004" name="Text Box 4">
            <a:extLst>
              <a:ext uri="{FF2B5EF4-FFF2-40B4-BE49-F238E27FC236}">
                <a16:creationId xmlns:a16="http://schemas.microsoft.com/office/drawing/2014/main" id="{394D1217-0551-2002-1F43-6B7A14A65658}"/>
              </a:ext>
            </a:extLst>
          </p:cNvPr>
          <p:cNvSpPr txBox="1">
            <a:spLocks noChangeArrowheads="1"/>
          </p:cNvSpPr>
          <p:nvPr/>
        </p:nvSpPr>
        <p:spPr bwMode="auto">
          <a:xfrm>
            <a:off x="179388" y="546100"/>
            <a:ext cx="432117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a:solidFill>
                  <a:srgbClr val="FFFFFF"/>
                </a:solidFill>
                <a:latin typeface="Times New Roman" panose="02020603050405020304" pitchFamily="18" charset="0"/>
                <a:ea typeface="楷体_GB2312" pitchFamily="49" charset="-122"/>
              </a:rPr>
              <a:t>   </a:t>
            </a:r>
            <a:endParaRPr lang="en-US" altLang="zh-CN" b="1">
              <a:solidFill>
                <a:srgbClr val="FFFF57"/>
              </a:solidFill>
            </a:endParaRPr>
          </a:p>
          <a:p>
            <a:pPr algn="just" eaLnBrk="1" hangingPunct="1">
              <a:lnSpc>
                <a:spcPct val="130000"/>
              </a:lnSpc>
            </a:pPr>
            <a:r>
              <a:rPr lang="zh-CN" altLang="en-US" b="1">
                <a:solidFill>
                  <a:srgbClr val="FFFFFF"/>
                </a:solidFill>
                <a:ea typeface="楷体_GB2312" pitchFamily="49" charset="-122"/>
              </a:rPr>
              <a:t>    入射波传播方向的单位矢量</a:t>
            </a:r>
            <a:endParaRPr kumimoji="1" lang="zh-CN" altLang="en-US" b="1">
              <a:solidFill>
                <a:srgbClr val="FFFFFF"/>
              </a:solidFill>
              <a:latin typeface="Times New Roman" panose="02020603050405020304" pitchFamily="18" charset="0"/>
              <a:ea typeface="楷体_GB2312" pitchFamily="49" charset="-122"/>
            </a:endParaRPr>
          </a:p>
        </p:txBody>
      </p:sp>
      <p:grpSp>
        <p:nvGrpSpPr>
          <p:cNvPr id="128005" name="Group 5">
            <a:extLst>
              <a:ext uri="{FF2B5EF4-FFF2-40B4-BE49-F238E27FC236}">
                <a16:creationId xmlns:a16="http://schemas.microsoft.com/office/drawing/2014/main" id="{673F5A47-9ECA-9D29-3173-C315B149CFCF}"/>
              </a:ext>
            </a:extLst>
          </p:cNvPr>
          <p:cNvGrpSpPr>
            <a:grpSpLocks/>
          </p:cNvGrpSpPr>
          <p:nvPr/>
        </p:nvGrpSpPr>
        <p:grpSpPr bwMode="auto">
          <a:xfrm>
            <a:off x="4359275" y="260350"/>
            <a:ext cx="4892675" cy="3816350"/>
            <a:chOff x="3012" y="482"/>
            <a:chExt cx="2839" cy="2086"/>
          </a:xfrm>
        </p:grpSpPr>
        <p:sp>
          <p:nvSpPr>
            <p:cNvPr id="77834" name="Rectangle 6">
              <a:extLst>
                <a:ext uri="{FF2B5EF4-FFF2-40B4-BE49-F238E27FC236}">
                  <a16:creationId xmlns:a16="http://schemas.microsoft.com/office/drawing/2014/main" id="{F094A1F4-1AE2-B636-F178-51D0D65E2E84}"/>
                </a:ext>
              </a:extLst>
            </p:cNvPr>
            <p:cNvSpPr>
              <a:spLocks noChangeArrowheads="1"/>
            </p:cNvSpPr>
            <p:nvPr/>
          </p:nvSpPr>
          <p:spPr bwMode="auto">
            <a:xfrm>
              <a:off x="3012" y="482"/>
              <a:ext cx="2771" cy="2086"/>
            </a:xfrm>
            <a:prstGeom prst="rect">
              <a:avLst/>
            </a:prstGeom>
            <a:solidFill>
              <a:srgbClr val="99CCFF"/>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77835" name="Text Box 7">
              <a:extLst>
                <a:ext uri="{FF2B5EF4-FFF2-40B4-BE49-F238E27FC236}">
                  <a16:creationId xmlns:a16="http://schemas.microsoft.com/office/drawing/2014/main" id="{1EF631E3-E4F7-FC0B-B9C4-5B8B0B0F57AE}"/>
                </a:ext>
              </a:extLst>
            </p:cNvPr>
            <p:cNvSpPr txBox="1">
              <a:spLocks noChangeArrowheads="1"/>
            </p:cNvSpPr>
            <p:nvPr/>
          </p:nvSpPr>
          <p:spPr bwMode="auto">
            <a:xfrm>
              <a:off x="3162" y="2282"/>
              <a:ext cx="2486"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lnSpc>
                  <a:spcPct val="128000"/>
                </a:lnSpc>
                <a:spcBef>
                  <a:spcPct val="20000"/>
                </a:spcBef>
              </a:pPr>
              <a:r>
                <a:rPr lang="zh-CN" altLang="en-US" sz="1400" b="1">
                  <a:solidFill>
                    <a:srgbClr val="000000"/>
                  </a:solidFill>
                  <a:latin typeface="Times New Roman" panose="02020603050405020304" pitchFamily="18" charset="0"/>
                </a:rPr>
                <a:t>均匀平面波对理想介质分界面的斜入射</a:t>
              </a:r>
              <a:endParaRPr lang="zh-CN" altLang="en-US" sz="1400" b="1">
                <a:solidFill>
                  <a:srgbClr val="000000"/>
                </a:solidFill>
              </a:endParaRPr>
            </a:p>
          </p:txBody>
        </p:sp>
        <p:grpSp>
          <p:nvGrpSpPr>
            <p:cNvPr id="77836" name="Group 8">
              <a:extLst>
                <a:ext uri="{FF2B5EF4-FFF2-40B4-BE49-F238E27FC236}">
                  <a16:creationId xmlns:a16="http://schemas.microsoft.com/office/drawing/2014/main" id="{C7B91B50-4954-B40B-52A9-C1BFA7667AC1}"/>
                </a:ext>
              </a:extLst>
            </p:cNvPr>
            <p:cNvGrpSpPr>
              <a:grpSpLocks/>
            </p:cNvGrpSpPr>
            <p:nvPr/>
          </p:nvGrpSpPr>
          <p:grpSpPr bwMode="auto">
            <a:xfrm>
              <a:off x="3314" y="1199"/>
              <a:ext cx="2537" cy="1135"/>
              <a:chOff x="3142" y="1242"/>
              <a:chExt cx="2537" cy="1062"/>
            </a:xfrm>
          </p:grpSpPr>
          <p:sp>
            <p:nvSpPr>
              <p:cNvPr id="78254" name="Rectangle 9">
                <a:extLst>
                  <a:ext uri="{FF2B5EF4-FFF2-40B4-BE49-F238E27FC236}">
                    <a16:creationId xmlns:a16="http://schemas.microsoft.com/office/drawing/2014/main" id="{D7957C8D-7CB0-15CD-D88B-78E4F140BEED}"/>
                  </a:ext>
                </a:extLst>
              </p:cNvPr>
              <p:cNvSpPr>
                <a:spLocks noChangeArrowheads="1"/>
              </p:cNvSpPr>
              <p:nvPr/>
            </p:nvSpPr>
            <p:spPr bwMode="auto">
              <a:xfrm>
                <a:off x="5653" y="2196"/>
                <a:ext cx="26" cy="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a:solidFill>
                      <a:srgbClr val="000000"/>
                    </a:solidFill>
                    <a:latin typeface="Times New Roman" panose="02020603050405020304" pitchFamily="18" charset="0"/>
                  </a:rPr>
                  <a:t> </a:t>
                </a:r>
                <a:endParaRPr lang="zh-CN" altLang="en-US" sz="1400">
                  <a:solidFill>
                    <a:srgbClr val="000000"/>
                  </a:solidFill>
                </a:endParaRPr>
              </a:p>
            </p:txBody>
          </p:sp>
          <p:sp>
            <p:nvSpPr>
              <p:cNvPr id="78255" name="Freeform 10">
                <a:extLst>
                  <a:ext uri="{FF2B5EF4-FFF2-40B4-BE49-F238E27FC236}">
                    <a16:creationId xmlns:a16="http://schemas.microsoft.com/office/drawing/2014/main" id="{C64C4CA6-384B-8648-0F42-440A953300D5}"/>
                  </a:ext>
                </a:extLst>
              </p:cNvPr>
              <p:cNvSpPr>
                <a:spLocks/>
              </p:cNvSpPr>
              <p:nvPr/>
            </p:nvSpPr>
            <p:spPr bwMode="auto">
              <a:xfrm>
                <a:off x="3323" y="1242"/>
                <a:ext cx="146" cy="132"/>
              </a:xfrm>
              <a:custGeom>
                <a:avLst/>
                <a:gdLst>
                  <a:gd name="T0" fmla="*/ 9 w 146"/>
                  <a:gd name="T1" fmla="*/ 131 h 132"/>
                  <a:gd name="T2" fmla="*/ 0 w 146"/>
                  <a:gd name="T3" fmla="*/ 132 h 132"/>
                  <a:gd name="T4" fmla="*/ 137 w 146"/>
                  <a:gd name="T5" fmla="*/ 2 h 132"/>
                  <a:gd name="T6" fmla="*/ 146 w 146"/>
                  <a:gd name="T7" fmla="*/ 0 h 132"/>
                  <a:gd name="T8" fmla="*/ 9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1"/>
                    </a:moveTo>
                    <a:lnTo>
                      <a:pt x="0" y="132"/>
                    </a:lnTo>
                    <a:lnTo>
                      <a:pt x="137" y="2"/>
                    </a:lnTo>
                    <a:lnTo>
                      <a:pt x="146" y="0"/>
                    </a:lnTo>
                    <a:lnTo>
                      <a:pt x="9"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56" name="Line 11">
                <a:extLst>
                  <a:ext uri="{FF2B5EF4-FFF2-40B4-BE49-F238E27FC236}">
                    <a16:creationId xmlns:a16="http://schemas.microsoft.com/office/drawing/2014/main" id="{F1A23FC9-0E8C-EFDD-B6C6-06DA1624CEBB}"/>
                  </a:ext>
                </a:extLst>
              </p:cNvPr>
              <p:cNvSpPr>
                <a:spLocks noChangeShapeType="1"/>
              </p:cNvSpPr>
              <p:nvPr/>
            </p:nvSpPr>
            <p:spPr bwMode="auto">
              <a:xfrm flipV="1">
                <a:off x="3332" y="1242"/>
                <a:ext cx="137"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57" name="Freeform 12">
                <a:extLst>
                  <a:ext uri="{FF2B5EF4-FFF2-40B4-BE49-F238E27FC236}">
                    <a16:creationId xmlns:a16="http://schemas.microsoft.com/office/drawing/2014/main" id="{629CCDCE-2883-438D-4134-33F179A3A9E7}"/>
                  </a:ext>
                </a:extLst>
              </p:cNvPr>
              <p:cNvSpPr>
                <a:spLocks/>
              </p:cNvSpPr>
              <p:nvPr/>
            </p:nvSpPr>
            <p:spPr bwMode="auto">
              <a:xfrm>
                <a:off x="3327" y="1242"/>
                <a:ext cx="142" cy="132"/>
              </a:xfrm>
              <a:custGeom>
                <a:avLst/>
                <a:gdLst>
                  <a:gd name="T0" fmla="*/ 5 w 142"/>
                  <a:gd name="T1" fmla="*/ 131 h 132"/>
                  <a:gd name="T2" fmla="*/ 0 w 142"/>
                  <a:gd name="T3" fmla="*/ 132 h 132"/>
                  <a:gd name="T4" fmla="*/ 137 w 142"/>
                  <a:gd name="T5" fmla="*/ 2 h 132"/>
                  <a:gd name="T6" fmla="*/ 142 w 142"/>
                  <a:gd name="T7" fmla="*/ 0 h 132"/>
                  <a:gd name="T8" fmla="*/ 5 w 142"/>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2">
                    <a:moveTo>
                      <a:pt x="5" y="131"/>
                    </a:moveTo>
                    <a:lnTo>
                      <a:pt x="0" y="132"/>
                    </a:lnTo>
                    <a:lnTo>
                      <a:pt x="137" y="2"/>
                    </a:lnTo>
                    <a:lnTo>
                      <a:pt x="142" y="0"/>
                    </a:lnTo>
                    <a:lnTo>
                      <a:pt x="5"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58" name="Freeform 13">
                <a:extLst>
                  <a:ext uri="{FF2B5EF4-FFF2-40B4-BE49-F238E27FC236}">
                    <a16:creationId xmlns:a16="http://schemas.microsoft.com/office/drawing/2014/main" id="{C1351FB5-4EC1-C731-BC8A-A573934794D8}"/>
                  </a:ext>
                </a:extLst>
              </p:cNvPr>
              <p:cNvSpPr>
                <a:spLocks/>
              </p:cNvSpPr>
              <p:nvPr/>
            </p:nvSpPr>
            <p:spPr bwMode="auto">
              <a:xfrm>
                <a:off x="3323" y="1244"/>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59" name="Freeform 14">
                <a:extLst>
                  <a:ext uri="{FF2B5EF4-FFF2-40B4-BE49-F238E27FC236}">
                    <a16:creationId xmlns:a16="http://schemas.microsoft.com/office/drawing/2014/main" id="{0879BB54-64F4-727C-415B-7EA6D4BEB3ED}"/>
                  </a:ext>
                </a:extLst>
              </p:cNvPr>
              <p:cNvSpPr>
                <a:spLocks/>
              </p:cNvSpPr>
              <p:nvPr/>
            </p:nvSpPr>
            <p:spPr bwMode="auto">
              <a:xfrm>
                <a:off x="3314" y="1244"/>
                <a:ext cx="146" cy="130"/>
              </a:xfrm>
              <a:custGeom>
                <a:avLst/>
                <a:gdLst>
                  <a:gd name="T0" fmla="*/ 9 w 146"/>
                  <a:gd name="T1" fmla="*/ 130 h 130"/>
                  <a:gd name="T2" fmla="*/ 0 w 146"/>
                  <a:gd name="T3" fmla="*/ 130 h 130"/>
                  <a:gd name="T4" fmla="*/ 137 w 146"/>
                  <a:gd name="T5" fmla="*/ 0 h 130"/>
                  <a:gd name="T6" fmla="*/ 146 w 146"/>
                  <a:gd name="T7" fmla="*/ 0 h 130"/>
                  <a:gd name="T8" fmla="*/ 9 w 146"/>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0">
                    <a:moveTo>
                      <a:pt x="9" y="130"/>
                    </a:moveTo>
                    <a:lnTo>
                      <a:pt x="0" y="130"/>
                    </a:lnTo>
                    <a:lnTo>
                      <a:pt x="137" y="0"/>
                    </a:lnTo>
                    <a:lnTo>
                      <a:pt x="146" y="0"/>
                    </a:lnTo>
                    <a:lnTo>
                      <a:pt x="9"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0" name="Line 15">
                <a:extLst>
                  <a:ext uri="{FF2B5EF4-FFF2-40B4-BE49-F238E27FC236}">
                    <a16:creationId xmlns:a16="http://schemas.microsoft.com/office/drawing/2014/main" id="{8E6EA2BD-A9ED-2833-8C4D-8DB00D56B3BB}"/>
                  </a:ext>
                </a:extLst>
              </p:cNvPr>
              <p:cNvSpPr>
                <a:spLocks noChangeShapeType="1"/>
              </p:cNvSpPr>
              <p:nvPr/>
            </p:nvSpPr>
            <p:spPr bwMode="auto">
              <a:xfrm flipV="1">
                <a:off x="3323" y="1244"/>
                <a:ext cx="137" cy="130"/>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61" name="Freeform 16">
                <a:extLst>
                  <a:ext uri="{FF2B5EF4-FFF2-40B4-BE49-F238E27FC236}">
                    <a16:creationId xmlns:a16="http://schemas.microsoft.com/office/drawing/2014/main" id="{3208BF45-979A-CF9C-451D-F0880EF4CE12}"/>
                  </a:ext>
                </a:extLst>
              </p:cNvPr>
              <p:cNvSpPr>
                <a:spLocks/>
              </p:cNvSpPr>
              <p:nvPr/>
            </p:nvSpPr>
            <p:spPr bwMode="auto">
              <a:xfrm>
                <a:off x="3319" y="1244"/>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2" name="Freeform 17">
                <a:extLst>
                  <a:ext uri="{FF2B5EF4-FFF2-40B4-BE49-F238E27FC236}">
                    <a16:creationId xmlns:a16="http://schemas.microsoft.com/office/drawing/2014/main" id="{A7844CCC-C10B-4E23-352D-5495006052AD}"/>
                  </a:ext>
                </a:extLst>
              </p:cNvPr>
              <p:cNvSpPr>
                <a:spLocks/>
              </p:cNvSpPr>
              <p:nvPr/>
            </p:nvSpPr>
            <p:spPr bwMode="auto">
              <a:xfrm>
                <a:off x="3317" y="1244"/>
                <a:ext cx="139" cy="130"/>
              </a:xfrm>
              <a:custGeom>
                <a:avLst/>
                <a:gdLst>
                  <a:gd name="T0" fmla="*/ 2 w 139"/>
                  <a:gd name="T1" fmla="*/ 130 h 130"/>
                  <a:gd name="T2" fmla="*/ 0 w 139"/>
                  <a:gd name="T3" fmla="*/ 130 h 130"/>
                  <a:gd name="T4" fmla="*/ 137 w 139"/>
                  <a:gd name="T5" fmla="*/ 0 h 130"/>
                  <a:gd name="T6" fmla="*/ 139 w 139"/>
                  <a:gd name="T7" fmla="*/ 0 h 130"/>
                  <a:gd name="T8" fmla="*/ 2 w 139"/>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0">
                    <a:moveTo>
                      <a:pt x="2" y="130"/>
                    </a:moveTo>
                    <a:lnTo>
                      <a:pt x="0" y="130"/>
                    </a:lnTo>
                    <a:lnTo>
                      <a:pt x="137" y="0"/>
                    </a:lnTo>
                    <a:lnTo>
                      <a:pt x="139" y="0"/>
                    </a:lnTo>
                    <a:lnTo>
                      <a:pt x="2"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3" name="Freeform 18">
                <a:extLst>
                  <a:ext uri="{FF2B5EF4-FFF2-40B4-BE49-F238E27FC236}">
                    <a16:creationId xmlns:a16="http://schemas.microsoft.com/office/drawing/2014/main" id="{6B282894-D187-B647-39DE-139A30238F56}"/>
                  </a:ext>
                </a:extLst>
              </p:cNvPr>
              <p:cNvSpPr>
                <a:spLocks/>
              </p:cNvSpPr>
              <p:nvPr/>
            </p:nvSpPr>
            <p:spPr bwMode="auto">
              <a:xfrm>
                <a:off x="3314" y="1244"/>
                <a:ext cx="140" cy="130"/>
              </a:xfrm>
              <a:custGeom>
                <a:avLst/>
                <a:gdLst>
                  <a:gd name="T0" fmla="*/ 3 w 140"/>
                  <a:gd name="T1" fmla="*/ 130 h 130"/>
                  <a:gd name="T2" fmla="*/ 0 w 140"/>
                  <a:gd name="T3" fmla="*/ 130 h 130"/>
                  <a:gd name="T4" fmla="*/ 137 w 140"/>
                  <a:gd name="T5" fmla="*/ 0 h 130"/>
                  <a:gd name="T6" fmla="*/ 140 w 140"/>
                  <a:gd name="T7" fmla="*/ 0 h 130"/>
                  <a:gd name="T8" fmla="*/ 3 w 140"/>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0">
                    <a:moveTo>
                      <a:pt x="3" y="130"/>
                    </a:moveTo>
                    <a:lnTo>
                      <a:pt x="0" y="130"/>
                    </a:lnTo>
                    <a:lnTo>
                      <a:pt x="137" y="0"/>
                    </a:lnTo>
                    <a:lnTo>
                      <a:pt x="140" y="0"/>
                    </a:lnTo>
                    <a:lnTo>
                      <a:pt x="3"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4" name="Freeform 19">
                <a:extLst>
                  <a:ext uri="{FF2B5EF4-FFF2-40B4-BE49-F238E27FC236}">
                    <a16:creationId xmlns:a16="http://schemas.microsoft.com/office/drawing/2014/main" id="{9DE246A6-CFCA-5C6A-8472-78C2F443301B}"/>
                  </a:ext>
                </a:extLst>
              </p:cNvPr>
              <p:cNvSpPr>
                <a:spLocks/>
              </p:cNvSpPr>
              <p:nvPr/>
            </p:nvSpPr>
            <p:spPr bwMode="auto">
              <a:xfrm>
                <a:off x="3305" y="1244"/>
                <a:ext cx="146" cy="131"/>
              </a:xfrm>
              <a:custGeom>
                <a:avLst/>
                <a:gdLst>
                  <a:gd name="T0" fmla="*/ 9 w 146"/>
                  <a:gd name="T1" fmla="*/ 130 h 131"/>
                  <a:gd name="T2" fmla="*/ 0 w 146"/>
                  <a:gd name="T3" fmla="*/ 131 h 131"/>
                  <a:gd name="T4" fmla="*/ 137 w 146"/>
                  <a:gd name="T5" fmla="*/ 1 h 131"/>
                  <a:gd name="T6" fmla="*/ 146 w 146"/>
                  <a:gd name="T7" fmla="*/ 0 h 131"/>
                  <a:gd name="T8" fmla="*/ 9 w 146"/>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1">
                    <a:moveTo>
                      <a:pt x="9" y="130"/>
                    </a:moveTo>
                    <a:lnTo>
                      <a:pt x="0" y="131"/>
                    </a:lnTo>
                    <a:lnTo>
                      <a:pt x="137" y="1"/>
                    </a:lnTo>
                    <a:lnTo>
                      <a:pt x="146" y="0"/>
                    </a:lnTo>
                    <a:lnTo>
                      <a:pt x="9"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5" name="Line 20">
                <a:extLst>
                  <a:ext uri="{FF2B5EF4-FFF2-40B4-BE49-F238E27FC236}">
                    <a16:creationId xmlns:a16="http://schemas.microsoft.com/office/drawing/2014/main" id="{C11DB305-CA3B-9A89-B947-FB555D8AA42F}"/>
                  </a:ext>
                </a:extLst>
              </p:cNvPr>
              <p:cNvSpPr>
                <a:spLocks noChangeShapeType="1"/>
              </p:cNvSpPr>
              <p:nvPr/>
            </p:nvSpPr>
            <p:spPr bwMode="auto">
              <a:xfrm flipV="1">
                <a:off x="3314" y="1244"/>
                <a:ext cx="137" cy="130"/>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66" name="Freeform 21">
                <a:extLst>
                  <a:ext uri="{FF2B5EF4-FFF2-40B4-BE49-F238E27FC236}">
                    <a16:creationId xmlns:a16="http://schemas.microsoft.com/office/drawing/2014/main" id="{CC71AB16-1D38-ECDC-5363-C91483CBDDD0}"/>
                  </a:ext>
                </a:extLst>
              </p:cNvPr>
              <p:cNvSpPr>
                <a:spLocks/>
              </p:cNvSpPr>
              <p:nvPr/>
            </p:nvSpPr>
            <p:spPr bwMode="auto">
              <a:xfrm>
                <a:off x="3309" y="1244"/>
                <a:ext cx="142" cy="131"/>
              </a:xfrm>
              <a:custGeom>
                <a:avLst/>
                <a:gdLst>
                  <a:gd name="T0" fmla="*/ 5 w 142"/>
                  <a:gd name="T1" fmla="*/ 130 h 131"/>
                  <a:gd name="T2" fmla="*/ 0 w 142"/>
                  <a:gd name="T3" fmla="*/ 131 h 131"/>
                  <a:gd name="T4" fmla="*/ 138 w 142"/>
                  <a:gd name="T5" fmla="*/ 1 h 131"/>
                  <a:gd name="T6" fmla="*/ 142 w 142"/>
                  <a:gd name="T7" fmla="*/ 0 h 131"/>
                  <a:gd name="T8" fmla="*/ 5 w 142"/>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1">
                    <a:moveTo>
                      <a:pt x="5" y="130"/>
                    </a:moveTo>
                    <a:lnTo>
                      <a:pt x="0" y="131"/>
                    </a:lnTo>
                    <a:lnTo>
                      <a:pt x="138" y="1"/>
                    </a:lnTo>
                    <a:lnTo>
                      <a:pt x="142" y="0"/>
                    </a:lnTo>
                    <a:lnTo>
                      <a:pt x="5"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7" name="Freeform 22">
                <a:extLst>
                  <a:ext uri="{FF2B5EF4-FFF2-40B4-BE49-F238E27FC236}">
                    <a16:creationId xmlns:a16="http://schemas.microsoft.com/office/drawing/2014/main" id="{8BA8228E-8C03-181D-8D7F-FFF6DDDD9764}"/>
                  </a:ext>
                </a:extLst>
              </p:cNvPr>
              <p:cNvSpPr>
                <a:spLocks/>
              </p:cNvSpPr>
              <p:nvPr/>
            </p:nvSpPr>
            <p:spPr bwMode="auto">
              <a:xfrm>
                <a:off x="3305" y="1245"/>
                <a:ext cx="142" cy="130"/>
              </a:xfrm>
              <a:custGeom>
                <a:avLst/>
                <a:gdLst>
                  <a:gd name="T0" fmla="*/ 4 w 142"/>
                  <a:gd name="T1" fmla="*/ 130 h 130"/>
                  <a:gd name="T2" fmla="*/ 0 w 142"/>
                  <a:gd name="T3" fmla="*/ 130 h 130"/>
                  <a:gd name="T4" fmla="*/ 137 w 142"/>
                  <a:gd name="T5" fmla="*/ 0 h 130"/>
                  <a:gd name="T6" fmla="*/ 142 w 142"/>
                  <a:gd name="T7" fmla="*/ 0 h 130"/>
                  <a:gd name="T8" fmla="*/ 4 w 142"/>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0">
                    <a:moveTo>
                      <a:pt x="4" y="130"/>
                    </a:moveTo>
                    <a:lnTo>
                      <a:pt x="0" y="130"/>
                    </a:lnTo>
                    <a:lnTo>
                      <a:pt x="137" y="0"/>
                    </a:lnTo>
                    <a:lnTo>
                      <a:pt x="142" y="0"/>
                    </a:lnTo>
                    <a:lnTo>
                      <a:pt x="4" y="130"/>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8" name="Freeform 23">
                <a:extLst>
                  <a:ext uri="{FF2B5EF4-FFF2-40B4-BE49-F238E27FC236}">
                    <a16:creationId xmlns:a16="http://schemas.microsoft.com/office/drawing/2014/main" id="{C1486D54-92DA-4412-6EDC-3E4DAB02BC0A}"/>
                  </a:ext>
                </a:extLst>
              </p:cNvPr>
              <p:cNvSpPr>
                <a:spLocks/>
              </p:cNvSpPr>
              <p:nvPr/>
            </p:nvSpPr>
            <p:spPr bwMode="auto">
              <a:xfrm>
                <a:off x="3303" y="1245"/>
                <a:ext cx="139" cy="133"/>
              </a:xfrm>
              <a:custGeom>
                <a:avLst/>
                <a:gdLst>
                  <a:gd name="T0" fmla="*/ 2 w 139"/>
                  <a:gd name="T1" fmla="*/ 130 h 133"/>
                  <a:gd name="T2" fmla="*/ 0 w 139"/>
                  <a:gd name="T3" fmla="*/ 133 h 133"/>
                  <a:gd name="T4" fmla="*/ 137 w 139"/>
                  <a:gd name="T5" fmla="*/ 2 h 133"/>
                  <a:gd name="T6" fmla="*/ 139 w 139"/>
                  <a:gd name="T7" fmla="*/ 0 h 133"/>
                  <a:gd name="T8" fmla="*/ 2 w 139"/>
                  <a:gd name="T9" fmla="*/ 130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3">
                    <a:moveTo>
                      <a:pt x="2" y="130"/>
                    </a:moveTo>
                    <a:lnTo>
                      <a:pt x="0" y="133"/>
                    </a:lnTo>
                    <a:lnTo>
                      <a:pt x="137" y="2"/>
                    </a:lnTo>
                    <a:lnTo>
                      <a:pt x="139" y="0"/>
                    </a:lnTo>
                    <a:lnTo>
                      <a:pt x="2" y="130"/>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69" name="Line 24">
                <a:extLst>
                  <a:ext uri="{FF2B5EF4-FFF2-40B4-BE49-F238E27FC236}">
                    <a16:creationId xmlns:a16="http://schemas.microsoft.com/office/drawing/2014/main" id="{0020ECA9-A873-A821-CAAD-B1438B38CE60}"/>
                  </a:ext>
                </a:extLst>
              </p:cNvPr>
              <p:cNvSpPr>
                <a:spLocks noChangeShapeType="1"/>
              </p:cNvSpPr>
              <p:nvPr/>
            </p:nvSpPr>
            <p:spPr bwMode="auto">
              <a:xfrm flipV="1">
                <a:off x="3305" y="1245"/>
                <a:ext cx="137" cy="130"/>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70" name="Freeform 25">
                <a:extLst>
                  <a:ext uri="{FF2B5EF4-FFF2-40B4-BE49-F238E27FC236}">
                    <a16:creationId xmlns:a16="http://schemas.microsoft.com/office/drawing/2014/main" id="{3F658938-CD2A-73C5-8EE9-9A903198DDA8}"/>
                  </a:ext>
                </a:extLst>
              </p:cNvPr>
              <p:cNvSpPr>
                <a:spLocks/>
              </p:cNvSpPr>
              <p:nvPr/>
            </p:nvSpPr>
            <p:spPr bwMode="auto">
              <a:xfrm>
                <a:off x="3281" y="1633"/>
                <a:ext cx="144" cy="137"/>
              </a:xfrm>
              <a:custGeom>
                <a:avLst/>
                <a:gdLst>
                  <a:gd name="T0" fmla="*/ 6 w 144"/>
                  <a:gd name="T1" fmla="*/ 130 h 137"/>
                  <a:gd name="T2" fmla="*/ 0 w 144"/>
                  <a:gd name="T3" fmla="*/ 137 h 137"/>
                  <a:gd name="T4" fmla="*/ 137 w 144"/>
                  <a:gd name="T5" fmla="*/ 6 h 137"/>
                  <a:gd name="T6" fmla="*/ 144 w 144"/>
                  <a:gd name="T7" fmla="*/ 0 h 137"/>
                  <a:gd name="T8" fmla="*/ 6 w 144"/>
                  <a:gd name="T9" fmla="*/ 130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7">
                    <a:moveTo>
                      <a:pt x="6" y="130"/>
                    </a:moveTo>
                    <a:lnTo>
                      <a:pt x="0" y="137"/>
                    </a:lnTo>
                    <a:lnTo>
                      <a:pt x="137" y="6"/>
                    </a:lnTo>
                    <a:lnTo>
                      <a:pt x="144" y="0"/>
                    </a:lnTo>
                    <a:lnTo>
                      <a:pt x="6" y="130"/>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71" name="Line 26">
                <a:extLst>
                  <a:ext uri="{FF2B5EF4-FFF2-40B4-BE49-F238E27FC236}">
                    <a16:creationId xmlns:a16="http://schemas.microsoft.com/office/drawing/2014/main" id="{A9BC4F34-2A86-AD80-BC92-6F88B889C33E}"/>
                  </a:ext>
                </a:extLst>
              </p:cNvPr>
              <p:cNvSpPr>
                <a:spLocks noChangeShapeType="1"/>
              </p:cNvSpPr>
              <p:nvPr/>
            </p:nvSpPr>
            <p:spPr bwMode="auto">
              <a:xfrm flipV="1">
                <a:off x="3287" y="1633"/>
                <a:ext cx="138" cy="130"/>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72" name="Freeform 27">
                <a:extLst>
                  <a:ext uri="{FF2B5EF4-FFF2-40B4-BE49-F238E27FC236}">
                    <a16:creationId xmlns:a16="http://schemas.microsoft.com/office/drawing/2014/main" id="{C063557A-1822-D785-88C1-AFD5E9E04967}"/>
                  </a:ext>
                </a:extLst>
              </p:cNvPr>
              <p:cNvSpPr>
                <a:spLocks/>
              </p:cNvSpPr>
              <p:nvPr/>
            </p:nvSpPr>
            <p:spPr bwMode="auto">
              <a:xfrm>
                <a:off x="3275" y="1639"/>
                <a:ext cx="143" cy="134"/>
              </a:xfrm>
              <a:custGeom>
                <a:avLst/>
                <a:gdLst>
                  <a:gd name="T0" fmla="*/ 6 w 143"/>
                  <a:gd name="T1" fmla="*/ 131 h 134"/>
                  <a:gd name="T2" fmla="*/ 0 w 143"/>
                  <a:gd name="T3" fmla="*/ 134 h 134"/>
                  <a:gd name="T4" fmla="*/ 137 w 143"/>
                  <a:gd name="T5" fmla="*/ 4 h 134"/>
                  <a:gd name="T6" fmla="*/ 143 w 143"/>
                  <a:gd name="T7" fmla="*/ 0 h 134"/>
                  <a:gd name="T8" fmla="*/ 6 w 143"/>
                  <a:gd name="T9" fmla="*/ 131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4">
                    <a:moveTo>
                      <a:pt x="6" y="131"/>
                    </a:moveTo>
                    <a:lnTo>
                      <a:pt x="0" y="134"/>
                    </a:lnTo>
                    <a:lnTo>
                      <a:pt x="137" y="4"/>
                    </a:lnTo>
                    <a:lnTo>
                      <a:pt x="143" y="0"/>
                    </a:lnTo>
                    <a:lnTo>
                      <a:pt x="6"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73" name="Line 28">
                <a:extLst>
                  <a:ext uri="{FF2B5EF4-FFF2-40B4-BE49-F238E27FC236}">
                    <a16:creationId xmlns:a16="http://schemas.microsoft.com/office/drawing/2014/main" id="{E6C8ECF9-5995-DF1E-599B-BD310388E177}"/>
                  </a:ext>
                </a:extLst>
              </p:cNvPr>
              <p:cNvSpPr>
                <a:spLocks noChangeShapeType="1"/>
              </p:cNvSpPr>
              <p:nvPr/>
            </p:nvSpPr>
            <p:spPr bwMode="auto">
              <a:xfrm flipV="1">
                <a:off x="3281" y="1639"/>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74" name="Freeform 29">
                <a:extLst>
                  <a:ext uri="{FF2B5EF4-FFF2-40B4-BE49-F238E27FC236}">
                    <a16:creationId xmlns:a16="http://schemas.microsoft.com/office/drawing/2014/main" id="{0E0C1D85-0CB1-5B5A-FC03-4C0825CCAB8A}"/>
                  </a:ext>
                </a:extLst>
              </p:cNvPr>
              <p:cNvSpPr>
                <a:spLocks/>
              </p:cNvSpPr>
              <p:nvPr/>
            </p:nvSpPr>
            <p:spPr bwMode="auto">
              <a:xfrm>
                <a:off x="5313" y="1558"/>
                <a:ext cx="145" cy="215"/>
              </a:xfrm>
              <a:custGeom>
                <a:avLst/>
                <a:gdLst>
                  <a:gd name="T0" fmla="*/ 0 w 145"/>
                  <a:gd name="T1" fmla="*/ 215 h 215"/>
                  <a:gd name="T2" fmla="*/ 8 w 145"/>
                  <a:gd name="T3" fmla="*/ 130 h 215"/>
                  <a:gd name="T4" fmla="*/ 145 w 145"/>
                  <a:gd name="T5" fmla="*/ 0 h 215"/>
                  <a:gd name="T6" fmla="*/ 137 w 145"/>
                  <a:gd name="T7" fmla="*/ 85 h 215"/>
                  <a:gd name="T8" fmla="*/ 0 w 145"/>
                  <a:gd name="T9" fmla="*/ 215 h 2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15">
                    <a:moveTo>
                      <a:pt x="0" y="215"/>
                    </a:moveTo>
                    <a:lnTo>
                      <a:pt x="8" y="130"/>
                    </a:lnTo>
                    <a:lnTo>
                      <a:pt x="145" y="0"/>
                    </a:lnTo>
                    <a:lnTo>
                      <a:pt x="137" y="85"/>
                    </a:lnTo>
                    <a:lnTo>
                      <a:pt x="0" y="215"/>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75" name="Line 30">
                <a:extLst>
                  <a:ext uri="{FF2B5EF4-FFF2-40B4-BE49-F238E27FC236}">
                    <a16:creationId xmlns:a16="http://schemas.microsoft.com/office/drawing/2014/main" id="{A4A349EB-E83D-9AFB-EB4A-B4FC3C15A92C}"/>
                  </a:ext>
                </a:extLst>
              </p:cNvPr>
              <p:cNvSpPr>
                <a:spLocks noChangeShapeType="1"/>
              </p:cNvSpPr>
              <p:nvPr/>
            </p:nvSpPr>
            <p:spPr bwMode="auto">
              <a:xfrm flipV="1">
                <a:off x="5313" y="1643"/>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76" name="Freeform 31">
                <a:extLst>
                  <a:ext uri="{FF2B5EF4-FFF2-40B4-BE49-F238E27FC236}">
                    <a16:creationId xmlns:a16="http://schemas.microsoft.com/office/drawing/2014/main" id="{950263DB-8520-D554-5E9B-BAB09CA1EBFB}"/>
                  </a:ext>
                </a:extLst>
              </p:cNvPr>
              <p:cNvSpPr>
                <a:spLocks/>
              </p:cNvSpPr>
              <p:nvPr/>
            </p:nvSpPr>
            <p:spPr bwMode="auto">
              <a:xfrm>
                <a:off x="5316" y="1539"/>
                <a:ext cx="142" cy="149"/>
              </a:xfrm>
              <a:custGeom>
                <a:avLst/>
                <a:gdLst>
                  <a:gd name="T0" fmla="*/ 5 w 142"/>
                  <a:gd name="T1" fmla="*/ 149 h 149"/>
                  <a:gd name="T2" fmla="*/ 0 w 142"/>
                  <a:gd name="T3" fmla="*/ 131 h 149"/>
                  <a:gd name="T4" fmla="*/ 137 w 142"/>
                  <a:gd name="T5" fmla="*/ 0 h 149"/>
                  <a:gd name="T6" fmla="*/ 142 w 142"/>
                  <a:gd name="T7" fmla="*/ 19 h 149"/>
                  <a:gd name="T8" fmla="*/ 5 w 142"/>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49">
                    <a:moveTo>
                      <a:pt x="5" y="149"/>
                    </a:moveTo>
                    <a:lnTo>
                      <a:pt x="0" y="131"/>
                    </a:lnTo>
                    <a:lnTo>
                      <a:pt x="137" y="0"/>
                    </a:lnTo>
                    <a:lnTo>
                      <a:pt x="142" y="19"/>
                    </a:lnTo>
                    <a:lnTo>
                      <a:pt x="5" y="149"/>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77" name="Line 32">
                <a:extLst>
                  <a:ext uri="{FF2B5EF4-FFF2-40B4-BE49-F238E27FC236}">
                    <a16:creationId xmlns:a16="http://schemas.microsoft.com/office/drawing/2014/main" id="{FAD61B21-090E-E0B1-6A81-51032782262A}"/>
                  </a:ext>
                </a:extLst>
              </p:cNvPr>
              <p:cNvSpPr>
                <a:spLocks noChangeShapeType="1"/>
              </p:cNvSpPr>
              <p:nvPr/>
            </p:nvSpPr>
            <p:spPr bwMode="auto">
              <a:xfrm flipV="1">
                <a:off x="5321" y="1558"/>
                <a:ext cx="137" cy="13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78" name="Freeform 33">
                <a:extLst>
                  <a:ext uri="{FF2B5EF4-FFF2-40B4-BE49-F238E27FC236}">
                    <a16:creationId xmlns:a16="http://schemas.microsoft.com/office/drawing/2014/main" id="{4392931C-ACC1-0ECE-304B-652BDB074210}"/>
                  </a:ext>
                </a:extLst>
              </p:cNvPr>
              <p:cNvSpPr>
                <a:spLocks/>
              </p:cNvSpPr>
              <p:nvPr/>
            </p:nvSpPr>
            <p:spPr bwMode="auto">
              <a:xfrm>
                <a:off x="5311" y="1519"/>
                <a:ext cx="142" cy="151"/>
              </a:xfrm>
              <a:custGeom>
                <a:avLst/>
                <a:gdLst>
                  <a:gd name="T0" fmla="*/ 5 w 142"/>
                  <a:gd name="T1" fmla="*/ 151 h 151"/>
                  <a:gd name="T2" fmla="*/ 0 w 142"/>
                  <a:gd name="T3" fmla="*/ 132 h 151"/>
                  <a:gd name="T4" fmla="*/ 137 w 142"/>
                  <a:gd name="T5" fmla="*/ 0 h 151"/>
                  <a:gd name="T6" fmla="*/ 142 w 142"/>
                  <a:gd name="T7" fmla="*/ 20 h 151"/>
                  <a:gd name="T8" fmla="*/ 5 w 142"/>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51">
                    <a:moveTo>
                      <a:pt x="5" y="151"/>
                    </a:moveTo>
                    <a:lnTo>
                      <a:pt x="0" y="132"/>
                    </a:lnTo>
                    <a:lnTo>
                      <a:pt x="137" y="0"/>
                    </a:lnTo>
                    <a:lnTo>
                      <a:pt x="142" y="20"/>
                    </a:lnTo>
                    <a:lnTo>
                      <a:pt x="5" y="151"/>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79" name="Line 34">
                <a:extLst>
                  <a:ext uri="{FF2B5EF4-FFF2-40B4-BE49-F238E27FC236}">
                    <a16:creationId xmlns:a16="http://schemas.microsoft.com/office/drawing/2014/main" id="{33315C67-18AA-8B1E-8A3A-FFC11BED0B30}"/>
                  </a:ext>
                </a:extLst>
              </p:cNvPr>
              <p:cNvSpPr>
                <a:spLocks noChangeShapeType="1"/>
              </p:cNvSpPr>
              <p:nvPr/>
            </p:nvSpPr>
            <p:spPr bwMode="auto">
              <a:xfrm flipV="1">
                <a:off x="5316" y="1539"/>
                <a:ext cx="137" cy="131"/>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80" name="Freeform 35">
                <a:extLst>
                  <a:ext uri="{FF2B5EF4-FFF2-40B4-BE49-F238E27FC236}">
                    <a16:creationId xmlns:a16="http://schemas.microsoft.com/office/drawing/2014/main" id="{9122BE40-E949-A189-A8CE-F0A5B73A4FDB}"/>
                  </a:ext>
                </a:extLst>
              </p:cNvPr>
              <p:cNvSpPr>
                <a:spLocks/>
              </p:cNvSpPr>
              <p:nvPr/>
            </p:nvSpPr>
            <p:spPr bwMode="auto">
              <a:xfrm>
                <a:off x="5307" y="1501"/>
                <a:ext cx="141" cy="150"/>
              </a:xfrm>
              <a:custGeom>
                <a:avLst/>
                <a:gdLst>
                  <a:gd name="T0" fmla="*/ 4 w 141"/>
                  <a:gd name="T1" fmla="*/ 150 h 150"/>
                  <a:gd name="T2" fmla="*/ 0 w 141"/>
                  <a:gd name="T3" fmla="*/ 131 h 150"/>
                  <a:gd name="T4" fmla="*/ 137 w 141"/>
                  <a:gd name="T5" fmla="*/ 0 h 150"/>
                  <a:gd name="T6" fmla="*/ 141 w 141"/>
                  <a:gd name="T7" fmla="*/ 18 h 150"/>
                  <a:gd name="T8" fmla="*/ 4 w 141"/>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50">
                    <a:moveTo>
                      <a:pt x="4" y="150"/>
                    </a:moveTo>
                    <a:lnTo>
                      <a:pt x="0" y="131"/>
                    </a:lnTo>
                    <a:lnTo>
                      <a:pt x="137" y="0"/>
                    </a:lnTo>
                    <a:lnTo>
                      <a:pt x="141" y="18"/>
                    </a:lnTo>
                    <a:lnTo>
                      <a:pt x="4" y="150"/>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81" name="Line 36">
                <a:extLst>
                  <a:ext uri="{FF2B5EF4-FFF2-40B4-BE49-F238E27FC236}">
                    <a16:creationId xmlns:a16="http://schemas.microsoft.com/office/drawing/2014/main" id="{295173C2-083D-2391-C266-DDB236B08035}"/>
                  </a:ext>
                </a:extLst>
              </p:cNvPr>
              <p:cNvSpPr>
                <a:spLocks noChangeShapeType="1"/>
              </p:cNvSpPr>
              <p:nvPr/>
            </p:nvSpPr>
            <p:spPr bwMode="auto">
              <a:xfrm flipV="1">
                <a:off x="5311" y="1519"/>
                <a:ext cx="137" cy="132"/>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82" name="Freeform 37">
                <a:extLst>
                  <a:ext uri="{FF2B5EF4-FFF2-40B4-BE49-F238E27FC236}">
                    <a16:creationId xmlns:a16="http://schemas.microsoft.com/office/drawing/2014/main" id="{FD335D7D-41F8-4A65-091E-C16252D421F5}"/>
                  </a:ext>
                </a:extLst>
              </p:cNvPr>
              <p:cNvSpPr>
                <a:spLocks/>
              </p:cNvSpPr>
              <p:nvPr/>
            </p:nvSpPr>
            <p:spPr bwMode="auto">
              <a:xfrm>
                <a:off x="5304" y="1481"/>
                <a:ext cx="140" cy="151"/>
              </a:xfrm>
              <a:custGeom>
                <a:avLst/>
                <a:gdLst>
                  <a:gd name="T0" fmla="*/ 3 w 140"/>
                  <a:gd name="T1" fmla="*/ 151 h 151"/>
                  <a:gd name="T2" fmla="*/ 0 w 140"/>
                  <a:gd name="T3" fmla="*/ 131 h 151"/>
                  <a:gd name="T4" fmla="*/ 137 w 140"/>
                  <a:gd name="T5" fmla="*/ 0 h 151"/>
                  <a:gd name="T6" fmla="*/ 140 w 140"/>
                  <a:gd name="T7" fmla="*/ 20 h 151"/>
                  <a:gd name="T8" fmla="*/ 3 w 140"/>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1">
                    <a:moveTo>
                      <a:pt x="3" y="151"/>
                    </a:moveTo>
                    <a:lnTo>
                      <a:pt x="0" y="131"/>
                    </a:lnTo>
                    <a:lnTo>
                      <a:pt x="137" y="0"/>
                    </a:lnTo>
                    <a:lnTo>
                      <a:pt x="140" y="20"/>
                    </a:lnTo>
                    <a:lnTo>
                      <a:pt x="3" y="15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83" name="Line 38">
                <a:extLst>
                  <a:ext uri="{FF2B5EF4-FFF2-40B4-BE49-F238E27FC236}">
                    <a16:creationId xmlns:a16="http://schemas.microsoft.com/office/drawing/2014/main" id="{DBBE7033-497D-3A0D-537A-D094D5CFB2C9}"/>
                  </a:ext>
                </a:extLst>
              </p:cNvPr>
              <p:cNvSpPr>
                <a:spLocks noChangeShapeType="1"/>
              </p:cNvSpPr>
              <p:nvPr/>
            </p:nvSpPr>
            <p:spPr bwMode="auto">
              <a:xfrm flipV="1">
                <a:off x="5307" y="150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84" name="Freeform 39">
                <a:extLst>
                  <a:ext uri="{FF2B5EF4-FFF2-40B4-BE49-F238E27FC236}">
                    <a16:creationId xmlns:a16="http://schemas.microsoft.com/office/drawing/2014/main" id="{D243CDB7-A849-20DD-D43E-EDBFFFB4BAC6}"/>
                  </a:ext>
                </a:extLst>
              </p:cNvPr>
              <p:cNvSpPr>
                <a:spLocks/>
              </p:cNvSpPr>
              <p:nvPr/>
            </p:nvSpPr>
            <p:spPr bwMode="auto">
              <a:xfrm>
                <a:off x="5302" y="1442"/>
                <a:ext cx="139" cy="170"/>
              </a:xfrm>
              <a:custGeom>
                <a:avLst/>
                <a:gdLst>
                  <a:gd name="T0" fmla="*/ 2 w 139"/>
                  <a:gd name="T1" fmla="*/ 170 h 170"/>
                  <a:gd name="T2" fmla="*/ 0 w 139"/>
                  <a:gd name="T3" fmla="*/ 130 h 170"/>
                  <a:gd name="T4" fmla="*/ 137 w 139"/>
                  <a:gd name="T5" fmla="*/ 0 h 170"/>
                  <a:gd name="T6" fmla="*/ 139 w 139"/>
                  <a:gd name="T7" fmla="*/ 39 h 170"/>
                  <a:gd name="T8" fmla="*/ 2 w 139"/>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0">
                    <a:moveTo>
                      <a:pt x="2" y="170"/>
                    </a:moveTo>
                    <a:lnTo>
                      <a:pt x="0" y="130"/>
                    </a:lnTo>
                    <a:lnTo>
                      <a:pt x="137" y="0"/>
                    </a:lnTo>
                    <a:lnTo>
                      <a:pt x="139" y="39"/>
                    </a:lnTo>
                    <a:lnTo>
                      <a:pt x="2"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85" name="Line 40">
                <a:extLst>
                  <a:ext uri="{FF2B5EF4-FFF2-40B4-BE49-F238E27FC236}">
                    <a16:creationId xmlns:a16="http://schemas.microsoft.com/office/drawing/2014/main" id="{9AD64B20-191B-48F8-4167-4CC12FBC7CC7}"/>
                  </a:ext>
                </a:extLst>
              </p:cNvPr>
              <p:cNvSpPr>
                <a:spLocks noChangeShapeType="1"/>
              </p:cNvSpPr>
              <p:nvPr/>
            </p:nvSpPr>
            <p:spPr bwMode="auto">
              <a:xfrm flipV="1">
                <a:off x="5304" y="148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86" name="Freeform 41">
                <a:extLst>
                  <a:ext uri="{FF2B5EF4-FFF2-40B4-BE49-F238E27FC236}">
                    <a16:creationId xmlns:a16="http://schemas.microsoft.com/office/drawing/2014/main" id="{F9FEECA0-8556-A9AC-626F-B548F6BCBFAC}"/>
                  </a:ext>
                </a:extLst>
              </p:cNvPr>
              <p:cNvSpPr>
                <a:spLocks/>
              </p:cNvSpPr>
              <p:nvPr/>
            </p:nvSpPr>
            <p:spPr bwMode="auto">
              <a:xfrm>
                <a:off x="5302" y="1401"/>
                <a:ext cx="137" cy="171"/>
              </a:xfrm>
              <a:custGeom>
                <a:avLst/>
                <a:gdLst>
                  <a:gd name="T0" fmla="*/ 0 w 137"/>
                  <a:gd name="T1" fmla="*/ 171 h 171"/>
                  <a:gd name="T2" fmla="*/ 0 w 137"/>
                  <a:gd name="T3" fmla="*/ 131 h 171"/>
                  <a:gd name="T4" fmla="*/ 137 w 137"/>
                  <a:gd name="T5" fmla="*/ 0 h 171"/>
                  <a:gd name="T6" fmla="*/ 137 w 137"/>
                  <a:gd name="T7" fmla="*/ 41 h 171"/>
                  <a:gd name="T8" fmla="*/ 0 w 137"/>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71">
                    <a:moveTo>
                      <a:pt x="0" y="171"/>
                    </a:moveTo>
                    <a:lnTo>
                      <a:pt x="0" y="131"/>
                    </a:lnTo>
                    <a:lnTo>
                      <a:pt x="137" y="0"/>
                    </a:lnTo>
                    <a:lnTo>
                      <a:pt x="137" y="41"/>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87" name="Line 42">
                <a:extLst>
                  <a:ext uri="{FF2B5EF4-FFF2-40B4-BE49-F238E27FC236}">
                    <a16:creationId xmlns:a16="http://schemas.microsoft.com/office/drawing/2014/main" id="{A528299A-0E22-610F-EBA0-7D984C5AC982}"/>
                  </a:ext>
                </a:extLst>
              </p:cNvPr>
              <p:cNvSpPr>
                <a:spLocks noChangeShapeType="1"/>
              </p:cNvSpPr>
              <p:nvPr/>
            </p:nvSpPr>
            <p:spPr bwMode="auto">
              <a:xfrm flipV="1">
                <a:off x="5302" y="1442"/>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88" name="Freeform 43">
                <a:extLst>
                  <a:ext uri="{FF2B5EF4-FFF2-40B4-BE49-F238E27FC236}">
                    <a16:creationId xmlns:a16="http://schemas.microsoft.com/office/drawing/2014/main" id="{7429CBB9-7594-9C26-011E-608582268C5D}"/>
                  </a:ext>
                </a:extLst>
              </p:cNvPr>
              <p:cNvSpPr>
                <a:spLocks/>
              </p:cNvSpPr>
              <p:nvPr/>
            </p:nvSpPr>
            <p:spPr bwMode="auto">
              <a:xfrm>
                <a:off x="5302" y="1361"/>
                <a:ext cx="139" cy="171"/>
              </a:xfrm>
              <a:custGeom>
                <a:avLst/>
                <a:gdLst>
                  <a:gd name="T0" fmla="*/ 0 w 139"/>
                  <a:gd name="T1" fmla="*/ 171 h 171"/>
                  <a:gd name="T2" fmla="*/ 2 w 139"/>
                  <a:gd name="T3" fmla="*/ 130 h 171"/>
                  <a:gd name="T4" fmla="*/ 139 w 139"/>
                  <a:gd name="T5" fmla="*/ 0 h 171"/>
                  <a:gd name="T6" fmla="*/ 137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2" y="130"/>
                    </a:lnTo>
                    <a:lnTo>
                      <a:pt x="139" y="0"/>
                    </a:lnTo>
                    <a:lnTo>
                      <a:pt x="137"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89" name="Line 44">
                <a:extLst>
                  <a:ext uri="{FF2B5EF4-FFF2-40B4-BE49-F238E27FC236}">
                    <a16:creationId xmlns:a16="http://schemas.microsoft.com/office/drawing/2014/main" id="{BD6CD5C4-F6C3-E379-5F14-E43FBD4087BF}"/>
                  </a:ext>
                </a:extLst>
              </p:cNvPr>
              <p:cNvSpPr>
                <a:spLocks noChangeShapeType="1"/>
              </p:cNvSpPr>
              <p:nvPr/>
            </p:nvSpPr>
            <p:spPr bwMode="auto">
              <a:xfrm flipV="1">
                <a:off x="5302" y="140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90" name="Freeform 45">
                <a:extLst>
                  <a:ext uri="{FF2B5EF4-FFF2-40B4-BE49-F238E27FC236}">
                    <a16:creationId xmlns:a16="http://schemas.microsoft.com/office/drawing/2014/main" id="{A5CDE525-4D99-DD6C-22D9-2122CB551BB8}"/>
                  </a:ext>
                </a:extLst>
              </p:cNvPr>
              <p:cNvSpPr>
                <a:spLocks/>
              </p:cNvSpPr>
              <p:nvPr/>
            </p:nvSpPr>
            <p:spPr bwMode="auto">
              <a:xfrm>
                <a:off x="5304" y="1321"/>
                <a:ext cx="140" cy="170"/>
              </a:xfrm>
              <a:custGeom>
                <a:avLst/>
                <a:gdLst>
                  <a:gd name="T0" fmla="*/ 0 w 140"/>
                  <a:gd name="T1" fmla="*/ 170 h 170"/>
                  <a:gd name="T2" fmla="*/ 3 w 140"/>
                  <a:gd name="T3" fmla="*/ 131 h 170"/>
                  <a:gd name="T4" fmla="*/ 140 w 140"/>
                  <a:gd name="T5" fmla="*/ 0 h 170"/>
                  <a:gd name="T6" fmla="*/ 137 w 140"/>
                  <a:gd name="T7" fmla="*/ 40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3" y="131"/>
                    </a:lnTo>
                    <a:lnTo>
                      <a:pt x="140" y="0"/>
                    </a:lnTo>
                    <a:lnTo>
                      <a:pt x="137" y="40"/>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91" name="Line 46">
                <a:extLst>
                  <a:ext uri="{FF2B5EF4-FFF2-40B4-BE49-F238E27FC236}">
                    <a16:creationId xmlns:a16="http://schemas.microsoft.com/office/drawing/2014/main" id="{5BF8D9D8-8E48-58CA-F30A-C63D65827898}"/>
                  </a:ext>
                </a:extLst>
              </p:cNvPr>
              <p:cNvSpPr>
                <a:spLocks noChangeShapeType="1"/>
              </p:cNvSpPr>
              <p:nvPr/>
            </p:nvSpPr>
            <p:spPr bwMode="auto">
              <a:xfrm flipV="1">
                <a:off x="5304" y="1361"/>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92" name="Freeform 47">
                <a:extLst>
                  <a:ext uri="{FF2B5EF4-FFF2-40B4-BE49-F238E27FC236}">
                    <a16:creationId xmlns:a16="http://schemas.microsoft.com/office/drawing/2014/main" id="{2A89970A-4F55-809E-B157-CD0D6B40F7A1}"/>
                  </a:ext>
                </a:extLst>
              </p:cNvPr>
              <p:cNvSpPr>
                <a:spLocks/>
              </p:cNvSpPr>
              <p:nvPr/>
            </p:nvSpPr>
            <p:spPr bwMode="auto">
              <a:xfrm>
                <a:off x="5307" y="1242"/>
                <a:ext cx="143" cy="210"/>
              </a:xfrm>
              <a:custGeom>
                <a:avLst/>
                <a:gdLst>
                  <a:gd name="T0" fmla="*/ 0 w 143"/>
                  <a:gd name="T1" fmla="*/ 210 h 210"/>
                  <a:gd name="T2" fmla="*/ 6 w 143"/>
                  <a:gd name="T3" fmla="*/ 131 h 210"/>
                  <a:gd name="T4" fmla="*/ 143 w 143"/>
                  <a:gd name="T5" fmla="*/ 0 h 210"/>
                  <a:gd name="T6" fmla="*/ 137 w 143"/>
                  <a:gd name="T7" fmla="*/ 79 h 210"/>
                  <a:gd name="T8" fmla="*/ 0 w 143"/>
                  <a:gd name="T9" fmla="*/ 21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10">
                    <a:moveTo>
                      <a:pt x="0" y="210"/>
                    </a:moveTo>
                    <a:lnTo>
                      <a:pt x="6" y="131"/>
                    </a:lnTo>
                    <a:lnTo>
                      <a:pt x="143" y="0"/>
                    </a:lnTo>
                    <a:lnTo>
                      <a:pt x="137" y="79"/>
                    </a:lnTo>
                    <a:lnTo>
                      <a:pt x="0" y="21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93" name="Line 48">
                <a:extLst>
                  <a:ext uri="{FF2B5EF4-FFF2-40B4-BE49-F238E27FC236}">
                    <a16:creationId xmlns:a16="http://schemas.microsoft.com/office/drawing/2014/main" id="{3277A647-58C5-0992-0312-BC72FEFFE061}"/>
                  </a:ext>
                </a:extLst>
              </p:cNvPr>
              <p:cNvSpPr>
                <a:spLocks noChangeShapeType="1"/>
              </p:cNvSpPr>
              <p:nvPr/>
            </p:nvSpPr>
            <p:spPr bwMode="auto">
              <a:xfrm flipV="1">
                <a:off x="5307" y="132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94" name="Freeform 49">
                <a:extLst>
                  <a:ext uri="{FF2B5EF4-FFF2-40B4-BE49-F238E27FC236}">
                    <a16:creationId xmlns:a16="http://schemas.microsoft.com/office/drawing/2014/main" id="{D6D01535-F426-5097-1222-97AD6BF8053F}"/>
                  </a:ext>
                </a:extLst>
              </p:cNvPr>
              <p:cNvSpPr>
                <a:spLocks/>
              </p:cNvSpPr>
              <p:nvPr/>
            </p:nvSpPr>
            <p:spPr bwMode="auto">
              <a:xfrm>
                <a:off x="3332" y="1242"/>
                <a:ext cx="2118" cy="131"/>
              </a:xfrm>
              <a:custGeom>
                <a:avLst/>
                <a:gdLst>
                  <a:gd name="T0" fmla="*/ 1981 w 2118"/>
                  <a:gd name="T1" fmla="*/ 131 h 131"/>
                  <a:gd name="T2" fmla="*/ 0 w 2118"/>
                  <a:gd name="T3" fmla="*/ 131 h 131"/>
                  <a:gd name="T4" fmla="*/ 137 w 2118"/>
                  <a:gd name="T5" fmla="*/ 0 h 131"/>
                  <a:gd name="T6" fmla="*/ 2118 w 2118"/>
                  <a:gd name="T7" fmla="*/ 0 h 131"/>
                  <a:gd name="T8" fmla="*/ 1981 w 211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1">
                    <a:moveTo>
                      <a:pt x="1981" y="131"/>
                    </a:moveTo>
                    <a:lnTo>
                      <a:pt x="0" y="131"/>
                    </a:lnTo>
                    <a:lnTo>
                      <a:pt x="137" y="0"/>
                    </a:lnTo>
                    <a:lnTo>
                      <a:pt x="2118" y="0"/>
                    </a:lnTo>
                    <a:lnTo>
                      <a:pt x="1981"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95" name="Line 50">
                <a:extLst>
                  <a:ext uri="{FF2B5EF4-FFF2-40B4-BE49-F238E27FC236}">
                    <a16:creationId xmlns:a16="http://schemas.microsoft.com/office/drawing/2014/main" id="{250C7AEE-CD0A-144D-9056-04DC9213349E}"/>
                  </a:ext>
                </a:extLst>
              </p:cNvPr>
              <p:cNvSpPr>
                <a:spLocks noChangeShapeType="1"/>
              </p:cNvSpPr>
              <p:nvPr/>
            </p:nvSpPr>
            <p:spPr bwMode="auto">
              <a:xfrm flipV="1">
                <a:off x="5313" y="1242"/>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96" name="Freeform 51">
                <a:extLst>
                  <a:ext uri="{FF2B5EF4-FFF2-40B4-BE49-F238E27FC236}">
                    <a16:creationId xmlns:a16="http://schemas.microsoft.com/office/drawing/2014/main" id="{20D5C149-28DA-AF53-CE63-B898EC545B40}"/>
                  </a:ext>
                </a:extLst>
              </p:cNvPr>
              <p:cNvSpPr>
                <a:spLocks/>
              </p:cNvSpPr>
              <p:nvPr/>
            </p:nvSpPr>
            <p:spPr bwMode="auto">
              <a:xfrm>
                <a:off x="3274" y="1373"/>
                <a:ext cx="2047" cy="406"/>
              </a:xfrm>
              <a:custGeom>
                <a:avLst/>
                <a:gdLst>
                  <a:gd name="T0" fmla="*/ 49 w 2047"/>
                  <a:gd name="T1" fmla="*/ 1 h 406"/>
                  <a:gd name="T2" fmla="*/ 31 w 2047"/>
                  <a:gd name="T3" fmla="*/ 2 h 406"/>
                  <a:gd name="T4" fmla="*/ 26 w 2047"/>
                  <a:gd name="T5" fmla="*/ 7 h 406"/>
                  <a:gd name="T6" fmla="*/ 21 w 2047"/>
                  <a:gd name="T7" fmla="*/ 20 h 406"/>
                  <a:gd name="T8" fmla="*/ 18 w 2047"/>
                  <a:gd name="T9" fmla="*/ 47 h 406"/>
                  <a:gd name="T10" fmla="*/ 13 w 2047"/>
                  <a:gd name="T11" fmla="*/ 92 h 406"/>
                  <a:gd name="T12" fmla="*/ 7 w 2047"/>
                  <a:gd name="T13" fmla="*/ 151 h 406"/>
                  <a:gd name="T14" fmla="*/ 5 w 2047"/>
                  <a:gd name="T15" fmla="*/ 209 h 406"/>
                  <a:gd name="T16" fmla="*/ 9 w 2047"/>
                  <a:gd name="T17" fmla="*/ 299 h 406"/>
                  <a:gd name="T18" fmla="*/ 21 w 2047"/>
                  <a:gd name="T19" fmla="*/ 335 h 406"/>
                  <a:gd name="T20" fmla="*/ 26 w 2047"/>
                  <a:gd name="T21" fmla="*/ 362 h 406"/>
                  <a:gd name="T22" fmla="*/ 23 w 2047"/>
                  <a:gd name="T23" fmla="*/ 376 h 406"/>
                  <a:gd name="T24" fmla="*/ 14 w 2047"/>
                  <a:gd name="T25" fmla="*/ 390 h 406"/>
                  <a:gd name="T26" fmla="*/ 1 w 2047"/>
                  <a:gd name="T27" fmla="*/ 400 h 406"/>
                  <a:gd name="T28" fmla="*/ 5 w 2047"/>
                  <a:gd name="T29" fmla="*/ 400 h 406"/>
                  <a:gd name="T30" fmla="*/ 101 w 2047"/>
                  <a:gd name="T31" fmla="*/ 393 h 406"/>
                  <a:gd name="T32" fmla="*/ 179 w 2047"/>
                  <a:gd name="T33" fmla="*/ 390 h 406"/>
                  <a:gd name="T34" fmla="*/ 258 w 2047"/>
                  <a:gd name="T35" fmla="*/ 381 h 406"/>
                  <a:gd name="T36" fmla="*/ 303 w 2047"/>
                  <a:gd name="T37" fmla="*/ 372 h 406"/>
                  <a:gd name="T38" fmla="*/ 383 w 2047"/>
                  <a:gd name="T39" fmla="*/ 366 h 406"/>
                  <a:gd name="T40" fmla="*/ 559 w 2047"/>
                  <a:gd name="T41" fmla="*/ 361 h 406"/>
                  <a:gd name="T42" fmla="*/ 591 w 2047"/>
                  <a:gd name="T43" fmla="*/ 368 h 406"/>
                  <a:gd name="T44" fmla="*/ 657 w 2047"/>
                  <a:gd name="T45" fmla="*/ 387 h 406"/>
                  <a:gd name="T46" fmla="*/ 688 w 2047"/>
                  <a:gd name="T47" fmla="*/ 392 h 406"/>
                  <a:gd name="T48" fmla="*/ 831 w 2047"/>
                  <a:gd name="T49" fmla="*/ 402 h 406"/>
                  <a:gd name="T50" fmla="*/ 917 w 2047"/>
                  <a:gd name="T51" fmla="*/ 406 h 406"/>
                  <a:gd name="T52" fmla="*/ 965 w 2047"/>
                  <a:gd name="T53" fmla="*/ 399 h 406"/>
                  <a:gd name="T54" fmla="*/ 1234 w 2047"/>
                  <a:gd name="T55" fmla="*/ 389 h 406"/>
                  <a:gd name="T56" fmla="*/ 1465 w 2047"/>
                  <a:gd name="T57" fmla="*/ 384 h 406"/>
                  <a:gd name="T58" fmla="*/ 1510 w 2047"/>
                  <a:gd name="T59" fmla="*/ 379 h 406"/>
                  <a:gd name="T60" fmla="*/ 1576 w 2047"/>
                  <a:gd name="T61" fmla="*/ 371 h 406"/>
                  <a:gd name="T62" fmla="*/ 1620 w 2047"/>
                  <a:gd name="T63" fmla="*/ 372 h 406"/>
                  <a:gd name="T64" fmla="*/ 1643 w 2047"/>
                  <a:gd name="T65" fmla="*/ 377 h 406"/>
                  <a:gd name="T66" fmla="*/ 1784 w 2047"/>
                  <a:gd name="T67" fmla="*/ 393 h 406"/>
                  <a:gd name="T68" fmla="*/ 1967 w 2047"/>
                  <a:gd name="T69" fmla="*/ 400 h 406"/>
                  <a:gd name="T70" fmla="*/ 2000 w 2047"/>
                  <a:gd name="T71" fmla="*/ 387 h 406"/>
                  <a:gd name="T72" fmla="*/ 2015 w 2047"/>
                  <a:gd name="T73" fmla="*/ 384 h 406"/>
                  <a:gd name="T74" fmla="*/ 2021 w 2047"/>
                  <a:gd name="T75" fmla="*/ 386 h 406"/>
                  <a:gd name="T76" fmla="*/ 2033 w 2047"/>
                  <a:gd name="T77" fmla="*/ 395 h 406"/>
                  <a:gd name="T78" fmla="*/ 2047 w 2047"/>
                  <a:gd name="T79" fmla="*/ 315 h 406"/>
                  <a:gd name="T80" fmla="*/ 2037 w 2047"/>
                  <a:gd name="T81" fmla="*/ 278 h 406"/>
                  <a:gd name="T82" fmla="*/ 2030 w 2047"/>
                  <a:gd name="T83" fmla="*/ 239 h 406"/>
                  <a:gd name="T84" fmla="*/ 2028 w 2047"/>
                  <a:gd name="T85" fmla="*/ 159 h 406"/>
                  <a:gd name="T86" fmla="*/ 2033 w 2047"/>
                  <a:gd name="T87" fmla="*/ 79 h 406"/>
                  <a:gd name="T88" fmla="*/ 58 w 2047"/>
                  <a:gd name="T89" fmla="*/ 0 h 4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6">
                    <a:moveTo>
                      <a:pt x="58" y="0"/>
                    </a:moveTo>
                    <a:lnTo>
                      <a:pt x="49" y="1"/>
                    </a:lnTo>
                    <a:lnTo>
                      <a:pt x="40" y="1"/>
                    </a:lnTo>
                    <a:lnTo>
                      <a:pt x="31" y="2"/>
                    </a:lnTo>
                    <a:lnTo>
                      <a:pt x="29" y="5"/>
                    </a:lnTo>
                    <a:lnTo>
                      <a:pt x="26" y="7"/>
                    </a:lnTo>
                    <a:lnTo>
                      <a:pt x="22" y="13"/>
                    </a:lnTo>
                    <a:lnTo>
                      <a:pt x="21" y="20"/>
                    </a:lnTo>
                    <a:lnTo>
                      <a:pt x="18" y="33"/>
                    </a:lnTo>
                    <a:lnTo>
                      <a:pt x="18" y="47"/>
                    </a:lnTo>
                    <a:lnTo>
                      <a:pt x="17" y="61"/>
                    </a:lnTo>
                    <a:lnTo>
                      <a:pt x="13" y="92"/>
                    </a:lnTo>
                    <a:lnTo>
                      <a:pt x="9" y="122"/>
                    </a:lnTo>
                    <a:lnTo>
                      <a:pt x="7" y="151"/>
                    </a:lnTo>
                    <a:lnTo>
                      <a:pt x="5" y="180"/>
                    </a:lnTo>
                    <a:lnTo>
                      <a:pt x="5" y="209"/>
                    </a:lnTo>
                    <a:lnTo>
                      <a:pt x="7" y="238"/>
                    </a:lnTo>
                    <a:lnTo>
                      <a:pt x="9" y="299"/>
                    </a:lnTo>
                    <a:lnTo>
                      <a:pt x="16" y="317"/>
                    </a:lnTo>
                    <a:lnTo>
                      <a:pt x="21" y="335"/>
                    </a:lnTo>
                    <a:lnTo>
                      <a:pt x="26" y="353"/>
                    </a:lnTo>
                    <a:lnTo>
                      <a:pt x="26" y="362"/>
                    </a:lnTo>
                    <a:lnTo>
                      <a:pt x="26" y="370"/>
                    </a:lnTo>
                    <a:lnTo>
                      <a:pt x="23" y="376"/>
                    </a:lnTo>
                    <a:lnTo>
                      <a:pt x="21" y="382"/>
                    </a:lnTo>
                    <a:lnTo>
                      <a:pt x="14" y="390"/>
                    </a:lnTo>
                    <a:lnTo>
                      <a:pt x="7" y="397"/>
                    </a:lnTo>
                    <a:lnTo>
                      <a:pt x="1" y="400"/>
                    </a:lnTo>
                    <a:lnTo>
                      <a:pt x="0" y="402"/>
                    </a:lnTo>
                    <a:lnTo>
                      <a:pt x="5" y="400"/>
                    </a:lnTo>
                    <a:lnTo>
                      <a:pt x="41" y="392"/>
                    </a:lnTo>
                    <a:lnTo>
                      <a:pt x="101" y="393"/>
                    </a:lnTo>
                    <a:lnTo>
                      <a:pt x="141" y="393"/>
                    </a:lnTo>
                    <a:lnTo>
                      <a:pt x="179" y="390"/>
                    </a:lnTo>
                    <a:lnTo>
                      <a:pt x="236" y="384"/>
                    </a:lnTo>
                    <a:lnTo>
                      <a:pt x="258" y="381"/>
                    </a:lnTo>
                    <a:lnTo>
                      <a:pt x="280" y="376"/>
                    </a:lnTo>
                    <a:lnTo>
                      <a:pt x="303" y="372"/>
                    </a:lnTo>
                    <a:lnTo>
                      <a:pt x="325" y="370"/>
                    </a:lnTo>
                    <a:lnTo>
                      <a:pt x="383" y="366"/>
                    </a:lnTo>
                    <a:lnTo>
                      <a:pt x="441" y="365"/>
                    </a:lnTo>
                    <a:lnTo>
                      <a:pt x="559" y="361"/>
                    </a:lnTo>
                    <a:lnTo>
                      <a:pt x="575" y="365"/>
                    </a:lnTo>
                    <a:lnTo>
                      <a:pt x="591" y="368"/>
                    </a:lnTo>
                    <a:lnTo>
                      <a:pt x="624" y="378"/>
                    </a:lnTo>
                    <a:lnTo>
                      <a:pt x="657" y="387"/>
                    </a:lnTo>
                    <a:lnTo>
                      <a:pt x="673" y="390"/>
                    </a:lnTo>
                    <a:lnTo>
                      <a:pt x="688" y="392"/>
                    </a:lnTo>
                    <a:lnTo>
                      <a:pt x="771" y="397"/>
                    </a:lnTo>
                    <a:lnTo>
                      <a:pt x="831" y="402"/>
                    </a:lnTo>
                    <a:lnTo>
                      <a:pt x="897" y="406"/>
                    </a:lnTo>
                    <a:lnTo>
                      <a:pt x="917" y="406"/>
                    </a:lnTo>
                    <a:lnTo>
                      <a:pt x="938" y="404"/>
                    </a:lnTo>
                    <a:lnTo>
                      <a:pt x="965" y="399"/>
                    </a:lnTo>
                    <a:lnTo>
                      <a:pt x="1004" y="392"/>
                    </a:lnTo>
                    <a:lnTo>
                      <a:pt x="1234" y="389"/>
                    </a:lnTo>
                    <a:lnTo>
                      <a:pt x="1350" y="387"/>
                    </a:lnTo>
                    <a:lnTo>
                      <a:pt x="1465" y="384"/>
                    </a:lnTo>
                    <a:lnTo>
                      <a:pt x="1487" y="383"/>
                    </a:lnTo>
                    <a:lnTo>
                      <a:pt x="1510" y="379"/>
                    </a:lnTo>
                    <a:lnTo>
                      <a:pt x="1554" y="373"/>
                    </a:lnTo>
                    <a:lnTo>
                      <a:pt x="1576" y="371"/>
                    </a:lnTo>
                    <a:lnTo>
                      <a:pt x="1598" y="370"/>
                    </a:lnTo>
                    <a:lnTo>
                      <a:pt x="1620" y="372"/>
                    </a:lnTo>
                    <a:lnTo>
                      <a:pt x="1632" y="373"/>
                    </a:lnTo>
                    <a:lnTo>
                      <a:pt x="1643" y="377"/>
                    </a:lnTo>
                    <a:lnTo>
                      <a:pt x="1722" y="387"/>
                    </a:lnTo>
                    <a:lnTo>
                      <a:pt x="1784" y="393"/>
                    </a:lnTo>
                    <a:lnTo>
                      <a:pt x="1857" y="397"/>
                    </a:lnTo>
                    <a:lnTo>
                      <a:pt x="1967" y="400"/>
                    </a:lnTo>
                    <a:lnTo>
                      <a:pt x="1984" y="392"/>
                    </a:lnTo>
                    <a:lnTo>
                      <a:pt x="2000" y="387"/>
                    </a:lnTo>
                    <a:lnTo>
                      <a:pt x="2008" y="386"/>
                    </a:lnTo>
                    <a:lnTo>
                      <a:pt x="2015" y="384"/>
                    </a:lnTo>
                    <a:lnTo>
                      <a:pt x="2018" y="384"/>
                    </a:lnTo>
                    <a:lnTo>
                      <a:pt x="2021" y="386"/>
                    </a:lnTo>
                    <a:lnTo>
                      <a:pt x="2028" y="390"/>
                    </a:lnTo>
                    <a:lnTo>
                      <a:pt x="2033" y="395"/>
                    </a:lnTo>
                    <a:lnTo>
                      <a:pt x="2039" y="400"/>
                    </a:lnTo>
                    <a:lnTo>
                      <a:pt x="2047" y="315"/>
                    </a:lnTo>
                    <a:lnTo>
                      <a:pt x="2042" y="297"/>
                    </a:lnTo>
                    <a:lnTo>
                      <a:pt x="2037" y="278"/>
                    </a:lnTo>
                    <a:lnTo>
                      <a:pt x="2033" y="259"/>
                    </a:lnTo>
                    <a:lnTo>
                      <a:pt x="2030" y="239"/>
                    </a:lnTo>
                    <a:lnTo>
                      <a:pt x="2028" y="199"/>
                    </a:lnTo>
                    <a:lnTo>
                      <a:pt x="2028" y="159"/>
                    </a:lnTo>
                    <a:lnTo>
                      <a:pt x="2030" y="118"/>
                    </a:lnTo>
                    <a:lnTo>
                      <a:pt x="2033"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97" name="Line 52">
                <a:extLst>
                  <a:ext uri="{FF2B5EF4-FFF2-40B4-BE49-F238E27FC236}">
                    <a16:creationId xmlns:a16="http://schemas.microsoft.com/office/drawing/2014/main" id="{5470CC8A-9467-D4A3-44BA-ECC398CC78CB}"/>
                  </a:ext>
                </a:extLst>
              </p:cNvPr>
              <p:cNvSpPr>
                <a:spLocks noChangeShapeType="1"/>
              </p:cNvSpPr>
              <p:nvPr/>
            </p:nvSpPr>
            <p:spPr bwMode="auto">
              <a:xfrm flipH="1">
                <a:off x="3323" y="1373"/>
                <a:ext cx="9"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98" name="Line 53">
                <a:extLst>
                  <a:ext uri="{FF2B5EF4-FFF2-40B4-BE49-F238E27FC236}">
                    <a16:creationId xmlns:a16="http://schemas.microsoft.com/office/drawing/2014/main" id="{F343443A-512C-65AE-A4C9-CCA988C9DB75}"/>
                  </a:ext>
                </a:extLst>
              </p:cNvPr>
              <p:cNvSpPr>
                <a:spLocks noChangeShapeType="1"/>
              </p:cNvSpPr>
              <p:nvPr/>
            </p:nvSpPr>
            <p:spPr bwMode="auto">
              <a:xfrm flipH="1">
                <a:off x="3314" y="1374"/>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99" name="Line 54">
                <a:extLst>
                  <a:ext uri="{FF2B5EF4-FFF2-40B4-BE49-F238E27FC236}">
                    <a16:creationId xmlns:a16="http://schemas.microsoft.com/office/drawing/2014/main" id="{605CD9EC-ED24-989A-6FA3-718EBC32D37F}"/>
                  </a:ext>
                </a:extLst>
              </p:cNvPr>
              <p:cNvSpPr>
                <a:spLocks noChangeShapeType="1"/>
              </p:cNvSpPr>
              <p:nvPr/>
            </p:nvSpPr>
            <p:spPr bwMode="auto">
              <a:xfrm flipH="1">
                <a:off x="3305" y="1374"/>
                <a:ext cx="9"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0" name="Line 55">
                <a:extLst>
                  <a:ext uri="{FF2B5EF4-FFF2-40B4-BE49-F238E27FC236}">
                    <a16:creationId xmlns:a16="http://schemas.microsoft.com/office/drawing/2014/main" id="{68583D10-5F5B-450D-01BD-42E143556CFA}"/>
                  </a:ext>
                </a:extLst>
              </p:cNvPr>
              <p:cNvSpPr>
                <a:spLocks noChangeShapeType="1"/>
              </p:cNvSpPr>
              <p:nvPr/>
            </p:nvSpPr>
            <p:spPr bwMode="auto">
              <a:xfrm flipH="1">
                <a:off x="3303" y="1375"/>
                <a:ext cx="2" cy="3"/>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1" name="Line 56">
                <a:extLst>
                  <a:ext uri="{FF2B5EF4-FFF2-40B4-BE49-F238E27FC236}">
                    <a16:creationId xmlns:a16="http://schemas.microsoft.com/office/drawing/2014/main" id="{B48476B3-9272-7513-ABEA-6960436594AE}"/>
                  </a:ext>
                </a:extLst>
              </p:cNvPr>
              <p:cNvSpPr>
                <a:spLocks noChangeShapeType="1"/>
              </p:cNvSpPr>
              <p:nvPr/>
            </p:nvSpPr>
            <p:spPr bwMode="auto">
              <a:xfrm flipH="1">
                <a:off x="3300" y="1378"/>
                <a:ext cx="3" cy="2"/>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2" name="Line 57">
                <a:extLst>
                  <a:ext uri="{FF2B5EF4-FFF2-40B4-BE49-F238E27FC236}">
                    <a16:creationId xmlns:a16="http://schemas.microsoft.com/office/drawing/2014/main" id="{81EB9A77-C814-01FB-8CD0-F52C3CA1FC92}"/>
                  </a:ext>
                </a:extLst>
              </p:cNvPr>
              <p:cNvSpPr>
                <a:spLocks noChangeShapeType="1"/>
              </p:cNvSpPr>
              <p:nvPr/>
            </p:nvSpPr>
            <p:spPr bwMode="auto">
              <a:xfrm flipH="1">
                <a:off x="3296" y="1380"/>
                <a:ext cx="4"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3" name="Line 58">
                <a:extLst>
                  <a:ext uri="{FF2B5EF4-FFF2-40B4-BE49-F238E27FC236}">
                    <a16:creationId xmlns:a16="http://schemas.microsoft.com/office/drawing/2014/main" id="{6E0879BF-2CB7-980F-F096-9597FD4EAB99}"/>
                  </a:ext>
                </a:extLst>
              </p:cNvPr>
              <p:cNvSpPr>
                <a:spLocks noChangeShapeType="1"/>
              </p:cNvSpPr>
              <p:nvPr/>
            </p:nvSpPr>
            <p:spPr bwMode="auto">
              <a:xfrm flipH="1">
                <a:off x="3295" y="1386"/>
                <a:ext cx="1" cy="7"/>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4" name="Line 59">
                <a:extLst>
                  <a:ext uri="{FF2B5EF4-FFF2-40B4-BE49-F238E27FC236}">
                    <a16:creationId xmlns:a16="http://schemas.microsoft.com/office/drawing/2014/main" id="{BBEA3216-24A0-94EF-0DD8-10FE5A940F2A}"/>
                  </a:ext>
                </a:extLst>
              </p:cNvPr>
              <p:cNvSpPr>
                <a:spLocks noChangeShapeType="1"/>
              </p:cNvSpPr>
              <p:nvPr/>
            </p:nvSpPr>
            <p:spPr bwMode="auto">
              <a:xfrm flipH="1">
                <a:off x="3292" y="1393"/>
                <a:ext cx="3" cy="13"/>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5" name="Line 60">
                <a:extLst>
                  <a:ext uri="{FF2B5EF4-FFF2-40B4-BE49-F238E27FC236}">
                    <a16:creationId xmlns:a16="http://schemas.microsoft.com/office/drawing/2014/main" id="{B6FFDF73-1B88-4798-7558-E12D6DB69985}"/>
                  </a:ext>
                </a:extLst>
              </p:cNvPr>
              <p:cNvSpPr>
                <a:spLocks noChangeShapeType="1"/>
              </p:cNvSpPr>
              <p:nvPr/>
            </p:nvSpPr>
            <p:spPr bwMode="auto">
              <a:xfrm>
                <a:off x="3292" y="1406"/>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6" name="Line 61">
                <a:extLst>
                  <a:ext uri="{FF2B5EF4-FFF2-40B4-BE49-F238E27FC236}">
                    <a16:creationId xmlns:a16="http://schemas.microsoft.com/office/drawing/2014/main" id="{7232C5A8-403A-0E37-378E-A33C886BF695}"/>
                  </a:ext>
                </a:extLst>
              </p:cNvPr>
              <p:cNvSpPr>
                <a:spLocks noChangeShapeType="1"/>
              </p:cNvSpPr>
              <p:nvPr/>
            </p:nvSpPr>
            <p:spPr bwMode="auto">
              <a:xfrm flipH="1">
                <a:off x="3291" y="1420"/>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7" name="Line 62">
                <a:extLst>
                  <a:ext uri="{FF2B5EF4-FFF2-40B4-BE49-F238E27FC236}">
                    <a16:creationId xmlns:a16="http://schemas.microsoft.com/office/drawing/2014/main" id="{F0CCC759-A6D4-06EB-2A44-4ECFE488FE32}"/>
                  </a:ext>
                </a:extLst>
              </p:cNvPr>
              <p:cNvSpPr>
                <a:spLocks noChangeShapeType="1"/>
              </p:cNvSpPr>
              <p:nvPr/>
            </p:nvSpPr>
            <p:spPr bwMode="auto">
              <a:xfrm flipH="1">
                <a:off x="3287" y="1434"/>
                <a:ext cx="4" cy="31"/>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8" name="Line 63">
                <a:extLst>
                  <a:ext uri="{FF2B5EF4-FFF2-40B4-BE49-F238E27FC236}">
                    <a16:creationId xmlns:a16="http://schemas.microsoft.com/office/drawing/2014/main" id="{1D4DE0DD-3E55-C5C4-881A-9F8BBCA016A6}"/>
                  </a:ext>
                </a:extLst>
              </p:cNvPr>
              <p:cNvSpPr>
                <a:spLocks noChangeShapeType="1"/>
              </p:cNvSpPr>
              <p:nvPr/>
            </p:nvSpPr>
            <p:spPr bwMode="auto">
              <a:xfrm flipH="1">
                <a:off x="3283" y="1465"/>
                <a:ext cx="4"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09" name="Line 64">
                <a:extLst>
                  <a:ext uri="{FF2B5EF4-FFF2-40B4-BE49-F238E27FC236}">
                    <a16:creationId xmlns:a16="http://schemas.microsoft.com/office/drawing/2014/main" id="{2A2374E9-7115-917D-1483-BB4ED5A005E1}"/>
                  </a:ext>
                </a:extLst>
              </p:cNvPr>
              <p:cNvSpPr>
                <a:spLocks noChangeShapeType="1"/>
              </p:cNvSpPr>
              <p:nvPr/>
            </p:nvSpPr>
            <p:spPr bwMode="auto">
              <a:xfrm flipH="1">
                <a:off x="3281" y="1495"/>
                <a:ext cx="2" cy="2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0" name="Line 65">
                <a:extLst>
                  <a:ext uri="{FF2B5EF4-FFF2-40B4-BE49-F238E27FC236}">
                    <a16:creationId xmlns:a16="http://schemas.microsoft.com/office/drawing/2014/main" id="{DAED156E-0309-986A-D23F-8F02E9E8382E}"/>
                  </a:ext>
                </a:extLst>
              </p:cNvPr>
              <p:cNvSpPr>
                <a:spLocks noChangeShapeType="1"/>
              </p:cNvSpPr>
              <p:nvPr/>
            </p:nvSpPr>
            <p:spPr bwMode="auto">
              <a:xfrm flipH="1">
                <a:off x="3279" y="1523"/>
                <a:ext cx="2"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1" name="Line 66">
                <a:extLst>
                  <a:ext uri="{FF2B5EF4-FFF2-40B4-BE49-F238E27FC236}">
                    <a16:creationId xmlns:a16="http://schemas.microsoft.com/office/drawing/2014/main" id="{B7B895DE-F97B-FFEC-1915-A80484D721DA}"/>
                  </a:ext>
                </a:extLst>
              </p:cNvPr>
              <p:cNvSpPr>
                <a:spLocks noChangeShapeType="1"/>
              </p:cNvSpPr>
              <p:nvPr/>
            </p:nvSpPr>
            <p:spPr bwMode="auto">
              <a:xfrm>
                <a:off x="3279" y="1553"/>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2" name="Line 67">
                <a:extLst>
                  <a:ext uri="{FF2B5EF4-FFF2-40B4-BE49-F238E27FC236}">
                    <a16:creationId xmlns:a16="http://schemas.microsoft.com/office/drawing/2014/main" id="{D8D9E370-132B-D9F7-BAB2-460A3F9C9493}"/>
                  </a:ext>
                </a:extLst>
              </p:cNvPr>
              <p:cNvSpPr>
                <a:spLocks noChangeShapeType="1"/>
              </p:cNvSpPr>
              <p:nvPr/>
            </p:nvSpPr>
            <p:spPr bwMode="auto">
              <a:xfrm>
                <a:off x="3279" y="1582"/>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3" name="Line 68">
                <a:extLst>
                  <a:ext uri="{FF2B5EF4-FFF2-40B4-BE49-F238E27FC236}">
                    <a16:creationId xmlns:a16="http://schemas.microsoft.com/office/drawing/2014/main" id="{2497C6DE-088B-13C1-092C-A615E0FF4212}"/>
                  </a:ext>
                </a:extLst>
              </p:cNvPr>
              <p:cNvSpPr>
                <a:spLocks noChangeShapeType="1"/>
              </p:cNvSpPr>
              <p:nvPr/>
            </p:nvSpPr>
            <p:spPr bwMode="auto">
              <a:xfrm>
                <a:off x="3279" y="1611"/>
                <a:ext cx="4" cy="61"/>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4" name="Line 69">
                <a:extLst>
                  <a:ext uri="{FF2B5EF4-FFF2-40B4-BE49-F238E27FC236}">
                    <a16:creationId xmlns:a16="http://schemas.microsoft.com/office/drawing/2014/main" id="{DDDA5F87-2E69-263C-585E-F3ECECA3A72E}"/>
                  </a:ext>
                </a:extLst>
              </p:cNvPr>
              <p:cNvSpPr>
                <a:spLocks noChangeShapeType="1"/>
              </p:cNvSpPr>
              <p:nvPr/>
            </p:nvSpPr>
            <p:spPr bwMode="auto">
              <a:xfrm>
                <a:off x="3283" y="1672"/>
                <a:ext cx="7"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5" name="Line 70">
                <a:extLst>
                  <a:ext uri="{FF2B5EF4-FFF2-40B4-BE49-F238E27FC236}">
                    <a16:creationId xmlns:a16="http://schemas.microsoft.com/office/drawing/2014/main" id="{CDA52DDD-BD59-181F-0817-FC774D135D7F}"/>
                  </a:ext>
                </a:extLst>
              </p:cNvPr>
              <p:cNvSpPr>
                <a:spLocks noChangeShapeType="1"/>
              </p:cNvSpPr>
              <p:nvPr/>
            </p:nvSpPr>
            <p:spPr bwMode="auto">
              <a:xfrm>
                <a:off x="3290" y="1688"/>
                <a:ext cx="5" cy="20"/>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6" name="Line 71">
                <a:extLst>
                  <a:ext uri="{FF2B5EF4-FFF2-40B4-BE49-F238E27FC236}">
                    <a16:creationId xmlns:a16="http://schemas.microsoft.com/office/drawing/2014/main" id="{F794264E-B30D-6203-C657-C8EA4705AF65}"/>
                  </a:ext>
                </a:extLst>
              </p:cNvPr>
              <p:cNvSpPr>
                <a:spLocks noChangeShapeType="1"/>
              </p:cNvSpPr>
              <p:nvPr/>
            </p:nvSpPr>
            <p:spPr bwMode="auto">
              <a:xfrm>
                <a:off x="3295" y="1708"/>
                <a:ext cx="5" cy="18"/>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7" name="Line 72">
                <a:extLst>
                  <a:ext uri="{FF2B5EF4-FFF2-40B4-BE49-F238E27FC236}">
                    <a16:creationId xmlns:a16="http://schemas.microsoft.com/office/drawing/2014/main" id="{8775F363-E86B-3BE0-E580-6144D02340A3}"/>
                  </a:ext>
                </a:extLst>
              </p:cNvPr>
              <p:cNvSpPr>
                <a:spLocks noChangeShapeType="1"/>
              </p:cNvSpPr>
              <p:nvPr/>
            </p:nvSpPr>
            <p:spPr bwMode="auto">
              <a:xfrm>
                <a:off x="3300" y="1726"/>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8" name="Line 73">
                <a:extLst>
                  <a:ext uri="{FF2B5EF4-FFF2-40B4-BE49-F238E27FC236}">
                    <a16:creationId xmlns:a16="http://schemas.microsoft.com/office/drawing/2014/main" id="{32071BF5-5A20-FC1E-FA07-387340C12B62}"/>
                  </a:ext>
                </a:extLst>
              </p:cNvPr>
              <p:cNvSpPr>
                <a:spLocks noChangeShapeType="1"/>
              </p:cNvSpPr>
              <p:nvPr/>
            </p:nvSpPr>
            <p:spPr bwMode="auto">
              <a:xfrm>
                <a:off x="3300" y="1735"/>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19" name="Line 74">
                <a:extLst>
                  <a:ext uri="{FF2B5EF4-FFF2-40B4-BE49-F238E27FC236}">
                    <a16:creationId xmlns:a16="http://schemas.microsoft.com/office/drawing/2014/main" id="{3DA17BA7-7991-E7CF-879F-E9AC28413CB1}"/>
                  </a:ext>
                </a:extLst>
              </p:cNvPr>
              <p:cNvSpPr>
                <a:spLocks noChangeShapeType="1"/>
              </p:cNvSpPr>
              <p:nvPr/>
            </p:nvSpPr>
            <p:spPr bwMode="auto">
              <a:xfrm flipH="1">
                <a:off x="3297" y="1743"/>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0" name="Line 75">
                <a:extLst>
                  <a:ext uri="{FF2B5EF4-FFF2-40B4-BE49-F238E27FC236}">
                    <a16:creationId xmlns:a16="http://schemas.microsoft.com/office/drawing/2014/main" id="{4F5E6E1F-32D9-CB05-7A99-84321DD10ACD}"/>
                  </a:ext>
                </a:extLst>
              </p:cNvPr>
              <p:cNvSpPr>
                <a:spLocks noChangeShapeType="1"/>
              </p:cNvSpPr>
              <p:nvPr/>
            </p:nvSpPr>
            <p:spPr bwMode="auto">
              <a:xfrm flipH="1">
                <a:off x="3295" y="1749"/>
                <a:ext cx="2"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1" name="Line 76">
                <a:extLst>
                  <a:ext uri="{FF2B5EF4-FFF2-40B4-BE49-F238E27FC236}">
                    <a16:creationId xmlns:a16="http://schemas.microsoft.com/office/drawing/2014/main" id="{03A969E5-D1B3-E707-48B5-7927385524CB}"/>
                  </a:ext>
                </a:extLst>
              </p:cNvPr>
              <p:cNvSpPr>
                <a:spLocks noChangeShapeType="1"/>
              </p:cNvSpPr>
              <p:nvPr/>
            </p:nvSpPr>
            <p:spPr bwMode="auto">
              <a:xfrm flipH="1">
                <a:off x="3287" y="1755"/>
                <a:ext cx="8" cy="8"/>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2" name="Line 77">
                <a:extLst>
                  <a:ext uri="{FF2B5EF4-FFF2-40B4-BE49-F238E27FC236}">
                    <a16:creationId xmlns:a16="http://schemas.microsoft.com/office/drawing/2014/main" id="{34880F95-DFC1-9EF9-77CC-CCBAF98FD009}"/>
                  </a:ext>
                </a:extLst>
              </p:cNvPr>
              <p:cNvSpPr>
                <a:spLocks noChangeShapeType="1"/>
              </p:cNvSpPr>
              <p:nvPr/>
            </p:nvSpPr>
            <p:spPr bwMode="auto">
              <a:xfrm flipH="1">
                <a:off x="3281" y="1763"/>
                <a:ext cx="6" cy="7"/>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3" name="Line 78">
                <a:extLst>
                  <a:ext uri="{FF2B5EF4-FFF2-40B4-BE49-F238E27FC236}">
                    <a16:creationId xmlns:a16="http://schemas.microsoft.com/office/drawing/2014/main" id="{D45FC55A-3722-87C9-5ABE-4913A98F0AA4}"/>
                  </a:ext>
                </a:extLst>
              </p:cNvPr>
              <p:cNvSpPr>
                <a:spLocks noChangeShapeType="1"/>
              </p:cNvSpPr>
              <p:nvPr/>
            </p:nvSpPr>
            <p:spPr bwMode="auto">
              <a:xfrm flipH="1">
                <a:off x="3275" y="1770"/>
                <a:ext cx="6" cy="3"/>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4" name="Line 79">
                <a:extLst>
                  <a:ext uri="{FF2B5EF4-FFF2-40B4-BE49-F238E27FC236}">
                    <a16:creationId xmlns:a16="http://schemas.microsoft.com/office/drawing/2014/main" id="{5F8CFDF6-2430-1080-D5D2-9A3B3CC64FBC}"/>
                  </a:ext>
                </a:extLst>
              </p:cNvPr>
              <p:cNvSpPr>
                <a:spLocks noChangeShapeType="1"/>
              </p:cNvSpPr>
              <p:nvPr/>
            </p:nvSpPr>
            <p:spPr bwMode="auto">
              <a:xfrm flipH="1">
                <a:off x="3274" y="1773"/>
                <a:ext cx="1" cy="2"/>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5" name="Line 80">
                <a:extLst>
                  <a:ext uri="{FF2B5EF4-FFF2-40B4-BE49-F238E27FC236}">
                    <a16:creationId xmlns:a16="http://schemas.microsoft.com/office/drawing/2014/main" id="{D96EA835-DA57-5D08-F0BD-E00485002AD2}"/>
                  </a:ext>
                </a:extLst>
              </p:cNvPr>
              <p:cNvSpPr>
                <a:spLocks noChangeShapeType="1"/>
              </p:cNvSpPr>
              <p:nvPr/>
            </p:nvSpPr>
            <p:spPr bwMode="auto">
              <a:xfrm flipV="1">
                <a:off x="3274" y="1773"/>
                <a:ext cx="5" cy="2"/>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6" name="Line 81">
                <a:extLst>
                  <a:ext uri="{FF2B5EF4-FFF2-40B4-BE49-F238E27FC236}">
                    <a16:creationId xmlns:a16="http://schemas.microsoft.com/office/drawing/2014/main" id="{ECD57607-A694-37CF-0BBB-D7A535D29D80}"/>
                  </a:ext>
                </a:extLst>
              </p:cNvPr>
              <p:cNvSpPr>
                <a:spLocks noChangeShapeType="1"/>
              </p:cNvSpPr>
              <p:nvPr/>
            </p:nvSpPr>
            <p:spPr bwMode="auto">
              <a:xfrm flipV="1">
                <a:off x="3279" y="1765"/>
                <a:ext cx="36" cy="8"/>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7" name="Line 82">
                <a:extLst>
                  <a:ext uri="{FF2B5EF4-FFF2-40B4-BE49-F238E27FC236}">
                    <a16:creationId xmlns:a16="http://schemas.microsoft.com/office/drawing/2014/main" id="{9A1EDA1F-8B6A-A6DA-42AE-89ADA3129D10}"/>
                  </a:ext>
                </a:extLst>
              </p:cNvPr>
              <p:cNvSpPr>
                <a:spLocks noChangeShapeType="1"/>
              </p:cNvSpPr>
              <p:nvPr/>
            </p:nvSpPr>
            <p:spPr bwMode="auto">
              <a:xfrm>
                <a:off x="3315" y="1765"/>
                <a:ext cx="6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8" name="Line 83">
                <a:extLst>
                  <a:ext uri="{FF2B5EF4-FFF2-40B4-BE49-F238E27FC236}">
                    <a16:creationId xmlns:a16="http://schemas.microsoft.com/office/drawing/2014/main" id="{FE26CB16-2198-30E1-B0CE-4E02198B7B11}"/>
                  </a:ext>
                </a:extLst>
              </p:cNvPr>
              <p:cNvSpPr>
                <a:spLocks noChangeShapeType="1"/>
              </p:cNvSpPr>
              <p:nvPr/>
            </p:nvSpPr>
            <p:spPr bwMode="auto">
              <a:xfrm flipV="1">
                <a:off x="3375" y="1765"/>
                <a:ext cx="40"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29" name="Line 84">
                <a:extLst>
                  <a:ext uri="{FF2B5EF4-FFF2-40B4-BE49-F238E27FC236}">
                    <a16:creationId xmlns:a16="http://schemas.microsoft.com/office/drawing/2014/main" id="{E450AA0E-E90F-1CE1-1AEC-A621EF54AF65}"/>
                  </a:ext>
                </a:extLst>
              </p:cNvPr>
              <p:cNvSpPr>
                <a:spLocks noChangeShapeType="1"/>
              </p:cNvSpPr>
              <p:nvPr/>
            </p:nvSpPr>
            <p:spPr bwMode="auto">
              <a:xfrm flipV="1">
                <a:off x="3415" y="1763"/>
                <a:ext cx="38" cy="2"/>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0" name="Line 85">
                <a:extLst>
                  <a:ext uri="{FF2B5EF4-FFF2-40B4-BE49-F238E27FC236}">
                    <a16:creationId xmlns:a16="http://schemas.microsoft.com/office/drawing/2014/main" id="{3479D0DC-4054-3922-DA7E-56EED2A8138F}"/>
                  </a:ext>
                </a:extLst>
              </p:cNvPr>
              <p:cNvSpPr>
                <a:spLocks noChangeShapeType="1"/>
              </p:cNvSpPr>
              <p:nvPr/>
            </p:nvSpPr>
            <p:spPr bwMode="auto">
              <a:xfrm flipV="1">
                <a:off x="3453" y="1757"/>
                <a:ext cx="57"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1" name="Line 86">
                <a:extLst>
                  <a:ext uri="{FF2B5EF4-FFF2-40B4-BE49-F238E27FC236}">
                    <a16:creationId xmlns:a16="http://schemas.microsoft.com/office/drawing/2014/main" id="{33D33531-2C72-04A2-C9A0-2F856E201BEF}"/>
                  </a:ext>
                </a:extLst>
              </p:cNvPr>
              <p:cNvSpPr>
                <a:spLocks noChangeShapeType="1"/>
              </p:cNvSpPr>
              <p:nvPr/>
            </p:nvSpPr>
            <p:spPr bwMode="auto">
              <a:xfrm flipV="1">
                <a:off x="3510" y="1754"/>
                <a:ext cx="22" cy="3"/>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2" name="Line 87">
                <a:extLst>
                  <a:ext uri="{FF2B5EF4-FFF2-40B4-BE49-F238E27FC236}">
                    <a16:creationId xmlns:a16="http://schemas.microsoft.com/office/drawing/2014/main" id="{2AA252DE-9AB8-8BFD-5991-0C49FBA4C35B}"/>
                  </a:ext>
                </a:extLst>
              </p:cNvPr>
              <p:cNvSpPr>
                <a:spLocks noChangeShapeType="1"/>
              </p:cNvSpPr>
              <p:nvPr/>
            </p:nvSpPr>
            <p:spPr bwMode="auto">
              <a:xfrm flipV="1">
                <a:off x="3532" y="1749"/>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3" name="Line 88">
                <a:extLst>
                  <a:ext uri="{FF2B5EF4-FFF2-40B4-BE49-F238E27FC236}">
                    <a16:creationId xmlns:a16="http://schemas.microsoft.com/office/drawing/2014/main" id="{C85B3E49-6206-BE2F-04EA-361E7C2F0A2C}"/>
                  </a:ext>
                </a:extLst>
              </p:cNvPr>
              <p:cNvSpPr>
                <a:spLocks noChangeShapeType="1"/>
              </p:cNvSpPr>
              <p:nvPr/>
            </p:nvSpPr>
            <p:spPr bwMode="auto">
              <a:xfrm flipV="1">
                <a:off x="3554" y="1745"/>
                <a:ext cx="23"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4" name="Line 89">
                <a:extLst>
                  <a:ext uri="{FF2B5EF4-FFF2-40B4-BE49-F238E27FC236}">
                    <a16:creationId xmlns:a16="http://schemas.microsoft.com/office/drawing/2014/main" id="{B3E0FB94-7D42-5F54-9112-A99BC099CCFC}"/>
                  </a:ext>
                </a:extLst>
              </p:cNvPr>
              <p:cNvSpPr>
                <a:spLocks noChangeShapeType="1"/>
              </p:cNvSpPr>
              <p:nvPr/>
            </p:nvSpPr>
            <p:spPr bwMode="auto">
              <a:xfrm flipV="1">
                <a:off x="3577" y="1743"/>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5" name="Line 90">
                <a:extLst>
                  <a:ext uri="{FF2B5EF4-FFF2-40B4-BE49-F238E27FC236}">
                    <a16:creationId xmlns:a16="http://schemas.microsoft.com/office/drawing/2014/main" id="{91703C9E-C5C5-1C20-ABF6-C9C951149DDB}"/>
                  </a:ext>
                </a:extLst>
              </p:cNvPr>
              <p:cNvSpPr>
                <a:spLocks noChangeShapeType="1"/>
              </p:cNvSpPr>
              <p:nvPr/>
            </p:nvSpPr>
            <p:spPr bwMode="auto">
              <a:xfrm flipV="1">
                <a:off x="3599" y="1739"/>
                <a:ext cx="58"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6" name="Line 91">
                <a:extLst>
                  <a:ext uri="{FF2B5EF4-FFF2-40B4-BE49-F238E27FC236}">
                    <a16:creationId xmlns:a16="http://schemas.microsoft.com/office/drawing/2014/main" id="{AD117D8C-B9B5-3C9C-F757-008EC3DA7C18}"/>
                  </a:ext>
                </a:extLst>
              </p:cNvPr>
              <p:cNvSpPr>
                <a:spLocks noChangeShapeType="1"/>
              </p:cNvSpPr>
              <p:nvPr/>
            </p:nvSpPr>
            <p:spPr bwMode="auto">
              <a:xfrm flipV="1">
                <a:off x="3657" y="1738"/>
                <a:ext cx="58"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7" name="Line 92">
                <a:extLst>
                  <a:ext uri="{FF2B5EF4-FFF2-40B4-BE49-F238E27FC236}">
                    <a16:creationId xmlns:a16="http://schemas.microsoft.com/office/drawing/2014/main" id="{6E7389B8-8F6D-9F82-E4C5-18B516DE0D0F}"/>
                  </a:ext>
                </a:extLst>
              </p:cNvPr>
              <p:cNvSpPr>
                <a:spLocks noChangeShapeType="1"/>
              </p:cNvSpPr>
              <p:nvPr/>
            </p:nvSpPr>
            <p:spPr bwMode="auto">
              <a:xfrm flipV="1">
                <a:off x="3715" y="1734"/>
                <a:ext cx="118"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8" name="Line 93">
                <a:extLst>
                  <a:ext uri="{FF2B5EF4-FFF2-40B4-BE49-F238E27FC236}">
                    <a16:creationId xmlns:a16="http://schemas.microsoft.com/office/drawing/2014/main" id="{55694685-8E04-61EF-9BC7-FF14F09C22BE}"/>
                  </a:ext>
                </a:extLst>
              </p:cNvPr>
              <p:cNvSpPr>
                <a:spLocks noChangeShapeType="1"/>
              </p:cNvSpPr>
              <p:nvPr/>
            </p:nvSpPr>
            <p:spPr bwMode="auto">
              <a:xfrm>
                <a:off x="3833" y="1734"/>
                <a:ext cx="16"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39" name="Line 94">
                <a:extLst>
                  <a:ext uri="{FF2B5EF4-FFF2-40B4-BE49-F238E27FC236}">
                    <a16:creationId xmlns:a16="http://schemas.microsoft.com/office/drawing/2014/main" id="{AC601A4D-7617-DEB8-5DA5-3FA002CEBC28}"/>
                  </a:ext>
                </a:extLst>
              </p:cNvPr>
              <p:cNvSpPr>
                <a:spLocks noChangeShapeType="1"/>
              </p:cNvSpPr>
              <p:nvPr/>
            </p:nvSpPr>
            <p:spPr bwMode="auto">
              <a:xfrm>
                <a:off x="3849" y="1738"/>
                <a:ext cx="16" cy="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0" name="Line 95">
                <a:extLst>
                  <a:ext uri="{FF2B5EF4-FFF2-40B4-BE49-F238E27FC236}">
                    <a16:creationId xmlns:a16="http://schemas.microsoft.com/office/drawing/2014/main" id="{1335319B-26F4-E031-A8F8-7CCD74138252}"/>
                  </a:ext>
                </a:extLst>
              </p:cNvPr>
              <p:cNvSpPr>
                <a:spLocks noChangeShapeType="1"/>
              </p:cNvSpPr>
              <p:nvPr/>
            </p:nvSpPr>
            <p:spPr bwMode="auto">
              <a:xfrm>
                <a:off x="3865" y="1741"/>
                <a:ext cx="33"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1" name="Line 96">
                <a:extLst>
                  <a:ext uri="{FF2B5EF4-FFF2-40B4-BE49-F238E27FC236}">
                    <a16:creationId xmlns:a16="http://schemas.microsoft.com/office/drawing/2014/main" id="{A07B2DB7-F02E-14EF-EDEF-A2729FB6FC23}"/>
                  </a:ext>
                </a:extLst>
              </p:cNvPr>
              <p:cNvSpPr>
                <a:spLocks noChangeShapeType="1"/>
              </p:cNvSpPr>
              <p:nvPr/>
            </p:nvSpPr>
            <p:spPr bwMode="auto">
              <a:xfrm>
                <a:off x="3898" y="1751"/>
                <a:ext cx="33"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2" name="Line 97">
                <a:extLst>
                  <a:ext uri="{FF2B5EF4-FFF2-40B4-BE49-F238E27FC236}">
                    <a16:creationId xmlns:a16="http://schemas.microsoft.com/office/drawing/2014/main" id="{71890F13-6FB5-9C8C-1D3E-1B6EE4BF7B75}"/>
                  </a:ext>
                </a:extLst>
              </p:cNvPr>
              <p:cNvSpPr>
                <a:spLocks noChangeShapeType="1"/>
              </p:cNvSpPr>
              <p:nvPr/>
            </p:nvSpPr>
            <p:spPr bwMode="auto">
              <a:xfrm>
                <a:off x="3931" y="1760"/>
                <a:ext cx="16" cy="3"/>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3" name="Line 98">
                <a:extLst>
                  <a:ext uri="{FF2B5EF4-FFF2-40B4-BE49-F238E27FC236}">
                    <a16:creationId xmlns:a16="http://schemas.microsoft.com/office/drawing/2014/main" id="{B5FA9D29-213A-6744-7634-904C4F1DFF57}"/>
                  </a:ext>
                </a:extLst>
              </p:cNvPr>
              <p:cNvSpPr>
                <a:spLocks noChangeShapeType="1"/>
              </p:cNvSpPr>
              <p:nvPr/>
            </p:nvSpPr>
            <p:spPr bwMode="auto">
              <a:xfrm>
                <a:off x="3947" y="1763"/>
                <a:ext cx="15" cy="2"/>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4" name="Line 99">
                <a:extLst>
                  <a:ext uri="{FF2B5EF4-FFF2-40B4-BE49-F238E27FC236}">
                    <a16:creationId xmlns:a16="http://schemas.microsoft.com/office/drawing/2014/main" id="{E7858BF6-2A87-1752-B8FF-174DF2CCAA69}"/>
                  </a:ext>
                </a:extLst>
              </p:cNvPr>
              <p:cNvSpPr>
                <a:spLocks noChangeShapeType="1"/>
              </p:cNvSpPr>
              <p:nvPr/>
            </p:nvSpPr>
            <p:spPr bwMode="auto">
              <a:xfrm>
                <a:off x="3962" y="1765"/>
                <a:ext cx="83"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5" name="Line 100">
                <a:extLst>
                  <a:ext uri="{FF2B5EF4-FFF2-40B4-BE49-F238E27FC236}">
                    <a16:creationId xmlns:a16="http://schemas.microsoft.com/office/drawing/2014/main" id="{A24D8679-5F07-5551-206D-71C6A8251820}"/>
                  </a:ext>
                </a:extLst>
              </p:cNvPr>
              <p:cNvSpPr>
                <a:spLocks noChangeShapeType="1"/>
              </p:cNvSpPr>
              <p:nvPr/>
            </p:nvSpPr>
            <p:spPr bwMode="auto">
              <a:xfrm>
                <a:off x="4045" y="1770"/>
                <a:ext cx="60"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6" name="Line 101">
                <a:extLst>
                  <a:ext uri="{FF2B5EF4-FFF2-40B4-BE49-F238E27FC236}">
                    <a16:creationId xmlns:a16="http://schemas.microsoft.com/office/drawing/2014/main" id="{5B474811-42F8-BD4E-3714-203F1AB346F4}"/>
                  </a:ext>
                </a:extLst>
              </p:cNvPr>
              <p:cNvSpPr>
                <a:spLocks noChangeShapeType="1"/>
              </p:cNvSpPr>
              <p:nvPr/>
            </p:nvSpPr>
            <p:spPr bwMode="auto">
              <a:xfrm>
                <a:off x="4105" y="1775"/>
                <a:ext cx="66"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7" name="Line 102">
                <a:extLst>
                  <a:ext uri="{FF2B5EF4-FFF2-40B4-BE49-F238E27FC236}">
                    <a16:creationId xmlns:a16="http://schemas.microsoft.com/office/drawing/2014/main" id="{F0BF1DCF-C353-B3BE-D671-CF5CC82343C9}"/>
                  </a:ext>
                </a:extLst>
              </p:cNvPr>
              <p:cNvSpPr>
                <a:spLocks noChangeShapeType="1"/>
              </p:cNvSpPr>
              <p:nvPr/>
            </p:nvSpPr>
            <p:spPr bwMode="auto">
              <a:xfrm>
                <a:off x="4171" y="1779"/>
                <a:ext cx="2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8" name="Line 103">
                <a:extLst>
                  <a:ext uri="{FF2B5EF4-FFF2-40B4-BE49-F238E27FC236}">
                    <a16:creationId xmlns:a16="http://schemas.microsoft.com/office/drawing/2014/main" id="{100ED75E-2153-E26D-25C6-8F30A63D320E}"/>
                  </a:ext>
                </a:extLst>
              </p:cNvPr>
              <p:cNvSpPr>
                <a:spLocks noChangeShapeType="1"/>
              </p:cNvSpPr>
              <p:nvPr/>
            </p:nvSpPr>
            <p:spPr bwMode="auto">
              <a:xfrm flipV="1">
                <a:off x="4191" y="1777"/>
                <a:ext cx="21" cy="2"/>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49" name="Line 104">
                <a:extLst>
                  <a:ext uri="{FF2B5EF4-FFF2-40B4-BE49-F238E27FC236}">
                    <a16:creationId xmlns:a16="http://schemas.microsoft.com/office/drawing/2014/main" id="{47439F9F-D563-27D8-1E84-9D51281A5EFA}"/>
                  </a:ext>
                </a:extLst>
              </p:cNvPr>
              <p:cNvSpPr>
                <a:spLocks noChangeShapeType="1"/>
              </p:cNvSpPr>
              <p:nvPr/>
            </p:nvSpPr>
            <p:spPr bwMode="auto">
              <a:xfrm flipV="1">
                <a:off x="4212" y="1772"/>
                <a:ext cx="27"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0" name="Line 105">
                <a:extLst>
                  <a:ext uri="{FF2B5EF4-FFF2-40B4-BE49-F238E27FC236}">
                    <a16:creationId xmlns:a16="http://schemas.microsoft.com/office/drawing/2014/main" id="{CDE5AC1D-3846-49B5-8E31-F0F467F12A13}"/>
                  </a:ext>
                </a:extLst>
              </p:cNvPr>
              <p:cNvSpPr>
                <a:spLocks noChangeShapeType="1"/>
              </p:cNvSpPr>
              <p:nvPr/>
            </p:nvSpPr>
            <p:spPr bwMode="auto">
              <a:xfrm flipV="1">
                <a:off x="4239" y="1765"/>
                <a:ext cx="39"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1" name="Line 106">
                <a:extLst>
                  <a:ext uri="{FF2B5EF4-FFF2-40B4-BE49-F238E27FC236}">
                    <a16:creationId xmlns:a16="http://schemas.microsoft.com/office/drawing/2014/main" id="{0E0992E3-E499-13D1-E922-C684034413DF}"/>
                  </a:ext>
                </a:extLst>
              </p:cNvPr>
              <p:cNvSpPr>
                <a:spLocks noChangeShapeType="1"/>
              </p:cNvSpPr>
              <p:nvPr/>
            </p:nvSpPr>
            <p:spPr bwMode="auto">
              <a:xfrm flipV="1">
                <a:off x="4278" y="1762"/>
                <a:ext cx="230"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2" name="Line 107">
                <a:extLst>
                  <a:ext uri="{FF2B5EF4-FFF2-40B4-BE49-F238E27FC236}">
                    <a16:creationId xmlns:a16="http://schemas.microsoft.com/office/drawing/2014/main" id="{D10ECF68-DF41-9B97-1619-7DD9ECBF1FBC}"/>
                  </a:ext>
                </a:extLst>
              </p:cNvPr>
              <p:cNvSpPr>
                <a:spLocks noChangeShapeType="1"/>
              </p:cNvSpPr>
              <p:nvPr/>
            </p:nvSpPr>
            <p:spPr bwMode="auto">
              <a:xfrm flipV="1">
                <a:off x="4508" y="1760"/>
                <a:ext cx="116"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3" name="Line 108">
                <a:extLst>
                  <a:ext uri="{FF2B5EF4-FFF2-40B4-BE49-F238E27FC236}">
                    <a16:creationId xmlns:a16="http://schemas.microsoft.com/office/drawing/2014/main" id="{2382BF83-68A6-F4BD-EF41-D0CB0326FE87}"/>
                  </a:ext>
                </a:extLst>
              </p:cNvPr>
              <p:cNvSpPr>
                <a:spLocks noChangeShapeType="1"/>
              </p:cNvSpPr>
              <p:nvPr/>
            </p:nvSpPr>
            <p:spPr bwMode="auto">
              <a:xfrm flipV="1">
                <a:off x="4624" y="1757"/>
                <a:ext cx="115"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4" name="Line 109">
                <a:extLst>
                  <a:ext uri="{FF2B5EF4-FFF2-40B4-BE49-F238E27FC236}">
                    <a16:creationId xmlns:a16="http://schemas.microsoft.com/office/drawing/2014/main" id="{23F7F80C-35D2-047F-D141-AB16CC5030A5}"/>
                  </a:ext>
                </a:extLst>
              </p:cNvPr>
              <p:cNvSpPr>
                <a:spLocks noChangeShapeType="1"/>
              </p:cNvSpPr>
              <p:nvPr/>
            </p:nvSpPr>
            <p:spPr bwMode="auto">
              <a:xfrm flipV="1">
                <a:off x="4739" y="1756"/>
                <a:ext cx="22" cy="1"/>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5" name="Line 110">
                <a:extLst>
                  <a:ext uri="{FF2B5EF4-FFF2-40B4-BE49-F238E27FC236}">
                    <a16:creationId xmlns:a16="http://schemas.microsoft.com/office/drawing/2014/main" id="{3ED8A62C-3B07-9C66-26DB-4ABA0D9194C2}"/>
                  </a:ext>
                </a:extLst>
              </p:cNvPr>
              <p:cNvSpPr>
                <a:spLocks noChangeShapeType="1"/>
              </p:cNvSpPr>
              <p:nvPr/>
            </p:nvSpPr>
            <p:spPr bwMode="auto">
              <a:xfrm flipV="1">
                <a:off x="4761" y="1752"/>
                <a:ext cx="22" cy="4"/>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6" name="Line 111">
                <a:extLst>
                  <a:ext uri="{FF2B5EF4-FFF2-40B4-BE49-F238E27FC236}">
                    <a16:creationId xmlns:a16="http://schemas.microsoft.com/office/drawing/2014/main" id="{D47959C1-8C08-6DD7-DC77-8B88606B0A33}"/>
                  </a:ext>
                </a:extLst>
              </p:cNvPr>
              <p:cNvSpPr>
                <a:spLocks noChangeShapeType="1"/>
              </p:cNvSpPr>
              <p:nvPr/>
            </p:nvSpPr>
            <p:spPr bwMode="auto">
              <a:xfrm flipV="1">
                <a:off x="4783" y="1746"/>
                <a:ext cx="45" cy="6"/>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7" name="Line 112">
                <a:extLst>
                  <a:ext uri="{FF2B5EF4-FFF2-40B4-BE49-F238E27FC236}">
                    <a16:creationId xmlns:a16="http://schemas.microsoft.com/office/drawing/2014/main" id="{6C60C751-696A-628E-FF7B-D7BE6F16AC7A}"/>
                  </a:ext>
                </a:extLst>
              </p:cNvPr>
              <p:cNvSpPr>
                <a:spLocks noChangeShapeType="1"/>
              </p:cNvSpPr>
              <p:nvPr/>
            </p:nvSpPr>
            <p:spPr bwMode="auto">
              <a:xfrm flipV="1">
                <a:off x="4828" y="1744"/>
                <a:ext cx="22" cy="2"/>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8" name="Line 113">
                <a:extLst>
                  <a:ext uri="{FF2B5EF4-FFF2-40B4-BE49-F238E27FC236}">
                    <a16:creationId xmlns:a16="http://schemas.microsoft.com/office/drawing/2014/main" id="{F49B9868-980F-67BE-5E99-EDE2D11592A7}"/>
                  </a:ext>
                </a:extLst>
              </p:cNvPr>
              <p:cNvSpPr>
                <a:spLocks noChangeShapeType="1"/>
              </p:cNvSpPr>
              <p:nvPr/>
            </p:nvSpPr>
            <p:spPr bwMode="auto">
              <a:xfrm flipV="1">
                <a:off x="4850" y="1743"/>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59" name="Line 114">
                <a:extLst>
                  <a:ext uri="{FF2B5EF4-FFF2-40B4-BE49-F238E27FC236}">
                    <a16:creationId xmlns:a16="http://schemas.microsoft.com/office/drawing/2014/main" id="{799196F6-BB81-C8DB-940A-0630090655B0}"/>
                  </a:ext>
                </a:extLst>
              </p:cNvPr>
              <p:cNvSpPr>
                <a:spLocks noChangeShapeType="1"/>
              </p:cNvSpPr>
              <p:nvPr/>
            </p:nvSpPr>
            <p:spPr bwMode="auto">
              <a:xfrm>
                <a:off x="4872" y="1743"/>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0" name="Line 115">
                <a:extLst>
                  <a:ext uri="{FF2B5EF4-FFF2-40B4-BE49-F238E27FC236}">
                    <a16:creationId xmlns:a16="http://schemas.microsoft.com/office/drawing/2014/main" id="{82162DED-E855-5687-6BFF-C1CED64FB28E}"/>
                  </a:ext>
                </a:extLst>
              </p:cNvPr>
              <p:cNvSpPr>
                <a:spLocks noChangeShapeType="1"/>
              </p:cNvSpPr>
              <p:nvPr/>
            </p:nvSpPr>
            <p:spPr bwMode="auto">
              <a:xfrm>
                <a:off x="4894" y="1745"/>
                <a:ext cx="12" cy="1"/>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1" name="Line 116">
                <a:extLst>
                  <a:ext uri="{FF2B5EF4-FFF2-40B4-BE49-F238E27FC236}">
                    <a16:creationId xmlns:a16="http://schemas.microsoft.com/office/drawing/2014/main" id="{8520A9D8-E39E-AF2A-427E-103A33D6CE81}"/>
                  </a:ext>
                </a:extLst>
              </p:cNvPr>
              <p:cNvSpPr>
                <a:spLocks noChangeShapeType="1"/>
              </p:cNvSpPr>
              <p:nvPr/>
            </p:nvSpPr>
            <p:spPr bwMode="auto">
              <a:xfrm>
                <a:off x="4906" y="1746"/>
                <a:ext cx="11" cy="4"/>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2" name="Line 117">
                <a:extLst>
                  <a:ext uri="{FF2B5EF4-FFF2-40B4-BE49-F238E27FC236}">
                    <a16:creationId xmlns:a16="http://schemas.microsoft.com/office/drawing/2014/main" id="{D3D624B3-C3E8-FD12-4809-BD45421E68D6}"/>
                  </a:ext>
                </a:extLst>
              </p:cNvPr>
              <p:cNvSpPr>
                <a:spLocks noChangeShapeType="1"/>
              </p:cNvSpPr>
              <p:nvPr/>
            </p:nvSpPr>
            <p:spPr bwMode="auto">
              <a:xfrm>
                <a:off x="4917" y="1750"/>
                <a:ext cx="78"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3" name="Line 118">
                <a:extLst>
                  <a:ext uri="{FF2B5EF4-FFF2-40B4-BE49-F238E27FC236}">
                    <a16:creationId xmlns:a16="http://schemas.microsoft.com/office/drawing/2014/main" id="{CB255A4F-0D3E-4B6D-8193-0C429036905F}"/>
                  </a:ext>
                </a:extLst>
              </p:cNvPr>
              <p:cNvSpPr>
                <a:spLocks noChangeShapeType="1"/>
              </p:cNvSpPr>
              <p:nvPr/>
            </p:nvSpPr>
            <p:spPr bwMode="auto">
              <a:xfrm>
                <a:off x="4995" y="1760"/>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4" name="Line 119">
                <a:extLst>
                  <a:ext uri="{FF2B5EF4-FFF2-40B4-BE49-F238E27FC236}">
                    <a16:creationId xmlns:a16="http://schemas.microsoft.com/office/drawing/2014/main" id="{B77C3879-7804-4EF7-D256-0FE50CCE9096}"/>
                  </a:ext>
                </a:extLst>
              </p:cNvPr>
              <p:cNvSpPr>
                <a:spLocks noChangeShapeType="1"/>
              </p:cNvSpPr>
              <p:nvPr/>
            </p:nvSpPr>
            <p:spPr bwMode="auto">
              <a:xfrm>
                <a:off x="5057" y="1766"/>
                <a:ext cx="74"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5" name="Line 120">
                <a:extLst>
                  <a:ext uri="{FF2B5EF4-FFF2-40B4-BE49-F238E27FC236}">
                    <a16:creationId xmlns:a16="http://schemas.microsoft.com/office/drawing/2014/main" id="{8D556D6E-FB29-5BB9-42DD-167C40870BD8}"/>
                  </a:ext>
                </a:extLst>
              </p:cNvPr>
              <p:cNvSpPr>
                <a:spLocks noChangeShapeType="1"/>
              </p:cNvSpPr>
              <p:nvPr/>
            </p:nvSpPr>
            <p:spPr bwMode="auto">
              <a:xfrm>
                <a:off x="5131" y="1770"/>
                <a:ext cx="110" cy="3"/>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6" name="Line 121">
                <a:extLst>
                  <a:ext uri="{FF2B5EF4-FFF2-40B4-BE49-F238E27FC236}">
                    <a16:creationId xmlns:a16="http://schemas.microsoft.com/office/drawing/2014/main" id="{865946D5-E532-8B36-4DBD-02A4A6CA1493}"/>
                  </a:ext>
                </a:extLst>
              </p:cNvPr>
              <p:cNvSpPr>
                <a:spLocks noChangeShapeType="1"/>
              </p:cNvSpPr>
              <p:nvPr/>
            </p:nvSpPr>
            <p:spPr bwMode="auto">
              <a:xfrm flipV="1">
                <a:off x="5241" y="1765"/>
                <a:ext cx="17" cy="8"/>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7" name="Line 122">
                <a:extLst>
                  <a:ext uri="{FF2B5EF4-FFF2-40B4-BE49-F238E27FC236}">
                    <a16:creationId xmlns:a16="http://schemas.microsoft.com/office/drawing/2014/main" id="{169A3797-B1BC-DF23-7CE3-5489A2186335}"/>
                  </a:ext>
                </a:extLst>
              </p:cNvPr>
              <p:cNvSpPr>
                <a:spLocks noChangeShapeType="1"/>
              </p:cNvSpPr>
              <p:nvPr/>
            </p:nvSpPr>
            <p:spPr bwMode="auto">
              <a:xfrm flipV="1">
                <a:off x="5258" y="1760"/>
                <a:ext cx="16"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8" name="Line 123">
                <a:extLst>
                  <a:ext uri="{FF2B5EF4-FFF2-40B4-BE49-F238E27FC236}">
                    <a16:creationId xmlns:a16="http://schemas.microsoft.com/office/drawing/2014/main" id="{9BBD07A8-56A8-1EFD-098F-F79553169072}"/>
                  </a:ext>
                </a:extLst>
              </p:cNvPr>
              <p:cNvSpPr>
                <a:spLocks noChangeShapeType="1"/>
              </p:cNvSpPr>
              <p:nvPr/>
            </p:nvSpPr>
            <p:spPr bwMode="auto">
              <a:xfrm flipV="1">
                <a:off x="5274" y="1759"/>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69" name="Line 124">
                <a:extLst>
                  <a:ext uri="{FF2B5EF4-FFF2-40B4-BE49-F238E27FC236}">
                    <a16:creationId xmlns:a16="http://schemas.microsoft.com/office/drawing/2014/main" id="{8F31A717-6C10-B079-D631-48FD90428197}"/>
                  </a:ext>
                </a:extLst>
              </p:cNvPr>
              <p:cNvSpPr>
                <a:spLocks noChangeShapeType="1"/>
              </p:cNvSpPr>
              <p:nvPr/>
            </p:nvSpPr>
            <p:spPr bwMode="auto">
              <a:xfrm flipV="1">
                <a:off x="5282" y="1757"/>
                <a:ext cx="7" cy="2"/>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0" name="Line 125">
                <a:extLst>
                  <a:ext uri="{FF2B5EF4-FFF2-40B4-BE49-F238E27FC236}">
                    <a16:creationId xmlns:a16="http://schemas.microsoft.com/office/drawing/2014/main" id="{9623CC05-E8CD-0B8B-C37F-4484FE1C6D1D}"/>
                  </a:ext>
                </a:extLst>
              </p:cNvPr>
              <p:cNvSpPr>
                <a:spLocks noChangeShapeType="1"/>
              </p:cNvSpPr>
              <p:nvPr/>
            </p:nvSpPr>
            <p:spPr bwMode="auto">
              <a:xfrm>
                <a:off x="5289" y="1757"/>
                <a:ext cx="3"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1" name="Line 126">
                <a:extLst>
                  <a:ext uri="{FF2B5EF4-FFF2-40B4-BE49-F238E27FC236}">
                    <a16:creationId xmlns:a16="http://schemas.microsoft.com/office/drawing/2014/main" id="{211A4909-2A99-34B9-CBF2-30514608194F}"/>
                  </a:ext>
                </a:extLst>
              </p:cNvPr>
              <p:cNvSpPr>
                <a:spLocks noChangeShapeType="1"/>
              </p:cNvSpPr>
              <p:nvPr/>
            </p:nvSpPr>
            <p:spPr bwMode="auto">
              <a:xfrm>
                <a:off x="5292" y="1757"/>
                <a:ext cx="3" cy="2"/>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2" name="Line 127">
                <a:extLst>
                  <a:ext uri="{FF2B5EF4-FFF2-40B4-BE49-F238E27FC236}">
                    <a16:creationId xmlns:a16="http://schemas.microsoft.com/office/drawing/2014/main" id="{65FF33DE-0459-1403-C6D6-9E5CDF4756AD}"/>
                  </a:ext>
                </a:extLst>
              </p:cNvPr>
              <p:cNvSpPr>
                <a:spLocks noChangeShapeType="1"/>
              </p:cNvSpPr>
              <p:nvPr/>
            </p:nvSpPr>
            <p:spPr bwMode="auto">
              <a:xfrm>
                <a:off x="5295" y="1759"/>
                <a:ext cx="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3" name="Line 128">
                <a:extLst>
                  <a:ext uri="{FF2B5EF4-FFF2-40B4-BE49-F238E27FC236}">
                    <a16:creationId xmlns:a16="http://schemas.microsoft.com/office/drawing/2014/main" id="{24CA5A4E-E7A3-2CAC-3108-865241123086}"/>
                  </a:ext>
                </a:extLst>
              </p:cNvPr>
              <p:cNvSpPr>
                <a:spLocks noChangeShapeType="1"/>
              </p:cNvSpPr>
              <p:nvPr/>
            </p:nvSpPr>
            <p:spPr bwMode="auto">
              <a:xfrm>
                <a:off x="5302" y="1763"/>
                <a:ext cx="5"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4" name="Line 129">
                <a:extLst>
                  <a:ext uri="{FF2B5EF4-FFF2-40B4-BE49-F238E27FC236}">
                    <a16:creationId xmlns:a16="http://schemas.microsoft.com/office/drawing/2014/main" id="{F76033E5-49DB-0B64-A814-9253B6C2C357}"/>
                  </a:ext>
                </a:extLst>
              </p:cNvPr>
              <p:cNvSpPr>
                <a:spLocks noChangeShapeType="1"/>
              </p:cNvSpPr>
              <p:nvPr/>
            </p:nvSpPr>
            <p:spPr bwMode="auto">
              <a:xfrm>
                <a:off x="5307" y="1768"/>
                <a:ext cx="6"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5" name="Line 130">
                <a:extLst>
                  <a:ext uri="{FF2B5EF4-FFF2-40B4-BE49-F238E27FC236}">
                    <a16:creationId xmlns:a16="http://schemas.microsoft.com/office/drawing/2014/main" id="{8840EDB5-2170-C471-92DE-FF459653725D}"/>
                  </a:ext>
                </a:extLst>
              </p:cNvPr>
              <p:cNvSpPr>
                <a:spLocks noChangeShapeType="1"/>
              </p:cNvSpPr>
              <p:nvPr/>
            </p:nvSpPr>
            <p:spPr bwMode="auto">
              <a:xfrm flipV="1">
                <a:off x="5313" y="1688"/>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6" name="Line 131">
                <a:extLst>
                  <a:ext uri="{FF2B5EF4-FFF2-40B4-BE49-F238E27FC236}">
                    <a16:creationId xmlns:a16="http://schemas.microsoft.com/office/drawing/2014/main" id="{B6BA90DA-3F09-8116-136E-1B59DBD728D6}"/>
                  </a:ext>
                </a:extLst>
              </p:cNvPr>
              <p:cNvSpPr>
                <a:spLocks noChangeShapeType="1"/>
              </p:cNvSpPr>
              <p:nvPr/>
            </p:nvSpPr>
            <p:spPr bwMode="auto">
              <a:xfrm flipH="1" flipV="1">
                <a:off x="5316" y="1670"/>
                <a:ext cx="5" cy="18"/>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7" name="Line 132">
                <a:extLst>
                  <a:ext uri="{FF2B5EF4-FFF2-40B4-BE49-F238E27FC236}">
                    <a16:creationId xmlns:a16="http://schemas.microsoft.com/office/drawing/2014/main" id="{F6C0664A-D2C6-38A9-7BBB-D29B88CE08EF}"/>
                  </a:ext>
                </a:extLst>
              </p:cNvPr>
              <p:cNvSpPr>
                <a:spLocks noChangeShapeType="1"/>
              </p:cNvSpPr>
              <p:nvPr/>
            </p:nvSpPr>
            <p:spPr bwMode="auto">
              <a:xfrm flipH="1" flipV="1">
                <a:off x="5311" y="1651"/>
                <a:ext cx="5" cy="19"/>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8" name="Line 133">
                <a:extLst>
                  <a:ext uri="{FF2B5EF4-FFF2-40B4-BE49-F238E27FC236}">
                    <a16:creationId xmlns:a16="http://schemas.microsoft.com/office/drawing/2014/main" id="{9B2ADF57-C20F-328A-9B97-E2EFA408E969}"/>
                  </a:ext>
                </a:extLst>
              </p:cNvPr>
              <p:cNvSpPr>
                <a:spLocks noChangeShapeType="1"/>
              </p:cNvSpPr>
              <p:nvPr/>
            </p:nvSpPr>
            <p:spPr bwMode="auto">
              <a:xfrm flipH="1" flipV="1">
                <a:off x="5307" y="1632"/>
                <a:ext cx="4" cy="1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79" name="Line 134">
                <a:extLst>
                  <a:ext uri="{FF2B5EF4-FFF2-40B4-BE49-F238E27FC236}">
                    <a16:creationId xmlns:a16="http://schemas.microsoft.com/office/drawing/2014/main" id="{9DDF7B5C-018C-A7F4-D4C0-21DAF026952F}"/>
                  </a:ext>
                </a:extLst>
              </p:cNvPr>
              <p:cNvSpPr>
                <a:spLocks noChangeShapeType="1"/>
              </p:cNvSpPr>
              <p:nvPr/>
            </p:nvSpPr>
            <p:spPr bwMode="auto">
              <a:xfrm flipH="1" flipV="1">
                <a:off x="5304" y="1612"/>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0" name="Line 135">
                <a:extLst>
                  <a:ext uri="{FF2B5EF4-FFF2-40B4-BE49-F238E27FC236}">
                    <a16:creationId xmlns:a16="http://schemas.microsoft.com/office/drawing/2014/main" id="{026855AB-1EDA-0C72-2D63-2DC987654DBC}"/>
                  </a:ext>
                </a:extLst>
              </p:cNvPr>
              <p:cNvSpPr>
                <a:spLocks noChangeShapeType="1"/>
              </p:cNvSpPr>
              <p:nvPr/>
            </p:nvSpPr>
            <p:spPr bwMode="auto">
              <a:xfrm flipH="1" flipV="1">
                <a:off x="5302" y="1572"/>
                <a:ext cx="2"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1" name="Line 136">
                <a:extLst>
                  <a:ext uri="{FF2B5EF4-FFF2-40B4-BE49-F238E27FC236}">
                    <a16:creationId xmlns:a16="http://schemas.microsoft.com/office/drawing/2014/main" id="{1BFA7D39-4F6D-2AFE-BFE8-B2D3B4293326}"/>
                  </a:ext>
                </a:extLst>
              </p:cNvPr>
              <p:cNvSpPr>
                <a:spLocks noChangeShapeType="1"/>
              </p:cNvSpPr>
              <p:nvPr/>
            </p:nvSpPr>
            <p:spPr bwMode="auto">
              <a:xfrm flipV="1">
                <a:off x="5302" y="1532"/>
                <a:ext cx="1"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2" name="Line 137">
                <a:extLst>
                  <a:ext uri="{FF2B5EF4-FFF2-40B4-BE49-F238E27FC236}">
                    <a16:creationId xmlns:a16="http://schemas.microsoft.com/office/drawing/2014/main" id="{2FE3DDE1-245A-CA08-7B4E-C3F62DE6A2F8}"/>
                  </a:ext>
                </a:extLst>
              </p:cNvPr>
              <p:cNvSpPr>
                <a:spLocks noChangeShapeType="1"/>
              </p:cNvSpPr>
              <p:nvPr/>
            </p:nvSpPr>
            <p:spPr bwMode="auto">
              <a:xfrm flipV="1">
                <a:off x="5302" y="1491"/>
                <a:ext cx="2"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3" name="Line 138">
                <a:extLst>
                  <a:ext uri="{FF2B5EF4-FFF2-40B4-BE49-F238E27FC236}">
                    <a16:creationId xmlns:a16="http://schemas.microsoft.com/office/drawing/2014/main" id="{811ADFDD-E99E-F22A-E7B6-33D8945D4E10}"/>
                  </a:ext>
                </a:extLst>
              </p:cNvPr>
              <p:cNvSpPr>
                <a:spLocks noChangeShapeType="1"/>
              </p:cNvSpPr>
              <p:nvPr/>
            </p:nvSpPr>
            <p:spPr bwMode="auto">
              <a:xfrm flipV="1">
                <a:off x="5304" y="1452"/>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4" name="Line 139">
                <a:extLst>
                  <a:ext uri="{FF2B5EF4-FFF2-40B4-BE49-F238E27FC236}">
                    <a16:creationId xmlns:a16="http://schemas.microsoft.com/office/drawing/2014/main" id="{71C51209-E0FA-F315-0CA5-F62683332598}"/>
                  </a:ext>
                </a:extLst>
              </p:cNvPr>
              <p:cNvSpPr>
                <a:spLocks noChangeShapeType="1"/>
              </p:cNvSpPr>
              <p:nvPr/>
            </p:nvSpPr>
            <p:spPr bwMode="auto">
              <a:xfrm flipV="1">
                <a:off x="5307" y="1373"/>
                <a:ext cx="6"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5" name="Line 140">
                <a:extLst>
                  <a:ext uri="{FF2B5EF4-FFF2-40B4-BE49-F238E27FC236}">
                    <a16:creationId xmlns:a16="http://schemas.microsoft.com/office/drawing/2014/main" id="{8E917C54-948D-74D9-78A6-D494C1D7985D}"/>
                  </a:ext>
                </a:extLst>
              </p:cNvPr>
              <p:cNvSpPr>
                <a:spLocks noChangeShapeType="1"/>
              </p:cNvSpPr>
              <p:nvPr/>
            </p:nvSpPr>
            <p:spPr bwMode="auto">
              <a:xfrm flipH="1">
                <a:off x="3332" y="1373"/>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6" name="Freeform 141">
                <a:extLst>
                  <a:ext uri="{FF2B5EF4-FFF2-40B4-BE49-F238E27FC236}">
                    <a16:creationId xmlns:a16="http://schemas.microsoft.com/office/drawing/2014/main" id="{414C7CCA-D88E-0FCB-2E14-07C2829750FF}"/>
                  </a:ext>
                </a:extLst>
              </p:cNvPr>
              <p:cNvSpPr>
                <a:spLocks/>
              </p:cNvSpPr>
              <p:nvPr/>
            </p:nvSpPr>
            <p:spPr bwMode="auto">
              <a:xfrm>
                <a:off x="3191" y="1365"/>
                <a:ext cx="146" cy="132"/>
              </a:xfrm>
              <a:custGeom>
                <a:avLst/>
                <a:gdLst>
                  <a:gd name="T0" fmla="*/ 9 w 146"/>
                  <a:gd name="T1" fmla="*/ 131 h 132"/>
                  <a:gd name="T2" fmla="*/ 0 w 146"/>
                  <a:gd name="T3" fmla="*/ 132 h 132"/>
                  <a:gd name="T4" fmla="*/ 137 w 146"/>
                  <a:gd name="T5" fmla="*/ 2 h 132"/>
                  <a:gd name="T6" fmla="*/ 146 w 146"/>
                  <a:gd name="T7" fmla="*/ 0 h 132"/>
                  <a:gd name="T8" fmla="*/ 9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1"/>
                    </a:moveTo>
                    <a:lnTo>
                      <a:pt x="0" y="132"/>
                    </a:lnTo>
                    <a:lnTo>
                      <a:pt x="137" y="2"/>
                    </a:lnTo>
                    <a:lnTo>
                      <a:pt x="146" y="0"/>
                    </a:lnTo>
                    <a:lnTo>
                      <a:pt x="9"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87" name="Line 142">
                <a:extLst>
                  <a:ext uri="{FF2B5EF4-FFF2-40B4-BE49-F238E27FC236}">
                    <a16:creationId xmlns:a16="http://schemas.microsoft.com/office/drawing/2014/main" id="{0A8F9227-05F2-65FD-284B-9A2801FD3059}"/>
                  </a:ext>
                </a:extLst>
              </p:cNvPr>
              <p:cNvSpPr>
                <a:spLocks noChangeShapeType="1"/>
              </p:cNvSpPr>
              <p:nvPr/>
            </p:nvSpPr>
            <p:spPr bwMode="auto">
              <a:xfrm flipV="1">
                <a:off x="3200" y="1365"/>
                <a:ext cx="137"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88" name="Freeform 143">
                <a:extLst>
                  <a:ext uri="{FF2B5EF4-FFF2-40B4-BE49-F238E27FC236}">
                    <a16:creationId xmlns:a16="http://schemas.microsoft.com/office/drawing/2014/main" id="{7368435D-767C-CCBF-86F2-B3FF46B8DD73}"/>
                  </a:ext>
                </a:extLst>
              </p:cNvPr>
              <p:cNvSpPr>
                <a:spLocks/>
              </p:cNvSpPr>
              <p:nvPr/>
            </p:nvSpPr>
            <p:spPr bwMode="auto">
              <a:xfrm>
                <a:off x="3196" y="1365"/>
                <a:ext cx="141" cy="132"/>
              </a:xfrm>
              <a:custGeom>
                <a:avLst/>
                <a:gdLst>
                  <a:gd name="T0" fmla="*/ 4 w 141"/>
                  <a:gd name="T1" fmla="*/ 131 h 132"/>
                  <a:gd name="T2" fmla="*/ 0 w 141"/>
                  <a:gd name="T3" fmla="*/ 132 h 132"/>
                  <a:gd name="T4" fmla="*/ 138 w 141"/>
                  <a:gd name="T5" fmla="*/ 2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8" y="2"/>
                    </a:lnTo>
                    <a:lnTo>
                      <a:pt x="141" y="0"/>
                    </a:lnTo>
                    <a:lnTo>
                      <a:pt x="4"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89" name="Freeform 144">
                <a:extLst>
                  <a:ext uri="{FF2B5EF4-FFF2-40B4-BE49-F238E27FC236}">
                    <a16:creationId xmlns:a16="http://schemas.microsoft.com/office/drawing/2014/main" id="{08A8053F-6256-2110-6DB6-322CE0455B37}"/>
                  </a:ext>
                </a:extLst>
              </p:cNvPr>
              <p:cNvSpPr>
                <a:spLocks/>
              </p:cNvSpPr>
              <p:nvPr/>
            </p:nvSpPr>
            <p:spPr bwMode="auto">
              <a:xfrm>
                <a:off x="3191" y="1367"/>
                <a:ext cx="143" cy="130"/>
              </a:xfrm>
              <a:custGeom>
                <a:avLst/>
                <a:gdLst>
                  <a:gd name="T0" fmla="*/ 5 w 143"/>
                  <a:gd name="T1" fmla="*/ 130 h 130"/>
                  <a:gd name="T2" fmla="*/ 0 w 143"/>
                  <a:gd name="T3" fmla="*/ 130 h 130"/>
                  <a:gd name="T4" fmla="*/ 137 w 143"/>
                  <a:gd name="T5" fmla="*/ 0 h 130"/>
                  <a:gd name="T6" fmla="*/ 143 w 143"/>
                  <a:gd name="T7" fmla="*/ 0 h 130"/>
                  <a:gd name="T8" fmla="*/ 5 w 143"/>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0">
                    <a:moveTo>
                      <a:pt x="5" y="130"/>
                    </a:moveTo>
                    <a:lnTo>
                      <a:pt x="0" y="130"/>
                    </a:lnTo>
                    <a:lnTo>
                      <a:pt x="137" y="0"/>
                    </a:lnTo>
                    <a:lnTo>
                      <a:pt x="143" y="0"/>
                    </a:lnTo>
                    <a:lnTo>
                      <a:pt x="5"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0" name="Freeform 145">
                <a:extLst>
                  <a:ext uri="{FF2B5EF4-FFF2-40B4-BE49-F238E27FC236}">
                    <a16:creationId xmlns:a16="http://schemas.microsoft.com/office/drawing/2014/main" id="{42187887-96D2-0AD2-FC33-629BB8478A59}"/>
                  </a:ext>
                </a:extLst>
              </p:cNvPr>
              <p:cNvSpPr>
                <a:spLocks/>
              </p:cNvSpPr>
              <p:nvPr/>
            </p:nvSpPr>
            <p:spPr bwMode="auto">
              <a:xfrm>
                <a:off x="3182" y="1367"/>
                <a:ext cx="146" cy="130"/>
              </a:xfrm>
              <a:custGeom>
                <a:avLst/>
                <a:gdLst>
                  <a:gd name="T0" fmla="*/ 9 w 146"/>
                  <a:gd name="T1" fmla="*/ 130 h 130"/>
                  <a:gd name="T2" fmla="*/ 0 w 146"/>
                  <a:gd name="T3" fmla="*/ 130 h 130"/>
                  <a:gd name="T4" fmla="*/ 137 w 146"/>
                  <a:gd name="T5" fmla="*/ 0 h 130"/>
                  <a:gd name="T6" fmla="*/ 146 w 146"/>
                  <a:gd name="T7" fmla="*/ 0 h 130"/>
                  <a:gd name="T8" fmla="*/ 9 w 146"/>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0">
                    <a:moveTo>
                      <a:pt x="9" y="130"/>
                    </a:moveTo>
                    <a:lnTo>
                      <a:pt x="0" y="130"/>
                    </a:lnTo>
                    <a:lnTo>
                      <a:pt x="137" y="0"/>
                    </a:lnTo>
                    <a:lnTo>
                      <a:pt x="146" y="0"/>
                    </a:lnTo>
                    <a:lnTo>
                      <a:pt x="9"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1" name="Line 146">
                <a:extLst>
                  <a:ext uri="{FF2B5EF4-FFF2-40B4-BE49-F238E27FC236}">
                    <a16:creationId xmlns:a16="http://schemas.microsoft.com/office/drawing/2014/main" id="{CB3712D8-7BB8-0715-C42E-4CA2DCE6FBB6}"/>
                  </a:ext>
                </a:extLst>
              </p:cNvPr>
              <p:cNvSpPr>
                <a:spLocks noChangeShapeType="1"/>
              </p:cNvSpPr>
              <p:nvPr/>
            </p:nvSpPr>
            <p:spPr bwMode="auto">
              <a:xfrm flipV="1">
                <a:off x="3191" y="1367"/>
                <a:ext cx="137" cy="130"/>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92" name="Freeform 147">
                <a:extLst>
                  <a:ext uri="{FF2B5EF4-FFF2-40B4-BE49-F238E27FC236}">
                    <a16:creationId xmlns:a16="http://schemas.microsoft.com/office/drawing/2014/main" id="{4BC40CAA-B5F0-9F2C-FA25-7AB3680AF617}"/>
                  </a:ext>
                </a:extLst>
              </p:cNvPr>
              <p:cNvSpPr>
                <a:spLocks/>
              </p:cNvSpPr>
              <p:nvPr/>
            </p:nvSpPr>
            <p:spPr bwMode="auto">
              <a:xfrm>
                <a:off x="3189" y="1367"/>
                <a:ext cx="139" cy="130"/>
              </a:xfrm>
              <a:custGeom>
                <a:avLst/>
                <a:gdLst>
                  <a:gd name="T0" fmla="*/ 2 w 139"/>
                  <a:gd name="T1" fmla="*/ 130 h 130"/>
                  <a:gd name="T2" fmla="*/ 0 w 139"/>
                  <a:gd name="T3" fmla="*/ 130 h 130"/>
                  <a:gd name="T4" fmla="*/ 137 w 139"/>
                  <a:gd name="T5" fmla="*/ 0 h 130"/>
                  <a:gd name="T6" fmla="*/ 139 w 139"/>
                  <a:gd name="T7" fmla="*/ 0 h 130"/>
                  <a:gd name="T8" fmla="*/ 2 w 139"/>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0">
                    <a:moveTo>
                      <a:pt x="2" y="130"/>
                    </a:moveTo>
                    <a:lnTo>
                      <a:pt x="0" y="130"/>
                    </a:lnTo>
                    <a:lnTo>
                      <a:pt x="137" y="0"/>
                    </a:lnTo>
                    <a:lnTo>
                      <a:pt x="139" y="0"/>
                    </a:lnTo>
                    <a:lnTo>
                      <a:pt x="2"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3" name="Freeform 148">
                <a:extLst>
                  <a:ext uri="{FF2B5EF4-FFF2-40B4-BE49-F238E27FC236}">
                    <a16:creationId xmlns:a16="http://schemas.microsoft.com/office/drawing/2014/main" id="{8F003FD3-0DF1-6E7B-25DD-35E24C63895E}"/>
                  </a:ext>
                </a:extLst>
              </p:cNvPr>
              <p:cNvSpPr>
                <a:spLocks/>
              </p:cNvSpPr>
              <p:nvPr/>
            </p:nvSpPr>
            <p:spPr bwMode="auto">
              <a:xfrm>
                <a:off x="3185" y="1367"/>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4" name="Freeform 149">
                <a:extLst>
                  <a:ext uri="{FF2B5EF4-FFF2-40B4-BE49-F238E27FC236}">
                    <a16:creationId xmlns:a16="http://schemas.microsoft.com/office/drawing/2014/main" id="{7B2BE184-32A9-3E71-2698-D93D8A205FFC}"/>
                  </a:ext>
                </a:extLst>
              </p:cNvPr>
              <p:cNvSpPr>
                <a:spLocks/>
              </p:cNvSpPr>
              <p:nvPr/>
            </p:nvSpPr>
            <p:spPr bwMode="auto">
              <a:xfrm>
                <a:off x="3182" y="1367"/>
                <a:ext cx="140" cy="130"/>
              </a:xfrm>
              <a:custGeom>
                <a:avLst/>
                <a:gdLst>
                  <a:gd name="T0" fmla="*/ 3 w 140"/>
                  <a:gd name="T1" fmla="*/ 130 h 130"/>
                  <a:gd name="T2" fmla="*/ 0 w 140"/>
                  <a:gd name="T3" fmla="*/ 130 h 130"/>
                  <a:gd name="T4" fmla="*/ 137 w 140"/>
                  <a:gd name="T5" fmla="*/ 0 h 130"/>
                  <a:gd name="T6" fmla="*/ 140 w 140"/>
                  <a:gd name="T7" fmla="*/ 0 h 130"/>
                  <a:gd name="T8" fmla="*/ 3 w 140"/>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0">
                    <a:moveTo>
                      <a:pt x="3" y="130"/>
                    </a:moveTo>
                    <a:lnTo>
                      <a:pt x="0" y="130"/>
                    </a:lnTo>
                    <a:lnTo>
                      <a:pt x="137" y="0"/>
                    </a:lnTo>
                    <a:lnTo>
                      <a:pt x="140" y="0"/>
                    </a:lnTo>
                    <a:lnTo>
                      <a:pt x="3"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5" name="Freeform 150">
                <a:extLst>
                  <a:ext uri="{FF2B5EF4-FFF2-40B4-BE49-F238E27FC236}">
                    <a16:creationId xmlns:a16="http://schemas.microsoft.com/office/drawing/2014/main" id="{6D82EA07-18C6-1453-C7E0-F4899DB8D553}"/>
                  </a:ext>
                </a:extLst>
              </p:cNvPr>
              <p:cNvSpPr>
                <a:spLocks/>
              </p:cNvSpPr>
              <p:nvPr/>
            </p:nvSpPr>
            <p:spPr bwMode="auto">
              <a:xfrm>
                <a:off x="3174" y="1367"/>
                <a:ext cx="145" cy="132"/>
              </a:xfrm>
              <a:custGeom>
                <a:avLst/>
                <a:gdLst>
                  <a:gd name="T0" fmla="*/ 8 w 145"/>
                  <a:gd name="T1" fmla="*/ 130 h 132"/>
                  <a:gd name="T2" fmla="*/ 0 w 145"/>
                  <a:gd name="T3" fmla="*/ 132 h 132"/>
                  <a:gd name="T4" fmla="*/ 138 w 145"/>
                  <a:gd name="T5" fmla="*/ 1 h 132"/>
                  <a:gd name="T6" fmla="*/ 145 w 145"/>
                  <a:gd name="T7" fmla="*/ 0 h 132"/>
                  <a:gd name="T8" fmla="*/ 8 w 145"/>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8" y="130"/>
                    </a:moveTo>
                    <a:lnTo>
                      <a:pt x="0" y="132"/>
                    </a:lnTo>
                    <a:lnTo>
                      <a:pt x="138" y="1"/>
                    </a:lnTo>
                    <a:lnTo>
                      <a:pt x="145" y="0"/>
                    </a:lnTo>
                    <a:lnTo>
                      <a:pt x="8"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6" name="Line 151">
                <a:extLst>
                  <a:ext uri="{FF2B5EF4-FFF2-40B4-BE49-F238E27FC236}">
                    <a16:creationId xmlns:a16="http://schemas.microsoft.com/office/drawing/2014/main" id="{B51EF0E4-93A9-225F-9B4B-A3346CBAD83C}"/>
                  </a:ext>
                </a:extLst>
              </p:cNvPr>
              <p:cNvSpPr>
                <a:spLocks noChangeShapeType="1"/>
              </p:cNvSpPr>
              <p:nvPr/>
            </p:nvSpPr>
            <p:spPr bwMode="auto">
              <a:xfrm flipV="1">
                <a:off x="3182" y="1367"/>
                <a:ext cx="137" cy="130"/>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397" name="Freeform 152">
                <a:extLst>
                  <a:ext uri="{FF2B5EF4-FFF2-40B4-BE49-F238E27FC236}">
                    <a16:creationId xmlns:a16="http://schemas.microsoft.com/office/drawing/2014/main" id="{54BCAF68-01C4-118C-151B-DBA09B8E1AC2}"/>
                  </a:ext>
                </a:extLst>
              </p:cNvPr>
              <p:cNvSpPr>
                <a:spLocks/>
              </p:cNvSpPr>
              <p:nvPr/>
            </p:nvSpPr>
            <p:spPr bwMode="auto">
              <a:xfrm>
                <a:off x="3178" y="1367"/>
                <a:ext cx="141" cy="132"/>
              </a:xfrm>
              <a:custGeom>
                <a:avLst/>
                <a:gdLst>
                  <a:gd name="T0" fmla="*/ 4 w 141"/>
                  <a:gd name="T1" fmla="*/ 130 h 132"/>
                  <a:gd name="T2" fmla="*/ 0 w 141"/>
                  <a:gd name="T3" fmla="*/ 132 h 132"/>
                  <a:gd name="T4" fmla="*/ 137 w 141"/>
                  <a:gd name="T5" fmla="*/ 1 h 132"/>
                  <a:gd name="T6" fmla="*/ 141 w 141"/>
                  <a:gd name="T7" fmla="*/ 0 h 132"/>
                  <a:gd name="T8" fmla="*/ 4 w 141"/>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0"/>
                    </a:moveTo>
                    <a:lnTo>
                      <a:pt x="0" y="132"/>
                    </a:lnTo>
                    <a:lnTo>
                      <a:pt x="137" y="1"/>
                    </a:lnTo>
                    <a:lnTo>
                      <a:pt x="141" y="0"/>
                    </a:lnTo>
                    <a:lnTo>
                      <a:pt x="4"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8" name="Freeform 153">
                <a:extLst>
                  <a:ext uri="{FF2B5EF4-FFF2-40B4-BE49-F238E27FC236}">
                    <a16:creationId xmlns:a16="http://schemas.microsoft.com/office/drawing/2014/main" id="{F2582944-2576-78B1-904C-2F426245890E}"/>
                  </a:ext>
                </a:extLst>
              </p:cNvPr>
              <p:cNvSpPr>
                <a:spLocks/>
              </p:cNvSpPr>
              <p:nvPr/>
            </p:nvSpPr>
            <p:spPr bwMode="auto">
              <a:xfrm>
                <a:off x="3174" y="1368"/>
                <a:ext cx="141" cy="131"/>
              </a:xfrm>
              <a:custGeom>
                <a:avLst/>
                <a:gdLst>
                  <a:gd name="T0" fmla="*/ 4 w 141"/>
                  <a:gd name="T1" fmla="*/ 131 h 131"/>
                  <a:gd name="T2" fmla="*/ 0 w 141"/>
                  <a:gd name="T3" fmla="*/ 131 h 131"/>
                  <a:gd name="T4" fmla="*/ 138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8" y="0"/>
                    </a:lnTo>
                    <a:lnTo>
                      <a:pt x="141" y="0"/>
                    </a:lnTo>
                    <a:lnTo>
                      <a:pt x="4"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399" name="Freeform 154">
                <a:extLst>
                  <a:ext uri="{FF2B5EF4-FFF2-40B4-BE49-F238E27FC236}">
                    <a16:creationId xmlns:a16="http://schemas.microsoft.com/office/drawing/2014/main" id="{DA5D8FC1-2003-7E23-74A1-0010449C6ECA}"/>
                  </a:ext>
                </a:extLst>
              </p:cNvPr>
              <p:cNvSpPr>
                <a:spLocks/>
              </p:cNvSpPr>
              <p:nvPr/>
            </p:nvSpPr>
            <p:spPr bwMode="auto">
              <a:xfrm>
                <a:off x="3171" y="1368"/>
                <a:ext cx="141" cy="133"/>
              </a:xfrm>
              <a:custGeom>
                <a:avLst/>
                <a:gdLst>
                  <a:gd name="T0" fmla="*/ 3 w 141"/>
                  <a:gd name="T1" fmla="*/ 131 h 133"/>
                  <a:gd name="T2" fmla="*/ 0 w 141"/>
                  <a:gd name="T3" fmla="*/ 133 h 133"/>
                  <a:gd name="T4" fmla="*/ 137 w 141"/>
                  <a:gd name="T5" fmla="*/ 2 h 133"/>
                  <a:gd name="T6" fmla="*/ 141 w 141"/>
                  <a:gd name="T7" fmla="*/ 0 h 133"/>
                  <a:gd name="T8" fmla="*/ 3 w 141"/>
                  <a:gd name="T9" fmla="*/ 131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3">
                    <a:moveTo>
                      <a:pt x="3" y="131"/>
                    </a:moveTo>
                    <a:lnTo>
                      <a:pt x="0" y="133"/>
                    </a:lnTo>
                    <a:lnTo>
                      <a:pt x="137" y="2"/>
                    </a:lnTo>
                    <a:lnTo>
                      <a:pt x="141" y="0"/>
                    </a:lnTo>
                    <a:lnTo>
                      <a:pt x="3" y="131"/>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00" name="Line 155">
                <a:extLst>
                  <a:ext uri="{FF2B5EF4-FFF2-40B4-BE49-F238E27FC236}">
                    <a16:creationId xmlns:a16="http://schemas.microsoft.com/office/drawing/2014/main" id="{295506CA-F3B6-8353-4AD1-ECFB06DD2ECB}"/>
                  </a:ext>
                </a:extLst>
              </p:cNvPr>
              <p:cNvSpPr>
                <a:spLocks noChangeShapeType="1"/>
              </p:cNvSpPr>
              <p:nvPr/>
            </p:nvSpPr>
            <p:spPr bwMode="auto">
              <a:xfrm flipV="1">
                <a:off x="3174" y="1368"/>
                <a:ext cx="138" cy="131"/>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01" name="Freeform 156">
                <a:extLst>
                  <a:ext uri="{FF2B5EF4-FFF2-40B4-BE49-F238E27FC236}">
                    <a16:creationId xmlns:a16="http://schemas.microsoft.com/office/drawing/2014/main" id="{69E10A20-34DD-E41E-739F-3DC5F493BAED}"/>
                  </a:ext>
                </a:extLst>
              </p:cNvPr>
              <p:cNvSpPr>
                <a:spLocks/>
              </p:cNvSpPr>
              <p:nvPr/>
            </p:nvSpPr>
            <p:spPr bwMode="auto">
              <a:xfrm>
                <a:off x="3149" y="1756"/>
                <a:ext cx="144" cy="137"/>
              </a:xfrm>
              <a:custGeom>
                <a:avLst/>
                <a:gdLst>
                  <a:gd name="T0" fmla="*/ 7 w 144"/>
                  <a:gd name="T1" fmla="*/ 131 h 137"/>
                  <a:gd name="T2" fmla="*/ 0 w 144"/>
                  <a:gd name="T3" fmla="*/ 137 h 137"/>
                  <a:gd name="T4" fmla="*/ 137 w 144"/>
                  <a:gd name="T5" fmla="*/ 6 h 137"/>
                  <a:gd name="T6" fmla="*/ 144 w 144"/>
                  <a:gd name="T7" fmla="*/ 0 h 137"/>
                  <a:gd name="T8" fmla="*/ 7 w 144"/>
                  <a:gd name="T9" fmla="*/ 131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7">
                    <a:moveTo>
                      <a:pt x="7" y="131"/>
                    </a:moveTo>
                    <a:lnTo>
                      <a:pt x="0" y="137"/>
                    </a:lnTo>
                    <a:lnTo>
                      <a:pt x="137" y="6"/>
                    </a:lnTo>
                    <a:lnTo>
                      <a:pt x="144" y="0"/>
                    </a:lnTo>
                    <a:lnTo>
                      <a:pt x="7" y="131"/>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02" name="Line 157">
                <a:extLst>
                  <a:ext uri="{FF2B5EF4-FFF2-40B4-BE49-F238E27FC236}">
                    <a16:creationId xmlns:a16="http://schemas.microsoft.com/office/drawing/2014/main" id="{184F439A-7A2D-2A91-84F0-902D5B6D5621}"/>
                  </a:ext>
                </a:extLst>
              </p:cNvPr>
              <p:cNvSpPr>
                <a:spLocks noChangeShapeType="1"/>
              </p:cNvSpPr>
              <p:nvPr/>
            </p:nvSpPr>
            <p:spPr bwMode="auto">
              <a:xfrm flipV="1">
                <a:off x="3156" y="1756"/>
                <a:ext cx="137" cy="131"/>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03" name="Freeform 158">
                <a:extLst>
                  <a:ext uri="{FF2B5EF4-FFF2-40B4-BE49-F238E27FC236}">
                    <a16:creationId xmlns:a16="http://schemas.microsoft.com/office/drawing/2014/main" id="{03439E14-B502-8315-D1C7-8E0513973E96}"/>
                  </a:ext>
                </a:extLst>
              </p:cNvPr>
              <p:cNvSpPr>
                <a:spLocks/>
              </p:cNvSpPr>
              <p:nvPr/>
            </p:nvSpPr>
            <p:spPr bwMode="auto">
              <a:xfrm>
                <a:off x="3143" y="1762"/>
                <a:ext cx="143" cy="135"/>
              </a:xfrm>
              <a:custGeom>
                <a:avLst/>
                <a:gdLst>
                  <a:gd name="T0" fmla="*/ 6 w 143"/>
                  <a:gd name="T1" fmla="*/ 131 h 135"/>
                  <a:gd name="T2" fmla="*/ 0 w 143"/>
                  <a:gd name="T3" fmla="*/ 135 h 135"/>
                  <a:gd name="T4" fmla="*/ 138 w 143"/>
                  <a:gd name="T5" fmla="*/ 4 h 135"/>
                  <a:gd name="T6" fmla="*/ 143 w 143"/>
                  <a:gd name="T7" fmla="*/ 0 h 135"/>
                  <a:gd name="T8" fmla="*/ 6 w 143"/>
                  <a:gd name="T9" fmla="*/ 131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5">
                    <a:moveTo>
                      <a:pt x="6" y="131"/>
                    </a:moveTo>
                    <a:lnTo>
                      <a:pt x="0" y="135"/>
                    </a:lnTo>
                    <a:lnTo>
                      <a:pt x="138" y="4"/>
                    </a:lnTo>
                    <a:lnTo>
                      <a:pt x="143" y="0"/>
                    </a:lnTo>
                    <a:lnTo>
                      <a:pt x="6"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04" name="Line 159">
                <a:extLst>
                  <a:ext uri="{FF2B5EF4-FFF2-40B4-BE49-F238E27FC236}">
                    <a16:creationId xmlns:a16="http://schemas.microsoft.com/office/drawing/2014/main" id="{6E7A31B8-E095-FB36-EAEB-762BFAB8205B}"/>
                  </a:ext>
                </a:extLst>
              </p:cNvPr>
              <p:cNvSpPr>
                <a:spLocks noChangeShapeType="1"/>
              </p:cNvSpPr>
              <p:nvPr/>
            </p:nvSpPr>
            <p:spPr bwMode="auto">
              <a:xfrm flipV="1">
                <a:off x="3149" y="1762"/>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05" name="Freeform 160">
                <a:extLst>
                  <a:ext uri="{FF2B5EF4-FFF2-40B4-BE49-F238E27FC236}">
                    <a16:creationId xmlns:a16="http://schemas.microsoft.com/office/drawing/2014/main" id="{4CDDF5F5-BA03-7FC5-1315-1962621F800F}"/>
                  </a:ext>
                </a:extLst>
              </p:cNvPr>
              <p:cNvSpPr>
                <a:spLocks/>
              </p:cNvSpPr>
              <p:nvPr/>
            </p:nvSpPr>
            <p:spPr bwMode="auto">
              <a:xfrm>
                <a:off x="5181" y="1681"/>
                <a:ext cx="146" cy="216"/>
              </a:xfrm>
              <a:custGeom>
                <a:avLst/>
                <a:gdLst>
                  <a:gd name="T0" fmla="*/ 0 w 146"/>
                  <a:gd name="T1" fmla="*/ 216 h 216"/>
                  <a:gd name="T2" fmla="*/ 8 w 146"/>
                  <a:gd name="T3" fmla="*/ 131 h 216"/>
                  <a:gd name="T4" fmla="*/ 146 w 146"/>
                  <a:gd name="T5" fmla="*/ 0 h 216"/>
                  <a:gd name="T6" fmla="*/ 137 w 146"/>
                  <a:gd name="T7" fmla="*/ 85 h 216"/>
                  <a:gd name="T8" fmla="*/ 0 w 146"/>
                  <a:gd name="T9" fmla="*/ 216 h 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216">
                    <a:moveTo>
                      <a:pt x="0" y="216"/>
                    </a:moveTo>
                    <a:lnTo>
                      <a:pt x="8" y="131"/>
                    </a:lnTo>
                    <a:lnTo>
                      <a:pt x="146" y="0"/>
                    </a:lnTo>
                    <a:lnTo>
                      <a:pt x="137" y="85"/>
                    </a:lnTo>
                    <a:lnTo>
                      <a:pt x="0" y="21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06" name="Line 161">
                <a:extLst>
                  <a:ext uri="{FF2B5EF4-FFF2-40B4-BE49-F238E27FC236}">
                    <a16:creationId xmlns:a16="http://schemas.microsoft.com/office/drawing/2014/main" id="{D3FAF1DE-797C-6341-8FFC-BB329751C39A}"/>
                  </a:ext>
                </a:extLst>
              </p:cNvPr>
              <p:cNvSpPr>
                <a:spLocks noChangeShapeType="1"/>
              </p:cNvSpPr>
              <p:nvPr/>
            </p:nvSpPr>
            <p:spPr bwMode="auto">
              <a:xfrm flipV="1">
                <a:off x="5181" y="1766"/>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07" name="Freeform 162">
                <a:extLst>
                  <a:ext uri="{FF2B5EF4-FFF2-40B4-BE49-F238E27FC236}">
                    <a16:creationId xmlns:a16="http://schemas.microsoft.com/office/drawing/2014/main" id="{BDC276B2-339B-E786-C5A7-25F3038C45C7}"/>
                  </a:ext>
                </a:extLst>
              </p:cNvPr>
              <p:cNvSpPr>
                <a:spLocks/>
              </p:cNvSpPr>
              <p:nvPr/>
            </p:nvSpPr>
            <p:spPr bwMode="auto">
              <a:xfrm>
                <a:off x="5184" y="1662"/>
                <a:ext cx="143" cy="150"/>
              </a:xfrm>
              <a:custGeom>
                <a:avLst/>
                <a:gdLst>
                  <a:gd name="T0" fmla="*/ 5 w 143"/>
                  <a:gd name="T1" fmla="*/ 150 h 150"/>
                  <a:gd name="T2" fmla="*/ 0 w 143"/>
                  <a:gd name="T3" fmla="*/ 131 h 150"/>
                  <a:gd name="T4" fmla="*/ 137 w 143"/>
                  <a:gd name="T5" fmla="*/ 0 h 150"/>
                  <a:gd name="T6" fmla="*/ 143 w 143"/>
                  <a:gd name="T7" fmla="*/ 19 h 150"/>
                  <a:gd name="T8" fmla="*/ 5 w 143"/>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50">
                    <a:moveTo>
                      <a:pt x="5" y="150"/>
                    </a:moveTo>
                    <a:lnTo>
                      <a:pt x="0" y="131"/>
                    </a:lnTo>
                    <a:lnTo>
                      <a:pt x="137" y="0"/>
                    </a:lnTo>
                    <a:lnTo>
                      <a:pt x="143" y="19"/>
                    </a:lnTo>
                    <a:lnTo>
                      <a:pt x="5" y="150"/>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08" name="Line 163">
                <a:extLst>
                  <a:ext uri="{FF2B5EF4-FFF2-40B4-BE49-F238E27FC236}">
                    <a16:creationId xmlns:a16="http://schemas.microsoft.com/office/drawing/2014/main" id="{0D8D7920-426E-F4A6-0598-3945698AF1DA}"/>
                  </a:ext>
                </a:extLst>
              </p:cNvPr>
              <p:cNvSpPr>
                <a:spLocks noChangeShapeType="1"/>
              </p:cNvSpPr>
              <p:nvPr/>
            </p:nvSpPr>
            <p:spPr bwMode="auto">
              <a:xfrm flipV="1">
                <a:off x="5189" y="1681"/>
                <a:ext cx="138"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09" name="Freeform 164">
                <a:extLst>
                  <a:ext uri="{FF2B5EF4-FFF2-40B4-BE49-F238E27FC236}">
                    <a16:creationId xmlns:a16="http://schemas.microsoft.com/office/drawing/2014/main" id="{4448AF79-1656-B9CE-BDE9-E9E55004A08A}"/>
                  </a:ext>
                </a:extLst>
              </p:cNvPr>
              <p:cNvSpPr>
                <a:spLocks/>
              </p:cNvSpPr>
              <p:nvPr/>
            </p:nvSpPr>
            <p:spPr bwMode="auto">
              <a:xfrm>
                <a:off x="5179" y="1643"/>
                <a:ext cx="142" cy="150"/>
              </a:xfrm>
              <a:custGeom>
                <a:avLst/>
                <a:gdLst>
                  <a:gd name="T0" fmla="*/ 5 w 142"/>
                  <a:gd name="T1" fmla="*/ 150 h 150"/>
                  <a:gd name="T2" fmla="*/ 0 w 142"/>
                  <a:gd name="T3" fmla="*/ 132 h 150"/>
                  <a:gd name="T4" fmla="*/ 137 w 142"/>
                  <a:gd name="T5" fmla="*/ 0 h 150"/>
                  <a:gd name="T6" fmla="*/ 142 w 142"/>
                  <a:gd name="T7" fmla="*/ 19 h 150"/>
                  <a:gd name="T8" fmla="*/ 5 w 142"/>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50">
                    <a:moveTo>
                      <a:pt x="5" y="150"/>
                    </a:moveTo>
                    <a:lnTo>
                      <a:pt x="0" y="132"/>
                    </a:lnTo>
                    <a:lnTo>
                      <a:pt x="137" y="0"/>
                    </a:lnTo>
                    <a:lnTo>
                      <a:pt x="142" y="19"/>
                    </a:lnTo>
                    <a:lnTo>
                      <a:pt x="5" y="150"/>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10" name="Line 165">
                <a:extLst>
                  <a:ext uri="{FF2B5EF4-FFF2-40B4-BE49-F238E27FC236}">
                    <a16:creationId xmlns:a16="http://schemas.microsoft.com/office/drawing/2014/main" id="{703BFCA9-78D4-793B-67B7-B617802345B2}"/>
                  </a:ext>
                </a:extLst>
              </p:cNvPr>
              <p:cNvSpPr>
                <a:spLocks noChangeShapeType="1"/>
              </p:cNvSpPr>
              <p:nvPr/>
            </p:nvSpPr>
            <p:spPr bwMode="auto">
              <a:xfrm flipV="1">
                <a:off x="5184" y="1662"/>
                <a:ext cx="137" cy="131"/>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11" name="Freeform 166">
                <a:extLst>
                  <a:ext uri="{FF2B5EF4-FFF2-40B4-BE49-F238E27FC236}">
                    <a16:creationId xmlns:a16="http://schemas.microsoft.com/office/drawing/2014/main" id="{A82F1442-E11B-32EA-C2D1-BFD504252220}"/>
                  </a:ext>
                </a:extLst>
              </p:cNvPr>
              <p:cNvSpPr>
                <a:spLocks/>
              </p:cNvSpPr>
              <p:nvPr/>
            </p:nvSpPr>
            <p:spPr bwMode="auto">
              <a:xfrm>
                <a:off x="5176" y="1624"/>
                <a:ext cx="140" cy="151"/>
              </a:xfrm>
              <a:custGeom>
                <a:avLst/>
                <a:gdLst>
                  <a:gd name="T0" fmla="*/ 3 w 140"/>
                  <a:gd name="T1" fmla="*/ 151 h 151"/>
                  <a:gd name="T2" fmla="*/ 0 w 140"/>
                  <a:gd name="T3" fmla="*/ 131 h 151"/>
                  <a:gd name="T4" fmla="*/ 137 w 140"/>
                  <a:gd name="T5" fmla="*/ 0 h 151"/>
                  <a:gd name="T6" fmla="*/ 140 w 140"/>
                  <a:gd name="T7" fmla="*/ 19 h 151"/>
                  <a:gd name="T8" fmla="*/ 3 w 140"/>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1">
                    <a:moveTo>
                      <a:pt x="3" y="151"/>
                    </a:moveTo>
                    <a:lnTo>
                      <a:pt x="0" y="131"/>
                    </a:lnTo>
                    <a:lnTo>
                      <a:pt x="137" y="0"/>
                    </a:lnTo>
                    <a:lnTo>
                      <a:pt x="140" y="19"/>
                    </a:lnTo>
                    <a:lnTo>
                      <a:pt x="3" y="151"/>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12" name="Line 167">
                <a:extLst>
                  <a:ext uri="{FF2B5EF4-FFF2-40B4-BE49-F238E27FC236}">
                    <a16:creationId xmlns:a16="http://schemas.microsoft.com/office/drawing/2014/main" id="{3563E81F-AF36-BD45-8997-8C8B904F6F04}"/>
                  </a:ext>
                </a:extLst>
              </p:cNvPr>
              <p:cNvSpPr>
                <a:spLocks noChangeShapeType="1"/>
              </p:cNvSpPr>
              <p:nvPr/>
            </p:nvSpPr>
            <p:spPr bwMode="auto">
              <a:xfrm flipV="1">
                <a:off x="5179" y="1643"/>
                <a:ext cx="137" cy="132"/>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13" name="Freeform 168">
                <a:extLst>
                  <a:ext uri="{FF2B5EF4-FFF2-40B4-BE49-F238E27FC236}">
                    <a16:creationId xmlns:a16="http://schemas.microsoft.com/office/drawing/2014/main" id="{9F88362E-F798-7424-C83E-27D94BAD523F}"/>
                  </a:ext>
                </a:extLst>
              </p:cNvPr>
              <p:cNvSpPr>
                <a:spLocks/>
              </p:cNvSpPr>
              <p:nvPr/>
            </p:nvSpPr>
            <p:spPr bwMode="auto">
              <a:xfrm>
                <a:off x="5173" y="1605"/>
                <a:ext cx="140" cy="150"/>
              </a:xfrm>
              <a:custGeom>
                <a:avLst/>
                <a:gdLst>
                  <a:gd name="T0" fmla="*/ 3 w 140"/>
                  <a:gd name="T1" fmla="*/ 150 h 150"/>
                  <a:gd name="T2" fmla="*/ 0 w 140"/>
                  <a:gd name="T3" fmla="*/ 130 h 150"/>
                  <a:gd name="T4" fmla="*/ 138 w 140"/>
                  <a:gd name="T5" fmla="*/ 0 h 150"/>
                  <a:gd name="T6" fmla="*/ 140 w 140"/>
                  <a:gd name="T7" fmla="*/ 19 h 150"/>
                  <a:gd name="T8" fmla="*/ 3 w 140"/>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0">
                    <a:moveTo>
                      <a:pt x="3" y="150"/>
                    </a:moveTo>
                    <a:lnTo>
                      <a:pt x="0" y="130"/>
                    </a:lnTo>
                    <a:lnTo>
                      <a:pt x="138" y="0"/>
                    </a:lnTo>
                    <a:lnTo>
                      <a:pt x="140" y="19"/>
                    </a:lnTo>
                    <a:lnTo>
                      <a:pt x="3" y="15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14" name="Line 169">
                <a:extLst>
                  <a:ext uri="{FF2B5EF4-FFF2-40B4-BE49-F238E27FC236}">
                    <a16:creationId xmlns:a16="http://schemas.microsoft.com/office/drawing/2014/main" id="{D180E670-5C36-269A-8A66-E109E6D9C702}"/>
                  </a:ext>
                </a:extLst>
              </p:cNvPr>
              <p:cNvSpPr>
                <a:spLocks noChangeShapeType="1"/>
              </p:cNvSpPr>
              <p:nvPr/>
            </p:nvSpPr>
            <p:spPr bwMode="auto">
              <a:xfrm flipV="1">
                <a:off x="5176" y="162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15" name="Freeform 170">
                <a:extLst>
                  <a:ext uri="{FF2B5EF4-FFF2-40B4-BE49-F238E27FC236}">
                    <a16:creationId xmlns:a16="http://schemas.microsoft.com/office/drawing/2014/main" id="{2051F3C1-FF83-9BA2-8311-1F3DF80B20D8}"/>
                  </a:ext>
                </a:extLst>
              </p:cNvPr>
              <p:cNvSpPr>
                <a:spLocks/>
              </p:cNvSpPr>
              <p:nvPr/>
            </p:nvSpPr>
            <p:spPr bwMode="auto">
              <a:xfrm>
                <a:off x="5171" y="1565"/>
                <a:ext cx="140" cy="170"/>
              </a:xfrm>
              <a:custGeom>
                <a:avLst/>
                <a:gdLst>
                  <a:gd name="T0" fmla="*/ 2 w 140"/>
                  <a:gd name="T1" fmla="*/ 170 h 170"/>
                  <a:gd name="T2" fmla="*/ 0 w 140"/>
                  <a:gd name="T3" fmla="*/ 131 h 170"/>
                  <a:gd name="T4" fmla="*/ 137 w 140"/>
                  <a:gd name="T5" fmla="*/ 0 h 170"/>
                  <a:gd name="T6" fmla="*/ 140 w 140"/>
                  <a:gd name="T7" fmla="*/ 40 h 170"/>
                  <a:gd name="T8" fmla="*/ 2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2" y="170"/>
                    </a:moveTo>
                    <a:lnTo>
                      <a:pt x="0" y="131"/>
                    </a:lnTo>
                    <a:lnTo>
                      <a:pt x="137" y="0"/>
                    </a:lnTo>
                    <a:lnTo>
                      <a:pt x="140" y="40"/>
                    </a:lnTo>
                    <a:lnTo>
                      <a:pt x="2"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16" name="Line 171">
                <a:extLst>
                  <a:ext uri="{FF2B5EF4-FFF2-40B4-BE49-F238E27FC236}">
                    <a16:creationId xmlns:a16="http://schemas.microsoft.com/office/drawing/2014/main" id="{AF35877E-59DA-A1E7-62D7-74F7623F9830}"/>
                  </a:ext>
                </a:extLst>
              </p:cNvPr>
              <p:cNvSpPr>
                <a:spLocks noChangeShapeType="1"/>
              </p:cNvSpPr>
              <p:nvPr/>
            </p:nvSpPr>
            <p:spPr bwMode="auto">
              <a:xfrm flipV="1">
                <a:off x="5173" y="1605"/>
                <a:ext cx="138"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17" name="Freeform 172">
                <a:extLst>
                  <a:ext uri="{FF2B5EF4-FFF2-40B4-BE49-F238E27FC236}">
                    <a16:creationId xmlns:a16="http://schemas.microsoft.com/office/drawing/2014/main" id="{1CFA19D4-BD02-D8B7-195F-E84A58D4C33B}"/>
                  </a:ext>
                </a:extLst>
              </p:cNvPr>
              <p:cNvSpPr>
                <a:spLocks/>
              </p:cNvSpPr>
              <p:nvPr/>
            </p:nvSpPr>
            <p:spPr bwMode="auto">
              <a:xfrm>
                <a:off x="5170" y="1524"/>
                <a:ext cx="138" cy="172"/>
              </a:xfrm>
              <a:custGeom>
                <a:avLst/>
                <a:gdLst>
                  <a:gd name="T0" fmla="*/ 1 w 138"/>
                  <a:gd name="T1" fmla="*/ 172 h 172"/>
                  <a:gd name="T2" fmla="*/ 0 w 138"/>
                  <a:gd name="T3" fmla="*/ 131 h 172"/>
                  <a:gd name="T4" fmla="*/ 138 w 138"/>
                  <a:gd name="T5" fmla="*/ 0 h 172"/>
                  <a:gd name="T6" fmla="*/ 138 w 138"/>
                  <a:gd name="T7" fmla="*/ 41 h 172"/>
                  <a:gd name="T8" fmla="*/ 1 w 138"/>
                  <a:gd name="T9" fmla="*/ 172 h 1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72">
                    <a:moveTo>
                      <a:pt x="1" y="172"/>
                    </a:moveTo>
                    <a:lnTo>
                      <a:pt x="0" y="131"/>
                    </a:lnTo>
                    <a:lnTo>
                      <a:pt x="138" y="0"/>
                    </a:lnTo>
                    <a:lnTo>
                      <a:pt x="138" y="41"/>
                    </a:lnTo>
                    <a:lnTo>
                      <a:pt x="1" y="172"/>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18" name="Line 173">
                <a:extLst>
                  <a:ext uri="{FF2B5EF4-FFF2-40B4-BE49-F238E27FC236}">
                    <a16:creationId xmlns:a16="http://schemas.microsoft.com/office/drawing/2014/main" id="{D12B9C5C-0E84-A0E5-AA7E-BA235ADF669C}"/>
                  </a:ext>
                </a:extLst>
              </p:cNvPr>
              <p:cNvSpPr>
                <a:spLocks noChangeShapeType="1"/>
              </p:cNvSpPr>
              <p:nvPr/>
            </p:nvSpPr>
            <p:spPr bwMode="auto">
              <a:xfrm flipV="1">
                <a:off x="5171" y="1565"/>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19" name="Freeform 174">
                <a:extLst>
                  <a:ext uri="{FF2B5EF4-FFF2-40B4-BE49-F238E27FC236}">
                    <a16:creationId xmlns:a16="http://schemas.microsoft.com/office/drawing/2014/main" id="{753FE592-DF9F-9172-38E5-58D553A01C12}"/>
                  </a:ext>
                </a:extLst>
              </p:cNvPr>
              <p:cNvSpPr>
                <a:spLocks/>
              </p:cNvSpPr>
              <p:nvPr/>
            </p:nvSpPr>
            <p:spPr bwMode="auto">
              <a:xfrm>
                <a:off x="5170" y="1484"/>
                <a:ext cx="139" cy="171"/>
              </a:xfrm>
              <a:custGeom>
                <a:avLst/>
                <a:gdLst>
                  <a:gd name="T0" fmla="*/ 0 w 139"/>
                  <a:gd name="T1" fmla="*/ 171 h 171"/>
                  <a:gd name="T2" fmla="*/ 2 w 139"/>
                  <a:gd name="T3" fmla="*/ 130 h 171"/>
                  <a:gd name="T4" fmla="*/ 139 w 139"/>
                  <a:gd name="T5" fmla="*/ 0 h 171"/>
                  <a:gd name="T6" fmla="*/ 138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2" y="130"/>
                    </a:lnTo>
                    <a:lnTo>
                      <a:pt x="139" y="0"/>
                    </a:lnTo>
                    <a:lnTo>
                      <a:pt x="138"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20" name="Line 175">
                <a:extLst>
                  <a:ext uri="{FF2B5EF4-FFF2-40B4-BE49-F238E27FC236}">
                    <a16:creationId xmlns:a16="http://schemas.microsoft.com/office/drawing/2014/main" id="{43A4D0AA-C868-6551-72BB-ECFF853F36B0}"/>
                  </a:ext>
                </a:extLst>
              </p:cNvPr>
              <p:cNvSpPr>
                <a:spLocks noChangeShapeType="1"/>
              </p:cNvSpPr>
              <p:nvPr/>
            </p:nvSpPr>
            <p:spPr bwMode="auto">
              <a:xfrm flipV="1">
                <a:off x="5170" y="1524"/>
                <a:ext cx="138"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21" name="Freeform 176">
                <a:extLst>
                  <a:ext uri="{FF2B5EF4-FFF2-40B4-BE49-F238E27FC236}">
                    <a16:creationId xmlns:a16="http://schemas.microsoft.com/office/drawing/2014/main" id="{66AFC0F3-3B9B-DB36-B1F5-84551B83990E}"/>
                  </a:ext>
                </a:extLst>
              </p:cNvPr>
              <p:cNvSpPr>
                <a:spLocks/>
              </p:cNvSpPr>
              <p:nvPr/>
            </p:nvSpPr>
            <p:spPr bwMode="auto">
              <a:xfrm>
                <a:off x="5172" y="1444"/>
                <a:ext cx="140" cy="170"/>
              </a:xfrm>
              <a:custGeom>
                <a:avLst/>
                <a:gdLst>
                  <a:gd name="T0" fmla="*/ 0 w 140"/>
                  <a:gd name="T1" fmla="*/ 170 h 170"/>
                  <a:gd name="T2" fmla="*/ 3 w 140"/>
                  <a:gd name="T3" fmla="*/ 131 h 170"/>
                  <a:gd name="T4" fmla="*/ 140 w 140"/>
                  <a:gd name="T5" fmla="*/ 0 h 170"/>
                  <a:gd name="T6" fmla="*/ 137 w 140"/>
                  <a:gd name="T7" fmla="*/ 40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3" y="131"/>
                    </a:lnTo>
                    <a:lnTo>
                      <a:pt x="140" y="0"/>
                    </a:lnTo>
                    <a:lnTo>
                      <a:pt x="137" y="40"/>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22" name="Line 177">
                <a:extLst>
                  <a:ext uri="{FF2B5EF4-FFF2-40B4-BE49-F238E27FC236}">
                    <a16:creationId xmlns:a16="http://schemas.microsoft.com/office/drawing/2014/main" id="{C4D984CF-C817-3E79-29AA-1EA628FC0BCE}"/>
                  </a:ext>
                </a:extLst>
              </p:cNvPr>
              <p:cNvSpPr>
                <a:spLocks noChangeShapeType="1"/>
              </p:cNvSpPr>
              <p:nvPr/>
            </p:nvSpPr>
            <p:spPr bwMode="auto">
              <a:xfrm flipV="1">
                <a:off x="5172" y="1484"/>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23" name="Freeform 178">
                <a:extLst>
                  <a:ext uri="{FF2B5EF4-FFF2-40B4-BE49-F238E27FC236}">
                    <a16:creationId xmlns:a16="http://schemas.microsoft.com/office/drawing/2014/main" id="{73578597-8090-01FA-D8C5-08D0AF19A898}"/>
                  </a:ext>
                </a:extLst>
              </p:cNvPr>
              <p:cNvSpPr>
                <a:spLocks/>
              </p:cNvSpPr>
              <p:nvPr/>
            </p:nvSpPr>
            <p:spPr bwMode="auto">
              <a:xfrm>
                <a:off x="5175" y="1365"/>
                <a:ext cx="143" cy="210"/>
              </a:xfrm>
              <a:custGeom>
                <a:avLst/>
                <a:gdLst>
                  <a:gd name="T0" fmla="*/ 0 w 143"/>
                  <a:gd name="T1" fmla="*/ 210 h 210"/>
                  <a:gd name="T2" fmla="*/ 6 w 143"/>
                  <a:gd name="T3" fmla="*/ 131 h 210"/>
                  <a:gd name="T4" fmla="*/ 143 w 143"/>
                  <a:gd name="T5" fmla="*/ 0 h 210"/>
                  <a:gd name="T6" fmla="*/ 137 w 143"/>
                  <a:gd name="T7" fmla="*/ 79 h 210"/>
                  <a:gd name="T8" fmla="*/ 0 w 143"/>
                  <a:gd name="T9" fmla="*/ 21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10">
                    <a:moveTo>
                      <a:pt x="0" y="210"/>
                    </a:moveTo>
                    <a:lnTo>
                      <a:pt x="6" y="131"/>
                    </a:lnTo>
                    <a:lnTo>
                      <a:pt x="143" y="0"/>
                    </a:lnTo>
                    <a:lnTo>
                      <a:pt x="137" y="79"/>
                    </a:lnTo>
                    <a:lnTo>
                      <a:pt x="0" y="21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24" name="Line 179">
                <a:extLst>
                  <a:ext uri="{FF2B5EF4-FFF2-40B4-BE49-F238E27FC236}">
                    <a16:creationId xmlns:a16="http://schemas.microsoft.com/office/drawing/2014/main" id="{3B164B83-B62B-08F7-9408-FBD40C48F879}"/>
                  </a:ext>
                </a:extLst>
              </p:cNvPr>
              <p:cNvSpPr>
                <a:spLocks noChangeShapeType="1"/>
              </p:cNvSpPr>
              <p:nvPr/>
            </p:nvSpPr>
            <p:spPr bwMode="auto">
              <a:xfrm flipV="1">
                <a:off x="5175" y="144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25" name="Freeform 180">
                <a:extLst>
                  <a:ext uri="{FF2B5EF4-FFF2-40B4-BE49-F238E27FC236}">
                    <a16:creationId xmlns:a16="http://schemas.microsoft.com/office/drawing/2014/main" id="{95D7DCC4-F076-B0FE-7796-6CF088B341D9}"/>
                  </a:ext>
                </a:extLst>
              </p:cNvPr>
              <p:cNvSpPr>
                <a:spLocks/>
              </p:cNvSpPr>
              <p:nvPr/>
            </p:nvSpPr>
            <p:spPr bwMode="auto">
              <a:xfrm>
                <a:off x="3200" y="1365"/>
                <a:ext cx="2118" cy="131"/>
              </a:xfrm>
              <a:custGeom>
                <a:avLst/>
                <a:gdLst>
                  <a:gd name="T0" fmla="*/ 1981 w 2118"/>
                  <a:gd name="T1" fmla="*/ 131 h 131"/>
                  <a:gd name="T2" fmla="*/ 0 w 2118"/>
                  <a:gd name="T3" fmla="*/ 131 h 131"/>
                  <a:gd name="T4" fmla="*/ 137 w 2118"/>
                  <a:gd name="T5" fmla="*/ 0 h 131"/>
                  <a:gd name="T6" fmla="*/ 2118 w 2118"/>
                  <a:gd name="T7" fmla="*/ 0 h 131"/>
                  <a:gd name="T8" fmla="*/ 1981 w 211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1">
                    <a:moveTo>
                      <a:pt x="1981" y="131"/>
                    </a:moveTo>
                    <a:lnTo>
                      <a:pt x="0" y="131"/>
                    </a:lnTo>
                    <a:lnTo>
                      <a:pt x="137" y="0"/>
                    </a:lnTo>
                    <a:lnTo>
                      <a:pt x="2118" y="0"/>
                    </a:lnTo>
                    <a:lnTo>
                      <a:pt x="1981"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26" name="Line 181">
                <a:extLst>
                  <a:ext uri="{FF2B5EF4-FFF2-40B4-BE49-F238E27FC236}">
                    <a16:creationId xmlns:a16="http://schemas.microsoft.com/office/drawing/2014/main" id="{842AD42C-A8F6-E5AF-1375-F852D6B9877B}"/>
                  </a:ext>
                </a:extLst>
              </p:cNvPr>
              <p:cNvSpPr>
                <a:spLocks noChangeShapeType="1"/>
              </p:cNvSpPr>
              <p:nvPr/>
            </p:nvSpPr>
            <p:spPr bwMode="auto">
              <a:xfrm flipV="1">
                <a:off x="5181" y="1365"/>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27" name="Freeform 182">
                <a:extLst>
                  <a:ext uri="{FF2B5EF4-FFF2-40B4-BE49-F238E27FC236}">
                    <a16:creationId xmlns:a16="http://schemas.microsoft.com/office/drawing/2014/main" id="{E3880194-47DC-D5BE-9DEF-2F9A7D995B95}"/>
                  </a:ext>
                </a:extLst>
              </p:cNvPr>
              <p:cNvSpPr>
                <a:spLocks/>
              </p:cNvSpPr>
              <p:nvPr/>
            </p:nvSpPr>
            <p:spPr bwMode="auto">
              <a:xfrm>
                <a:off x="3142" y="1496"/>
                <a:ext cx="2047" cy="407"/>
              </a:xfrm>
              <a:custGeom>
                <a:avLst/>
                <a:gdLst>
                  <a:gd name="T0" fmla="*/ 49 w 2047"/>
                  <a:gd name="T1" fmla="*/ 1 h 407"/>
                  <a:gd name="T2" fmla="*/ 32 w 2047"/>
                  <a:gd name="T3" fmla="*/ 3 h 407"/>
                  <a:gd name="T4" fmla="*/ 26 w 2047"/>
                  <a:gd name="T5" fmla="*/ 7 h 407"/>
                  <a:gd name="T6" fmla="*/ 21 w 2047"/>
                  <a:gd name="T7" fmla="*/ 20 h 407"/>
                  <a:gd name="T8" fmla="*/ 18 w 2047"/>
                  <a:gd name="T9" fmla="*/ 47 h 407"/>
                  <a:gd name="T10" fmla="*/ 13 w 2047"/>
                  <a:gd name="T11" fmla="*/ 92 h 407"/>
                  <a:gd name="T12" fmla="*/ 8 w 2047"/>
                  <a:gd name="T13" fmla="*/ 150 h 407"/>
                  <a:gd name="T14" fmla="*/ 5 w 2047"/>
                  <a:gd name="T15" fmla="*/ 210 h 407"/>
                  <a:gd name="T16" fmla="*/ 9 w 2047"/>
                  <a:gd name="T17" fmla="*/ 299 h 407"/>
                  <a:gd name="T18" fmla="*/ 22 w 2047"/>
                  <a:gd name="T19" fmla="*/ 335 h 407"/>
                  <a:gd name="T20" fmla="*/ 26 w 2047"/>
                  <a:gd name="T21" fmla="*/ 362 h 407"/>
                  <a:gd name="T22" fmla="*/ 23 w 2047"/>
                  <a:gd name="T23" fmla="*/ 376 h 407"/>
                  <a:gd name="T24" fmla="*/ 14 w 2047"/>
                  <a:gd name="T25" fmla="*/ 391 h 407"/>
                  <a:gd name="T26" fmla="*/ 1 w 2047"/>
                  <a:gd name="T27" fmla="*/ 401 h 407"/>
                  <a:gd name="T28" fmla="*/ 5 w 2047"/>
                  <a:gd name="T29" fmla="*/ 401 h 407"/>
                  <a:gd name="T30" fmla="*/ 102 w 2047"/>
                  <a:gd name="T31" fmla="*/ 393 h 407"/>
                  <a:gd name="T32" fmla="*/ 180 w 2047"/>
                  <a:gd name="T33" fmla="*/ 391 h 407"/>
                  <a:gd name="T34" fmla="*/ 259 w 2047"/>
                  <a:gd name="T35" fmla="*/ 381 h 407"/>
                  <a:gd name="T36" fmla="*/ 303 w 2047"/>
                  <a:gd name="T37" fmla="*/ 372 h 407"/>
                  <a:gd name="T38" fmla="*/ 383 w 2047"/>
                  <a:gd name="T39" fmla="*/ 366 h 407"/>
                  <a:gd name="T40" fmla="*/ 559 w 2047"/>
                  <a:gd name="T41" fmla="*/ 361 h 407"/>
                  <a:gd name="T42" fmla="*/ 591 w 2047"/>
                  <a:gd name="T43" fmla="*/ 368 h 407"/>
                  <a:gd name="T44" fmla="*/ 657 w 2047"/>
                  <a:gd name="T45" fmla="*/ 387 h 407"/>
                  <a:gd name="T46" fmla="*/ 688 w 2047"/>
                  <a:gd name="T47" fmla="*/ 392 h 407"/>
                  <a:gd name="T48" fmla="*/ 831 w 2047"/>
                  <a:gd name="T49" fmla="*/ 402 h 407"/>
                  <a:gd name="T50" fmla="*/ 917 w 2047"/>
                  <a:gd name="T51" fmla="*/ 407 h 407"/>
                  <a:gd name="T52" fmla="*/ 965 w 2047"/>
                  <a:gd name="T53" fmla="*/ 399 h 407"/>
                  <a:gd name="T54" fmla="*/ 1234 w 2047"/>
                  <a:gd name="T55" fmla="*/ 389 h 407"/>
                  <a:gd name="T56" fmla="*/ 1465 w 2047"/>
                  <a:gd name="T57" fmla="*/ 385 h 407"/>
                  <a:gd name="T58" fmla="*/ 1510 w 2047"/>
                  <a:gd name="T59" fmla="*/ 380 h 407"/>
                  <a:gd name="T60" fmla="*/ 1576 w 2047"/>
                  <a:gd name="T61" fmla="*/ 371 h 407"/>
                  <a:gd name="T62" fmla="*/ 1620 w 2047"/>
                  <a:gd name="T63" fmla="*/ 372 h 407"/>
                  <a:gd name="T64" fmla="*/ 1643 w 2047"/>
                  <a:gd name="T65" fmla="*/ 377 h 407"/>
                  <a:gd name="T66" fmla="*/ 1784 w 2047"/>
                  <a:gd name="T67" fmla="*/ 393 h 407"/>
                  <a:gd name="T68" fmla="*/ 1967 w 2047"/>
                  <a:gd name="T69" fmla="*/ 401 h 407"/>
                  <a:gd name="T70" fmla="*/ 2000 w 2047"/>
                  <a:gd name="T71" fmla="*/ 387 h 407"/>
                  <a:gd name="T72" fmla="*/ 2015 w 2047"/>
                  <a:gd name="T73" fmla="*/ 385 h 407"/>
                  <a:gd name="T74" fmla="*/ 2022 w 2047"/>
                  <a:gd name="T75" fmla="*/ 386 h 407"/>
                  <a:gd name="T76" fmla="*/ 2034 w 2047"/>
                  <a:gd name="T77" fmla="*/ 396 h 407"/>
                  <a:gd name="T78" fmla="*/ 2047 w 2047"/>
                  <a:gd name="T79" fmla="*/ 316 h 407"/>
                  <a:gd name="T80" fmla="*/ 2037 w 2047"/>
                  <a:gd name="T81" fmla="*/ 277 h 407"/>
                  <a:gd name="T82" fmla="*/ 2031 w 2047"/>
                  <a:gd name="T83" fmla="*/ 239 h 407"/>
                  <a:gd name="T84" fmla="*/ 2028 w 2047"/>
                  <a:gd name="T85" fmla="*/ 159 h 407"/>
                  <a:gd name="T86" fmla="*/ 2033 w 2047"/>
                  <a:gd name="T87" fmla="*/ 79 h 407"/>
                  <a:gd name="T88" fmla="*/ 58 w 2047"/>
                  <a:gd name="T89" fmla="*/ 0 h 40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7">
                    <a:moveTo>
                      <a:pt x="58" y="0"/>
                    </a:moveTo>
                    <a:lnTo>
                      <a:pt x="49" y="1"/>
                    </a:lnTo>
                    <a:lnTo>
                      <a:pt x="40" y="1"/>
                    </a:lnTo>
                    <a:lnTo>
                      <a:pt x="32" y="3"/>
                    </a:lnTo>
                    <a:lnTo>
                      <a:pt x="29" y="5"/>
                    </a:lnTo>
                    <a:lnTo>
                      <a:pt x="26" y="7"/>
                    </a:lnTo>
                    <a:lnTo>
                      <a:pt x="22" y="14"/>
                    </a:lnTo>
                    <a:lnTo>
                      <a:pt x="21" y="20"/>
                    </a:lnTo>
                    <a:lnTo>
                      <a:pt x="19" y="33"/>
                    </a:lnTo>
                    <a:lnTo>
                      <a:pt x="18" y="47"/>
                    </a:lnTo>
                    <a:lnTo>
                      <a:pt x="18" y="62"/>
                    </a:lnTo>
                    <a:lnTo>
                      <a:pt x="13" y="92"/>
                    </a:lnTo>
                    <a:lnTo>
                      <a:pt x="10" y="122"/>
                    </a:lnTo>
                    <a:lnTo>
                      <a:pt x="8" y="150"/>
                    </a:lnTo>
                    <a:lnTo>
                      <a:pt x="7" y="180"/>
                    </a:lnTo>
                    <a:lnTo>
                      <a:pt x="5" y="210"/>
                    </a:lnTo>
                    <a:lnTo>
                      <a:pt x="7" y="238"/>
                    </a:lnTo>
                    <a:lnTo>
                      <a:pt x="9" y="299"/>
                    </a:lnTo>
                    <a:lnTo>
                      <a:pt x="16" y="316"/>
                    </a:lnTo>
                    <a:lnTo>
                      <a:pt x="22" y="335"/>
                    </a:lnTo>
                    <a:lnTo>
                      <a:pt x="26" y="354"/>
                    </a:lnTo>
                    <a:lnTo>
                      <a:pt x="26" y="362"/>
                    </a:lnTo>
                    <a:lnTo>
                      <a:pt x="26" y="370"/>
                    </a:lnTo>
                    <a:lnTo>
                      <a:pt x="23" y="376"/>
                    </a:lnTo>
                    <a:lnTo>
                      <a:pt x="21" y="382"/>
                    </a:lnTo>
                    <a:lnTo>
                      <a:pt x="14" y="391"/>
                    </a:lnTo>
                    <a:lnTo>
                      <a:pt x="7" y="397"/>
                    </a:lnTo>
                    <a:lnTo>
                      <a:pt x="1" y="401"/>
                    </a:lnTo>
                    <a:lnTo>
                      <a:pt x="0" y="402"/>
                    </a:lnTo>
                    <a:lnTo>
                      <a:pt x="5" y="401"/>
                    </a:lnTo>
                    <a:lnTo>
                      <a:pt x="41" y="392"/>
                    </a:lnTo>
                    <a:lnTo>
                      <a:pt x="102" y="393"/>
                    </a:lnTo>
                    <a:lnTo>
                      <a:pt x="141" y="392"/>
                    </a:lnTo>
                    <a:lnTo>
                      <a:pt x="180" y="391"/>
                    </a:lnTo>
                    <a:lnTo>
                      <a:pt x="236" y="385"/>
                    </a:lnTo>
                    <a:lnTo>
                      <a:pt x="259" y="381"/>
                    </a:lnTo>
                    <a:lnTo>
                      <a:pt x="281" y="376"/>
                    </a:lnTo>
                    <a:lnTo>
                      <a:pt x="303" y="372"/>
                    </a:lnTo>
                    <a:lnTo>
                      <a:pt x="325" y="370"/>
                    </a:lnTo>
                    <a:lnTo>
                      <a:pt x="383" y="366"/>
                    </a:lnTo>
                    <a:lnTo>
                      <a:pt x="443" y="365"/>
                    </a:lnTo>
                    <a:lnTo>
                      <a:pt x="559" y="361"/>
                    </a:lnTo>
                    <a:lnTo>
                      <a:pt x="575" y="365"/>
                    </a:lnTo>
                    <a:lnTo>
                      <a:pt x="591" y="368"/>
                    </a:lnTo>
                    <a:lnTo>
                      <a:pt x="625" y="378"/>
                    </a:lnTo>
                    <a:lnTo>
                      <a:pt x="657" y="387"/>
                    </a:lnTo>
                    <a:lnTo>
                      <a:pt x="674" y="391"/>
                    </a:lnTo>
                    <a:lnTo>
                      <a:pt x="688" y="392"/>
                    </a:lnTo>
                    <a:lnTo>
                      <a:pt x="773" y="397"/>
                    </a:lnTo>
                    <a:lnTo>
                      <a:pt x="831" y="402"/>
                    </a:lnTo>
                    <a:lnTo>
                      <a:pt x="897" y="407"/>
                    </a:lnTo>
                    <a:lnTo>
                      <a:pt x="917" y="407"/>
                    </a:lnTo>
                    <a:lnTo>
                      <a:pt x="938" y="404"/>
                    </a:lnTo>
                    <a:lnTo>
                      <a:pt x="965" y="399"/>
                    </a:lnTo>
                    <a:lnTo>
                      <a:pt x="1004" y="392"/>
                    </a:lnTo>
                    <a:lnTo>
                      <a:pt x="1234" y="389"/>
                    </a:lnTo>
                    <a:lnTo>
                      <a:pt x="1350" y="387"/>
                    </a:lnTo>
                    <a:lnTo>
                      <a:pt x="1465" y="385"/>
                    </a:lnTo>
                    <a:lnTo>
                      <a:pt x="1488" y="383"/>
                    </a:lnTo>
                    <a:lnTo>
                      <a:pt x="1510" y="380"/>
                    </a:lnTo>
                    <a:lnTo>
                      <a:pt x="1554" y="373"/>
                    </a:lnTo>
                    <a:lnTo>
                      <a:pt x="1576" y="371"/>
                    </a:lnTo>
                    <a:lnTo>
                      <a:pt x="1598" y="370"/>
                    </a:lnTo>
                    <a:lnTo>
                      <a:pt x="1620" y="372"/>
                    </a:lnTo>
                    <a:lnTo>
                      <a:pt x="1632" y="373"/>
                    </a:lnTo>
                    <a:lnTo>
                      <a:pt x="1643" y="377"/>
                    </a:lnTo>
                    <a:lnTo>
                      <a:pt x="1722" y="387"/>
                    </a:lnTo>
                    <a:lnTo>
                      <a:pt x="1784" y="393"/>
                    </a:lnTo>
                    <a:lnTo>
                      <a:pt x="1857" y="397"/>
                    </a:lnTo>
                    <a:lnTo>
                      <a:pt x="1967" y="401"/>
                    </a:lnTo>
                    <a:lnTo>
                      <a:pt x="1985" y="392"/>
                    </a:lnTo>
                    <a:lnTo>
                      <a:pt x="2000" y="387"/>
                    </a:lnTo>
                    <a:lnTo>
                      <a:pt x="2008" y="386"/>
                    </a:lnTo>
                    <a:lnTo>
                      <a:pt x="2015" y="385"/>
                    </a:lnTo>
                    <a:lnTo>
                      <a:pt x="2019" y="385"/>
                    </a:lnTo>
                    <a:lnTo>
                      <a:pt x="2022" y="386"/>
                    </a:lnTo>
                    <a:lnTo>
                      <a:pt x="2028" y="391"/>
                    </a:lnTo>
                    <a:lnTo>
                      <a:pt x="2034" y="396"/>
                    </a:lnTo>
                    <a:lnTo>
                      <a:pt x="2039" y="401"/>
                    </a:lnTo>
                    <a:lnTo>
                      <a:pt x="2047" y="316"/>
                    </a:lnTo>
                    <a:lnTo>
                      <a:pt x="2042" y="297"/>
                    </a:lnTo>
                    <a:lnTo>
                      <a:pt x="2037" y="277"/>
                    </a:lnTo>
                    <a:lnTo>
                      <a:pt x="2034" y="259"/>
                    </a:lnTo>
                    <a:lnTo>
                      <a:pt x="2031" y="239"/>
                    </a:lnTo>
                    <a:lnTo>
                      <a:pt x="2028" y="200"/>
                    </a:lnTo>
                    <a:lnTo>
                      <a:pt x="2028" y="159"/>
                    </a:lnTo>
                    <a:lnTo>
                      <a:pt x="2030" y="118"/>
                    </a:lnTo>
                    <a:lnTo>
                      <a:pt x="2033"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428" name="Line 183">
                <a:extLst>
                  <a:ext uri="{FF2B5EF4-FFF2-40B4-BE49-F238E27FC236}">
                    <a16:creationId xmlns:a16="http://schemas.microsoft.com/office/drawing/2014/main" id="{B28AFBDB-7984-1756-2BC9-FBDEA4274809}"/>
                  </a:ext>
                </a:extLst>
              </p:cNvPr>
              <p:cNvSpPr>
                <a:spLocks noChangeShapeType="1"/>
              </p:cNvSpPr>
              <p:nvPr/>
            </p:nvSpPr>
            <p:spPr bwMode="auto">
              <a:xfrm flipH="1">
                <a:off x="3191" y="1496"/>
                <a:ext cx="9"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29" name="Line 184">
                <a:extLst>
                  <a:ext uri="{FF2B5EF4-FFF2-40B4-BE49-F238E27FC236}">
                    <a16:creationId xmlns:a16="http://schemas.microsoft.com/office/drawing/2014/main" id="{43826541-22EE-1FA8-9F7C-6473481591D8}"/>
                  </a:ext>
                </a:extLst>
              </p:cNvPr>
              <p:cNvSpPr>
                <a:spLocks noChangeShapeType="1"/>
              </p:cNvSpPr>
              <p:nvPr/>
            </p:nvSpPr>
            <p:spPr bwMode="auto">
              <a:xfrm flipH="1">
                <a:off x="3182" y="1497"/>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0" name="Line 185">
                <a:extLst>
                  <a:ext uri="{FF2B5EF4-FFF2-40B4-BE49-F238E27FC236}">
                    <a16:creationId xmlns:a16="http://schemas.microsoft.com/office/drawing/2014/main" id="{272979EB-C764-0CDD-9365-9F5ED71E7C1A}"/>
                  </a:ext>
                </a:extLst>
              </p:cNvPr>
              <p:cNvSpPr>
                <a:spLocks noChangeShapeType="1"/>
              </p:cNvSpPr>
              <p:nvPr/>
            </p:nvSpPr>
            <p:spPr bwMode="auto">
              <a:xfrm flipH="1">
                <a:off x="3174" y="1497"/>
                <a:ext cx="8" cy="2"/>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1" name="Line 186">
                <a:extLst>
                  <a:ext uri="{FF2B5EF4-FFF2-40B4-BE49-F238E27FC236}">
                    <a16:creationId xmlns:a16="http://schemas.microsoft.com/office/drawing/2014/main" id="{A7A35780-993A-8C53-0F4F-594F70698710}"/>
                  </a:ext>
                </a:extLst>
              </p:cNvPr>
              <p:cNvSpPr>
                <a:spLocks noChangeShapeType="1"/>
              </p:cNvSpPr>
              <p:nvPr/>
            </p:nvSpPr>
            <p:spPr bwMode="auto">
              <a:xfrm flipH="1">
                <a:off x="3171" y="1499"/>
                <a:ext cx="3" cy="2"/>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2" name="Line 187">
                <a:extLst>
                  <a:ext uri="{FF2B5EF4-FFF2-40B4-BE49-F238E27FC236}">
                    <a16:creationId xmlns:a16="http://schemas.microsoft.com/office/drawing/2014/main" id="{C57D7629-BA0A-0D0E-1A67-1C7669CE4399}"/>
                  </a:ext>
                </a:extLst>
              </p:cNvPr>
              <p:cNvSpPr>
                <a:spLocks noChangeShapeType="1"/>
              </p:cNvSpPr>
              <p:nvPr/>
            </p:nvSpPr>
            <p:spPr bwMode="auto">
              <a:xfrm flipH="1">
                <a:off x="3168" y="1501"/>
                <a:ext cx="3" cy="2"/>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3" name="Line 188">
                <a:extLst>
                  <a:ext uri="{FF2B5EF4-FFF2-40B4-BE49-F238E27FC236}">
                    <a16:creationId xmlns:a16="http://schemas.microsoft.com/office/drawing/2014/main" id="{9470C0F2-F6E4-DD6B-88B4-51A77E9C1875}"/>
                  </a:ext>
                </a:extLst>
              </p:cNvPr>
              <p:cNvSpPr>
                <a:spLocks noChangeShapeType="1"/>
              </p:cNvSpPr>
              <p:nvPr/>
            </p:nvSpPr>
            <p:spPr bwMode="auto">
              <a:xfrm flipH="1">
                <a:off x="3164" y="1503"/>
                <a:ext cx="4" cy="7"/>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4" name="Line 189">
                <a:extLst>
                  <a:ext uri="{FF2B5EF4-FFF2-40B4-BE49-F238E27FC236}">
                    <a16:creationId xmlns:a16="http://schemas.microsoft.com/office/drawing/2014/main" id="{BC956427-4F33-5B9D-8162-0809E0B8CB21}"/>
                  </a:ext>
                </a:extLst>
              </p:cNvPr>
              <p:cNvSpPr>
                <a:spLocks noChangeShapeType="1"/>
              </p:cNvSpPr>
              <p:nvPr/>
            </p:nvSpPr>
            <p:spPr bwMode="auto">
              <a:xfrm flipH="1">
                <a:off x="3163" y="1510"/>
                <a:ext cx="1" cy="6"/>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5" name="Line 190">
                <a:extLst>
                  <a:ext uri="{FF2B5EF4-FFF2-40B4-BE49-F238E27FC236}">
                    <a16:creationId xmlns:a16="http://schemas.microsoft.com/office/drawing/2014/main" id="{8516AFAD-3146-B2DE-109A-7953AD0349E3}"/>
                  </a:ext>
                </a:extLst>
              </p:cNvPr>
              <p:cNvSpPr>
                <a:spLocks noChangeShapeType="1"/>
              </p:cNvSpPr>
              <p:nvPr/>
            </p:nvSpPr>
            <p:spPr bwMode="auto">
              <a:xfrm flipH="1">
                <a:off x="3161" y="1516"/>
                <a:ext cx="2" cy="13"/>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6" name="Line 191">
                <a:extLst>
                  <a:ext uri="{FF2B5EF4-FFF2-40B4-BE49-F238E27FC236}">
                    <a16:creationId xmlns:a16="http://schemas.microsoft.com/office/drawing/2014/main" id="{AF27EF7A-9EE4-BFD4-C8AD-2DEBD7B8251A}"/>
                  </a:ext>
                </a:extLst>
              </p:cNvPr>
              <p:cNvSpPr>
                <a:spLocks noChangeShapeType="1"/>
              </p:cNvSpPr>
              <p:nvPr/>
            </p:nvSpPr>
            <p:spPr bwMode="auto">
              <a:xfrm flipH="1">
                <a:off x="3160" y="1529"/>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7" name="Line 192">
                <a:extLst>
                  <a:ext uri="{FF2B5EF4-FFF2-40B4-BE49-F238E27FC236}">
                    <a16:creationId xmlns:a16="http://schemas.microsoft.com/office/drawing/2014/main" id="{389CB1B1-F77E-5C6A-2BB4-A67BB062DB5B}"/>
                  </a:ext>
                </a:extLst>
              </p:cNvPr>
              <p:cNvSpPr>
                <a:spLocks noChangeShapeType="1"/>
              </p:cNvSpPr>
              <p:nvPr/>
            </p:nvSpPr>
            <p:spPr bwMode="auto">
              <a:xfrm>
                <a:off x="3160" y="1543"/>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8" name="Line 193">
                <a:extLst>
                  <a:ext uri="{FF2B5EF4-FFF2-40B4-BE49-F238E27FC236}">
                    <a16:creationId xmlns:a16="http://schemas.microsoft.com/office/drawing/2014/main" id="{0D24ACC3-060C-7654-178D-CF27DEEF8E2D}"/>
                  </a:ext>
                </a:extLst>
              </p:cNvPr>
              <p:cNvSpPr>
                <a:spLocks noChangeShapeType="1"/>
              </p:cNvSpPr>
              <p:nvPr/>
            </p:nvSpPr>
            <p:spPr bwMode="auto">
              <a:xfrm flipH="1">
                <a:off x="3155" y="1558"/>
                <a:ext cx="5"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39" name="Line 194">
                <a:extLst>
                  <a:ext uri="{FF2B5EF4-FFF2-40B4-BE49-F238E27FC236}">
                    <a16:creationId xmlns:a16="http://schemas.microsoft.com/office/drawing/2014/main" id="{7B8C54CE-4A8C-9F4B-2ED6-F81AD2138E3F}"/>
                  </a:ext>
                </a:extLst>
              </p:cNvPr>
              <p:cNvSpPr>
                <a:spLocks noChangeShapeType="1"/>
              </p:cNvSpPr>
              <p:nvPr/>
            </p:nvSpPr>
            <p:spPr bwMode="auto">
              <a:xfrm flipH="1">
                <a:off x="3152" y="1588"/>
                <a:ext cx="3"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0" name="Line 195">
                <a:extLst>
                  <a:ext uri="{FF2B5EF4-FFF2-40B4-BE49-F238E27FC236}">
                    <a16:creationId xmlns:a16="http://schemas.microsoft.com/office/drawing/2014/main" id="{329B41AA-8927-5754-3FA7-64721540FFF8}"/>
                  </a:ext>
                </a:extLst>
              </p:cNvPr>
              <p:cNvSpPr>
                <a:spLocks noChangeShapeType="1"/>
              </p:cNvSpPr>
              <p:nvPr/>
            </p:nvSpPr>
            <p:spPr bwMode="auto">
              <a:xfrm flipH="1">
                <a:off x="3150" y="1618"/>
                <a:ext cx="2" cy="2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1" name="Line 196">
                <a:extLst>
                  <a:ext uri="{FF2B5EF4-FFF2-40B4-BE49-F238E27FC236}">
                    <a16:creationId xmlns:a16="http://schemas.microsoft.com/office/drawing/2014/main" id="{A38A2680-A236-ECA3-749E-40A33F1C33ED}"/>
                  </a:ext>
                </a:extLst>
              </p:cNvPr>
              <p:cNvSpPr>
                <a:spLocks noChangeShapeType="1"/>
              </p:cNvSpPr>
              <p:nvPr/>
            </p:nvSpPr>
            <p:spPr bwMode="auto">
              <a:xfrm flipH="1">
                <a:off x="3149" y="1646"/>
                <a:ext cx="1"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2" name="Line 197">
                <a:extLst>
                  <a:ext uri="{FF2B5EF4-FFF2-40B4-BE49-F238E27FC236}">
                    <a16:creationId xmlns:a16="http://schemas.microsoft.com/office/drawing/2014/main" id="{5AEAAE9F-688F-0A81-EBCD-8496CDB48A4B}"/>
                  </a:ext>
                </a:extLst>
              </p:cNvPr>
              <p:cNvSpPr>
                <a:spLocks noChangeShapeType="1"/>
              </p:cNvSpPr>
              <p:nvPr/>
            </p:nvSpPr>
            <p:spPr bwMode="auto">
              <a:xfrm flipH="1">
                <a:off x="3147" y="1676"/>
                <a:ext cx="2"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3" name="Line 198">
                <a:extLst>
                  <a:ext uri="{FF2B5EF4-FFF2-40B4-BE49-F238E27FC236}">
                    <a16:creationId xmlns:a16="http://schemas.microsoft.com/office/drawing/2014/main" id="{3EF3FF2E-DB6E-89F4-A15A-C66BA3950DCB}"/>
                  </a:ext>
                </a:extLst>
              </p:cNvPr>
              <p:cNvSpPr>
                <a:spLocks noChangeShapeType="1"/>
              </p:cNvSpPr>
              <p:nvPr/>
            </p:nvSpPr>
            <p:spPr bwMode="auto">
              <a:xfrm>
                <a:off x="3147" y="1706"/>
                <a:ext cx="2" cy="28"/>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4" name="Line 199">
                <a:extLst>
                  <a:ext uri="{FF2B5EF4-FFF2-40B4-BE49-F238E27FC236}">
                    <a16:creationId xmlns:a16="http://schemas.microsoft.com/office/drawing/2014/main" id="{81F5D032-A20C-8C4B-AACA-D780D2B6E0FF}"/>
                  </a:ext>
                </a:extLst>
              </p:cNvPr>
              <p:cNvSpPr>
                <a:spLocks noChangeShapeType="1"/>
              </p:cNvSpPr>
              <p:nvPr/>
            </p:nvSpPr>
            <p:spPr bwMode="auto">
              <a:xfrm>
                <a:off x="3149" y="1734"/>
                <a:ext cx="2" cy="61"/>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5" name="Line 200">
                <a:extLst>
                  <a:ext uri="{FF2B5EF4-FFF2-40B4-BE49-F238E27FC236}">
                    <a16:creationId xmlns:a16="http://schemas.microsoft.com/office/drawing/2014/main" id="{03075D85-B535-8638-DA95-5E0817BD4FD1}"/>
                  </a:ext>
                </a:extLst>
              </p:cNvPr>
              <p:cNvSpPr>
                <a:spLocks noChangeShapeType="1"/>
              </p:cNvSpPr>
              <p:nvPr/>
            </p:nvSpPr>
            <p:spPr bwMode="auto">
              <a:xfrm>
                <a:off x="3151" y="1795"/>
                <a:ext cx="7" cy="17"/>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6" name="Line 201">
                <a:extLst>
                  <a:ext uri="{FF2B5EF4-FFF2-40B4-BE49-F238E27FC236}">
                    <a16:creationId xmlns:a16="http://schemas.microsoft.com/office/drawing/2014/main" id="{2C5456AE-929B-BD2E-442C-79ADA4BFF8E2}"/>
                  </a:ext>
                </a:extLst>
              </p:cNvPr>
              <p:cNvSpPr>
                <a:spLocks noChangeShapeType="1"/>
              </p:cNvSpPr>
              <p:nvPr/>
            </p:nvSpPr>
            <p:spPr bwMode="auto">
              <a:xfrm>
                <a:off x="3158" y="1812"/>
                <a:ext cx="6" cy="19"/>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7" name="Line 202">
                <a:extLst>
                  <a:ext uri="{FF2B5EF4-FFF2-40B4-BE49-F238E27FC236}">
                    <a16:creationId xmlns:a16="http://schemas.microsoft.com/office/drawing/2014/main" id="{0610B3D5-D41E-5808-1E50-FEC449AE0AA6}"/>
                  </a:ext>
                </a:extLst>
              </p:cNvPr>
              <p:cNvSpPr>
                <a:spLocks noChangeShapeType="1"/>
              </p:cNvSpPr>
              <p:nvPr/>
            </p:nvSpPr>
            <p:spPr bwMode="auto">
              <a:xfrm>
                <a:off x="3164" y="1831"/>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8" name="Line 203">
                <a:extLst>
                  <a:ext uri="{FF2B5EF4-FFF2-40B4-BE49-F238E27FC236}">
                    <a16:creationId xmlns:a16="http://schemas.microsoft.com/office/drawing/2014/main" id="{C8700757-09DA-6A1E-5B64-ED5C0EE8915D}"/>
                  </a:ext>
                </a:extLst>
              </p:cNvPr>
              <p:cNvSpPr>
                <a:spLocks noChangeShapeType="1"/>
              </p:cNvSpPr>
              <p:nvPr/>
            </p:nvSpPr>
            <p:spPr bwMode="auto">
              <a:xfrm>
                <a:off x="3168" y="1850"/>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49" name="Line 204">
                <a:extLst>
                  <a:ext uri="{FF2B5EF4-FFF2-40B4-BE49-F238E27FC236}">
                    <a16:creationId xmlns:a16="http://schemas.microsoft.com/office/drawing/2014/main" id="{6FB2715F-9C7B-A19C-7348-2BDFC6386799}"/>
                  </a:ext>
                </a:extLst>
              </p:cNvPr>
              <p:cNvSpPr>
                <a:spLocks noChangeShapeType="1"/>
              </p:cNvSpPr>
              <p:nvPr/>
            </p:nvSpPr>
            <p:spPr bwMode="auto">
              <a:xfrm>
                <a:off x="3168" y="1858"/>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50" name="Line 205">
                <a:extLst>
                  <a:ext uri="{FF2B5EF4-FFF2-40B4-BE49-F238E27FC236}">
                    <a16:creationId xmlns:a16="http://schemas.microsoft.com/office/drawing/2014/main" id="{C8C7821B-C4DC-1D6A-78AB-63D7D46EF1FF}"/>
                  </a:ext>
                </a:extLst>
              </p:cNvPr>
              <p:cNvSpPr>
                <a:spLocks noChangeShapeType="1"/>
              </p:cNvSpPr>
              <p:nvPr/>
            </p:nvSpPr>
            <p:spPr bwMode="auto">
              <a:xfrm flipH="1">
                <a:off x="3165" y="1866"/>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51" name="Line 206">
                <a:extLst>
                  <a:ext uri="{FF2B5EF4-FFF2-40B4-BE49-F238E27FC236}">
                    <a16:creationId xmlns:a16="http://schemas.microsoft.com/office/drawing/2014/main" id="{5B0A1B5C-F17F-1029-AB7B-C15AD68A718E}"/>
                  </a:ext>
                </a:extLst>
              </p:cNvPr>
              <p:cNvSpPr>
                <a:spLocks noChangeShapeType="1"/>
              </p:cNvSpPr>
              <p:nvPr/>
            </p:nvSpPr>
            <p:spPr bwMode="auto">
              <a:xfrm flipH="1">
                <a:off x="3163" y="1872"/>
                <a:ext cx="2"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52" name="Line 207">
                <a:extLst>
                  <a:ext uri="{FF2B5EF4-FFF2-40B4-BE49-F238E27FC236}">
                    <a16:creationId xmlns:a16="http://schemas.microsoft.com/office/drawing/2014/main" id="{1F9298FF-F02F-F31C-BB26-965003869CD6}"/>
                  </a:ext>
                </a:extLst>
              </p:cNvPr>
              <p:cNvSpPr>
                <a:spLocks noChangeShapeType="1"/>
              </p:cNvSpPr>
              <p:nvPr/>
            </p:nvSpPr>
            <p:spPr bwMode="auto">
              <a:xfrm flipH="1">
                <a:off x="3156" y="1878"/>
                <a:ext cx="7"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453" name="Line 208">
                <a:extLst>
                  <a:ext uri="{FF2B5EF4-FFF2-40B4-BE49-F238E27FC236}">
                    <a16:creationId xmlns:a16="http://schemas.microsoft.com/office/drawing/2014/main" id="{414F4118-266E-FF8E-F169-ED1780DC5261}"/>
                  </a:ext>
                </a:extLst>
              </p:cNvPr>
              <p:cNvSpPr>
                <a:spLocks noChangeShapeType="1"/>
              </p:cNvSpPr>
              <p:nvPr/>
            </p:nvSpPr>
            <p:spPr bwMode="auto">
              <a:xfrm flipH="1">
                <a:off x="3149" y="1887"/>
                <a:ext cx="7"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77837" name="Group 209">
              <a:extLst>
                <a:ext uri="{FF2B5EF4-FFF2-40B4-BE49-F238E27FC236}">
                  <a16:creationId xmlns:a16="http://schemas.microsoft.com/office/drawing/2014/main" id="{FA6E58FB-98D0-367B-A15F-DC52C5C1648E}"/>
                </a:ext>
              </a:extLst>
            </p:cNvPr>
            <p:cNvGrpSpPr>
              <a:grpSpLocks/>
            </p:cNvGrpSpPr>
            <p:nvPr/>
          </p:nvGrpSpPr>
          <p:grpSpPr bwMode="auto">
            <a:xfrm>
              <a:off x="3143" y="1463"/>
              <a:ext cx="2226" cy="575"/>
              <a:chOff x="2971" y="1489"/>
              <a:chExt cx="2226" cy="538"/>
            </a:xfrm>
          </p:grpSpPr>
          <p:sp>
            <p:nvSpPr>
              <p:cNvPr id="78054" name="Line 210">
                <a:extLst>
                  <a:ext uri="{FF2B5EF4-FFF2-40B4-BE49-F238E27FC236}">
                    <a16:creationId xmlns:a16="http://schemas.microsoft.com/office/drawing/2014/main" id="{29B94CF4-71DB-BB5E-E64B-D7D71210D398}"/>
                  </a:ext>
                </a:extLst>
              </p:cNvPr>
              <p:cNvSpPr>
                <a:spLocks noChangeShapeType="1"/>
              </p:cNvSpPr>
              <p:nvPr/>
            </p:nvSpPr>
            <p:spPr bwMode="auto">
              <a:xfrm flipH="1">
                <a:off x="3143" y="1893"/>
                <a:ext cx="6"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55" name="Line 211">
                <a:extLst>
                  <a:ext uri="{FF2B5EF4-FFF2-40B4-BE49-F238E27FC236}">
                    <a16:creationId xmlns:a16="http://schemas.microsoft.com/office/drawing/2014/main" id="{4526D476-FC35-BCC9-E500-6AE35D23318E}"/>
                  </a:ext>
                </a:extLst>
              </p:cNvPr>
              <p:cNvSpPr>
                <a:spLocks noChangeShapeType="1"/>
              </p:cNvSpPr>
              <p:nvPr/>
            </p:nvSpPr>
            <p:spPr bwMode="auto">
              <a:xfrm flipH="1">
                <a:off x="3142" y="1897"/>
                <a:ext cx="1"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56" name="Line 212">
                <a:extLst>
                  <a:ext uri="{FF2B5EF4-FFF2-40B4-BE49-F238E27FC236}">
                    <a16:creationId xmlns:a16="http://schemas.microsoft.com/office/drawing/2014/main" id="{B4A30FD4-E049-8C3A-2722-596541672B91}"/>
                  </a:ext>
                </a:extLst>
              </p:cNvPr>
              <p:cNvSpPr>
                <a:spLocks noChangeShapeType="1"/>
              </p:cNvSpPr>
              <p:nvPr/>
            </p:nvSpPr>
            <p:spPr bwMode="auto">
              <a:xfrm flipV="1">
                <a:off x="3142" y="1897"/>
                <a:ext cx="5"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57" name="Line 213">
                <a:extLst>
                  <a:ext uri="{FF2B5EF4-FFF2-40B4-BE49-F238E27FC236}">
                    <a16:creationId xmlns:a16="http://schemas.microsoft.com/office/drawing/2014/main" id="{494381EF-FDBD-1FA2-AE44-B1550F94C697}"/>
                  </a:ext>
                </a:extLst>
              </p:cNvPr>
              <p:cNvSpPr>
                <a:spLocks noChangeShapeType="1"/>
              </p:cNvSpPr>
              <p:nvPr/>
            </p:nvSpPr>
            <p:spPr bwMode="auto">
              <a:xfrm flipV="1">
                <a:off x="3147" y="1888"/>
                <a:ext cx="36" cy="9"/>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58" name="Line 214">
                <a:extLst>
                  <a:ext uri="{FF2B5EF4-FFF2-40B4-BE49-F238E27FC236}">
                    <a16:creationId xmlns:a16="http://schemas.microsoft.com/office/drawing/2014/main" id="{C896BDA4-390E-C2B5-3787-7519D84B5830}"/>
                  </a:ext>
                </a:extLst>
              </p:cNvPr>
              <p:cNvSpPr>
                <a:spLocks noChangeShapeType="1"/>
              </p:cNvSpPr>
              <p:nvPr/>
            </p:nvSpPr>
            <p:spPr bwMode="auto">
              <a:xfrm>
                <a:off x="3183" y="1888"/>
                <a:ext cx="6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59" name="Line 215">
                <a:extLst>
                  <a:ext uri="{FF2B5EF4-FFF2-40B4-BE49-F238E27FC236}">
                    <a16:creationId xmlns:a16="http://schemas.microsoft.com/office/drawing/2014/main" id="{C9706E83-AE75-101C-E7F5-95AFBC501BC3}"/>
                  </a:ext>
                </a:extLst>
              </p:cNvPr>
              <p:cNvSpPr>
                <a:spLocks noChangeShapeType="1"/>
              </p:cNvSpPr>
              <p:nvPr/>
            </p:nvSpPr>
            <p:spPr bwMode="auto">
              <a:xfrm flipV="1">
                <a:off x="3244" y="1888"/>
                <a:ext cx="39"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0" name="Line 216">
                <a:extLst>
                  <a:ext uri="{FF2B5EF4-FFF2-40B4-BE49-F238E27FC236}">
                    <a16:creationId xmlns:a16="http://schemas.microsoft.com/office/drawing/2014/main" id="{EEF553C2-E2D2-2475-882E-1A3B6198C103}"/>
                  </a:ext>
                </a:extLst>
              </p:cNvPr>
              <p:cNvSpPr>
                <a:spLocks noChangeShapeType="1"/>
              </p:cNvSpPr>
              <p:nvPr/>
            </p:nvSpPr>
            <p:spPr bwMode="auto">
              <a:xfrm flipV="1">
                <a:off x="3283" y="1887"/>
                <a:ext cx="39" cy="1"/>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1" name="Line 217">
                <a:extLst>
                  <a:ext uri="{FF2B5EF4-FFF2-40B4-BE49-F238E27FC236}">
                    <a16:creationId xmlns:a16="http://schemas.microsoft.com/office/drawing/2014/main" id="{B884D017-8440-8B4C-7EEF-AABDB2186050}"/>
                  </a:ext>
                </a:extLst>
              </p:cNvPr>
              <p:cNvSpPr>
                <a:spLocks noChangeShapeType="1"/>
              </p:cNvSpPr>
              <p:nvPr/>
            </p:nvSpPr>
            <p:spPr bwMode="auto">
              <a:xfrm flipV="1">
                <a:off x="3322" y="1881"/>
                <a:ext cx="56"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2" name="Line 218">
                <a:extLst>
                  <a:ext uri="{FF2B5EF4-FFF2-40B4-BE49-F238E27FC236}">
                    <a16:creationId xmlns:a16="http://schemas.microsoft.com/office/drawing/2014/main" id="{4EE3C262-E19F-F8F7-C4D2-A6B56ACDB2DB}"/>
                  </a:ext>
                </a:extLst>
              </p:cNvPr>
              <p:cNvSpPr>
                <a:spLocks noChangeShapeType="1"/>
              </p:cNvSpPr>
              <p:nvPr/>
            </p:nvSpPr>
            <p:spPr bwMode="auto">
              <a:xfrm flipV="1">
                <a:off x="3378" y="1877"/>
                <a:ext cx="23"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3" name="Line 219">
                <a:extLst>
                  <a:ext uri="{FF2B5EF4-FFF2-40B4-BE49-F238E27FC236}">
                    <a16:creationId xmlns:a16="http://schemas.microsoft.com/office/drawing/2014/main" id="{1E35EE09-A0F9-37E8-9543-AE2A61E97563}"/>
                  </a:ext>
                </a:extLst>
              </p:cNvPr>
              <p:cNvSpPr>
                <a:spLocks noChangeShapeType="1"/>
              </p:cNvSpPr>
              <p:nvPr/>
            </p:nvSpPr>
            <p:spPr bwMode="auto">
              <a:xfrm flipV="1">
                <a:off x="3401" y="1872"/>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4" name="Line 220">
                <a:extLst>
                  <a:ext uri="{FF2B5EF4-FFF2-40B4-BE49-F238E27FC236}">
                    <a16:creationId xmlns:a16="http://schemas.microsoft.com/office/drawing/2014/main" id="{D63C49D3-17E7-AA42-5546-3D39E04EB15D}"/>
                  </a:ext>
                </a:extLst>
              </p:cNvPr>
              <p:cNvSpPr>
                <a:spLocks noChangeShapeType="1"/>
              </p:cNvSpPr>
              <p:nvPr/>
            </p:nvSpPr>
            <p:spPr bwMode="auto">
              <a:xfrm flipV="1">
                <a:off x="3423" y="1868"/>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5" name="Line 221">
                <a:extLst>
                  <a:ext uri="{FF2B5EF4-FFF2-40B4-BE49-F238E27FC236}">
                    <a16:creationId xmlns:a16="http://schemas.microsoft.com/office/drawing/2014/main" id="{6C33C46D-8686-EDE1-AABF-844DF6DCAF6C}"/>
                  </a:ext>
                </a:extLst>
              </p:cNvPr>
              <p:cNvSpPr>
                <a:spLocks noChangeShapeType="1"/>
              </p:cNvSpPr>
              <p:nvPr/>
            </p:nvSpPr>
            <p:spPr bwMode="auto">
              <a:xfrm flipV="1">
                <a:off x="3445" y="1866"/>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6" name="Line 222">
                <a:extLst>
                  <a:ext uri="{FF2B5EF4-FFF2-40B4-BE49-F238E27FC236}">
                    <a16:creationId xmlns:a16="http://schemas.microsoft.com/office/drawing/2014/main" id="{E2770942-5340-E8FC-1EC5-2B8A86F74199}"/>
                  </a:ext>
                </a:extLst>
              </p:cNvPr>
              <p:cNvSpPr>
                <a:spLocks noChangeShapeType="1"/>
              </p:cNvSpPr>
              <p:nvPr/>
            </p:nvSpPr>
            <p:spPr bwMode="auto">
              <a:xfrm flipV="1">
                <a:off x="3467" y="1862"/>
                <a:ext cx="58"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7" name="Line 223">
                <a:extLst>
                  <a:ext uri="{FF2B5EF4-FFF2-40B4-BE49-F238E27FC236}">
                    <a16:creationId xmlns:a16="http://schemas.microsoft.com/office/drawing/2014/main" id="{DE4C291E-C3FA-58D6-2656-1D1A91F73FDB}"/>
                  </a:ext>
                </a:extLst>
              </p:cNvPr>
              <p:cNvSpPr>
                <a:spLocks noChangeShapeType="1"/>
              </p:cNvSpPr>
              <p:nvPr/>
            </p:nvSpPr>
            <p:spPr bwMode="auto">
              <a:xfrm flipV="1">
                <a:off x="3525" y="1861"/>
                <a:ext cx="60"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8" name="Line 224">
                <a:extLst>
                  <a:ext uri="{FF2B5EF4-FFF2-40B4-BE49-F238E27FC236}">
                    <a16:creationId xmlns:a16="http://schemas.microsoft.com/office/drawing/2014/main" id="{D634ADE0-58C4-68C8-992B-95E72297CBDD}"/>
                  </a:ext>
                </a:extLst>
              </p:cNvPr>
              <p:cNvSpPr>
                <a:spLocks noChangeShapeType="1"/>
              </p:cNvSpPr>
              <p:nvPr/>
            </p:nvSpPr>
            <p:spPr bwMode="auto">
              <a:xfrm flipV="1">
                <a:off x="3585" y="1857"/>
                <a:ext cx="116"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69" name="Line 225">
                <a:extLst>
                  <a:ext uri="{FF2B5EF4-FFF2-40B4-BE49-F238E27FC236}">
                    <a16:creationId xmlns:a16="http://schemas.microsoft.com/office/drawing/2014/main" id="{8E4CD1D9-DC0F-4154-4F7B-065272A18836}"/>
                  </a:ext>
                </a:extLst>
              </p:cNvPr>
              <p:cNvSpPr>
                <a:spLocks noChangeShapeType="1"/>
              </p:cNvSpPr>
              <p:nvPr/>
            </p:nvSpPr>
            <p:spPr bwMode="auto">
              <a:xfrm>
                <a:off x="3701" y="1857"/>
                <a:ext cx="16"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0" name="Line 226">
                <a:extLst>
                  <a:ext uri="{FF2B5EF4-FFF2-40B4-BE49-F238E27FC236}">
                    <a16:creationId xmlns:a16="http://schemas.microsoft.com/office/drawing/2014/main" id="{9BBCB3BA-701C-72B7-5ED8-CF2A64A3E29E}"/>
                  </a:ext>
                </a:extLst>
              </p:cNvPr>
              <p:cNvSpPr>
                <a:spLocks noChangeShapeType="1"/>
              </p:cNvSpPr>
              <p:nvPr/>
            </p:nvSpPr>
            <p:spPr bwMode="auto">
              <a:xfrm>
                <a:off x="3717" y="1861"/>
                <a:ext cx="16" cy="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1" name="Line 227">
                <a:extLst>
                  <a:ext uri="{FF2B5EF4-FFF2-40B4-BE49-F238E27FC236}">
                    <a16:creationId xmlns:a16="http://schemas.microsoft.com/office/drawing/2014/main" id="{A9CE5CF6-27FE-7A48-C9DB-0871F339CB7C}"/>
                  </a:ext>
                </a:extLst>
              </p:cNvPr>
              <p:cNvSpPr>
                <a:spLocks noChangeShapeType="1"/>
              </p:cNvSpPr>
              <p:nvPr/>
            </p:nvSpPr>
            <p:spPr bwMode="auto">
              <a:xfrm>
                <a:off x="3733" y="1864"/>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2" name="Line 228">
                <a:extLst>
                  <a:ext uri="{FF2B5EF4-FFF2-40B4-BE49-F238E27FC236}">
                    <a16:creationId xmlns:a16="http://schemas.microsoft.com/office/drawing/2014/main" id="{1908EFA9-3A1E-8F5E-87F9-848D243F8157}"/>
                  </a:ext>
                </a:extLst>
              </p:cNvPr>
              <p:cNvSpPr>
                <a:spLocks noChangeShapeType="1"/>
              </p:cNvSpPr>
              <p:nvPr/>
            </p:nvSpPr>
            <p:spPr bwMode="auto">
              <a:xfrm>
                <a:off x="3767" y="1874"/>
                <a:ext cx="32"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3" name="Line 229">
                <a:extLst>
                  <a:ext uri="{FF2B5EF4-FFF2-40B4-BE49-F238E27FC236}">
                    <a16:creationId xmlns:a16="http://schemas.microsoft.com/office/drawing/2014/main" id="{695AD824-8230-6537-2E47-D6B8B8D466A4}"/>
                  </a:ext>
                </a:extLst>
              </p:cNvPr>
              <p:cNvSpPr>
                <a:spLocks noChangeShapeType="1"/>
              </p:cNvSpPr>
              <p:nvPr/>
            </p:nvSpPr>
            <p:spPr bwMode="auto">
              <a:xfrm>
                <a:off x="3799" y="1883"/>
                <a:ext cx="17"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4" name="Line 230">
                <a:extLst>
                  <a:ext uri="{FF2B5EF4-FFF2-40B4-BE49-F238E27FC236}">
                    <a16:creationId xmlns:a16="http://schemas.microsoft.com/office/drawing/2014/main" id="{9E51E708-D032-1241-F9AB-885227DCA7BF}"/>
                  </a:ext>
                </a:extLst>
              </p:cNvPr>
              <p:cNvSpPr>
                <a:spLocks noChangeShapeType="1"/>
              </p:cNvSpPr>
              <p:nvPr/>
            </p:nvSpPr>
            <p:spPr bwMode="auto">
              <a:xfrm>
                <a:off x="3816" y="1887"/>
                <a:ext cx="14" cy="1"/>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5" name="Line 231">
                <a:extLst>
                  <a:ext uri="{FF2B5EF4-FFF2-40B4-BE49-F238E27FC236}">
                    <a16:creationId xmlns:a16="http://schemas.microsoft.com/office/drawing/2014/main" id="{8F1B94D8-A2BE-68A0-4F1F-96A679897162}"/>
                  </a:ext>
                </a:extLst>
              </p:cNvPr>
              <p:cNvSpPr>
                <a:spLocks noChangeShapeType="1"/>
              </p:cNvSpPr>
              <p:nvPr/>
            </p:nvSpPr>
            <p:spPr bwMode="auto">
              <a:xfrm>
                <a:off x="3830" y="1888"/>
                <a:ext cx="85"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6" name="Line 232">
                <a:extLst>
                  <a:ext uri="{FF2B5EF4-FFF2-40B4-BE49-F238E27FC236}">
                    <a16:creationId xmlns:a16="http://schemas.microsoft.com/office/drawing/2014/main" id="{4F3B35C9-76CC-EBFC-E1BC-BFE0A8768C11}"/>
                  </a:ext>
                </a:extLst>
              </p:cNvPr>
              <p:cNvSpPr>
                <a:spLocks noChangeShapeType="1"/>
              </p:cNvSpPr>
              <p:nvPr/>
            </p:nvSpPr>
            <p:spPr bwMode="auto">
              <a:xfrm>
                <a:off x="3915" y="1893"/>
                <a:ext cx="58"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7" name="Line 233">
                <a:extLst>
                  <a:ext uri="{FF2B5EF4-FFF2-40B4-BE49-F238E27FC236}">
                    <a16:creationId xmlns:a16="http://schemas.microsoft.com/office/drawing/2014/main" id="{8F750E7A-98C6-97BB-ED9D-2C2DC3150B8D}"/>
                  </a:ext>
                </a:extLst>
              </p:cNvPr>
              <p:cNvSpPr>
                <a:spLocks noChangeShapeType="1"/>
              </p:cNvSpPr>
              <p:nvPr/>
            </p:nvSpPr>
            <p:spPr bwMode="auto">
              <a:xfrm>
                <a:off x="3973" y="1898"/>
                <a:ext cx="66"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8" name="Line 234">
                <a:extLst>
                  <a:ext uri="{FF2B5EF4-FFF2-40B4-BE49-F238E27FC236}">
                    <a16:creationId xmlns:a16="http://schemas.microsoft.com/office/drawing/2014/main" id="{F452A2A8-6231-CA69-D389-7E8CC9B76C91}"/>
                  </a:ext>
                </a:extLst>
              </p:cNvPr>
              <p:cNvSpPr>
                <a:spLocks noChangeShapeType="1"/>
              </p:cNvSpPr>
              <p:nvPr/>
            </p:nvSpPr>
            <p:spPr bwMode="auto">
              <a:xfrm>
                <a:off x="4039" y="1903"/>
                <a:ext cx="2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79" name="Line 235">
                <a:extLst>
                  <a:ext uri="{FF2B5EF4-FFF2-40B4-BE49-F238E27FC236}">
                    <a16:creationId xmlns:a16="http://schemas.microsoft.com/office/drawing/2014/main" id="{88CEE7ED-500E-D6C0-ED42-3749E5F3F394}"/>
                  </a:ext>
                </a:extLst>
              </p:cNvPr>
              <p:cNvSpPr>
                <a:spLocks noChangeShapeType="1"/>
              </p:cNvSpPr>
              <p:nvPr/>
            </p:nvSpPr>
            <p:spPr bwMode="auto">
              <a:xfrm flipV="1">
                <a:off x="4059" y="1900"/>
                <a:ext cx="21" cy="3"/>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0" name="Line 236">
                <a:extLst>
                  <a:ext uri="{FF2B5EF4-FFF2-40B4-BE49-F238E27FC236}">
                    <a16:creationId xmlns:a16="http://schemas.microsoft.com/office/drawing/2014/main" id="{54CD5C76-1F8A-1779-C36E-44231D5498D1}"/>
                  </a:ext>
                </a:extLst>
              </p:cNvPr>
              <p:cNvSpPr>
                <a:spLocks noChangeShapeType="1"/>
              </p:cNvSpPr>
              <p:nvPr/>
            </p:nvSpPr>
            <p:spPr bwMode="auto">
              <a:xfrm flipV="1">
                <a:off x="4080" y="1895"/>
                <a:ext cx="27"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1" name="Line 237">
                <a:extLst>
                  <a:ext uri="{FF2B5EF4-FFF2-40B4-BE49-F238E27FC236}">
                    <a16:creationId xmlns:a16="http://schemas.microsoft.com/office/drawing/2014/main" id="{A6F8B156-4514-D8C9-98A2-7E60BF62557E}"/>
                  </a:ext>
                </a:extLst>
              </p:cNvPr>
              <p:cNvSpPr>
                <a:spLocks noChangeShapeType="1"/>
              </p:cNvSpPr>
              <p:nvPr/>
            </p:nvSpPr>
            <p:spPr bwMode="auto">
              <a:xfrm flipV="1">
                <a:off x="4107" y="1888"/>
                <a:ext cx="39"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2" name="Line 238">
                <a:extLst>
                  <a:ext uri="{FF2B5EF4-FFF2-40B4-BE49-F238E27FC236}">
                    <a16:creationId xmlns:a16="http://schemas.microsoft.com/office/drawing/2014/main" id="{B825F9AF-FC52-5688-2386-2EF97916CE19}"/>
                  </a:ext>
                </a:extLst>
              </p:cNvPr>
              <p:cNvSpPr>
                <a:spLocks noChangeShapeType="1"/>
              </p:cNvSpPr>
              <p:nvPr/>
            </p:nvSpPr>
            <p:spPr bwMode="auto">
              <a:xfrm flipV="1">
                <a:off x="4146" y="1885"/>
                <a:ext cx="230"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3" name="Line 239">
                <a:extLst>
                  <a:ext uri="{FF2B5EF4-FFF2-40B4-BE49-F238E27FC236}">
                    <a16:creationId xmlns:a16="http://schemas.microsoft.com/office/drawing/2014/main" id="{65A2146D-64ED-0374-8FCC-93E5ECCDB2E3}"/>
                  </a:ext>
                </a:extLst>
              </p:cNvPr>
              <p:cNvSpPr>
                <a:spLocks noChangeShapeType="1"/>
              </p:cNvSpPr>
              <p:nvPr/>
            </p:nvSpPr>
            <p:spPr bwMode="auto">
              <a:xfrm flipV="1">
                <a:off x="4376" y="1883"/>
                <a:ext cx="116"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4" name="Line 240">
                <a:extLst>
                  <a:ext uri="{FF2B5EF4-FFF2-40B4-BE49-F238E27FC236}">
                    <a16:creationId xmlns:a16="http://schemas.microsoft.com/office/drawing/2014/main" id="{F589EC6F-897C-2BD3-B628-B2E26D4BDAC2}"/>
                  </a:ext>
                </a:extLst>
              </p:cNvPr>
              <p:cNvSpPr>
                <a:spLocks noChangeShapeType="1"/>
              </p:cNvSpPr>
              <p:nvPr/>
            </p:nvSpPr>
            <p:spPr bwMode="auto">
              <a:xfrm flipV="1">
                <a:off x="4492" y="1881"/>
                <a:ext cx="115"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5" name="Line 241">
                <a:extLst>
                  <a:ext uri="{FF2B5EF4-FFF2-40B4-BE49-F238E27FC236}">
                    <a16:creationId xmlns:a16="http://schemas.microsoft.com/office/drawing/2014/main" id="{AC47EBE2-4C78-FDA6-742B-FF37FA4BE47F}"/>
                  </a:ext>
                </a:extLst>
              </p:cNvPr>
              <p:cNvSpPr>
                <a:spLocks noChangeShapeType="1"/>
              </p:cNvSpPr>
              <p:nvPr/>
            </p:nvSpPr>
            <p:spPr bwMode="auto">
              <a:xfrm flipV="1">
                <a:off x="4607" y="1879"/>
                <a:ext cx="23"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6" name="Line 242">
                <a:extLst>
                  <a:ext uri="{FF2B5EF4-FFF2-40B4-BE49-F238E27FC236}">
                    <a16:creationId xmlns:a16="http://schemas.microsoft.com/office/drawing/2014/main" id="{61CE4C2D-C63F-9835-2931-FF2D53B654D5}"/>
                  </a:ext>
                </a:extLst>
              </p:cNvPr>
              <p:cNvSpPr>
                <a:spLocks noChangeShapeType="1"/>
              </p:cNvSpPr>
              <p:nvPr/>
            </p:nvSpPr>
            <p:spPr bwMode="auto">
              <a:xfrm flipV="1">
                <a:off x="4630" y="1876"/>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7" name="Line 243">
                <a:extLst>
                  <a:ext uri="{FF2B5EF4-FFF2-40B4-BE49-F238E27FC236}">
                    <a16:creationId xmlns:a16="http://schemas.microsoft.com/office/drawing/2014/main" id="{F92F7F9E-EFFD-A49A-AF53-8B638D965084}"/>
                  </a:ext>
                </a:extLst>
              </p:cNvPr>
              <p:cNvSpPr>
                <a:spLocks noChangeShapeType="1"/>
              </p:cNvSpPr>
              <p:nvPr/>
            </p:nvSpPr>
            <p:spPr bwMode="auto">
              <a:xfrm flipV="1">
                <a:off x="4652" y="1869"/>
                <a:ext cx="44" cy="7"/>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8" name="Line 244">
                <a:extLst>
                  <a:ext uri="{FF2B5EF4-FFF2-40B4-BE49-F238E27FC236}">
                    <a16:creationId xmlns:a16="http://schemas.microsoft.com/office/drawing/2014/main" id="{0C68207C-22BE-D694-8090-BE7BD64B1B74}"/>
                  </a:ext>
                </a:extLst>
              </p:cNvPr>
              <p:cNvSpPr>
                <a:spLocks noChangeShapeType="1"/>
              </p:cNvSpPr>
              <p:nvPr/>
            </p:nvSpPr>
            <p:spPr bwMode="auto">
              <a:xfrm flipV="1">
                <a:off x="4696" y="1867"/>
                <a:ext cx="22" cy="2"/>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89" name="Line 245">
                <a:extLst>
                  <a:ext uri="{FF2B5EF4-FFF2-40B4-BE49-F238E27FC236}">
                    <a16:creationId xmlns:a16="http://schemas.microsoft.com/office/drawing/2014/main" id="{E8EDF250-2172-7649-05A5-5D3B9A654D8E}"/>
                  </a:ext>
                </a:extLst>
              </p:cNvPr>
              <p:cNvSpPr>
                <a:spLocks noChangeShapeType="1"/>
              </p:cNvSpPr>
              <p:nvPr/>
            </p:nvSpPr>
            <p:spPr bwMode="auto">
              <a:xfrm flipV="1">
                <a:off x="4718" y="1866"/>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0" name="Line 246">
                <a:extLst>
                  <a:ext uri="{FF2B5EF4-FFF2-40B4-BE49-F238E27FC236}">
                    <a16:creationId xmlns:a16="http://schemas.microsoft.com/office/drawing/2014/main" id="{2DCB81BB-3687-194D-B233-13B26E3A5E7D}"/>
                  </a:ext>
                </a:extLst>
              </p:cNvPr>
              <p:cNvSpPr>
                <a:spLocks noChangeShapeType="1"/>
              </p:cNvSpPr>
              <p:nvPr/>
            </p:nvSpPr>
            <p:spPr bwMode="auto">
              <a:xfrm>
                <a:off x="4740" y="1866"/>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1" name="Line 247">
                <a:extLst>
                  <a:ext uri="{FF2B5EF4-FFF2-40B4-BE49-F238E27FC236}">
                    <a16:creationId xmlns:a16="http://schemas.microsoft.com/office/drawing/2014/main" id="{5AF28140-740C-AA03-EC6B-36775563BB17}"/>
                  </a:ext>
                </a:extLst>
              </p:cNvPr>
              <p:cNvSpPr>
                <a:spLocks noChangeShapeType="1"/>
              </p:cNvSpPr>
              <p:nvPr/>
            </p:nvSpPr>
            <p:spPr bwMode="auto">
              <a:xfrm>
                <a:off x="4762" y="1868"/>
                <a:ext cx="12" cy="1"/>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2" name="Line 248">
                <a:extLst>
                  <a:ext uri="{FF2B5EF4-FFF2-40B4-BE49-F238E27FC236}">
                    <a16:creationId xmlns:a16="http://schemas.microsoft.com/office/drawing/2014/main" id="{C38F135E-4C0C-3D72-EDA3-E715D5D134B7}"/>
                  </a:ext>
                </a:extLst>
              </p:cNvPr>
              <p:cNvSpPr>
                <a:spLocks noChangeShapeType="1"/>
              </p:cNvSpPr>
              <p:nvPr/>
            </p:nvSpPr>
            <p:spPr bwMode="auto">
              <a:xfrm>
                <a:off x="4774" y="1869"/>
                <a:ext cx="11" cy="4"/>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3" name="Line 249">
                <a:extLst>
                  <a:ext uri="{FF2B5EF4-FFF2-40B4-BE49-F238E27FC236}">
                    <a16:creationId xmlns:a16="http://schemas.microsoft.com/office/drawing/2014/main" id="{EB62CD6D-B320-D8A0-D78F-4AE47662E891}"/>
                  </a:ext>
                </a:extLst>
              </p:cNvPr>
              <p:cNvSpPr>
                <a:spLocks noChangeShapeType="1"/>
              </p:cNvSpPr>
              <p:nvPr/>
            </p:nvSpPr>
            <p:spPr bwMode="auto">
              <a:xfrm>
                <a:off x="4785" y="1873"/>
                <a:ext cx="79"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4" name="Line 250">
                <a:extLst>
                  <a:ext uri="{FF2B5EF4-FFF2-40B4-BE49-F238E27FC236}">
                    <a16:creationId xmlns:a16="http://schemas.microsoft.com/office/drawing/2014/main" id="{15D5C522-B67D-804E-E17D-62BBAC226F31}"/>
                  </a:ext>
                </a:extLst>
              </p:cNvPr>
              <p:cNvSpPr>
                <a:spLocks noChangeShapeType="1"/>
              </p:cNvSpPr>
              <p:nvPr/>
            </p:nvSpPr>
            <p:spPr bwMode="auto">
              <a:xfrm>
                <a:off x="4864" y="1883"/>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5" name="Line 251">
                <a:extLst>
                  <a:ext uri="{FF2B5EF4-FFF2-40B4-BE49-F238E27FC236}">
                    <a16:creationId xmlns:a16="http://schemas.microsoft.com/office/drawing/2014/main" id="{24C5353E-0CC1-5476-078E-7DF9DA95EF4B}"/>
                  </a:ext>
                </a:extLst>
              </p:cNvPr>
              <p:cNvSpPr>
                <a:spLocks noChangeShapeType="1"/>
              </p:cNvSpPr>
              <p:nvPr/>
            </p:nvSpPr>
            <p:spPr bwMode="auto">
              <a:xfrm>
                <a:off x="4926" y="1889"/>
                <a:ext cx="73"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6" name="Line 252">
                <a:extLst>
                  <a:ext uri="{FF2B5EF4-FFF2-40B4-BE49-F238E27FC236}">
                    <a16:creationId xmlns:a16="http://schemas.microsoft.com/office/drawing/2014/main" id="{79986409-35E7-7975-7CC7-0E20E3780F8F}"/>
                  </a:ext>
                </a:extLst>
              </p:cNvPr>
              <p:cNvSpPr>
                <a:spLocks noChangeShapeType="1"/>
              </p:cNvSpPr>
              <p:nvPr/>
            </p:nvSpPr>
            <p:spPr bwMode="auto">
              <a:xfrm>
                <a:off x="4999" y="1893"/>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7" name="Line 253">
                <a:extLst>
                  <a:ext uri="{FF2B5EF4-FFF2-40B4-BE49-F238E27FC236}">
                    <a16:creationId xmlns:a16="http://schemas.microsoft.com/office/drawing/2014/main" id="{5506F171-2B7A-EDBC-FD00-E3764CCEDEB0}"/>
                  </a:ext>
                </a:extLst>
              </p:cNvPr>
              <p:cNvSpPr>
                <a:spLocks noChangeShapeType="1"/>
              </p:cNvSpPr>
              <p:nvPr/>
            </p:nvSpPr>
            <p:spPr bwMode="auto">
              <a:xfrm flipV="1">
                <a:off x="5109" y="1888"/>
                <a:ext cx="18"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8" name="Line 254">
                <a:extLst>
                  <a:ext uri="{FF2B5EF4-FFF2-40B4-BE49-F238E27FC236}">
                    <a16:creationId xmlns:a16="http://schemas.microsoft.com/office/drawing/2014/main" id="{CF8C19F8-3947-91DB-C2A1-EB84982FD92D}"/>
                  </a:ext>
                </a:extLst>
              </p:cNvPr>
              <p:cNvSpPr>
                <a:spLocks noChangeShapeType="1"/>
              </p:cNvSpPr>
              <p:nvPr/>
            </p:nvSpPr>
            <p:spPr bwMode="auto">
              <a:xfrm flipV="1">
                <a:off x="5127" y="1883"/>
                <a:ext cx="15"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099" name="Line 255">
                <a:extLst>
                  <a:ext uri="{FF2B5EF4-FFF2-40B4-BE49-F238E27FC236}">
                    <a16:creationId xmlns:a16="http://schemas.microsoft.com/office/drawing/2014/main" id="{01190C33-ECBC-AEEF-680F-46B98FA528AC}"/>
                  </a:ext>
                </a:extLst>
              </p:cNvPr>
              <p:cNvSpPr>
                <a:spLocks noChangeShapeType="1"/>
              </p:cNvSpPr>
              <p:nvPr/>
            </p:nvSpPr>
            <p:spPr bwMode="auto">
              <a:xfrm flipV="1">
                <a:off x="5142" y="1882"/>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0" name="Line 256">
                <a:extLst>
                  <a:ext uri="{FF2B5EF4-FFF2-40B4-BE49-F238E27FC236}">
                    <a16:creationId xmlns:a16="http://schemas.microsoft.com/office/drawing/2014/main" id="{304E2E96-7C71-9A1C-CD17-8F007EA279A9}"/>
                  </a:ext>
                </a:extLst>
              </p:cNvPr>
              <p:cNvSpPr>
                <a:spLocks noChangeShapeType="1"/>
              </p:cNvSpPr>
              <p:nvPr/>
            </p:nvSpPr>
            <p:spPr bwMode="auto">
              <a:xfrm flipV="1">
                <a:off x="5150" y="1881"/>
                <a:ext cx="7"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1" name="Line 257">
                <a:extLst>
                  <a:ext uri="{FF2B5EF4-FFF2-40B4-BE49-F238E27FC236}">
                    <a16:creationId xmlns:a16="http://schemas.microsoft.com/office/drawing/2014/main" id="{D51FB557-CECA-FBEB-BEEC-02598C0F58B7}"/>
                  </a:ext>
                </a:extLst>
              </p:cNvPr>
              <p:cNvSpPr>
                <a:spLocks noChangeShapeType="1"/>
              </p:cNvSpPr>
              <p:nvPr/>
            </p:nvSpPr>
            <p:spPr bwMode="auto">
              <a:xfrm>
                <a:off x="5157" y="1881"/>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2" name="Line 258">
                <a:extLst>
                  <a:ext uri="{FF2B5EF4-FFF2-40B4-BE49-F238E27FC236}">
                    <a16:creationId xmlns:a16="http://schemas.microsoft.com/office/drawing/2014/main" id="{DAEBADA8-0E82-4CE9-EA12-4C976DB53598}"/>
                  </a:ext>
                </a:extLst>
              </p:cNvPr>
              <p:cNvSpPr>
                <a:spLocks noChangeShapeType="1"/>
              </p:cNvSpPr>
              <p:nvPr/>
            </p:nvSpPr>
            <p:spPr bwMode="auto">
              <a:xfrm>
                <a:off x="5161" y="1881"/>
                <a:ext cx="3"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3" name="Line 259">
                <a:extLst>
                  <a:ext uri="{FF2B5EF4-FFF2-40B4-BE49-F238E27FC236}">
                    <a16:creationId xmlns:a16="http://schemas.microsoft.com/office/drawing/2014/main" id="{711E0808-DBAE-11B7-FFC8-D98A7C27BF25}"/>
                  </a:ext>
                </a:extLst>
              </p:cNvPr>
              <p:cNvSpPr>
                <a:spLocks noChangeShapeType="1"/>
              </p:cNvSpPr>
              <p:nvPr/>
            </p:nvSpPr>
            <p:spPr bwMode="auto">
              <a:xfrm>
                <a:off x="5164" y="1882"/>
                <a:ext cx="6"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4" name="Line 260">
                <a:extLst>
                  <a:ext uri="{FF2B5EF4-FFF2-40B4-BE49-F238E27FC236}">
                    <a16:creationId xmlns:a16="http://schemas.microsoft.com/office/drawing/2014/main" id="{E20B2EE1-A562-642F-C934-59AF798A3C9E}"/>
                  </a:ext>
                </a:extLst>
              </p:cNvPr>
              <p:cNvSpPr>
                <a:spLocks noChangeShapeType="1"/>
              </p:cNvSpPr>
              <p:nvPr/>
            </p:nvSpPr>
            <p:spPr bwMode="auto">
              <a:xfrm>
                <a:off x="5170" y="1887"/>
                <a:ext cx="6"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5" name="Line 261">
                <a:extLst>
                  <a:ext uri="{FF2B5EF4-FFF2-40B4-BE49-F238E27FC236}">
                    <a16:creationId xmlns:a16="http://schemas.microsoft.com/office/drawing/2014/main" id="{D25D961E-991C-78DD-BD1B-90B1802C8902}"/>
                  </a:ext>
                </a:extLst>
              </p:cNvPr>
              <p:cNvSpPr>
                <a:spLocks noChangeShapeType="1"/>
              </p:cNvSpPr>
              <p:nvPr/>
            </p:nvSpPr>
            <p:spPr bwMode="auto">
              <a:xfrm>
                <a:off x="5176" y="1892"/>
                <a:ext cx="5"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6" name="Line 262">
                <a:extLst>
                  <a:ext uri="{FF2B5EF4-FFF2-40B4-BE49-F238E27FC236}">
                    <a16:creationId xmlns:a16="http://schemas.microsoft.com/office/drawing/2014/main" id="{95734D81-AA0C-BF5E-2380-D6D8E2FABF71}"/>
                  </a:ext>
                </a:extLst>
              </p:cNvPr>
              <p:cNvSpPr>
                <a:spLocks noChangeShapeType="1"/>
              </p:cNvSpPr>
              <p:nvPr/>
            </p:nvSpPr>
            <p:spPr bwMode="auto">
              <a:xfrm flipV="1">
                <a:off x="5181" y="1812"/>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7" name="Line 263">
                <a:extLst>
                  <a:ext uri="{FF2B5EF4-FFF2-40B4-BE49-F238E27FC236}">
                    <a16:creationId xmlns:a16="http://schemas.microsoft.com/office/drawing/2014/main" id="{58D30173-7358-C725-A1A6-D1D0286E5FB3}"/>
                  </a:ext>
                </a:extLst>
              </p:cNvPr>
              <p:cNvSpPr>
                <a:spLocks noChangeShapeType="1"/>
              </p:cNvSpPr>
              <p:nvPr/>
            </p:nvSpPr>
            <p:spPr bwMode="auto">
              <a:xfrm flipH="1" flipV="1">
                <a:off x="5184" y="1793"/>
                <a:ext cx="5" cy="19"/>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8" name="Line 264">
                <a:extLst>
                  <a:ext uri="{FF2B5EF4-FFF2-40B4-BE49-F238E27FC236}">
                    <a16:creationId xmlns:a16="http://schemas.microsoft.com/office/drawing/2014/main" id="{707D9672-DCEB-9EC0-81F5-977A03E2B76A}"/>
                  </a:ext>
                </a:extLst>
              </p:cNvPr>
              <p:cNvSpPr>
                <a:spLocks noChangeShapeType="1"/>
              </p:cNvSpPr>
              <p:nvPr/>
            </p:nvSpPr>
            <p:spPr bwMode="auto">
              <a:xfrm flipH="1" flipV="1">
                <a:off x="5179" y="1773"/>
                <a:ext cx="5" cy="20"/>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09" name="Line 265">
                <a:extLst>
                  <a:ext uri="{FF2B5EF4-FFF2-40B4-BE49-F238E27FC236}">
                    <a16:creationId xmlns:a16="http://schemas.microsoft.com/office/drawing/2014/main" id="{4A98DDB3-3851-B69E-4032-472B955F7425}"/>
                  </a:ext>
                </a:extLst>
              </p:cNvPr>
              <p:cNvSpPr>
                <a:spLocks noChangeShapeType="1"/>
              </p:cNvSpPr>
              <p:nvPr/>
            </p:nvSpPr>
            <p:spPr bwMode="auto">
              <a:xfrm flipH="1" flipV="1">
                <a:off x="5176" y="1755"/>
                <a:ext cx="3" cy="18"/>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0" name="Line 266">
                <a:extLst>
                  <a:ext uri="{FF2B5EF4-FFF2-40B4-BE49-F238E27FC236}">
                    <a16:creationId xmlns:a16="http://schemas.microsoft.com/office/drawing/2014/main" id="{9235FDBC-2792-C0A7-D5AF-0C285E734C83}"/>
                  </a:ext>
                </a:extLst>
              </p:cNvPr>
              <p:cNvSpPr>
                <a:spLocks noChangeShapeType="1"/>
              </p:cNvSpPr>
              <p:nvPr/>
            </p:nvSpPr>
            <p:spPr bwMode="auto">
              <a:xfrm flipH="1" flipV="1">
                <a:off x="5173" y="1735"/>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1" name="Line 267">
                <a:extLst>
                  <a:ext uri="{FF2B5EF4-FFF2-40B4-BE49-F238E27FC236}">
                    <a16:creationId xmlns:a16="http://schemas.microsoft.com/office/drawing/2014/main" id="{5A7F728A-B97D-4DA1-9672-9986EA758387}"/>
                  </a:ext>
                </a:extLst>
              </p:cNvPr>
              <p:cNvSpPr>
                <a:spLocks noChangeShapeType="1"/>
              </p:cNvSpPr>
              <p:nvPr/>
            </p:nvSpPr>
            <p:spPr bwMode="auto">
              <a:xfrm flipH="1" flipV="1">
                <a:off x="5170" y="1696"/>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2" name="Line 268">
                <a:extLst>
                  <a:ext uri="{FF2B5EF4-FFF2-40B4-BE49-F238E27FC236}">
                    <a16:creationId xmlns:a16="http://schemas.microsoft.com/office/drawing/2014/main" id="{8F9F10D5-509B-1CAE-254F-3DA4A85354DE}"/>
                  </a:ext>
                </a:extLst>
              </p:cNvPr>
              <p:cNvSpPr>
                <a:spLocks noChangeShapeType="1"/>
              </p:cNvSpPr>
              <p:nvPr/>
            </p:nvSpPr>
            <p:spPr bwMode="auto">
              <a:xfrm flipV="1">
                <a:off x="5170" y="1655"/>
                <a:ext cx="1"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3" name="Line 269">
                <a:extLst>
                  <a:ext uri="{FF2B5EF4-FFF2-40B4-BE49-F238E27FC236}">
                    <a16:creationId xmlns:a16="http://schemas.microsoft.com/office/drawing/2014/main" id="{1977D89A-4CCA-0DB5-006A-B23E450F0F06}"/>
                  </a:ext>
                </a:extLst>
              </p:cNvPr>
              <p:cNvSpPr>
                <a:spLocks noChangeShapeType="1"/>
              </p:cNvSpPr>
              <p:nvPr/>
            </p:nvSpPr>
            <p:spPr bwMode="auto">
              <a:xfrm flipV="1">
                <a:off x="5170" y="1614"/>
                <a:ext cx="2"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4" name="Line 270">
                <a:extLst>
                  <a:ext uri="{FF2B5EF4-FFF2-40B4-BE49-F238E27FC236}">
                    <a16:creationId xmlns:a16="http://schemas.microsoft.com/office/drawing/2014/main" id="{946F9757-9F92-4F64-E59A-0F55A43E5A17}"/>
                  </a:ext>
                </a:extLst>
              </p:cNvPr>
              <p:cNvSpPr>
                <a:spLocks noChangeShapeType="1"/>
              </p:cNvSpPr>
              <p:nvPr/>
            </p:nvSpPr>
            <p:spPr bwMode="auto">
              <a:xfrm flipV="1">
                <a:off x="5172" y="1575"/>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5" name="Line 271">
                <a:extLst>
                  <a:ext uri="{FF2B5EF4-FFF2-40B4-BE49-F238E27FC236}">
                    <a16:creationId xmlns:a16="http://schemas.microsoft.com/office/drawing/2014/main" id="{7A14AA2D-9699-B17B-CADF-AA36D83B2F42}"/>
                  </a:ext>
                </a:extLst>
              </p:cNvPr>
              <p:cNvSpPr>
                <a:spLocks noChangeShapeType="1"/>
              </p:cNvSpPr>
              <p:nvPr/>
            </p:nvSpPr>
            <p:spPr bwMode="auto">
              <a:xfrm flipV="1">
                <a:off x="5175" y="1496"/>
                <a:ext cx="6"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6" name="Line 272">
                <a:extLst>
                  <a:ext uri="{FF2B5EF4-FFF2-40B4-BE49-F238E27FC236}">
                    <a16:creationId xmlns:a16="http://schemas.microsoft.com/office/drawing/2014/main" id="{4481A6B7-C550-4AB7-C7D6-E2728B3AE319}"/>
                  </a:ext>
                </a:extLst>
              </p:cNvPr>
              <p:cNvSpPr>
                <a:spLocks noChangeShapeType="1"/>
              </p:cNvSpPr>
              <p:nvPr/>
            </p:nvSpPr>
            <p:spPr bwMode="auto">
              <a:xfrm flipH="1">
                <a:off x="3200" y="1496"/>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7" name="Freeform 273">
                <a:extLst>
                  <a:ext uri="{FF2B5EF4-FFF2-40B4-BE49-F238E27FC236}">
                    <a16:creationId xmlns:a16="http://schemas.microsoft.com/office/drawing/2014/main" id="{360D733A-9BC9-7927-6A98-1244792B1800}"/>
                  </a:ext>
                </a:extLst>
              </p:cNvPr>
              <p:cNvSpPr>
                <a:spLocks/>
              </p:cNvSpPr>
              <p:nvPr/>
            </p:nvSpPr>
            <p:spPr bwMode="auto">
              <a:xfrm>
                <a:off x="3062" y="1489"/>
                <a:ext cx="146" cy="132"/>
              </a:xfrm>
              <a:custGeom>
                <a:avLst/>
                <a:gdLst>
                  <a:gd name="T0" fmla="*/ 9 w 146"/>
                  <a:gd name="T1" fmla="*/ 130 h 132"/>
                  <a:gd name="T2" fmla="*/ 0 w 146"/>
                  <a:gd name="T3" fmla="*/ 132 h 132"/>
                  <a:gd name="T4" fmla="*/ 137 w 146"/>
                  <a:gd name="T5" fmla="*/ 1 h 132"/>
                  <a:gd name="T6" fmla="*/ 146 w 146"/>
                  <a:gd name="T7" fmla="*/ 0 h 132"/>
                  <a:gd name="T8" fmla="*/ 9 w 146"/>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0"/>
                    </a:moveTo>
                    <a:lnTo>
                      <a:pt x="0" y="132"/>
                    </a:lnTo>
                    <a:lnTo>
                      <a:pt x="137" y="1"/>
                    </a:lnTo>
                    <a:lnTo>
                      <a:pt x="146" y="0"/>
                    </a:lnTo>
                    <a:lnTo>
                      <a:pt x="9"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18" name="Line 274">
                <a:extLst>
                  <a:ext uri="{FF2B5EF4-FFF2-40B4-BE49-F238E27FC236}">
                    <a16:creationId xmlns:a16="http://schemas.microsoft.com/office/drawing/2014/main" id="{AFC3DBA2-1F2A-8405-8AB4-3E7323219659}"/>
                  </a:ext>
                </a:extLst>
              </p:cNvPr>
              <p:cNvSpPr>
                <a:spLocks noChangeShapeType="1"/>
              </p:cNvSpPr>
              <p:nvPr/>
            </p:nvSpPr>
            <p:spPr bwMode="auto">
              <a:xfrm flipV="1">
                <a:off x="3071" y="1489"/>
                <a:ext cx="137" cy="130"/>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19" name="Freeform 275">
                <a:extLst>
                  <a:ext uri="{FF2B5EF4-FFF2-40B4-BE49-F238E27FC236}">
                    <a16:creationId xmlns:a16="http://schemas.microsoft.com/office/drawing/2014/main" id="{B7891D28-8B0D-3F77-6C0B-BBB004F43AD2}"/>
                  </a:ext>
                </a:extLst>
              </p:cNvPr>
              <p:cNvSpPr>
                <a:spLocks/>
              </p:cNvSpPr>
              <p:nvPr/>
            </p:nvSpPr>
            <p:spPr bwMode="auto">
              <a:xfrm>
                <a:off x="3067" y="1489"/>
                <a:ext cx="141" cy="132"/>
              </a:xfrm>
              <a:custGeom>
                <a:avLst/>
                <a:gdLst>
                  <a:gd name="T0" fmla="*/ 4 w 141"/>
                  <a:gd name="T1" fmla="*/ 130 h 132"/>
                  <a:gd name="T2" fmla="*/ 0 w 141"/>
                  <a:gd name="T3" fmla="*/ 132 h 132"/>
                  <a:gd name="T4" fmla="*/ 137 w 141"/>
                  <a:gd name="T5" fmla="*/ 1 h 132"/>
                  <a:gd name="T6" fmla="*/ 141 w 141"/>
                  <a:gd name="T7" fmla="*/ 0 h 132"/>
                  <a:gd name="T8" fmla="*/ 4 w 141"/>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0"/>
                    </a:moveTo>
                    <a:lnTo>
                      <a:pt x="0" y="132"/>
                    </a:lnTo>
                    <a:lnTo>
                      <a:pt x="137" y="1"/>
                    </a:lnTo>
                    <a:lnTo>
                      <a:pt x="141" y="0"/>
                    </a:lnTo>
                    <a:lnTo>
                      <a:pt x="4"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0" name="Freeform 276">
                <a:extLst>
                  <a:ext uri="{FF2B5EF4-FFF2-40B4-BE49-F238E27FC236}">
                    <a16:creationId xmlns:a16="http://schemas.microsoft.com/office/drawing/2014/main" id="{772E7238-DE8C-C4A1-D9BF-6CF137946F62}"/>
                  </a:ext>
                </a:extLst>
              </p:cNvPr>
              <p:cNvSpPr>
                <a:spLocks/>
              </p:cNvSpPr>
              <p:nvPr/>
            </p:nvSpPr>
            <p:spPr bwMode="auto">
              <a:xfrm>
                <a:off x="3062" y="1490"/>
                <a:ext cx="142" cy="131"/>
              </a:xfrm>
              <a:custGeom>
                <a:avLst/>
                <a:gdLst>
                  <a:gd name="T0" fmla="*/ 5 w 142"/>
                  <a:gd name="T1" fmla="*/ 131 h 131"/>
                  <a:gd name="T2" fmla="*/ 0 w 142"/>
                  <a:gd name="T3" fmla="*/ 131 h 131"/>
                  <a:gd name="T4" fmla="*/ 137 w 142"/>
                  <a:gd name="T5" fmla="*/ 0 h 131"/>
                  <a:gd name="T6" fmla="*/ 142 w 142"/>
                  <a:gd name="T7" fmla="*/ 0 h 131"/>
                  <a:gd name="T8" fmla="*/ 5 w 142"/>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1">
                    <a:moveTo>
                      <a:pt x="5" y="131"/>
                    </a:moveTo>
                    <a:lnTo>
                      <a:pt x="0" y="131"/>
                    </a:lnTo>
                    <a:lnTo>
                      <a:pt x="137" y="0"/>
                    </a:lnTo>
                    <a:lnTo>
                      <a:pt x="142" y="0"/>
                    </a:lnTo>
                    <a:lnTo>
                      <a:pt x="5"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1" name="Freeform 277">
                <a:extLst>
                  <a:ext uri="{FF2B5EF4-FFF2-40B4-BE49-F238E27FC236}">
                    <a16:creationId xmlns:a16="http://schemas.microsoft.com/office/drawing/2014/main" id="{B5DF2205-FF5E-73A4-B67F-DBCDBE6CF67C}"/>
                  </a:ext>
                </a:extLst>
              </p:cNvPr>
              <p:cNvSpPr>
                <a:spLocks/>
              </p:cNvSpPr>
              <p:nvPr/>
            </p:nvSpPr>
            <p:spPr bwMode="auto">
              <a:xfrm>
                <a:off x="3053" y="1490"/>
                <a:ext cx="146" cy="131"/>
              </a:xfrm>
              <a:custGeom>
                <a:avLst/>
                <a:gdLst>
                  <a:gd name="T0" fmla="*/ 9 w 146"/>
                  <a:gd name="T1" fmla="*/ 131 h 131"/>
                  <a:gd name="T2" fmla="*/ 0 w 146"/>
                  <a:gd name="T3" fmla="*/ 131 h 131"/>
                  <a:gd name="T4" fmla="*/ 137 w 146"/>
                  <a:gd name="T5" fmla="*/ 0 h 131"/>
                  <a:gd name="T6" fmla="*/ 146 w 146"/>
                  <a:gd name="T7" fmla="*/ 0 h 131"/>
                  <a:gd name="T8" fmla="*/ 9 w 146"/>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1">
                    <a:moveTo>
                      <a:pt x="9" y="131"/>
                    </a:moveTo>
                    <a:lnTo>
                      <a:pt x="0" y="131"/>
                    </a:lnTo>
                    <a:lnTo>
                      <a:pt x="137" y="0"/>
                    </a:lnTo>
                    <a:lnTo>
                      <a:pt x="146" y="0"/>
                    </a:lnTo>
                    <a:lnTo>
                      <a:pt x="9"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2" name="Line 278">
                <a:extLst>
                  <a:ext uri="{FF2B5EF4-FFF2-40B4-BE49-F238E27FC236}">
                    <a16:creationId xmlns:a16="http://schemas.microsoft.com/office/drawing/2014/main" id="{23CE8FB1-6811-4952-C969-66C10494507C}"/>
                  </a:ext>
                </a:extLst>
              </p:cNvPr>
              <p:cNvSpPr>
                <a:spLocks noChangeShapeType="1"/>
              </p:cNvSpPr>
              <p:nvPr/>
            </p:nvSpPr>
            <p:spPr bwMode="auto">
              <a:xfrm flipV="1">
                <a:off x="3062" y="1490"/>
                <a:ext cx="137" cy="131"/>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23" name="Freeform 279">
                <a:extLst>
                  <a:ext uri="{FF2B5EF4-FFF2-40B4-BE49-F238E27FC236}">
                    <a16:creationId xmlns:a16="http://schemas.microsoft.com/office/drawing/2014/main" id="{254999AB-6206-B1AC-74EA-52E28C5AB1D6}"/>
                  </a:ext>
                </a:extLst>
              </p:cNvPr>
              <p:cNvSpPr>
                <a:spLocks/>
              </p:cNvSpPr>
              <p:nvPr/>
            </p:nvSpPr>
            <p:spPr bwMode="auto">
              <a:xfrm>
                <a:off x="3059" y="1490"/>
                <a:ext cx="140" cy="131"/>
              </a:xfrm>
              <a:custGeom>
                <a:avLst/>
                <a:gdLst>
                  <a:gd name="T0" fmla="*/ 3 w 140"/>
                  <a:gd name="T1" fmla="*/ 131 h 131"/>
                  <a:gd name="T2" fmla="*/ 0 w 140"/>
                  <a:gd name="T3" fmla="*/ 131 h 131"/>
                  <a:gd name="T4" fmla="*/ 137 w 140"/>
                  <a:gd name="T5" fmla="*/ 0 h 131"/>
                  <a:gd name="T6" fmla="*/ 140 w 140"/>
                  <a:gd name="T7" fmla="*/ 0 h 131"/>
                  <a:gd name="T8" fmla="*/ 3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3" y="131"/>
                    </a:moveTo>
                    <a:lnTo>
                      <a:pt x="0" y="131"/>
                    </a:lnTo>
                    <a:lnTo>
                      <a:pt x="137" y="0"/>
                    </a:lnTo>
                    <a:lnTo>
                      <a:pt x="140" y="0"/>
                    </a:lnTo>
                    <a:lnTo>
                      <a:pt x="3"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4" name="Freeform 280">
                <a:extLst>
                  <a:ext uri="{FF2B5EF4-FFF2-40B4-BE49-F238E27FC236}">
                    <a16:creationId xmlns:a16="http://schemas.microsoft.com/office/drawing/2014/main" id="{FA200A17-EAD9-0E51-BCCE-5BC7B4FD7817}"/>
                  </a:ext>
                </a:extLst>
              </p:cNvPr>
              <p:cNvSpPr>
                <a:spLocks/>
              </p:cNvSpPr>
              <p:nvPr/>
            </p:nvSpPr>
            <p:spPr bwMode="auto">
              <a:xfrm>
                <a:off x="3055" y="1490"/>
                <a:ext cx="141" cy="131"/>
              </a:xfrm>
              <a:custGeom>
                <a:avLst/>
                <a:gdLst>
                  <a:gd name="T0" fmla="*/ 4 w 141"/>
                  <a:gd name="T1" fmla="*/ 131 h 131"/>
                  <a:gd name="T2" fmla="*/ 0 w 141"/>
                  <a:gd name="T3" fmla="*/ 131 h 131"/>
                  <a:gd name="T4" fmla="*/ 138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8" y="0"/>
                    </a:lnTo>
                    <a:lnTo>
                      <a:pt x="141" y="0"/>
                    </a:lnTo>
                    <a:lnTo>
                      <a:pt x="4"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5" name="Freeform 281">
                <a:extLst>
                  <a:ext uri="{FF2B5EF4-FFF2-40B4-BE49-F238E27FC236}">
                    <a16:creationId xmlns:a16="http://schemas.microsoft.com/office/drawing/2014/main" id="{4550FD5A-F7DA-F951-9217-9066E5F14A7C}"/>
                  </a:ext>
                </a:extLst>
              </p:cNvPr>
              <p:cNvSpPr>
                <a:spLocks/>
              </p:cNvSpPr>
              <p:nvPr/>
            </p:nvSpPr>
            <p:spPr bwMode="auto">
              <a:xfrm>
                <a:off x="3053" y="1490"/>
                <a:ext cx="140" cy="131"/>
              </a:xfrm>
              <a:custGeom>
                <a:avLst/>
                <a:gdLst>
                  <a:gd name="T0" fmla="*/ 2 w 140"/>
                  <a:gd name="T1" fmla="*/ 131 h 131"/>
                  <a:gd name="T2" fmla="*/ 0 w 140"/>
                  <a:gd name="T3" fmla="*/ 131 h 131"/>
                  <a:gd name="T4" fmla="*/ 137 w 140"/>
                  <a:gd name="T5" fmla="*/ 0 h 131"/>
                  <a:gd name="T6" fmla="*/ 140 w 140"/>
                  <a:gd name="T7" fmla="*/ 0 h 131"/>
                  <a:gd name="T8" fmla="*/ 2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2" y="131"/>
                    </a:moveTo>
                    <a:lnTo>
                      <a:pt x="0" y="131"/>
                    </a:lnTo>
                    <a:lnTo>
                      <a:pt x="137" y="0"/>
                    </a:lnTo>
                    <a:lnTo>
                      <a:pt x="140" y="0"/>
                    </a:lnTo>
                    <a:lnTo>
                      <a:pt x="2"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6" name="Freeform 282">
                <a:extLst>
                  <a:ext uri="{FF2B5EF4-FFF2-40B4-BE49-F238E27FC236}">
                    <a16:creationId xmlns:a16="http://schemas.microsoft.com/office/drawing/2014/main" id="{1FF3338A-17BC-FD41-1FC6-281554D859D4}"/>
                  </a:ext>
                </a:extLst>
              </p:cNvPr>
              <p:cNvSpPr>
                <a:spLocks/>
              </p:cNvSpPr>
              <p:nvPr/>
            </p:nvSpPr>
            <p:spPr bwMode="auto">
              <a:xfrm>
                <a:off x="3045" y="1490"/>
                <a:ext cx="145" cy="132"/>
              </a:xfrm>
              <a:custGeom>
                <a:avLst/>
                <a:gdLst>
                  <a:gd name="T0" fmla="*/ 8 w 145"/>
                  <a:gd name="T1" fmla="*/ 131 h 132"/>
                  <a:gd name="T2" fmla="*/ 0 w 145"/>
                  <a:gd name="T3" fmla="*/ 132 h 132"/>
                  <a:gd name="T4" fmla="*/ 137 w 145"/>
                  <a:gd name="T5" fmla="*/ 1 h 132"/>
                  <a:gd name="T6" fmla="*/ 145 w 145"/>
                  <a:gd name="T7" fmla="*/ 0 h 132"/>
                  <a:gd name="T8" fmla="*/ 8 w 145"/>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8" y="131"/>
                    </a:moveTo>
                    <a:lnTo>
                      <a:pt x="0" y="132"/>
                    </a:lnTo>
                    <a:lnTo>
                      <a:pt x="137" y="1"/>
                    </a:lnTo>
                    <a:lnTo>
                      <a:pt x="145" y="0"/>
                    </a:lnTo>
                    <a:lnTo>
                      <a:pt x="8"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7" name="Line 283">
                <a:extLst>
                  <a:ext uri="{FF2B5EF4-FFF2-40B4-BE49-F238E27FC236}">
                    <a16:creationId xmlns:a16="http://schemas.microsoft.com/office/drawing/2014/main" id="{9EB2B164-BBAF-4250-4E5D-C31D8D265959}"/>
                  </a:ext>
                </a:extLst>
              </p:cNvPr>
              <p:cNvSpPr>
                <a:spLocks noChangeShapeType="1"/>
              </p:cNvSpPr>
              <p:nvPr/>
            </p:nvSpPr>
            <p:spPr bwMode="auto">
              <a:xfrm flipV="1">
                <a:off x="3053" y="1490"/>
                <a:ext cx="137" cy="131"/>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28" name="Freeform 284">
                <a:extLst>
                  <a:ext uri="{FF2B5EF4-FFF2-40B4-BE49-F238E27FC236}">
                    <a16:creationId xmlns:a16="http://schemas.microsoft.com/office/drawing/2014/main" id="{A77A240B-832D-3138-560C-FBADB7FFDA4C}"/>
                  </a:ext>
                </a:extLst>
              </p:cNvPr>
              <p:cNvSpPr>
                <a:spLocks/>
              </p:cNvSpPr>
              <p:nvPr/>
            </p:nvSpPr>
            <p:spPr bwMode="auto">
              <a:xfrm>
                <a:off x="3049" y="1490"/>
                <a:ext cx="141" cy="132"/>
              </a:xfrm>
              <a:custGeom>
                <a:avLst/>
                <a:gdLst>
                  <a:gd name="T0" fmla="*/ 4 w 141"/>
                  <a:gd name="T1" fmla="*/ 131 h 132"/>
                  <a:gd name="T2" fmla="*/ 0 w 141"/>
                  <a:gd name="T3" fmla="*/ 132 h 132"/>
                  <a:gd name="T4" fmla="*/ 137 w 141"/>
                  <a:gd name="T5" fmla="*/ 1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7" y="1"/>
                    </a:lnTo>
                    <a:lnTo>
                      <a:pt x="141" y="0"/>
                    </a:lnTo>
                    <a:lnTo>
                      <a:pt x="4"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29" name="Freeform 285">
                <a:extLst>
                  <a:ext uri="{FF2B5EF4-FFF2-40B4-BE49-F238E27FC236}">
                    <a16:creationId xmlns:a16="http://schemas.microsoft.com/office/drawing/2014/main" id="{CB068AA5-0541-0A9C-EFAA-78C6EBC8C252}"/>
                  </a:ext>
                </a:extLst>
              </p:cNvPr>
              <p:cNvSpPr>
                <a:spLocks/>
              </p:cNvSpPr>
              <p:nvPr/>
            </p:nvSpPr>
            <p:spPr bwMode="auto">
              <a:xfrm>
                <a:off x="3045" y="1491"/>
                <a:ext cx="141" cy="131"/>
              </a:xfrm>
              <a:custGeom>
                <a:avLst/>
                <a:gdLst>
                  <a:gd name="T0" fmla="*/ 4 w 141"/>
                  <a:gd name="T1" fmla="*/ 131 h 131"/>
                  <a:gd name="T2" fmla="*/ 0 w 141"/>
                  <a:gd name="T3" fmla="*/ 131 h 131"/>
                  <a:gd name="T4" fmla="*/ 137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7" y="0"/>
                    </a:lnTo>
                    <a:lnTo>
                      <a:pt x="141" y="0"/>
                    </a:lnTo>
                    <a:lnTo>
                      <a:pt x="4"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30" name="Freeform 286">
                <a:extLst>
                  <a:ext uri="{FF2B5EF4-FFF2-40B4-BE49-F238E27FC236}">
                    <a16:creationId xmlns:a16="http://schemas.microsoft.com/office/drawing/2014/main" id="{7C0BCB4A-E49A-3BD2-E5D0-40F85D30FABF}"/>
                  </a:ext>
                </a:extLst>
              </p:cNvPr>
              <p:cNvSpPr>
                <a:spLocks/>
              </p:cNvSpPr>
              <p:nvPr/>
            </p:nvSpPr>
            <p:spPr bwMode="auto">
              <a:xfrm>
                <a:off x="3041" y="1491"/>
                <a:ext cx="141" cy="133"/>
              </a:xfrm>
              <a:custGeom>
                <a:avLst/>
                <a:gdLst>
                  <a:gd name="T0" fmla="*/ 4 w 141"/>
                  <a:gd name="T1" fmla="*/ 131 h 133"/>
                  <a:gd name="T2" fmla="*/ 0 w 141"/>
                  <a:gd name="T3" fmla="*/ 133 h 133"/>
                  <a:gd name="T4" fmla="*/ 137 w 141"/>
                  <a:gd name="T5" fmla="*/ 3 h 133"/>
                  <a:gd name="T6" fmla="*/ 141 w 141"/>
                  <a:gd name="T7" fmla="*/ 0 h 133"/>
                  <a:gd name="T8" fmla="*/ 4 w 141"/>
                  <a:gd name="T9" fmla="*/ 131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3">
                    <a:moveTo>
                      <a:pt x="4" y="131"/>
                    </a:moveTo>
                    <a:lnTo>
                      <a:pt x="0" y="133"/>
                    </a:lnTo>
                    <a:lnTo>
                      <a:pt x="137" y="3"/>
                    </a:lnTo>
                    <a:lnTo>
                      <a:pt x="141" y="0"/>
                    </a:lnTo>
                    <a:lnTo>
                      <a:pt x="4" y="131"/>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31" name="Line 287">
                <a:extLst>
                  <a:ext uri="{FF2B5EF4-FFF2-40B4-BE49-F238E27FC236}">
                    <a16:creationId xmlns:a16="http://schemas.microsoft.com/office/drawing/2014/main" id="{493DC159-5D38-6894-DE2C-BC91CF146E96}"/>
                  </a:ext>
                </a:extLst>
              </p:cNvPr>
              <p:cNvSpPr>
                <a:spLocks noChangeShapeType="1"/>
              </p:cNvSpPr>
              <p:nvPr/>
            </p:nvSpPr>
            <p:spPr bwMode="auto">
              <a:xfrm flipV="1">
                <a:off x="3045" y="1491"/>
                <a:ext cx="137" cy="131"/>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32" name="Freeform 288">
                <a:extLst>
                  <a:ext uri="{FF2B5EF4-FFF2-40B4-BE49-F238E27FC236}">
                    <a16:creationId xmlns:a16="http://schemas.microsoft.com/office/drawing/2014/main" id="{3DD2FE71-92A1-058A-16AF-7F0EC70A15A3}"/>
                  </a:ext>
                </a:extLst>
              </p:cNvPr>
              <p:cNvSpPr>
                <a:spLocks/>
              </p:cNvSpPr>
              <p:nvPr/>
            </p:nvSpPr>
            <p:spPr bwMode="auto">
              <a:xfrm>
                <a:off x="3019" y="1879"/>
                <a:ext cx="145" cy="137"/>
              </a:xfrm>
              <a:custGeom>
                <a:avLst/>
                <a:gdLst>
                  <a:gd name="T0" fmla="*/ 8 w 145"/>
                  <a:gd name="T1" fmla="*/ 131 h 137"/>
                  <a:gd name="T2" fmla="*/ 0 w 145"/>
                  <a:gd name="T3" fmla="*/ 137 h 137"/>
                  <a:gd name="T4" fmla="*/ 137 w 145"/>
                  <a:gd name="T5" fmla="*/ 6 h 137"/>
                  <a:gd name="T6" fmla="*/ 145 w 145"/>
                  <a:gd name="T7" fmla="*/ 0 h 137"/>
                  <a:gd name="T8" fmla="*/ 8 w 145"/>
                  <a:gd name="T9" fmla="*/ 131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7">
                    <a:moveTo>
                      <a:pt x="8" y="131"/>
                    </a:moveTo>
                    <a:lnTo>
                      <a:pt x="0" y="137"/>
                    </a:lnTo>
                    <a:lnTo>
                      <a:pt x="137" y="6"/>
                    </a:lnTo>
                    <a:lnTo>
                      <a:pt x="145" y="0"/>
                    </a:lnTo>
                    <a:lnTo>
                      <a:pt x="8" y="131"/>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33" name="Line 289">
                <a:extLst>
                  <a:ext uri="{FF2B5EF4-FFF2-40B4-BE49-F238E27FC236}">
                    <a16:creationId xmlns:a16="http://schemas.microsoft.com/office/drawing/2014/main" id="{6F82943D-2209-8E72-5002-4AFF4AAD562A}"/>
                  </a:ext>
                </a:extLst>
              </p:cNvPr>
              <p:cNvSpPr>
                <a:spLocks noChangeShapeType="1"/>
              </p:cNvSpPr>
              <p:nvPr/>
            </p:nvSpPr>
            <p:spPr bwMode="auto">
              <a:xfrm flipV="1">
                <a:off x="3027" y="1879"/>
                <a:ext cx="137" cy="131"/>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34" name="Freeform 290">
                <a:extLst>
                  <a:ext uri="{FF2B5EF4-FFF2-40B4-BE49-F238E27FC236}">
                    <a16:creationId xmlns:a16="http://schemas.microsoft.com/office/drawing/2014/main" id="{7D137836-3326-6297-5EE9-2C131B7BCCC2}"/>
                  </a:ext>
                </a:extLst>
              </p:cNvPr>
              <p:cNvSpPr>
                <a:spLocks/>
              </p:cNvSpPr>
              <p:nvPr/>
            </p:nvSpPr>
            <p:spPr bwMode="auto">
              <a:xfrm>
                <a:off x="3014" y="1885"/>
                <a:ext cx="142" cy="135"/>
              </a:xfrm>
              <a:custGeom>
                <a:avLst/>
                <a:gdLst>
                  <a:gd name="T0" fmla="*/ 5 w 142"/>
                  <a:gd name="T1" fmla="*/ 131 h 135"/>
                  <a:gd name="T2" fmla="*/ 0 w 142"/>
                  <a:gd name="T3" fmla="*/ 135 h 135"/>
                  <a:gd name="T4" fmla="*/ 137 w 142"/>
                  <a:gd name="T5" fmla="*/ 4 h 135"/>
                  <a:gd name="T6" fmla="*/ 142 w 142"/>
                  <a:gd name="T7" fmla="*/ 0 h 135"/>
                  <a:gd name="T8" fmla="*/ 5 w 142"/>
                  <a:gd name="T9" fmla="*/ 131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5">
                    <a:moveTo>
                      <a:pt x="5" y="131"/>
                    </a:moveTo>
                    <a:lnTo>
                      <a:pt x="0" y="135"/>
                    </a:lnTo>
                    <a:lnTo>
                      <a:pt x="137" y="4"/>
                    </a:lnTo>
                    <a:lnTo>
                      <a:pt x="142" y="0"/>
                    </a:lnTo>
                    <a:lnTo>
                      <a:pt x="5"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35" name="Line 291">
                <a:extLst>
                  <a:ext uri="{FF2B5EF4-FFF2-40B4-BE49-F238E27FC236}">
                    <a16:creationId xmlns:a16="http://schemas.microsoft.com/office/drawing/2014/main" id="{2A667892-2641-BC13-A66F-8B1A67C7640A}"/>
                  </a:ext>
                </a:extLst>
              </p:cNvPr>
              <p:cNvSpPr>
                <a:spLocks noChangeShapeType="1"/>
              </p:cNvSpPr>
              <p:nvPr/>
            </p:nvSpPr>
            <p:spPr bwMode="auto">
              <a:xfrm flipV="1">
                <a:off x="3019" y="1885"/>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36" name="Freeform 292">
                <a:extLst>
                  <a:ext uri="{FF2B5EF4-FFF2-40B4-BE49-F238E27FC236}">
                    <a16:creationId xmlns:a16="http://schemas.microsoft.com/office/drawing/2014/main" id="{B8962996-B1DC-662F-038A-8C438B1802C5}"/>
                  </a:ext>
                </a:extLst>
              </p:cNvPr>
              <p:cNvSpPr>
                <a:spLocks/>
              </p:cNvSpPr>
              <p:nvPr/>
            </p:nvSpPr>
            <p:spPr bwMode="auto">
              <a:xfrm>
                <a:off x="5052" y="1804"/>
                <a:ext cx="145" cy="216"/>
              </a:xfrm>
              <a:custGeom>
                <a:avLst/>
                <a:gdLst>
                  <a:gd name="T0" fmla="*/ 0 w 145"/>
                  <a:gd name="T1" fmla="*/ 216 h 216"/>
                  <a:gd name="T2" fmla="*/ 8 w 145"/>
                  <a:gd name="T3" fmla="*/ 131 h 216"/>
                  <a:gd name="T4" fmla="*/ 145 w 145"/>
                  <a:gd name="T5" fmla="*/ 0 h 216"/>
                  <a:gd name="T6" fmla="*/ 137 w 145"/>
                  <a:gd name="T7" fmla="*/ 84 h 216"/>
                  <a:gd name="T8" fmla="*/ 0 w 145"/>
                  <a:gd name="T9" fmla="*/ 216 h 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16">
                    <a:moveTo>
                      <a:pt x="0" y="216"/>
                    </a:moveTo>
                    <a:lnTo>
                      <a:pt x="8" y="131"/>
                    </a:lnTo>
                    <a:lnTo>
                      <a:pt x="145" y="0"/>
                    </a:lnTo>
                    <a:lnTo>
                      <a:pt x="137" y="84"/>
                    </a:lnTo>
                    <a:lnTo>
                      <a:pt x="0" y="21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37" name="Line 293">
                <a:extLst>
                  <a:ext uri="{FF2B5EF4-FFF2-40B4-BE49-F238E27FC236}">
                    <a16:creationId xmlns:a16="http://schemas.microsoft.com/office/drawing/2014/main" id="{AFAF01D7-4A8C-C8D7-7F84-5F1621CCF3DB}"/>
                  </a:ext>
                </a:extLst>
              </p:cNvPr>
              <p:cNvSpPr>
                <a:spLocks noChangeShapeType="1"/>
              </p:cNvSpPr>
              <p:nvPr/>
            </p:nvSpPr>
            <p:spPr bwMode="auto">
              <a:xfrm flipV="1">
                <a:off x="5052" y="1888"/>
                <a:ext cx="137" cy="132"/>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38" name="Freeform 294">
                <a:extLst>
                  <a:ext uri="{FF2B5EF4-FFF2-40B4-BE49-F238E27FC236}">
                    <a16:creationId xmlns:a16="http://schemas.microsoft.com/office/drawing/2014/main" id="{78A08EBC-FB97-6ABF-9A60-A3E4FE212FB5}"/>
                  </a:ext>
                </a:extLst>
              </p:cNvPr>
              <p:cNvSpPr>
                <a:spLocks/>
              </p:cNvSpPr>
              <p:nvPr/>
            </p:nvSpPr>
            <p:spPr bwMode="auto">
              <a:xfrm>
                <a:off x="5054" y="1786"/>
                <a:ext cx="143" cy="149"/>
              </a:xfrm>
              <a:custGeom>
                <a:avLst/>
                <a:gdLst>
                  <a:gd name="T0" fmla="*/ 6 w 143"/>
                  <a:gd name="T1" fmla="*/ 149 h 149"/>
                  <a:gd name="T2" fmla="*/ 0 w 143"/>
                  <a:gd name="T3" fmla="*/ 130 h 149"/>
                  <a:gd name="T4" fmla="*/ 138 w 143"/>
                  <a:gd name="T5" fmla="*/ 0 h 149"/>
                  <a:gd name="T6" fmla="*/ 143 w 143"/>
                  <a:gd name="T7" fmla="*/ 18 h 149"/>
                  <a:gd name="T8" fmla="*/ 6 w 143"/>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49">
                    <a:moveTo>
                      <a:pt x="6" y="149"/>
                    </a:moveTo>
                    <a:lnTo>
                      <a:pt x="0" y="130"/>
                    </a:lnTo>
                    <a:lnTo>
                      <a:pt x="138" y="0"/>
                    </a:lnTo>
                    <a:lnTo>
                      <a:pt x="143" y="18"/>
                    </a:lnTo>
                    <a:lnTo>
                      <a:pt x="6" y="149"/>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39" name="Line 295">
                <a:extLst>
                  <a:ext uri="{FF2B5EF4-FFF2-40B4-BE49-F238E27FC236}">
                    <a16:creationId xmlns:a16="http://schemas.microsoft.com/office/drawing/2014/main" id="{1D3287BD-C029-B451-574B-1B5BFCFA986D}"/>
                  </a:ext>
                </a:extLst>
              </p:cNvPr>
              <p:cNvSpPr>
                <a:spLocks noChangeShapeType="1"/>
              </p:cNvSpPr>
              <p:nvPr/>
            </p:nvSpPr>
            <p:spPr bwMode="auto">
              <a:xfrm flipV="1">
                <a:off x="5060" y="1804"/>
                <a:ext cx="137"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40" name="Freeform 296">
                <a:extLst>
                  <a:ext uri="{FF2B5EF4-FFF2-40B4-BE49-F238E27FC236}">
                    <a16:creationId xmlns:a16="http://schemas.microsoft.com/office/drawing/2014/main" id="{C661E9DE-569B-C20E-253A-A11D213560DE}"/>
                  </a:ext>
                </a:extLst>
              </p:cNvPr>
              <p:cNvSpPr>
                <a:spLocks/>
              </p:cNvSpPr>
              <p:nvPr/>
            </p:nvSpPr>
            <p:spPr bwMode="auto">
              <a:xfrm>
                <a:off x="5049" y="1766"/>
                <a:ext cx="143" cy="150"/>
              </a:xfrm>
              <a:custGeom>
                <a:avLst/>
                <a:gdLst>
                  <a:gd name="T0" fmla="*/ 5 w 143"/>
                  <a:gd name="T1" fmla="*/ 150 h 150"/>
                  <a:gd name="T2" fmla="*/ 0 w 143"/>
                  <a:gd name="T3" fmla="*/ 131 h 150"/>
                  <a:gd name="T4" fmla="*/ 137 w 143"/>
                  <a:gd name="T5" fmla="*/ 0 h 150"/>
                  <a:gd name="T6" fmla="*/ 143 w 143"/>
                  <a:gd name="T7" fmla="*/ 20 h 150"/>
                  <a:gd name="T8" fmla="*/ 5 w 143"/>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50">
                    <a:moveTo>
                      <a:pt x="5" y="150"/>
                    </a:moveTo>
                    <a:lnTo>
                      <a:pt x="0" y="131"/>
                    </a:lnTo>
                    <a:lnTo>
                      <a:pt x="137" y="0"/>
                    </a:lnTo>
                    <a:lnTo>
                      <a:pt x="143" y="20"/>
                    </a:lnTo>
                    <a:lnTo>
                      <a:pt x="5" y="150"/>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41" name="Line 297">
                <a:extLst>
                  <a:ext uri="{FF2B5EF4-FFF2-40B4-BE49-F238E27FC236}">
                    <a16:creationId xmlns:a16="http://schemas.microsoft.com/office/drawing/2014/main" id="{64474B80-0878-5DC1-B039-06F13EE14C3F}"/>
                  </a:ext>
                </a:extLst>
              </p:cNvPr>
              <p:cNvSpPr>
                <a:spLocks noChangeShapeType="1"/>
              </p:cNvSpPr>
              <p:nvPr/>
            </p:nvSpPr>
            <p:spPr bwMode="auto">
              <a:xfrm flipV="1">
                <a:off x="5054" y="1786"/>
                <a:ext cx="138" cy="130"/>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42" name="Freeform 298">
                <a:extLst>
                  <a:ext uri="{FF2B5EF4-FFF2-40B4-BE49-F238E27FC236}">
                    <a16:creationId xmlns:a16="http://schemas.microsoft.com/office/drawing/2014/main" id="{84A82D02-FADF-7E82-01DB-605062F8299C}"/>
                  </a:ext>
                </a:extLst>
              </p:cNvPr>
              <p:cNvSpPr>
                <a:spLocks/>
              </p:cNvSpPr>
              <p:nvPr/>
            </p:nvSpPr>
            <p:spPr bwMode="auto">
              <a:xfrm>
                <a:off x="5047" y="1747"/>
                <a:ext cx="139" cy="150"/>
              </a:xfrm>
              <a:custGeom>
                <a:avLst/>
                <a:gdLst>
                  <a:gd name="T0" fmla="*/ 2 w 139"/>
                  <a:gd name="T1" fmla="*/ 150 h 150"/>
                  <a:gd name="T2" fmla="*/ 0 w 139"/>
                  <a:gd name="T3" fmla="*/ 131 h 150"/>
                  <a:gd name="T4" fmla="*/ 137 w 139"/>
                  <a:gd name="T5" fmla="*/ 0 h 150"/>
                  <a:gd name="T6" fmla="*/ 139 w 139"/>
                  <a:gd name="T7" fmla="*/ 19 h 150"/>
                  <a:gd name="T8" fmla="*/ 2 w 139"/>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50">
                    <a:moveTo>
                      <a:pt x="2" y="150"/>
                    </a:moveTo>
                    <a:lnTo>
                      <a:pt x="0" y="131"/>
                    </a:lnTo>
                    <a:lnTo>
                      <a:pt x="137" y="0"/>
                    </a:lnTo>
                    <a:lnTo>
                      <a:pt x="139" y="19"/>
                    </a:lnTo>
                    <a:lnTo>
                      <a:pt x="2" y="150"/>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43" name="Line 299">
                <a:extLst>
                  <a:ext uri="{FF2B5EF4-FFF2-40B4-BE49-F238E27FC236}">
                    <a16:creationId xmlns:a16="http://schemas.microsoft.com/office/drawing/2014/main" id="{5EEE500E-5D90-3EBF-D22D-52CAE9D454E6}"/>
                  </a:ext>
                </a:extLst>
              </p:cNvPr>
              <p:cNvSpPr>
                <a:spLocks noChangeShapeType="1"/>
              </p:cNvSpPr>
              <p:nvPr/>
            </p:nvSpPr>
            <p:spPr bwMode="auto">
              <a:xfrm flipV="1">
                <a:off x="5049" y="1766"/>
                <a:ext cx="137" cy="131"/>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44" name="Freeform 300">
                <a:extLst>
                  <a:ext uri="{FF2B5EF4-FFF2-40B4-BE49-F238E27FC236}">
                    <a16:creationId xmlns:a16="http://schemas.microsoft.com/office/drawing/2014/main" id="{031AE65D-4DA7-9DDF-2F73-AA0D2F88CB48}"/>
                  </a:ext>
                </a:extLst>
              </p:cNvPr>
              <p:cNvSpPr>
                <a:spLocks/>
              </p:cNvSpPr>
              <p:nvPr/>
            </p:nvSpPr>
            <p:spPr bwMode="auto">
              <a:xfrm>
                <a:off x="5044" y="1728"/>
                <a:ext cx="140" cy="150"/>
              </a:xfrm>
              <a:custGeom>
                <a:avLst/>
                <a:gdLst>
                  <a:gd name="T0" fmla="*/ 3 w 140"/>
                  <a:gd name="T1" fmla="*/ 150 h 150"/>
                  <a:gd name="T2" fmla="*/ 0 w 140"/>
                  <a:gd name="T3" fmla="*/ 130 h 150"/>
                  <a:gd name="T4" fmla="*/ 137 w 140"/>
                  <a:gd name="T5" fmla="*/ 0 h 150"/>
                  <a:gd name="T6" fmla="*/ 140 w 140"/>
                  <a:gd name="T7" fmla="*/ 19 h 150"/>
                  <a:gd name="T8" fmla="*/ 3 w 140"/>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0">
                    <a:moveTo>
                      <a:pt x="3" y="150"/>
                    </a:moveTo>
                    <a:lnTo>
                      <a:pt x="0" y="130"/>
                    </a:lnTo>
                    <a:lnTo>
                      <a:pt x="137" y="0"/>
                    </a:lnTo>
                    <a:lnTo>
                      <a:pt x="140" y="19"/>
                    </a:lnTo>
                    <a:lnTo>
                      <a:pt x="3" y="15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45" name="Line 301">
                <a:extLst>
                  <a:ext uri="{FF2B5EF4-FFF2-40B4-BE49-F238E27FC236}">
                    <a16:creationId xmlns:a16="http://schemas.microsoft.com/office/drawing/2014/main" id="{E502714B-5B3A-F90F-F2A7-29C14F9FCE66}"/>
                  </a:ext>
                </a:extLst>
              </p:cNvPr>
              <p:cNvSpPr>
                <a:spLocks noChangeShapeType="1"/>
              </p:cNvSpPr>
              <p:nvPr/>
            </p:nvSpPr>
            <p:spPr bwMode="auto">
              <a:xfrm flipV="1">
                <a:off x="5047" y="1747"/>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46" name="Freeform 302">
                <a:extLst>
                  <a:ext uri="{FF2B5EF4-FFF2-40B4-BE49-F238E27FC236}">
                    <a16:creationId xmlns:a16="http://schemas.microsoft.com/office/drawing/2014/main" id="{C5C33FCA-7BA6-633F-56B5-62143FCC819F}"/>
                  </a:ext>
                </a:extLst>
              </p:cNvPr>
              <p:cNvSpPr>
                <a:spLocks/>
              </p:cNvSpPr>
              <p:nvPr/>
            </p:nvSpPr>
            <p:spPr bwMode="auto">
              <a:xfrm>
                <a:off x="5040" y="1688"/>
                <a:ext cx="141" cy="170"/>
              </a:xfrm>
              <a:custGeom>
                <a:avLst/>
                <a:gdLst>
                  <a:gd name="T0" fmla="*/ 4 w 141"/>
                  <a:gd name="T1" fmla="*/ 170 h 170"/>
                  <a:gd name="T2" fmla="*/ 0 w 141"/>
                  <a:gd name="T3" fmla="*/ 131 h 170"/>
                  <a:gd name="T4" fmla="*/ 139 w 141"/>
                  <a:gd name="T5" fmla="*/ 0 h 170"/>
                  <a:gd name="T6" fmla="*/ 141 w 141"/>
                  <a:gd name="T7" fmla="*/ 40 h 170"/>
                  <a:gd name="T8" fmla="*/ 4 w 141"/>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70">
                    <a:moveTo>
                      <a:pt x="4" y="170"/>
                    </a:moveTo>
                    <a:lnTo>
                      <a:pt x="0" y="131"/>
                    </a:lnTo>
                    <a:lnTo>
                      <a:pt x="139" y="0"/>
                    </a:lnTo>
                    <a:lnTo>
                      <a:pt x="141" y="40"/>
                    </a:lnTo>
                    <a:lnTo>
                      <a:pt x="4"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47" name="Line 303">
                <a:extLst>
                  <a:ext uri="{FF2B5EF4-FFF2-40B4-BE49-F238E27FC236}">
                    <a16:creationId xmlns:a16="http://schemas.microsoft.com/office/drawing/2014/main" id="{DF188925-3CE0-79DA-D182-B0F3C37F79A2}"/>
                  </a:ext>
                </a:extLst>
              </p:cNvPr>
              <p:cNvSpPr>
                <a:spLocks noChangeShapeType="1"/>
              </p:cNvSpPr>
              <p:nvPr/>
            </p:nvSpPr>
            <p:spPr bwMode="auto">
              <a:xfrm flipV="1">
                <a:off x="5044" y="1728"/>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48" name="Freeform 304">
                <a:extLst>
                  <a:ext uri="{FF2B5EF4-FFF2-40B4-BE49-F238E27FC236}">
                    <a16:creationId xmlns:a16="http://schemas.microsoft.com/office/drawing/2014/main" id="{0359694E-B6C7-EE78-969C-741725FE7F52}"/>
                  </a:ext>
                </a:extLst>
              </p:cNvPr>
              <p:cNvSpPr>
                <a:spLocks/>
              </p:cNvSpPr>
              <p:nvPr/>
            </p:nvSpPr>
            <p:spPr bwMode="auto">
              <a:xfrm>
                <a:off x="5040" y="1648"/>
                <a:ext cx="139" cy="171"/>
              </a:xfrm>
              <a:custGeom>
                <a:avLst/>
                <a:gdLst>
                  <a:gd name="T0" fmla="*/ 0 w 139"/>
                  <a:gd name="T1" fmla="*/ 171 h 171"/>
                  <a:gd name="T2" fmla="*/ 0 w 139"/>
                  <a:gd name="T3" fmla="*/ 130 h 171"/>
                  <a:gd name="T4" fmla="*/ 137 w 139"/>
                  <a:gd name="T5" fmla="*/ 0 h 171"/>
                  <a:gd name="T6" fmla="*/ 139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0" y="130"/>
                    </a:lnTo>
                    <a:lnTo>
                      <a:pt x="137" y="0"/>
                    </a:lnTo>
                    <a:lnTo>
                      <a:pt x="139"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49" name="Line 305">
                <a:extLst>
                  <a:ext uri="{FF2B5EF4-FFF2-40B4-BE49-F238E27FC236}">
                    <a16:creationId xmlns:a16="http://schemas.microsoft.com/office/drawing/2014/main" id="{248A9AC0-606D-C304-6C1F-B418143614A4}"/>
                  </a:ext>
                </a:extLst>
              </p:cNvPr>
              <p:cNvSpPr>
                <a:spLocks noChangeShapeType="1"/>
              </p:cNvSpPr>
              <p:nvPr/>
            </p:nvSpPr>
            <p:spPr bwMode="auto">
              <a:xfrm flipV="1">
                <a:off x="5040" y="1688"/>
                <a:ext cx="139"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50" name="Freeform 306">
                <a:extLst>
                  <a:ext uri="{FF2B5EF4-FFF2-40B4-BE49-F238E27FC236}">
                    <a16:creationId xmlns:a16="http://schemas.microsoft.com/office/drawing/2014/main" id="{6FB24595-DBE4-5357-0B58-EC973E54ECFE}"/>
                  </a:ext>
                </a:extLst>
              </p:cNvPr>
              <p:cNvSpPr>
                <a:spLocks/>
              </p:cNvSpPr>
              <p:nvPr/>
            </p:nvSpPr>
            <p:spPr bwMode="auto">
              <a:xfrm>
                <a:off x="5040" y="1607"/>
                <a:ext cx="140" cy="171"/>
              </a:xfrm>
              <a:custGeom>
                <a:avLst/>
                <a:gdLst>
                  <a:gd name="T0" fmla="*/ 0 w 140"/>
                  <a:gd name="T1" fmla="*/ 171 h 171"/>
                  <a:gd name="T2" fmla="*/ 3 w 140"/>
                  <a:gd name="T3" fmla="*/ 131 h 171"/>
                  <a:gd name="T4" fmla="*/ 140 w 140"/>
                  <a:gd name="T5" fmla="*/ 0 h 171"/>
                  <a:gd name="T6" fmla="*/ 137 w 140"/>
                  <a:gd name="T7" fmla="*/ 41 h 171"/>
                  <a:gd name="T8" fmla="*/ 0 w 140"/>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1">
                    <a:moveTo>
                      <a:pt x="0" y="171"/>
                    </a:moveTo>
                    <a:lnTo>
                      <a:pt x="3" y="131"/>
                    </a:lnTo>
                    <a:lnTo>
                      <a:pt x="140" y="0"/>
                    </a:lnTo>
                    <a:lnTo>
                      <a:pt x="137" y="41"/>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51" name="Line 307">
                <a:extLst>
                  <a:ext uri="{FF2B5EF4-FFF2-40B4-BE49-F238E27FC236}">
                    <a16:creationId xmlns:a16="http://schemas.microsoft.com/office/drawing/2014/main" id="{9FD7AAD8-296D-73A9-45E3-25E25E820A2C}"/>
                  </a:ext>
                </a:extLst>
              </p:cNvPr>
              <p:cNvSpPr>
                <a:spLocks noChangeShapeType="1"/>
              </p:cNvSpPr>
              <p:nvPr/>
            </p:nvSpPr>
            <p:spPr bwMode="auto">
              <a:xfrm flipV="1">
                <a:off x="5040" y="1648"/>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52" name="Freeform 308">
                <a:extLst>
                  <a:ext uri="{FF2B5EF4-FFF2-40B4-BE49-F238E27FC236}">
                    <a16:creationId xmlns:a16="http://schemas.microsoft.com/office/drawing/2014/main" id="{87E432B8-EEF3-2103-ECC7-249D1BF63EF6}"/>
                  </a:ext>
                </a:extLst>
              </p:cNvPr>
              <p:cNvSpPr>
                <a:spLocks/>
              </p:cNvSpPr>
              <p:nvPr/>
            </p:nvSpPr>
            <p:spPr bwMode="auto">
              <a:xfrm>
                <a:off x="5043" y="1568"/>
                <a:ext cx="140" cy="170"/>
              </a:xfrm>
              <a:custGeom>
                <a:avLst/>
                <a:gdLst>
                  <a:gd name="T0" fmla="*/ 0 w 140"/>
                  <a:gd name="T1" fmla="*/ 170 h 170"/>
                  <a:gd name="T2" fmla="*/ 2 w 140"/>
                  <a:gd name="T3" fmla="*/ 130 h 170"/>
                  <a:gd name="T4" fmla="*/ 140 w 140"/>
                  <a:gd name="T5" fmla="*/ 0 h 170"/>
                  <a:gd name="T6" fmla="*/ 137 w 140"/>
                  <a:gd name="T7" fmla="*/ 39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2" y="130"/>
                    </a:lnTo>
                    <a:lnTo>
                      <a:pt x="140" y="0"/>
                    </a:lnTo>
                    <a:lnTo>
                      <a:pt x="137" y="39"/>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53" name="Line 309">
                <a:extLst>
                  <a:ext uri="{FF2B5EF4-FFF2-40B4-BE49-F238E27FC236}">
                    <a16:creationId xmlns:a16="http://schemas.microsoft.com/office/drawing/2014/main" id="{F016A4DE-217B-0AA9-849D-A3CEC70E00B6}"/>
                  </a:ext>
                </a:extLst>
              </p:cNvPr>
              <p:cNvSpPr>
                <a:spLocks noChangeShapeType="1"/>
              </p:cNvSpPr>
              <p:nvPr/>
            </p:nvSpPr>
            <p:spPr bwMode="auto">
              <a:xfrm flipV="1">
                <a:off x="5043" y="1607"/>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54" name="Freeform 310">
                <a:extLst>
                  <a:ext uri="{FF2B5EF4-FFF2-40B4-BE49-F238E27FC236}">
                    <a16:creationId xmlns:a16="http://schemas.microsoft.com/office/drawing/2014/main" id="{72A1B39E-49F1-7CD5-63EA-121B707EB9DA}"/>
                  </a:ext>
                </a:extLst>
              </p:cNvPr>
              <p:cNvSpPr>
                <a:spLocks/>
              </p:cNvSpPr>
              <p:nvPr/>
            </p:nvSpPr>
            <p:spPr bwMode="auto">
              <a:xfrm>
                <a:off x="5045" y="1489"/>
                <a:ext cx="144" cy="209"/>
              </a:xfrm>
              <a:custGeom>
                <a:avLst/>
                <a:gdLst>
                  <a:gd name="T0" fmla="*/ 0 w 144"/>
                  <a:gd name="T1" fmla="*/ 209 h 209"/>
                  <a:gd name="T2" fmla="*/ 7 w 144"/>
                  <a:gd name="T3" fmla="*/ 130 h 209"/>
                  <a:gd name="T4" fmla="*/ 144 w 144"/>
                  <a:gd name="T5" fmla="*/ 0 h 209"/>
                  <a:gd name="T6" fmla="*/ 138 w 144"/>
                  <a:gd name="T7" fmla="*/ 79 h 209"/>
                  <a:gd name="T8" fmla="*/ 0 w 144"/>
                  <a:gd name="T9" fmla="*/ 209 h 2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209">
                    <a:moveTo>
                      <a:pt x="0" y="209"/>
                    </a:moveTo>
                    <a:lnTo>
                      <a:pt x="7" y="130"/>
                    </a:lnTo>
                    <a:lnTo>
                      <a:pt x="144" y="0"/>
                    </a:lnTo>
                    <a:lnTo>
                      <a:pt x="138" y="79"/>
                    </a:lnTo>
                    <a:lnTo>
                      <a:pt x="0" y="20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55" name="Line 311">
                <a:extLst>
                  <a:ext uri="{FF2B5EF4-FFF2-40B4-BE49-F238E27FC236}">
                    <a16:creationId xmlns:a16="http://schemas.microsoft.com/office/drawing/2014/main" id="{65D8F174-2344-500F-BB14-BB7482822109}"/>
                  </a:ext>
                </a:extLst>
              </p:cNvPr>
              <p:cNvSpPr>
                <a:spLocks noChangeShapeType="1"/>
              </p:cNvSpPr>
              <p:nvPr/>
            </p:nvSpPr>
            <p:spPr bwMode="auto">
              <a:xfrm flipV="1">
                <a:off x="5045" y="1568"/>
                <a:ext cx="138"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56" name="Freeform 312">
                <a:extLst>
                  <a:ext uri="{FF2B5EF4-FFF2-40B4-BE49-F238E27FC236}">
                    <a16:creationId xmlns:a16="http://schemas.microsoft.com/office/drawing/2014/main" id="{C80E5C0E-7097-025A-8CAD-4062CEFCC887}"/>
                  </a:ext>
                </a:extLst>
              </p:cNvPr>
              <p:cNvSpPr>
                <a:spLocks/>
              </p:cNvSpPr>
              <p:nvPr/>
            </p:nvSpPr>
            <p:spPr bwMode="auto">
              <a:xfrm>
                <a:off x="3071" y="1489"/>
                <a:ext cx="2118" cy="130"/>
              </a:xfrm>
              <a:custGeom>
                <a:avLst/>
                <a:gdLst>
                  <a:gd name="T0" fmla="*/ 1981 w 2118"/>
                  <a:gd name="T1" fmla="*/ 130 h 130"/>
                  <a:gd name="T2" fmla="*/ 0 w 2118"/>
                  <a:gd name="T3" fmla="*/ 130 h 130"/>
                  <a:gd name="T4" fmla="*/ 137 w 2118"/>
                  <a:gd name="T5" fmla="*/ 0 h 130"/>
                  <a:gd name="T6" fmla="*/ 2118 w 2118"/>
                  <a:gd name="T7" fmla="*/ 0 h 130"/>
                  <a:gd name="T8" fmla="*/ 1981 w 2118"/>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0">
                    <a:moveTo>
                      <a:pt x="1981" y="130"/>
                    </a:moveTo>
                    <a:lnTo>
                      <a:pt x="0" y="130"/>
                    </a:lnTo>
                    <a:lnTo>
                      <a:pt x="137" y="0"/>
                    </a:lnTo>
                    <a:lnTo>
                      <a:pt x="2118" y="0"/>
                    </a:lnTo>
                    <a:lnTo>
                      <a:pt x="1981" y="130"/>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57" name="Line 313">
                <a:extLst>
                  <a:ext uri="{FF2B5EF4-FFF2-40B4-BE49-F238E27FC236}">
                    <a16:creationId xmlns:a16="http://schemas.microsoft.com/office/drawing/2014/main" id="{FCA90417-7AE3-F72F-1310-EF0A649C2B9F}"/>
                  </a:ext>
                </a:extLst>
              </p:cNvPr>
              <p:cNvSpPr>
                <a:spLocks noChangeShapeType="1"/>
              </p:cNvSpPr>
              <p:nvPr/>
            </p:nvSpPr>
            <p:spPr bwMode="auto">
              <a:xfrm flipV="1">
                <a:off x="5052" y="1489"/>
                <a:ext cx="137" cy="130"/>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58" name="Freeform 314">
                <a:extLst>
                  <a:ext uri="{FF2B5EF4-FFF2-40B4-BE49-F238E27FC236}">
                    <a16:creationId xmlns:a16="http://schemas.microsoft.com/office/drawing/2014/main" id="{F295EDBF-4F2C-42DC-CD31-4E70D708CD23}"/>
                  </a:ext>
                </a:extLst>
              </p:cNvPr>
              <p:cNvSpPr>
                <a:spLocks/>
              </p:cNvSpPr>
              <p:nvPr/>
            </p:nvSpPr>
            <p:spPr bwMode="auto">
              <a:xfrm>
                <a:off x="3013" y="1619"/>
                <a:ext cx="2047" cy="407"/>
              </a:xfrm>
              <a:custGeom>
                <a:avLst/>
                <a:gdLst>
                  <a:gd name="T0" fmla="*/ 49 w 2047"/>
                  <a:gd name="T1" fmla="*/ 2 h 407"/>
                  <a:gd name="T2" fmla="*/ 32 w 2047"/>
                  <a:gd name="T3" fmla="*/ 3 h 407"/>
                  <a:gd name="T4" fmla="*/ 26 w 2047"/>
                  <a:gd name="T5" fmla="*/ 8 h 407"/>
                  <a:gd name="T6" fmla="*/ 20 w 2047"/>
                  <a:gd name="T7" fmla="*/ 20 h 407"/>
                  <a:gd name="T8" fmla="*/ 18 w 2047"/>
                  <a:gd name="T9" fmla="*/ 47 h 407"/>
                  <a:gd name="T10" fmla="*/ 13 w 2047"/>
                  <a:gd name="T11" fmla="*/ 93 h 407"/>
                  <a:gd name="T12" fmla="*/ 7 w 2047"/>
                  <a:gd name="T13" fmla="*/ 151 h 407"/>
                  <a:gd name="T14" fmla="*/ 5 w 2047"/>
                  <a:gd name="T15" fmla="*/ 210 h 407"/>
                  <a:gd name="T16" fmla="*/ 9 w 2047"/>
                  <a:gd name="T17" fmla="*/ 300 h 407"/>
                  <a:gd name="T18" fmla="*/ 22 w 2047"/>
                  <a:gd name="T19" fmla="*/ 335 h 407"/>
                  <a:gd name="T20" fmla="*/ 26 w 2047"/>
                  <a:gd name="T21" fmla="*/ 363 h 407"/>
                  <a:gd name="T22" fmla="*/ 23 w 2047"/>
                  <a:gd name="T23" fmla="*/ 376 h 407"/>
                  <a:gd name="T24" fmla="*/ 14 w 2047"/>
                  <a:gd name="T25" fmla="*/ 391 h 407"/>
                  <a:gd name="T26" fmla="*/ 1 w 2047"/>
                  <a:gd name="T27" fmla="*/ 401 h 407"/>
                  <a:gd name="T28" fmla="*/ 5 w 2047"/>
                  <a:gd name="T29" fmla="*/ 401 h 407"/>
                  <a:gd name="T30" fmla="*/ 102 w 2047"/>
                  <a:gd name="T31" fmla="*/ 393 h 407"/>
                  <a:gd name="T32" fmla="*/ 180 w 2047"/>
                  <a:gd name="T33" fmla="*/ 391 h 407"/>
                  <a:gd name="T34" fmla="*/ 258 w 2047"/>
                  <a:gd name="T35" fmla="*/ 381 h 407"/>
                  <a:gd name="T36" fmla="*/ 302 w 2047"/>
                  <a:gd name="T37" fmla="*/ 372 h 407"/>
                  <a:gd name="T38" fmla="*/ 383 w 2047"/>
                  <a:gd name="T39" fmla="*/ 366 h 407"/>
                  <a:gd name="T40" fmla="*/ 559 w 2047"/>
                  <a:gd name="T41" fmla="*/ 361 h 407"/>
                  <a:gd name="T42" fmla="*/ 591 w 2047"/>
                  <a:gd name="T43" fmla="*/ 369 h 407"/>
                  <a:gd name="T44" fmla="*/ 657 w 2047"/>
                  <a:gd name="T45" fmla="*/ 387 h 407"/>
                  <a:gd name="T46" fmla="*/ 688 w 2047"/>
                  <a:gd name="T47" fmla="*/ 392 h 407"/>
                  <a:gd name="T48" fmla="*/ 830 w 2047"/>
                  <a:gd name="T49" fmla="*/ 402 h 407"/>
                  <a:gd name="T50" fmla="*/ 917 w 2047"/>
                  <a:gd name="T51" fmla="*/ 407 h 407"/>
                  <a:gd name="T52" fmla="*/ 965 w 2047"/>
                  <a:gd name="T53" fmla="*/ 400 h 407"/>
                  <a:gd name="T54" fmla="*/ 1234 w 2047"/>
                  <a:gd name="T55" fmla="*/ 390 h 407"/>
                  <a:gd name="T56" fmla="*/ 1464 w 2047"/>
                  <a:gd name="T57" fmla="*/ 385 h 407"/>
                  <a:gd name="T58" fmla="*/ 1510 w 2047"/>
                  <a:gd name="T59" fmla="*/ 380 h 407"/>
                  <a:gd name="T60" fmla="*/ 1576 w 2047"/>
                  <a:gd name="T61" fmla="*/ 371 h 407"/>
                  <a:gd name="T62" fmla="*/ 1620 w 2047"/>
                  <a:gd name="T63" fmla="*/ 372 h 407"/>
                  <a:gd name="T64" fmla="*/ 1643 w 2047"/>
                  <a:gd name="T65" fmla="*/ 377 h 407"/>
                  <a:gd name="T66" fmla="*/ 1784 w 2047"/>
                  <a:gd name="T67" fmla="*/ 393 h 407"/>
                  <a:gd name="T68" fmla="*/ 1966 w 2047"/>
                  <a:gd name="T69" fmla="*/ 401 h 407"/>
                  <a:gd name="T70" fmla="*/ 2000 w 2047"/>
                  <a:gd name="T71" fmla="*/ 387 h 407"/>
                  <a:gd name="T72" fmla="*/ 2014 w 2047"/>
                  <a:gd name="T73" fmla="*/ 385 h 407"/>
                  <a:gd name="T74" fmla="*/ 2022 w 2047"/>
                  <a:gd name="T75" fmla="*/ 386 h 407"/>
                  <a:gd name="T76" fmla="*/ 2034 w 2047"/>
                  <a:gd name="T77" fmla="*/ 396 h 407"/>
                  <a:gd name="T78" fmla="*/ 2047 w 2047"/>
                  <a:gd name="T79" fmla="*/ 316 h 407"/>
                  <a:gd name="T80" fmla="*/ 2036 w 2047"/>
                  <a:gd name="T81" fmla="*/ 278 h 407"/>
                  <a:gd name="T82" fmla="*/ 2031 w 2047"/>
                  <a:gd name="T83" fmla="*/ 239 h 407"/>
                  <a:gd name="T84" fmla="*/ 2027 w 2047"/>
                  <a:gd name="T85" fmla="*/ 159 h 407"/>
                  <a:gd name="T86" fmla="*/ 2032 w 2047"/>
                  <a:gd name="T87" fmla="*/ 79 h 407"/>
                  <a:gd name="T88" fmla="*/ 58 w 2047"/>
                  <a:gd name="T89" fmla="*/ 0 h 40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7">
                    <a:moveTo>
                      <a:pt x="58" y="0"/>
                    </a:moveTo>
                    <a:lnTo>
                      <a:pt x="49" y="2"/>
                    </a:lnTo>
                    <a:lnTo>
                      <a:pt x="40" y="2"/>
                    </a:lnTo>
                    <a:lnTo>
                      <a:pt x="32" y="3"/>
                    </a:lnTo>
                    <a:lnTo>
                      <a:pt x="28" y="5"/>
                    </a:lnTo>
                    <a:lnTo>
                      <a:pt x="26" y="8"/>
                    </a:lnTo>
                    <a:lnTo>
                      <a:pt x="22" y="14"/>
                    </a:lnTo>
                    <a:lnTo>
                      <a:pt x="20" y="20"/>
                    </a:lnTo>
                    <a:lnTo>
                      <a:pt x="19" y="34"/>
                    </a:lnTo>
                    <a:lnTo>
                      <a:pt x="18" y="47"/>
                    </a:lnTo>
                    <a:lnTo>
                      <a:pt x="18" y="62"/>
                    </a:lnTo>
                    <a:lnTo>
                      <a:pt x="13" y="93"/>
                    </a:lnTo>
                    <a:lnTo>
                      <a:pt x="10" y="122"/>
                    </a:lnTo>
                    <a:lnTo>
                      <a:pt x="7" y="151"/>
                    </a:lnTo>
                    <a:lnTo>
                      <a:pt x="6" y="180"/>
                    </a:lnTo>
                    <a:lnTo>
                      <a:pt x="5" y="210"/>
                    </a:lnTo>
                    <a:lnTo>
                      <a:pt x="6" y="238"/>
                    </a:lnTo>
                    <a:lnTo>
                      <a:pt x="9" y="300"/>
                    </a:lnTo>
                    <a:lnTo>
                      <a:pt x="15" y="316"/>
                    </a:lnTo>
                    <a:lnTo>
                      <a:pt x="22" y="335"/>
                    </a:lnTo>
                    <a:lnTo>
                      <a:pt x="26" y="354"/>
                    </a:lnTo>
                    <a:lnTo>
                      <a:pt x="26" y="363"/>
                    </a:lnTo>
                    <a:lnTo>
                      <a:pt x="26" y="370"/>
                    </a:lnTo>
                    <a:lnTo>
                      <a:pt x="23" y="376"/>
                    </a:lnTo>
                    <a:lnTo>
                      <a:pt x="20" y="382"/>
                    </a:lnTo>
                    <a:lnTo>
                      <a:pt x="14" y="391"/>
                    </a:lnTo>
                    <a:lnTo>
                      <a:pt x="6" y="397"/>
                    </a:lnTo>
                    <a:lnTo>
                      <a:pt x="1" y="401"/>
                    </a:lnTo>
                    <a:lnTo>
                      <a:pt x="0" y="402"/>
                    </a:lnTo>
                    <a:lnTo>
                      <a:pt x="5" y="401"/>
                    </a:lnTo>
                    <a:lnTo>
                      <a:pt x="41" y="392"/>
                    </a:lnTo>
                    <a:lnTo>
                      <a:pt x="102" y="393"/>
                    </a:lnTo>
                    <a:lnTo>
                      <a:pt x="141" y="392"/>
                    </a:lnTo>
                    <a:lnTo>
                      <a:pt x="180" y="391"/>
                    </a:lnTo>
                    <a:lnTo>
                      <a:pt x="235" y="385"/>
                    </a:lnTo>
                    <a:lnTo>
                      <a:pt x="258" y="381"/>
                    </a:lnTo>
                    <a:lnTo>
                      <a:pt x="280" y="376"/>
                    </a:lnTo>
                    <a:lnTo>
                      <a:pt x="302" y="372"/>
                    </a:lnTo>
                    <a:lnTo>
                      <a:pt x="324" y="370"/>
                    </a:lnTo>
                    <a:lnTo>
                      <a:pt x="383" y="366"/>
                    </a:lnTo>
                    <a:lnTo>
                      <a:pt x="442" y="365"/>
                    </a:lnTo>
                    <a:lnTo>
                      <a:pt x="559" y="361"/>
                    </a:lnTo>
                    <a:lnTo>
                      <a:pt x="574" y="365"/>
                    </a:lnTo>
                    <a:lnTo>
                      <a:pt x="591" y="369"/>
                    </a:lnTo>
                    <a:lnTo>
                      <a:pt x="625" y="379"/>
                    </a:lnTo>
                    <a:lnTo>
                      <a:pt x="657" y="387"/>
                    </a:lnTo>
                    <a:lnTo>
                      <a:pt x="674" y="391"/>
                    </a:lnTo>
                    <a:lnTo>
                      <a:pt x="688" y="392"/>
                    </a:lnTo>
                    <a:lnTo>
                      <a:pt x="772" y="397"/>
                    </a:lnTo>
                    <a:lnTo>
                      <a:pt x="830" y="402"/>
                    </a:lnTo>
                    <a:lnTo>
                      <a:pt x="896" y="407"/>
                    </a:lnTo>
                    <a:lnTo>
                      <a:pt x="917" y="407"/>
                    </a:lnTo>
                    <a:lnTo>
                      <a:pt x="938" y="404"/>
                    </a:lnTo>
                    <a:lnTo>
                      <a:pt x="965" y="400"/>
                    </a:lnTo>
                    <a:lnTo>
                      <a:pt x="1004" y="392"/>
                    </a:lnTo>
                    <a:lnTo>
                      <a:pt x="1234" y="390"/>
                    </a:lnTo>
                    <a:lnTo>
                      <a:pt x="1349" y="387"/>
                    </a:lnTo>
                    <a:lnTo>
                      <a:pt x="1464" y="385"/>
                    </a:lnTo>
                    <a:lnTo>
                      <a:pt x="1488" y="383"/>
                    </a:lnTo>
                    <a:lnTo>
                      <a:pt x="1510" y="380"/>
                    </a:lnTo>
                    <a:lnTo>
                      <a:pt x="1554" y="374"/>
                    </a:lnTo>
                    <a:lnTo>
                      <a:pt x="1576" y="371"/>
                    </a:lnTo>
                    <a:lnTo>
                      <a:pt x="1598" y="370"/>
                    </a:lnTo>
                    <a:lnTo>
                      <a:pt x="1620" y="372"/>
                    </a:lnTo>
                    <a:lnTo>
                      <a:pt x="1631" y="374"/>
                    </a:lnTo>
                    <a:lnTo>
                      <a:pt x="1643" y="377"/>
                    </a:lnTo>
                    <a:lnTo>
                      <a:pt x="1722" y="387"/>
                    </a:lnTo>
                    <a:lnTo>
                      <a:pt x="1784" y="393"/>
                    </a:lnTo>
                    <a:lnTo>
                      <a:pt x="1856" y="397"/>
                    </a:lnTo>
                    <a:lnTo>
                      <a:pt x="1966" y="401"/>
                    </a:lnTo>
                    <a:lnTo>
                      <a:pt x="1984" y="392"/>
                    </a:lnTo>
                    <a:lnTo>
                      <a:pt x="2000" y="387"/>
                    </a:lnTo>
                    <a:lnTo>
                      <a:pt x="2008" y="386"/>
                    </a:lnTo>
                    <a:lnTo>
                      <a:pt x="2014" y="385"/>
                    </a:lnTo>
                    <a:lnTo>
                      <a:pt x="2018" y="385"/>
                    </a:lnTo>
                    <a:lnTo>
                      <a:pt x="2022" y="386"/>
                    </a:lnTo>
                    <a:lnTo>
                      <a:pt x="2027" y="391"/>
                    </a:lnTo>
                    <a:lnTo>
                      <a:pt x="2034" y="396"/>
                    </a:lnTo>
                    <a:lnTo>
                      <a:pt x="2039" y="401"/>
                    </a:lnTo>
                    <a:lnTo>
                      <a:pt x="2047" y="316"/>
                    </a:lnTo>
                    <a:lnTo>
                      <a:pt x="2041" y="297"/>
                    </a:lnTo>
                    <a:lnTo>
                      <a:pt x="2036" y="278"/>
                    </a:lnTo>
                    <a:lnTo>
                      <a:pt x="2034" y="259"/>
                    </a:lnTo>
                    <a:lnTo>
                      <a:pt x="2031" y="239"/>
                    </a:lnTo>
                    <a:lnTo>
                      <a:pt x="2027" y="200"/>
                    </a:lnTo>
                    <a:lnTo>
                      <a:pt x="2027" y="159"/>
                    </a:lnTo>
                    <a:lnTo>
                      <a:pt x="2030" y="119"/>
                    </a:lnTo>
                    <a:lnTo>
                      <a:pt x="2032"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159" name="Line 315">
                <a:extLst>
                  <a:ext uri="{FF2B5EF4-FFF2-40B4-BE49-F238E27FC236}">
                    <a16:creationId xmlns:a16="http://schemas.microsoft.com/office/drawing/2014/main" id="{7E66551F-BDE8-5DE2-BEEA-2D3031837C37}"/>
                  </a:ext>
                </a:extLst>
              </p:cNvPr>
              <p:cNvSpPr>
                <a:spLocks noChangeShapeType="1"/>
              </p:cNvSpPr>
              <p:nvPr/>
            </p:nvSpPr>
            <p:spPr bwMode="auto">
              <a:xfrm flipH="1">
                <a:off x="3062" y="1619"/>
                <a:ext cx="9" cy="2"/>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0" name="Line 316">
                <a:extLst>
                  <a:ext uri="{FF2B5EF4-FFF2-40B4-BE49-F238E27FC236}">
                    <a16:creationId xmlns:a16="http://schemas.microsoft.com/office/drawing/2014/main" id="{8264E024-39A9-19FC-CFDF-7DB5965DA913}"/>
                  </a:ext>
                </a:extLst>
              </p:cNvPr>
              <p:cNvSpPr>
                <a:spLocks noChangeShapeType="1"/>
              </p:cNvSpPr>
              <p:nvPr/>
            </p:nvSpPr>
            <p:spPr bwMode="auto">
              <a:xfrm flipH="1">
                <a:off x="3053" y="1621"/>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1" name="Line 317">
                <a:extLst>
                  <a:ext uri="{FF2B5EF4-FFF2-40B4-BE49-F238E27FC236}">
                    <a16:creationId xmlns:a16="http://schemas.microsoft.com/office/drawing/2014/main" id="{7C520D5A-BFE3-34CD-12E3-7BD435FD6EC3}"/>
                  </a:ext>
                </a:extLst>
              </p:cNvPr>
              <p:cNvSpPr>
                <a:spLocks noChangeShapeType="1"/>
              </p:cNvSpPr>
              <p:nvPr/>
            </p:nvSpPr>
            <p:spPr bwMode="auto">
              <a:xfrm flipH="1">
                <a:off x="3045" y="1621"/>
                <a:ext cx="8"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2" name="Line 318">
                <a:extLst>
                  <a:ext uri="{FF2B5EF4-FFF2-40B4-BE49-F238E27FC236}">
                    <a16:creationId xmlns:a16="http://schemas.microsoft.com/office/drawing/2014/main" id="{A90B9099-6EB9-494A-8D55-8679A987A1CC}"/>
                  </a:ext>
                </a:extLst>
              </p:cNvPr>
              <p:cNvSpPr>
                <a:spLocks noChangeShapeType="1"/>
              </p:cNvSpPr>
              <p:nvPr/>
            </p:nvSpPr>
            <p:spPr bwMode="auto">
              <a:xfrm flipH="1">
                <a:off x="3041" y="1622"/>
                <a:ext cx="4" cy="2"/>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3" name="Line 319">
                <a:extLst>
                  <a:ext uri="{FF2B5EF4-FFF2-40B4-BE49-F238E27FC236}">
                    <a16:creationId xmlns:a16="http://schemas.microsoft.com/office/drawing/2014/main" id="{5D1E3647-E52E-AE58-673E-9F23B4F49792}"/>
                  </a:ext>
                </a:extLst>
              </p:cNvPr>
              <p:cNvSpPr>
                <a:spLocks noChangeShapeType="1"/>
              </p:cNvSpPr>
              <p:nvPr/>
            </p:nvSpPr>
            <p:spPr bwMode="auto">
              <a:xfrm flipH="1">
                <a:off x="3039" y="1624"/>
                <a:ext cx="2" cy="3"/>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4" name="Line 320">
                <a:extLst>
                  <a:ext uri="{FF2B5EF4-FFF2-40B4-BE49-F238E27FC236}">
                    <a16:creationId xmlns:a16="http://schemas.microsoft.com/office/drawing/2014/main" id="{0F29CACD-6911-90ED-35FF-82F90DBBE2C7}"/>
                  </a:ext>
                </a:extLst>
              </p:cNvPr>
              <p:cNvSpPr>
                <a:spLocks noChangeShapeType="1"/>
              </p:cNvSpPr>
              <p:nvPr/>
            </p:nvSpPr>
            <p:spPr bwMode="auto">
              <a:xfrm flipH="1">
                <a:off x="3035" y="1627"/>
                <a:ext cx="4"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5" name="Line 321">
                <a:extLst>
                  <a:ext uri="{FF2B5EF4-FFF2-40B4-BE49-F238E27FC236}">
                    <a16:creationId xmlns:a16="http://schemas.microsoft.com/office/drawing/2014/main" id="{310BE75A-1502-477B-8139-8CC7185C8103}"/>
                  </a:ext>
                </a:extLst>
              </p:cNvPr>
              <p:cNvSpPr>
                <a:spLocks noChangeShapeType="1"/>
              </p:cNvSpPr>
              <p:nvPr/>
            </p:nvSpPr>
            <p:spPr bwMode="auto">
              <a:xfrm flipH="1">
                <a:off x="3033" y="1633"/>
                <a:ext cx="2" cy="6"/>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6" name="Line 322">
                <a:extLst>
                  <a:ext uri="{FF2B5EF4-FFF2-40B4-BE49-F238E27FC236}">
                    <a16:creationId xmlns:a16="http://schemas.microsoft.com/office/drawing/2014/main" id="{A10745D7-52C2-AF08-DF51-1F601A69B60C}"/>
                  </a:ext>
                </a:extLst>
              </p:cNvPr>
              <p:cNvSpPr>
                <a:spLocks noChangeShapeType="1"/>
              </p:cNvSpPr>
              <p:nvPr/>
            </p:nvSpPr>
            <p:spPr bwMode="auto">
              <a:xfrm flipH="1">
                <a:off x="3032" y="1639"/>
                <a:ext cx="1" cy="14"/>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7" name="Line 323">
                <a:extLst>
                  <a:ext uri="{FF2B5EF4-FFF2-40B4-BE49-F238E27FC236}">
                    <a16:creationId xmlns:a16="http://schemas.microsoft.com/office/drawing/2014/main" id="{BDFDD218-481C-2D47-3097-4036E839C41C}"/>
                  </a:ext>
                </a:extLst>
              </p:cNvPr>
              <p:cNvSpPr>
                <a:spLocks noChangeShapeType="1"/>
              </p:cNvSpPr>
              <p:nvPr/>
            </p:nvSpPr>
            <p:spPr bwMode="auto">
              <a:xfrm flipH="1">
                <a:off x="3031" y="1653"/>
                <a:ext cx="1" cy="13"/>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8" name="Line 324">
                <a:extLst>
                  <a:ext uri="{FF2B5EF4-FFF2-40B4-BE49-F238E27FC236}">
                    <a16:creationId xmlns:a16="http://schemas.microsoft.com/office/drawing/2014/main" id="{7E6A9D81-C6C1-2E18-B068-D04B29FE7576}"/>
                  </a:ext>
                </a:extLst>
              </p:cNvPr>
              <p:cNvSpPr>
                <a:spLocks noChangeShapeType="1"/>
              </p:cNvSpPr>
              <p:nvPr/>
            </p:nvSpPr>
            <p:spPr bwMode="auto">
              <a:xfrm>
                <a:off x="3031" y="1666"/>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69" name="Line 325">
                <a:extLst>
                  <a:ext uri="{FF2B5EF4-FFF2-40B4-BE49-F238E27FC236}">
                    <a16:creationId xmlns:a16="http://schemas.microsoft.com/office/drawing/2014/main" id="{59BADB2B-1C17-8D4A-E688-119D4AC74306}"/>
                  </a:ext>
                </a:extLst>
              </p:cNvPr>
              <p:cNvSpPr>
                <a:spLocks noChangeShapeType="1"/>
              </p:cNvSpPr>
              <p:nvPr/>
            </p:nvSpPr>
            <p:spPr bwMode="auto">
              <a:xfrm flipH="1">
                <a:off x="3026" y="1681"/>
                <a:ext cx="5" cy="31"/>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0" name="Line 326">
                <a:extLst>
                  <a:ext uri="{FF2B5EF4-FFF2-40B4-BE49-F238E27FC236}">
                    <a16:creationId xmlns:a16="http://schemas.microsoft.com/office/drawing/2014/main" id="{BA77AC70-316E-FFBA-F240-9B2BFFD5909F}"/>
                  </a:ext>
                </a:extLst>
              </p:cNvPr>
              <p:cNvSpPr>
                <a:spLocks noChangeShapeType="1"/>
              </p:cNvSpPr>
              <p:nvPr/>
            </p:nvSpPr>
            <p:spPr bwMode="auto">
              <a:xfrm flipH="1">
                <a:off x="3023" y="1712"/>
                <a:ext cx="3" cy="2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1" name="Line 327">
                <a:extLst>
                  <a:ext uri="{FF2B5EF4-FFF2-40B4-BE49-F238E27FC236}">
                    <a16:creationId xmlns:a16="http://schemas.microsoft.com/office/drawing/2014/main" id="{DB8367DA-40D7-BDA4-FC11-A8839701059C}"/>
                  </a:ext>
                </a:extLst>
              </p:cNvPr>
              <p:cNvSpPr>
                <a:spLocks noChangeShapeType="1"/>
              </p:cNvSpPr>
              <p:nvPr/>
            </p:nvSpPr>
            <p:spPr bwMode="auto">
              <a:xfrm flipH="1">
                <a:off x="3020" y="1741"/>
                <a:ext cx="3" cy="2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2" name="Line 328">
                <a:extLst>
                  <a:ext uri="{FF2B5EF4-FFF2-40B4-BE49-F238E27FC236}">
                    <a16:creationId xmlns:a16="http://schemas.microsoft.com/office/drawing/2014/main" id="{3340CD6A-60CD-B21A-1A24-038329BC743A}"/>
                  </a:ext>
                </a:extLst>
              </p:cNvPr>
              <p:cNvSpPr>
                <a:spLocks noChangeShapeType="1"/>
              </p:cNvSpPr>
              <p:nvPr/>
            </p:nvSpPr>
            <p:spPr bwMode="auto">
              <a:xfrm flipH="1">
                <a:off x="3019" y="1770"/>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3" name="Line 329">
                <a:extLst>
                  <a:ext uri="{FF2B5EF4-FFF2-40B4-BE49-F238E27FC236}">
                    <a16:creationId xmlns:a16="http://schemas.microsoft.com/office/drawing/2014/main" id="{1B272286-CBA0-E7F3-DB60-35FB7DB8172F}"/>
                  </a:ext>
                </a:extLst>
              </p:cNvPr>
              <p:cNvSpPr>
                <a:spLocks noChangeShapeType="1"/>
              </p:cNvSpPr>
              <p:nvPr/>
            </p:nvSpPr>
            <p:spPr bwMode="auto">
              <a:xfrm flipH="1">
                <a:off x="3018" y="1799"/>
                <a:ext cx="1"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4" name="Line 330">
                <a:extLst>
                  <a:ext uri="{FF2B5EF4-FFF2-40B4-BE49-F238E27FC236}">
                    <a16:creationId xmlns:a16="http://schemas.microsoft.com/office/drawing/2014/main" id="{5D2FCEB0-647D-8B1E-7807-30E82B02C2CE}"/>
                  </a:ext>
                </a:extLst>
              </p:cNvPr>
              <p:cNvSpPr>
                <a:spLocks noChangeShapeType="1"/>
              </p:cNvSpPr>
              <p:nvPr/>
            </p:nvSpPr>
            <p:spPr bwMode="auto">
              <a:xfrm>
                <a:off x="3018" y="1829"/>
                <a:ext cx="1" cy="28"/>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5" name="Line 331">
                <a:extLst>
                  <a:ext uri="{FF2B5EF4-FFF2-40B4-BE49-F238E27FC236}">
                    <a16:creationId xmlns:a16="http://schemas.microsoft.com/office/drawing/2014/main" id="{BA5D8BA3-32F1-A93C-40A6-F0B705897066}"/>
                  </a:ext>
                </a:extLst>
              </p:cNvPr>
              <p:cNvSpPr>
                <a:spLocks noChangeShapeType="1"/>
              </p:cNvSpPr>
              <p:nvPr/>
            </p:nvSpPr>
            <p:spPr bwMode="auto">
              <a:xfrm>
                <a:off x="3019" y="1857"/>
                <a:ext cx="3" cy="62"/>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6" name="Line 332">
                <a:extLst>
                  <a:ext uri="{FF2B5EF4-FFF2-40B4-BE49-F238E27FC236}">
                    <a16:creationId xmlns:a16="http://schemas.microsoft.com/office/drawing/2014/main" id="{6CB9C85D-F76D-A611-6B67-592AF32CB5C0}"/>
                  </a:ext>
                </a:extLst>
              </p:cNvPr>
              <p:cNvSpPr>
                <a:spLocks noChangeShapeType="1"/>
              </p:cNvSpPr>
              <p:nvPr/>
            </p:nvSpPr>
            <p:spPr bwMode="auto">
              <a:xfrm>
                <a:off x="3022" y="1919"/>
                <a:ext cx="6"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7" name="Line 333">
                <a:extLst>
                  <a:ext uri="{FF2B5EF4-FFF2-40B4-BE49-F238E27FC236}">
                    <a16:creationId xmlns:a16="http://schemas.microsoft.com/office/drawing/2014/main" id="{2DA7ABA9-EF85-29C5-4163-7CB7A472AF91}"/>
                  </a:ext>
                </a:extLst>
              </p:cNvPr>
              <p:cNvSpPr>
                <a:spLocks noChangeShapeType="1"/>
              </p:cNvSpPr>
              <p:nvPr/>
            </p:nvSpPr>
            <p:spPr bwMode="auto">
              <a:xfrm>
                <a:off x="3028" y="1935"/>
                <a:ext cx="7" cy="19"/>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8" name="Line 334">
                <a:extLst>
                  <a:ext uri="{FF2B5EF4-FFF2-40B4-BE49-F238E27FC236}">
                    <a16:creationId xmlns:a16="http://schemas.microsoft.com/office/drawing/2014/main" id="{42143159-4395-44E7-B400-DE5BC1A86224}"/>
                  </a:ext>
                </a:extLst>
              </p:cNvPr>
              <p:cNvSpPr>
                <a:spLocks noChangeShapeType="1"/>
              </p:cNvSpPr>
              <p:nvPr/>
            </p:nvSpPr>
            <p:spPr bwMode="auto">
              <a:xfrm>
                <a:off x="3035" y="1954"/>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79" name="Line 335">
                <a:extLst>
                  <a:ext uri="{FF2B5EF4-FFF2-40B4-BE49-F238E27FC236}">
                    <a16:creationId xmlns:a16="http://schemas.microsoft.com/office/drawing/2014/main" id="{E34A0D76-EA7B-5691-7413-195A635D5FAB}"/>
                  </a:ext>
                </a:extLst>
              </p:cNvPr>
              <p:cNvSpPr>
                <a:spLocks noChangeShapeType="1"/>
              </p:cNvSpPr>
              <p:nvPr/>
            </p:nvSpPr>
            <p:spPr bwMode="auto">
              <a:xfrm>
                <a:off x="3039" y="1973"/>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0" name="Line 336">
                <a:extLst>
                  <a:ext uri="{FF2B5EF4-FFF2-40B4-BE49-F238E27FC236}">
                    <a16:creationId xmlns:a16="http://schemas.microsoft.com/office/drawing/2014/main" id="{586BFA6B-6160-1FBF-AA52-6164515DEC01}"/>
                  </a:ext>
                </a:extLst>
              </p:cNvPr>
              <p:cNvSpPr>
                <a:spLocks noChangeShapeType="1"/>
              </p:cNvSpPr>
              <p:nvPr/>
            </p:nvSpPr>
            <p:spPr bwMode="auto">
              <a:xfrm>
                <a:off x="3039" y="1982"/>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1" name="Line 337">
                <a:extLst>
                  <a:ext uri="{FF2B5EF4-FFF2-40B4-BE49-F238E27FC236}">
                    <a16:creationId xmlns:a16="http://schemas.microsoft.com/office/drawing/2014/main" id="{CC311C95-081F-69C2-25E9-68930443D408}"/>
                  </a:ext>
                </a:extLst>
              </p:cNvPr>
              <p:cNvSpPr>
                <a:spLocks noChangeShapeType="1"/>
              </p:cNvSpPr>
              <p:nvPr/>
            </p:nvSpPr>
            <p:spPr bwMode="auto">
              <a:xfrm flipH="1">
                <a:off x="3036" y="1989"/>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2" name="Line 338">
                <a:extLst>
                  <a:ext uri="{FF2B5EF4-FFF2-40B4-BE49-F238E27FC236}">
                    <a16:creationId xmlns:a16="http://schemas.microsoft.com/office/drawing/2014/main" id="{F3B5F5A5-610A-DA7E-F652-8AF63A8841C4}"/>
                  </a:ext>
                </a:extLst>
              </p:cNvPr>
              <p:cNvSpPr>
                <a:spLocks noChangeShapeType="1"/>
              </p:cNvSpPr>
              <p:nvPr/>
            </p:nvSpPr>
            <p:spPr bwMode="auto">
              <a:xfrm flipH="1">
                <a:off x="3033" y="1995"/>
                <a:ext cx="3"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3" name="Line 339">
                <a:extLst>
                  <a:ext uri="{FF2B5EF4-FFF2-40B4-BE49-F238E27FC236}">
                    <a16:creationId xmlns:a16="http://schemas.microsoft.com/office/drawing/2014/main" id="{CFCBFC60-8580-8A71-4425-F2A8A903A6A8}"/>
                  </a:ext>
                </a:extLst>
              </p:cNvPr>
              <p:cNvSpPr>
                <a:spLocks noChangeShapeType="1"/>
              </p:cNvSpPr>
              <p:nvPr/>
            </p:nvSpPr>
            <p:spPr bwMode="auto">
              <a:xfrm flipH="1">
                <a:off x="3027" y="2001"/>
                <a:ext cx="6"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4" name="Line 340">
                <a:extLst>
                  <a:ext uri="{FF2B5EF4-FFF2-40B4-BE49-F238E27FC236}">
                    <a16:creationId xmlns:a16="http://schemas.microsoft.com/office/drawing/2014/main" id="{83F2656E-7E25-A4BB-8069-8776918D6EB0}"/>
                  </a:ext>
                </a:extLst>
              </p:cNvPr>
              <p:cNvSpPr>
                <a:spLocks noChangeShapeType="1"/>
              </p:cNvSpPr>
              <p:nvPr/>
            </p:nvSpPr>
            <p:spPr bwMode="auto">
              <a:xfrm flipH="1">
                <a:off x="3019" y="2010"/>
                <a:ext cx="8"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5" name="Line 341">
                <a:extLst>
                  <a:ext uri="{FF2B5EF4-FFF2-40B4-BE49-F238E27FC236}">
                    <a16:creationId xmlns:a16="http://schemas.microsoft.com/office/drawing/2014/main" id="{70866D12-327C-8D32-6A0A-5FD625B259F2}"/>
                  </a:ext>
                </a:extLst>
              </p:cNvPr>
              <p:cNvSpPr>
                <a:spLocks noChangeShapeType="1"/>
              </p:cNvSpPr>
              <p:nvPr/>
            </p:nvSpPr>
            <p:spPr bwMode="auto">
              <a:xfrm flipH="1">
                <a:off x="3014" y="2016"/>
                <a:ext cx="5"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6" name="Line 342">
                <a:extLst>
                  <a:ext uri="{FF2B5EF4-FFF2-40B4-BE49-F238E27FC236}">
                    <a16:creationId xmlns:a16="http://schemas.microsoft.com/office/drawing/2014/main" id="{884D4E56-4041-D03F-B942-1DC08ACF8786}"/>
                  </a:ext>
                </a:extLst>
              </p:cNvPr>
              <p:cNvSpPr>
                <a:spLocks noChangeShapeType="1"/>
              </p:cNvSpPr>
              <p:nvPr/>
            </p:nvSpPr>
            <p:spPr bwMode="auto">
              <a:xfrm flipH="1">
                <a:off x="3013" y="2020"/>
                <a:ext cx="1"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7" name="Line 343">
                <a:extLst>
                  <a:ext uri="{FF2B5EF4-FFF2-40B4-BE49-F238E27FC236}">
                    <a16:creationId xmlns:a16="http://schemas.microsoft.com/office/drawing/2014/main" id="{79421646-0EF6-002A-3972-FD68463C1809}"/>
                  </a:ext>
                </a:extLst>
              </p:cNvPr>
              <p:cNvSpPr>
                <a:spLocks noChangeShapeType="1"/>
              </p:cNvSpPr>
              <p:nvPr/>
            </p:nvSpPr>
            <p:spPr bwMode="auto">
              <a:xfrm flipV="1">
                <a:off x="3013" y="2020"/>
                <a:ext cx="5"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8" name="Line 344">
                <a:extLst>
                  <a:ext uri="{FF2B5EF4-FFF2-40B4-BE49-F238E27FC236}">
                    <a16:creationId xmlns:a16="http://schemas.microsoft.com/office/drawing/2014/main" id="{372962D2-B194-5C1A-353C-4AEAE788D1B5}"/>
                  </a:ext>
                </a:extLst>
              </p:cNvPr>
              <p:cNvSpPr>
                <a:spLocks noChangeShapeType="1"/>
              </p:cNvSpPr>
              <p:nvPr/>
            </p:nvSpPr>
            <p:spPr bwMode="auto">
              <a:xfrm flipV="1">
                <a:off x="3018" y="2011"/>
                <a:ext cx="36" cy="9"/>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89" name="Line 345">
                <a:extLst>
                  <a:ext uri="{FF2B5EF4-FFF2-40B4-BE49-F238E27FC236}">
                    <a16:creationId xmlns:a16="http://schemas.microsoft.com/office/drawing/2014/main" id="{8C5BFDBB-F53B-5B04-ED18-E86C6E41FCB5}"/>
                  </a:ext>
                </a:extLst>
              </p:cNvPr>
              <p:cNvSpPr>
                <a:spLocks noChangeShapeType="1"/>
              </p:cNvSpPr>
              <p:nvPr/>
            </p:nvSpPr>
            <p:spPr bwMode="auto">
              <a:xfrm>
                <a:off x="3054" y="2011"/>
                <a:ext cx="6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0" name="Line 346">
                <a:extLst>
                  <a:ext uri="{FF2B5EF4-FFF2-40B4-BE49-F238E27FC236}">
                    <a16:creationId xmlns:a16="http://schemas.microsoft.com/office/drawing/2014/main" id="{C4E66438-284E-1AFD-5BC6-99EF3E97E325}"/>
                  </a:ext>
                </a:extLst>
              </p:cNvPr>
              <p:cNvSpPr>
                <a:spLocks noChangeShapeType="1"/>
              </p:cNvSpPr>
              <p:nvPr/>
            </p:nvSpPr>
            <p:spPr bwMode="auto">
              <a:xfrm flipV="1">
                <a:off x="3115" y="2011"/>
                <a:ext cx="39"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1" name="Line 347">
                <a:extLst>
                  <a:ext uri="{FF2B5EF4-FFF2-40B4-BE49-F238E27FC236}">
                    <a16:creationId xmlns:a16="http://schemas.microsoft.com/office/drawing/2014/main" id="{6556FC86-EFEA-B48F-BFE6-EB2DB19BB397}"/>
                  </a:ext>
                </a:extLst>
              </p:cNvPr>
              <p:cNvSpPr>
                <a:spLocks noChangeShapeType="1"/>
              </p:cNvSpPr>
              <p:nvPr/>
            </p:nvSpPr>
            <p:spPr bwMode="auto">
              <a:xfrm flipV="1">
                <a:off x="3154" y="2010"/>
                <a:ext cx="39" cy="1"/>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2" name="Line 348">
                <a:extLst>
                  <a:ext uri="{FF2B5EF4-FFF2-40B4-BE49-F238E27FC236}">
                    <a16:creationId xmlns:a16="http://schemas.microsoft.com/office/drawing/2014/main" id="{C9BFA797-81F2-EDA9-7B6B-8B1D1F876058}"/>
                  </a:ext>
                </a:extLst>
              </p:cNvPr>
              <p:cNvSpPr>
                <a:spLocks noChangeShapeType="1"/>
              </p:cNvSpPr>
              <p:nvPr/>
            </p:nvSpPr>
            <p:spPr bwMode="auto">
              <a:xfrm flipV="1">
                <a:off x="3193" y="2004"/>
                <a:ext cx="55"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3" name="Line 349">
                <a:extLst>
                  <a:ext uri="{FF2B5EF4-FFF2-40B4-BE49-F238E27FC236}">
                    <a16:creationId xmlns:a16="http://schemas.microsoft.com/office/drawing/2014/main" id="{92C86C31-7F92-1D58-71F5-D4B32C8E01F7}"/>
                  </a:ext>
                </a:extLst>
              </p:cNvPr>
              <p:cNvSpPr>
                <a:spLocks noChangeShapeType="1"/>
              </p:cNvSpPr>
              <p:nvPr/>
            </p:nvSpPr>
            <p:spPr bwMode="auto">
              <a:xfrm flipV="1">
                <a:off x="3248" y="2000"/>
                <a:ext cx="23"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4" name="Line 350">
                <a:extLst>
                  <a:ext uri="{FF2B5EF4-FFF2-40B4-BE49-F238E27FC236}">
                    <a16:creationId xmlns:a16="http://schemas.microsoft.com/office/drawing/2014/main" id="{994A55C9-0F76-258B-5F6B-576A394228DF}"/>
                  </a:ext>
                </a:extLst>
              </p:cNvPr>
              <p:cNvSpPr>
                <a:spLocks noChangeShapeType="1"/>
              </p:cNvSpPr>
              <p:nvPr/>
            </p:nvSpPr>
            <p:spPr bwMode="auto">
              <a:xfrm flipV="1">
                <a:off x="3271" y="1995"/>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5" name="Line 351">
                <a:extLst>
                  <a:ext uri="{FF2B5EF4-FFF2-40B4-BE49-F238E27FC236}">
                    <a16:creationId xmlns:a16="http://schemas.microsoft.com/office/drawing/2014/main" id="{7066B4D3-09E6-6400-9FFD-94DC3957BB66}"/>
                  </a:ext>
                </a:extLst>
              </p:cNvPr>
              <p:cNvSpPr>
                <a:spLocks noChangeShapeType="1"/>
              </p:cNvSpPr>
              <p:nvPr/>
            </p:nvSpPr>
            <p:spPr bwMode="auto">
              <a:xfrm flipV="1">
                <a:off x="3293" y="1991"/>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6" name="Line 352">
                <a:extLst>
                  <a:ext uri="{FF2B5EF4-FFF2-40B4-BE49-F238E27FC236}">
                    <a16:creationId xmlns:a16="http://schemas.microsoft.com/office/drawing/2014/main" id="{49C91EFC-B612-07DD-CED8-1F32487D2E4D}"/>
                  </a:ext>
                </a:extLst>
              </p:cNvPr>
              <p:cNvSpPr>
                <a:spLocks noChangeShapeType="1"/>
              </p:cNvSpPr>
              <p:nvPr/>
            </p:nvSpPr>
            <p:spPr bwMode="auto">
              <a:xfrm flipV="1">
                <a:off x="3315" y="1989"/>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7" name="Line 353">
                <a:extLst>
                  <a:ext uri="{FF2B5EF4-FFF2-40B4-BE49-F238E27FC236}">
                    <a16:creationId xmlns:a16="http://schemas.microsoft.com/office/drawing/2014/main" id="{9AF17AEC-2CB3-FBEB-DA8C-0F8922238690}"/>
                  </a:ext>
                </a:extLst>
              </p:cNvPr>
              <p:cNvSpPr>
                <a:spLocks noChangeShapeType="1"/>
              </p:cNvSpPr>
              <p:nvPr/>
            </p:nvSpPr>
            <p:spPr bwMode="auto">
              <a:xfrm flipV="1">
                <a:off x="3337" y="1985"/>
                <a:ext cx="59"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8" name="Line 354">
                <a:extLst>
                  <a:ext uri="{FF2B5EF4-FFF2-40B4-BE49-F238E27FC236}">
                    <a16:creationId xmlns:a16="http://schemas.microsoft.com/office/drawing/2014/main" id="{B10ECBF2-35C6-E741-6AEA-7AC76D5384A2}"/>
                  </a:ext>
                </a:extLst>
              </p:cNvPr>
              <p:cNvSpPr>
                <a:spLocks noChangeShapeType="1"/>
              </p:cNvSpPr>
              <p:nvPr/>
            </p:nvSpPr>
            <p:spPr bwMode="auto">
              <a:xfrm flipV="1">
                <a:off x="3396" y="1984"/>
                <a:ext cx="59"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199" name="Line 355">
                <a:extLst>
                  <a:ext uri="{FF2B5EF4-FFF2-40B4-BE49-F238E27FC236}">
                    <a16:creationId xmlns:a16="http://schemas.microsoft.com/office/drawing/2014/main" id="{7DA43710-F236-4F43-0E62-025478B04C81}"/>
                  </a:ext>
                </a:extLst>
              </p:cNvPr>
              <p:cNvSpPr>
                <a:spLocks noChangeShapeType="1"/>
              </p:cNvSpPr>
              <p:nvPr/>
            </p:nvSpPr>
            <p:spPr bwMode="auto">
              <a:xfrm flipV="1">
                <a:off x="3455" y="1980"/>
                <a:ext cx="117"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0" name="Line 356">
                <a:extLst>
                  <a:ext uri="{FF2B5EF4-FFF2-40B4-BE49-F238E27FC236}">
                    <a16:creationId xmlns:a16="http://schemas.microsoft.com/office/drawing/2014/main" id="{B9C2DF3E-1357-0696-F72C-D7ED362D7CC4}"/>
                  </a:ext>
                </a:extLst>
              </p:cNvPr>
              <p:cNvSpPr>
                <a:spLocks noChangeShapeType="1"/>
              </p:cNvSpPr>
              <p:nvPr/>
            </p:nvSpPr>
            <p:spPr bwMode="auto">
              <a:xfrm>
                <a:off x="3572" y="1980"/>
                <a:ext cx="15"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1" name="Line 357">
                <a:extLst>
                  <a:ext uri="{FF2B5EF4-FFF2-40B4-BE49-F238E27FC236}">
                    <a16:creationId xmlns:a16="http://schemas.microsoft.com/office/drawing/2014/main" id="{549C4B4B-0F3F-B682-0AA1-44D6CAC0AB5F}"/>
                  </a:ext>
                </a:extLst>
              </p:cNvPr>
              <p:cNvSpPr>
                <a:spLocks noChangeShapeType="1"/>
              </p:cNvSpPr>
              <p:nvPr/>
            </p:nvSpPr>
            <p:spPr bwMode="auto">
              <a:xfrm>
                <a:off x="3587" y="1984"/>
                <a:ext cx="17" cy="4"/>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2" name="Line 358">
                <a:extLst>
                  <a:ext uri="{FF2B5EF4-FFF2-40B4-BE49-F238E27FC236}">
                    <a16:creationId xmlns:a16="http://schemas.microsoft.com/office/drawing/2014/main" id="{04C4E38A-E5D6-48D5-8139-5F34B4A3E5FC}"/>
                  </a:ext>
                </a:extLst>
              </p:cNvPr>
              <p:cNvSpPr>
                <a:spLocks noChangeShapeType="1"/>
              </p:cNvSpPr>
              <p:nvPr/>
            </p:nvSpPr>
            <p:spPr bwMode="auto">
              <a:xfrm>
                <a:off x="3604" y="1988"/>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3" name="Line 359">
                <a:extLst>
                  <a:ext uri="{FF2B5EF4-FFF2-40B4-BE49-F238E27FC236}">
                    <a16:creationId xmlns:a16="http://schemas.microsoft.com/office/drawing/2014/main" id="{3F2F58C4-50EB-9DD8-603D-9E033BB9E73A}"/>
                  </a:ext>
                </a:extLst>
              </p:cNvPr>
              <p:cNvSpPr>
                <a:spLocks noChangeShapeType="1"/>
              </p:cNvSpPr>
              <p:nvPr/>
            </p:nvSpPr>
            <p:spPr bwMode="auto">
              <a:xfrm>
                <a:off x="3638" y="1998"/>
                <a:ext cx="32" cy="8"/>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4" name="Line 360">
                <a:extLst>
                  <a:ext uri="{FF2B5EF4-FFF2-40B4-BE49-F238E27FC236}">
                    <a16:creationId xmlns:a16="http://schemas.microsoft.com/office/drawing/2014/main" id="{2A7E26FA-C8B4-7F0D-0C81-5D6F9BDFC34D}"/>
                  </a:ext>
                </a:extLst>
              </p:cNvPr>
              <p:cNvSpPr>
                <a:spLocks noChangeShapeType="1"/>
              </p:cNvSpPr>
              <p:nvPr/>
            </p:nvSpPr>
            <p:spPr bwMode="auto">
              <a:xfrm>
                <a:off x="3670" y="2006"/>
                <a:ext cx="17"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5" name="Line 361">
                <a:extLst>
                  <a:ext uri="{FF2B5EF4-FFF2-40B4-BE49-F238E27FC236}">
                    <a16:creationId xmlns:a16="http://schemas.microsoft.com/office/drawing/2014/main" id="{820443EF-4E84-5B95-815A-33AB0F1B01CB}"/>
                  </a:ext>
                </a:extLst>
              </p:cNvPr>
              <p:cNvSpPr>
                <a:spLocks noChangeShapeType="1"/>
              </p:cNvSpPr>
              <p:nvPr/>
            </p:nvSpPr>
            <p:spPr bwMode="auto">
              <a:xfrm>
                <a:off x="3687" y="2010"/>
                <a:ext cx="14" cy="1"/>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6" name="Line 362">
                <a:extLst>
                  <a:ext uri="{FF2B5EF4-FFF2-40B4-BE49-F238E27FC236}">
                    <a16:creationId xmlns:a16="http://schemas.microsoft.com/office/drawing/2014/main" id="{4855F188-5AF3-0871-9CAC-2520B5DB2501}"/>
                  </a:ext>
                </a:extLst>
              </p:cNvPr>
              <p:cNvSpPr>
                <a:spLocks noChangeShapeType="1"/>
              </p:cNvSpPr>
              <p:nvPr/>
            </p:nvSpPr>
            <p:spPr bwMode="auto">
              <a:xfrm>
                <a:off x="3701" y="2011"/>
                <a:ext cx="84"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7" name="Line 363">
                <a:extLst>
                  <a:ext uri="{FF2B5EF4-FFF2-40B4-BE49-F238E27FC236}">
                    <a16:creationId xmlns:a16="http://schemas.microsoft.com/office/drawing/2014/main" id="{7E9D1851-ED31-A6C2-3251-E70E55526B4F}"/>
                  </a:ext>
                </a:extLst>
              </p:cNvPr>
              <p:cNvSpPr>
                <a:spLocks noChangeShapeType="1"/>
              </p:cNvSpPr>
              <p:nvPr/>
            </p:nvSpPr>
            <p:spPr bwMode="auto">
              <a:xfrm>
                <a:off x="3785" y="2016"/>
                <a:ext cx="58"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8" name="Line 364">
                <a:extLst>
                  <a:ext uri="{FF2B5EF4-FFF2-40B4-BE49-F238E27FC236}">
                    <a16:creationId xmlns:a16="http://schemas.microsoft.com/office/drawing/2014/main" id="{530A11F0-52D6-0B60-271A-19991A193B27}"/>
                  </a:ext>
                </a:extLst>
              </p:cNvPr>
              <p:cNvSpPr>
                <a:spLocks noChangeShapeType="1"/>
              </p:cNvSpPr>
              <p:nvPr/>
            </p:nvSpPr>
            <p:spPr bwMode="auto">
              <a:xfrm>
                <a:off x="3843" y="2021"/>
                <a:ext cx="66"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09" name="Line 365">
                <a:extLst>
                  <a:ext uri="{FF2B5EF4-FFF2-40B4-BE49-F238E27FC236}">
                    <a16:creationId xmlns:a16="http://schemas.microsoft.com/office/drawing/2014/main" id="{731BA228-EAC4-BA8F-4B8A-0484D02811B1}"/>
                  </a:ext>
                </a:extLst>
              </p:cNvPr>
              <p:cNvSpPr>
                <a:spLocks noChangeShapeType="1"/>
              </p:cNvSpPr>
              <p:nvPr/>
            </p:nvSpPr>
            <p:spPr bwMode="auto">
              <a:xfrm>
                <a:off x="3909" y="2026"/>
                <a:ext cx="2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0" name="Line 366">
                <a:extLst>
                  <a:ext uri="{FF2B5EF4-FFF2-40B4-BE49-F238E27FC236}">
                    <a16:creationId xmlns:a16="http://schemas.microsoft.com/office/drawing/2014/main" id="{F6428BF1-2C58-C159-EC88-671433B084FF}"/>
                  </a:ext>
                </a:extLst>
              </p:cNvPr>
              <p:cNvSpPr>
                <a:spLocks noChangeShapeType="1"/>
              </p:cNvSpPr>
              <p:nvPr/>
            </p:nvSpPr>
            <p:spPr bwMode="auto">
              <a:xfrm flipV="1">
                <a:off x="3930" y="2023"/>
                <a:ext cx="21" cy="3"/>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1" name="Line 367">
                <a:extLst>
                  <a:ext uri="{FF2B5EF4-FFF2-40B4-BE49-F238E27FC236}">
                    <a16:creationId xmlns:a16="http://schemas.microsoft.com/office/drawing/2014/main" id="{CBCCB5B4-262D-647F-A289-080E08A021C8}"/>
                  </a:ext>
                </a:extLst>
              </p:cNvPr>
              <p:cNvSpPr>
                <a:spLocks noChangeShapeType="1"/>
              </p:cNvSpPr>
              <p:nvPr/>
            </p:nvSpPr>
            <p:spPr bwMode="auto">
              <a:xfrm flipV="1">
                <a:off x="3951" y="2019"/>
                <a:ext cx="2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2" name="Line 368">
                <a:extLst>
                  <a:ext uri="{FF2B5EF4-FFF2-40B4-BE49-F238E27FC236}">
                    <a16:creationId xmlns:a16="http://schemas.microsoft.com/office/drawing/2014/main" id="{AEC16F53-3F5F-D602-A3F0-7BDB57B59294}"/>
                  </a:ext>
                </a:extLst>
              </p:cNvPr>
              <p:cNvSpPr>
                <a:spLocks noChangeShapeType="1"/>
              </p:cNvSpPr>
              <p:nvPr/>
            </p:nvSpPr>
            <p:spPr bwMode="auto">
              <a:xfrm flipV="1">
                <a:off x="3978" y="2011"/>
                <a:ext cx="39" cy="8"/>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3" name="Line 369">
                <a:extLst>
                  <a:ext uri="{FF2B5EF4-FFF2-40B4-BE49-F238E27FC236}">
                    <a16:creationId xmlns:a16="http://schemas.microsoft.com/office/drawing/2014/main" id="{966E2990-A413-30DF-6A70-4E34406772B1}"/>
                  </a:ext>
                </a:extLst>
              </p:cNvPr>
              <p:cNvSpPr>
                <a:spLocks noChangeShapeType="1"/>
              </p:cNvSpPr>
              <p:nvPr/>
            </p:nvSpPr>
            <p:spPr bwMode="auto">
              <a:xfrm flipV="1">
                <a:off x="4017" y="2009"/>
                <a:ext cx="230"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4" name="Line 370">
                <a:extLst>
                  <a:ext uri="{FF2B5EF4-FFF2-40B4-BE49-F238E27FC236}">
                    <a16:creationId xmlns:a16="http://schemas.microsoft.com/office/drawing/2014/main" id="{0F8CBE17-1FFF-F1D4-F277-C554E5F03B96}"/>
                  </a:ext>
                </a:extLst>
              </p:cNvPr>
              <p:cNvSpPr>
                <a:spLocks noChangeShapeType="1"/>
              </p:cNvSpPr>
              <p:nvPr/>
            </p:nvSpPr>
            <p:spPr bwMode="auto">
              <a:xfrm flipV="1">
                <a:off x="4247" y="2006"/>
                <a:ext cx="115"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5" name="Line 371">
                <a:extLst>
                  <a:ext uri="{FF2B5EF4-FFF2-40B4-BE49-F238E27FC236}">
                    <a16:creationId xmlns:a16="http://schemas.microsoft.com/office/drawing/2014/main" id="{E79EEA12-86DE-29C0-785A-44B6D93E17FC}"/>
                  </a:ext>
                </a:extLst>
              </p:cNvPr>
              <p:cNvSpPr>
                <a:spLocks noChangeShapeType="1"/>
              </p:cNvSpPr>
              <p:nvPr/>
            </p:nvSpPr>
            <p:spPr bwMode="auto">
              <a:xfrm flipV="1">
                <a:off x="4362" y="2004"/>
                <a:ext cx="115"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6" name="Line 372">
                <a:extLst>
                  <a:ext uri="{FF2B5EF4-FFF2-40B4-BE49-F238E27FC236}">
                    <a16:creationId xmlns:a16="http://schemas.microsoft.com/office/drawing/2014/main" id="{51C195F2-5287-60E2-41B6-75C401761826}"/>
                  </a:ext>
                </a:extLst>
              </p:cNvPr>
              <p:cNvSpPr>
                <a:spLocks noChangeShapeType="1"/>
              </p:cNvSpPr>
              <p:nvPr/>
            </p:nvSpPr>
            <p:spPr bwMode="auto">
              <a:xfrm flipV="1">
                <a:off x="4477" y="2002"/>
                <a:ext cx="24"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7" name="Line 373">
                <a:extLst>
                  <a:ext uri="{FF2B5EF4-FFF2-40B4-BE49-F238E27FC236}">
                    <a16:creationId xmlns:a16="http://schemas.microsoft.com/office/drawing/2014/main" id="{E460FD4E-6B1C-4D01-1736-A76039CD3128}"/>
                  </a:ext>
                </a:extLst>
              </p:cNvPr>
              <p:cNvSpPr>
                <a:spLocks noChangeShapeType="1"/>
              </p:cNvSpPr>
              <p:nvPr/>
            </p:nvSpPr>
            <p:spPr bwMode="auto">
              <a:xfrm flipV="1">
                <a:off x="4501" y="1999"/>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8" name="Line 374">
                <a:extLst>
                  <a:ext uri="{FF2B5EF4-FFF2-40B4-BE49-F238E27FC236}">
                    <a16:creationId xmlns:a16="http://schemas.microsoft.com/office/drawing/2014/main" id="{14757026-9595-D86B-FE6C-8EB4133D1F27}"/>
                  </a:ext>
                </a:extLst>
              </p:cNvPr>
              <p:cNvSpPr>
                <a:spLocks noChangeShapeType="1"/>
              </p:cNvSpPr>
              <p:nvPr/>
            </p:nvSpPr>
            <p:spPr bwMode="auto">
              <a:xfrm flipV="1">
                <a:off x="4523" y="1993"/>
                <a:ext cx="44" cy="6"/>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19" name="Line 375">
                <a:extLst>
                  <a:ext uri="{FF2B5EF4-FFF2-40B4-BE49-F238E27FC236}">
                    <a16:creationId xmlns:a16="http://schemas.microsoft.com/office/drawing/2014/main" id="{138B49DA-A343-62F0-B800-514D8963D16F}"/>
                  </a:ext>
                </a:extLst>
              </p:cNvPr>
              <p:cNvSpPr>
                <a:spLocks noChangeShapeType="1"/>
              </p:cNvSpPr>
              <p:nvPr/>
            </p:nvSpPr>
            <p:spPr bwMode="auto">
              <a:xfrm flipV="1">
                <a:off x="4567" y="1990"/>
                <a:ext cx="22" cy="3"/>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0" name="Line 376">
                <a:extLst>
                  <a:ext uri="{FF2B5EF4-FFF2-40B4-BE49-F238E27FC236}">
                    <a16:creationId xmlns:a16="http://schemas.microsoft.com/office/drawing/2014/main" id="{E9E606D4-15C7-09EB-C4BF-34B123D6CE65}"/>
                  </a:ext>
                </a:extLst>
              </p:cNvPr>
              <p:cNvSpPr>
                <a:spLocks noChangeShapeType="1"/>
              </p:cNvSpPr>
              <p:nvPr/>
            </p:nvSpPr>
            <p:spPr bwMode="auto">
              <a:xfrm flipV="1">
                <a:off x="4589" y="1989"/>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1" name="Line 377">
                <a:extLst>
                  <a:ext uri="{FF2B5EF4-FFF2-40B4-BE49-F238E27FC236}">
                    <a16:creationId xmlns:a16="http://schemas.microsoft.com/office/drawing/2014/main" id="{CA2A7DE9-2627-450C-4BBA-45B850CE52F8}"/>
                  </a:ext>
                </a:extLst>
              </p:cNvPr>
              <p:cNvSpPr>
                <a:spLocks noChangeShapeType="1"/>
              </p:cNvSpPr>
              <p:nvPr/>
            </p:nvSpPr>
            <p:spPr bwMode="auto">
              <a:xfrm>
                <a:off x="4611" y="1989"/>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2" name="Line 378">
                <a:extLst>
                  <a:ext uri="{FF2B5EF4-FFF2-40B4-BE49-F238E27FC236}">
                    <a16:creationId xmlns:a16="http://schemas.microsoft.com/office/drawing/2014/main" id="{355127A4-BE19-0501-E514-793528AAF833}"/>
                  </a:ext>
                </a:extLst>
              </p:cNvPr>
              <p:cNvSpPr>
                <a:spLocks noChangeShapeType="1"/>
              </p:cNvSpPr>
              <p:nvPr/>
            </p:nvSpPr>
            <p:spPr bwMode="auto">
              <a:xfrm>
                <a:off x="4633" y="1991"/>
                <a:ext cx="11"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3" name="Line 379">
                <a:extLst>
                  <a:ext uri="{FF2B5EF4-FFF2-40B4-BE49-F238E27FC236}">
                    <a16:creationId xmlns:a16="http://schemas.microsoft.com/office/drawing/2014/main" id="{329B92CB-8AAD-BDE1-7FAC-384D9DAEED19}"/>
                  </a:ext>
                </a:extLst>
              </p:cNvPr>
              <p:cNvSpPr>
                <a:spLocks noChangeShapeType="1"/>
              </p:cNvSpPr>
              <p:nvPr/>
            </p:nvSpPr>
            <p:spPr bwMode="auto">
              <a:xfrm>
                <a:off x="4644" y="1993"/>
                <a:ext cx="12" cy="3"/>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4" name="Line 380">
                <a:extLst>
                  <a:ext uri="{FF2B5EF4-FFF2-40B4-BE49-F238E27FC236}">
                    <a16:creationId xmlns:a16="http://schemas.microsoft.com/office/drawing/2014/main" id="{D2125885-CBDB-5327-69B3-B8875CFD6BD1}"/>
                  </a:ext>
                </a:extLst>
              </p:cNvPr>
              <p:cNvSpPr>
                <a:spLocks noChangeShapeType="1"/>
              </p:cNvSpPr>
              <p:nvPr/>
            </p:nvSpPr>
            <p:spPr bwMode="auto">
              <a:xfrm>
                <a:off x="4656" y="1996"/>
                <a:ext cx="79"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5" name="Line 381">
                <a:extLst>
                  <a:ext uri="{FF2B5EF4-FFF2-40B4-BE49-F238E27FC236}">
                    <a16:creationId xmlns:a16="http://schemas.microsoft.com/office/drawing/2014/main" id="{158F9AC8-5869-399D-29CC-9B1A5A96D17B}"/>
                  </a:ext>
                </a:extLst>
              </p:cNvPr>
              <p:cNvSpPr>
                <a:spLocks noChangeShapeType="1"/>
              </p:cNvSpPr>
              <p:nvPr/>
            </p:nvSpPr>
            <p:spPr bwMode="auto">
              <a:xfrm>
                <a:off x="4735" y="2006"/>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6" name="Line 382">
                <a:extLst>
                  <a:ext uri="{FF2B5EF4-FFF2-40B4-BE49-F238E27FC236}">
                    <a16:creationId xmlns:a16="http://schemas.microsoft.com/office/drawing/2014/main" id="{03FCB113-2E81-24E0-E715-F02098651CFD}"/>
                  </a:ext>
                </a:extLst>
              </p:cNvPr>
              <p:cNvSpPr>
                <a:spLocks noChangeShapeType="1"/>
              </p:cNvSpPr>
              <p:nvPr/>
            </p:nvSpPr>
            <p:spPr bwMode="auto">
              <a:xfrm>
                <a:off x="4797" y="2012"/>
                <a:ext cx="72"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7" name="Line 383">
                <a:extLst>
                  <a:ext uri="{FF2B5EF4-FFF2-40B4-BE49-F238E27FC236}">
                    <a16:creationId xmlns:a16="http://schemas.microsoft.com/office/drawing/2014/main" id="{E24A7750-8D1D-2B02-BC17-11D5DE90DC7E}"/>
                  </a:ext>
                </a:extLst>
              </p:cNvPr>
              <p:cNvSpPr>
                <a:spLocks noChangeShapeType="1"/>
              </p:cNvSpPr>
              <p:nvPr/>
            </p:nvSpPr>
            <p:spPr bwMode="auto">
              <a:xfrm>
                <a:off x="4869" y="2016"/>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8" name="Line 384">
                <a:extLst>
                  <a:ext uri="{FF2B5EF4-FFF2-40B4-BE49-F238E27FC236}">
                    <a16:creationId xmlns:a16="http://schemas.microsoft.com/office/drawing/2014/main" id="{C835F878-8B6A-4C1E-8281-4E65A9A7F624}"/>
                  </a:ext>
                </a:extLst>
              </p:cNvPr>
              <p:cNvSpPr>
                <a:spLocks noChangeShapeType="1"/>
              </p:cNvSpPr>
              <p:nvPr/>
            </p:nvSpPr>
            <p:spPr bwMode="auto">
              <a:xfrm flipV="1">
                <a:off x="4979" y="2011"/>
                <a:ext cx="18"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29" name="Line 385">
                <a:extLst>
                  <a:ext uri="{FF2B5EF4-FFF2-40B4-BE49-F238E27FC236}">
                    <a16:creationId xmlns:a16="http://schemas.microsoft.com/office/drawing/2014/main" id="{482BDBB1-DEE4-01CC-DFDC-2E13F3D418AC}"/>
                  </a:ext>
                </a:extLst>
              </p:cNvPr>
              <p:cNvSpPr>
                <a:spLocks noChangeShapeType="1"/>
              </p:cNvSpPr>
              <p:nvPr/>
            </p:nvSpPr>
            <p:spPr bwMode="auto">
              <a:xfrm flipV="1">
                <a:off x="4997" y="2006"/>
                <a:ext cx="16"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0" name="Line 386">
                <a:extLst>
                  <a:ext uri="{FF2B5EF4-FFF2-40B4-BE49-F238E27FC236}">
                    <a16:creationId xmlns:a16="http://schemas.microsoft.com/office/drawing/2014/main" id="{54D8FF40-E787-1D49-0A25-B30AC62A23EB}"/>
                  </a:ext>
                </a:extLst>
              </p:cNvPr>
              <p:cNvSpPr>
                <a:spLocks noChangeShapeType="1"/>
              </p:cNvSpPr>
              <p:nvPr/>
            </p:nvSpPr>
            <p:spPr bwMode="auto">
              <a:xfrm flipV="1">
                <a:off x="5013" y="2005"/>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1" name="Line 387">
                <a:extLst>
                  <a:ext uri="{FF2B5EF4-FFF2-40B4-BE49-F238E27FC236}">
                    <a16:creationId xmlns:a16="http://schemas.microsoft.com/office/drawing/2014/main" id="{B1D890CB-B900-A828-9D49-6687AA398F3B}"/>
                  </a:ext>
                </a:extLst>
              </p:cNvPr>
              <p:cNvSpPr>
                <a:spLocks noChangeShapeType="1"/>
              </p:cNvSpPr>
              <p:nvPr/>
            </p:nvSpPr>
            <p:spPr bwMode="auto">
              <a:xfrm flipV="1">
                <a:off x="5021" y="2004"/>
                <a:ext cx="6"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2" name="Line 388">
                <a:extLst>
                  <a:ext uri="{FF2B5EF4-FFF2-40B4-BE49-F238E27FC236}">
                    <a16:creationId xmlns:a16="http://schemas.microsoft.com/office/drawing/2014/main" id="{766CF88E-5660-F61E-4FDF-401E6507A6EC}"/>
                  </a:ext>
                </a:extLst>
              </p:cNvPr>
              <p:cNvSpPr>
                <a:spLocks noChangeShapeType="1"/>
              </p:cNvSpPr>
              <p:nvPr/>
            </p:nvSpPr>
            <p:spPr bwMode="auto">
              <a:xfrm>
                <a:off x="5027" y="2004"/>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3" name="Line 389">
                <a:extLst>
                  <a:ext uri="{FF2B5EF4-FFF2-40B4-BE49-F238E27FC236}">
                    <a16:creationId xmlns:a16="http://schemas.microsoft.com/office/drawing/2014/main" id="{70B3C72C-BA00-63C9-6419-4FC00892C79D}"/>
                  </a:ext>
                </a:extLst>
              </p:cNvPr>
              <p:cNvSpPr>
                <a:spLocks noChangeShapeType="1"/>
              </p:cNvSpPr>
              <p:nvPr/>
            </p:nvSpPr>
            <p:spPr bwMode="auto">
              <a:xfrm>
                <a:off x="5031" y="2004"/>
                <a:ext cx="4"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4" name="Line 390">
                <a:extLst>
                  <a:ext uri="{FF2B5EF4-FFF2-40B4-BE49-F238E27FC236}">
                    <a16:creationId xmlns:a16="http://schemas.microsoft.com/office/drawing/2014/main" id="{BAA44DCE-6089-3525-9F35-3ACEDDFE8E10}"/>
                  </a:ext>
                </a:extLst>
              </p:cNvPr>
              <p:cNvSpPr>
                <a:spLocks noChangeShapeType="1"/>
              </p:cNvSpPr>
              <p:nvPr/>
            </p:nvSpPr>
            <p:spPr bwMode="auto">
              <a:xfrm>
                <a:off x="5035" y="2005"/>
                <a:ext cx="5"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5" name="Line 391">
                <a:extLst>
                  <a:ext uri="{FF2B5EF4-FFF2-40B4-BE49-F238E27FC236}">
                    <a16:creationId xmlns:a16="http://schemas.microsoft.com/office/drawing/2014/main" id="{14529ACB-92D8-4F81-119B-4483E296E224}"/>
                  </a:ext>
                </a:extLst>
              </p:cNvPr>
              <p:cNvSpPr>
                <a:spLocks noChangeShapeType="1"/>
              </p:cNvSpPr>
              <p:nvPr/>
            </p:nvSpPr>
            <p:spPr bwMode="auto">
              <a:xfrm>
                <a:off x="5040" y="2010"/>
                <a:ext cx="7"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6" name="Line 392">
                <a:extLst>
                  <a:ext uri="{FF2B5EF4-FFF2-40B4-BE49-F238E27FC236}">
                    <a16:creationId xmlns:a16="http://schemas.microsoft.com/office/drawing/2014/main" id="{42AF2EB9-1515-8ACE-3D35-23B31B442588}"/>
                  </a:ext>
                </a:extLst>
              </p:cNvPr>
              <p:cNvSpPr>
                <a:spLocks noChangeShapeType="1"/>
              </p:cNvSpPr>
              <p:nvPr/>
            </p:nvSpPr>
            <p:spPr bwMode="auto">
              <a:xfrm>
                <a:off x="5047" y="2015"/>
                <a:ext cx="5"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7" name="Line 393">
                <a:extLst>
                  <a:ext uri="{FF2B5EF4-FFF2-40B4-BE49-F238E27FC236}">
                    <a16:creationId xmlns:a16="http://schemas.microsoft.com/office/drawing/2014/main" id="{35999CA7-C291-7127-A2B2-700EC3174354}"/>
                  </a:ext>
                </a:extLst>
              </p:cNvPr>
              <p:cNvSpPr>
                <a:spLocks noChangeShapeType="1"/>
              </p:cNvSpPr>
              <p:nvPr/>
            </p:nvSpPr>
            <p:spPr bwMode="auto">
              <a:xfrm flipV="1">
                <a:off x="5052" y="1935"/>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8" name="Line 394">
                <a:extLst>
                  <a:ext uri="{FF2B5EF4-FFF2-40B4-BE49-F238E27FC236}">
                    <a16:creationId xmlns:a16="http://schemas.microsoft.com/office/drawing/2014/main" id="{D9100C70-13AC-852C-32C8-2B5C6104579F}"/>
                  </a:ext>
                </a:extLst>
              </p:cNvPr>
              <p:cNvSpPr>
                <a:spLocks noChangeShapeType="1"/>
              </p:cNvSpPr>
              <p:nvPr/>
            </p:nvSpPr>
            <p:spPr bwMode="auto">
              <a:xfrm flipH="1" flipV="1">
                <a:off x="5054" y="1916"/>
                <a:ext cx="6" cy="19"/>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39" name="Line 395">
                <a:extLst>
                  <a:ext uri="{FF2B5EF4-FFF2-40B4-BE49-F238E27FC236}">
                    <a16:creationId xmlns:a16="http://schemas.microsoft.com/office/drawing/2014/main" id="{E64DFD66-8176-4157-6349-37E270AB2872}"/>
                  </a:ext>
                </a:extLst>
              </p:cNvPr>
              <p:cNvSpPr>
                <a:spLocks noChangeShapeType="1"/>
              </p:cNvSpPr>
              <p:nvPr/>
            </p:nvSpPr>
            <p:spPr bwMode="auto">
              <a:xfrm flipH="1" flipV="1">
                <a:off x="5049" y="1897"/>
                <a:ext cx="5" cy="19"/>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0" name="Line 396">
                <a:extLst>
                  <a:ext uri="{FF2B5EF4-FFF2-40B4-BE49-F238E27FC236}">
                    <a16:creationId xmlns:a16="http://schemas.microsoft.com/office/drawing/2014/main" id="{D8CA4132-E96C-83CE-2D47-06AB508DF800}"/>
                  </a:ext>
                </a:extLst>
              </p:cNvPr>
              <p:cNvSpPr>
                <a:spLocks noChangeShapeType="1"/>
              </p:cNvSpPr>
              <p:nvPr/>
            </p:nvSpPr>
            <p:spPr bwMode="auto">
              <a:xfrm flipH="1" flipV="1">
                <a:off x="5047" y="1878"/>
                <a:ext cx="2" cy="1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1" name="Line 397">
                <a:extLst>
                  <a:ext uri="{FF2B5EF4-FFF2-40B4-BE49-F238E27FC236}">
                    <a16:creationId xmlns:a16="http://schemas.microsoft.com/office/drawing/2014/main" id="{EF72F23D-D3C1-7127-6480-A90F02459BC3}"/>
                  </a:ext>
                </a:extLst>
              </p:cNvPr>
              <p:cNvSpPr>
                <a:spLocks noChangeShapeType="1"/>
              </p:cNvSpPr>
              <p:nvPr/>
            </p:nvSpPr>
            <p:spPr bwMode="auto">
              <a:xfrm flipH="1" flipV="1">
                <a:off x="5044" y="1858"/>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2" name="Line 398">
                <a:extLst>
                  <a:ext uri="{FF2B5EF4-FFF2-40B4-BE49-F238E27FC236}">
                    <a16:creationId xmlns:a16="http://schemas.microsoft.com/office/drawing/2014/main" id="{74214DCA-BD71-D2C5-97A7-5286FD236B64}"/>
                  </a:ext>
                </a:extLst>
              </p:cNvPr>
              <p:cNvSpPr>
                <a:spLocks noChangeShapeType="1"/>
              </p:cNvSpPr>
              <p:nvPr/>
            </p:nvSpPr>
            <p:spPr bwMode="auto">
              <a:xfrm flipH="1" flipV="1">
                <a:off x="5040" y="1819"/>
                <a:ext cx="4"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3" name="Line 399">
                <a:extLst>
                  <a:ext uri="{FF2B5EF4-FFF2-40B4-BE49-F238E27FC236}">
                    <a16:creationId xmlns:a16="http://schemas.microsoft.com/office/drawing/2014/main" id="{98E1F576-64B4-5025-EB7B-A4FEB2E8E6A6}"/>
                  </a:ext>
                </a:extLst>
              </p:cNvPr>
              <p:cNvSpPr>
                <a:spLocks noChangeShapeType="1"/>
              </p:cNvSpPr>
              <p:nvPr/>
            </p:nvSpPr>
            <p:spPr bwMode="auto">
              <a:xfrm flipV="1">
                <a:off x="5040" y="1778"/>
                <a:ext cx="1"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4" name="Line 400">
                <a:extLst>
                  <a:ext uri="{FF2B5EF4-FFF2-40B4-BE49-F238E27FC236}">
                    <a16:creationId xmlns:a16="http://schemas.microsoft.com/office/drawing/2014/main" id="{DA5D5409-768D-2BD1-45A8-828D6F185D11}"/>
                  </a:ext>
                </a:extLst>
              </p:cNvPr>
              <p:cNvSpPr>
                <a:spLocks noChangeShapeType="1"/>
              </p:cNvSpPr>
              <p:nvPr/>
            </p:nvSpPr>
            <p:spPr bwMode="auto">
              <a:xfrm flipV="1">
                <a:off x="5040" y="1738"/>
                <a:ext cx="3"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5" name="Line 401">
                <a:extLst>
                  <a:ext uri="{FF2B5EF4-FFF2-40B4-BE49-F238E27FC236}">
                    <a16:creationId xmlns:a16="http://schemas.microsoft.com/office/drawing/2014/main" id="{93455715-0C11-5239-FBAC-EC9101534DCC}"/>
                  </a:ext>
                </a:extLst>
              </p:cNvPr>
              <p:cNvSpPr>
                <a:spLocks noChangeShapeType="1"/>
              </p:cNvSpPr>
              <p:nvPr/>
            </p:nvSpPr>
            <p:spPr bwMode="auto">
              <a:xfrm flipV="1">
                <a:off x="5043" y="1698"/>
                <a:ext cx="2"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6" name="Line 402">
                <a:extLst>
                  <a:ext uri="{FF2B5EF4-FFF2-40B4-BE49-F238E27FC236}">
                    <a16:creationId xmlns:a16="http://schemas.microsoft.com/office/drawing/2014/main" id="{85B5F960-52D9-5DDA-2174-A92BE6DE4A83}"/>
                  </a:ext>
                </a:extLst>
              </p:cNvPr>
              <p:cNvSpPr>
                <a:spLocks noChangeShapeType="1"/>
              </p:cNvSpPr>
              <p:nvPr/>
            </p:nvSpPr>
            <p:spPr bwMode="auto">
              <a:xfrm flipV="1">
                <a:off x="5045" y="1619"/>
                <a:ext cx="7"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7" name="Line 403">
                <a:extLst>
                  <a:ext uri="{FF2B5EF4-FFF2-40B4-BE49-F238E27FC236}">
                    <a16:creationId xmlns:a16="http://schemas.microsoft.com/office/drawing/2014/main" id="{1522439C-7B25-A117-51A7-AECD5E290CF5}"/>
                  </a:ext>
                </a:extLst>
              </p:cNvPr>
              <p:cNvSpPr>
                <a:spLocks noChangeShapeType="1"/>
              </p:cNvSpPr>
              <p:nvPr/>
            </p:nvSpPr>
            <p:spPr bwMode="auto">
              <a:xfrm flipH="1">
                <a:off x="3071" y="1619"/>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48" name="Freeform 404">
                <a:extLst>
                  <a:ext uri="{FF2B5EF4-FFF2-40B4-BE49-F238E27FC236}">
                    <a16:creationId xmlns:a16="http://schemas.microsoft.com/office/drawing/2014/main" id="{1DE7A8D7-9A98-91EC-7210-B8ECFDF1262E}"/>
                  </a:ext>
                </a:extLst>
              </p:cNvPr>
              <p:cNvSpPr>
                <a:spLocks/>
              </p:cNvSpPr>
              <p:nvPr/>
            </p:nvSpPr>
            <p:spPr bwMode="auto">
              <a:xfrm>
                <a:off x="2982" y="1565"/>
                <a:ext cx="145" cy="132"/>
              </a:xfrm>
              <a:custGeom>
                <a:avLst/>
                <a:gdLst>
                  <a:gd name="T0" fmla="*/ 7 w 145"/>
                  <a:gd name="T1" fmla="*/ 131 h 132"/>
                  <a:gd name="T2" fmla="*/ 0 w 145"/>
                  <a:gd name="T3" fmla="*/ 132 h 132"/>
                  <a:gd name="T4" fmla="*/ 137 w 145"/>
                  <a:gd name="T5" fmla="*/ 1 h 132"/>
                  <a:gd name="T6" fmla="*/ 145 w 145"/>
                  <a:gd name="T7" fmla="*/ 0 h 132"/>
                  <a:gd name="T8" fmla="*/ 7 w 145"/>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7" y="131"/>
                    </a:moveTo>
                    <a:lnTo>
                      <a:pt x="0" y="132"/>
                    </a:lnTo>
                    <a:lnTo>
                      <a:pt x="137" y="1"/>
                    </a:lnTo>
                    <a:lnTo>
                      <a:pt x="145" y="0"/>
                    </a:lnTo>
                    <a:lnTo>
                      <a:pt x="7"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49" name="Line 405">
                <a:extLst>
                  <a:ext uri="{FF2B5EF4-FFF2-40B4-BE49-F238E27FC236}">
                    <a16:creationId xmlns:a16="http://schemas.microsoft.com/office/drawing/2014/main" id="{B5C46B3F-C909-B945-85A7-18575C9CE518}"/>
                  </a:ext>
                </a:extLst>
              </p:cNvPr>
              <p:cNvSpPr>
                <a:spLocks noChangeShapeType="1"/>
              </p:cNvSpPr>
              <p:nvPr/>
            </p:nvSpPr>
            <p:spPr bwMode="auto">
              <a:xfrm flipV="1">
                <a:off x="2989" y="1565"/>
                <a:ext cx="138"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250" name="Freeform 406">
                <a:extLst>
                  <a:ext uri="{FF2B5EF4-FFF2-40B4-BE49-F238E27FC236}">
                    <a16:creationId xmlns:a16="http://schemas.microsoft.com/office/drawing/2014/main" id="{AD0543FD-761D-901E-11F0-F3CFB85A0E40}"/>
                  </a:ext>
                </a:extLst>
              </p:cNvPr>
              <p:cNvSpPr>
                <a:spLocks/>
              </p:cNvSpPr>
              <p:nvPr/>
            </p:nvSpPr>
            <p:spPr bwMode="auto">
              <a:xfrm>
                <a:off x="2986" y="1565"/>
                <a:ext cx="141" cy="131"/>
              </a:xfrm>
              <a:custGeom>
                <a:avLst/>
                <a:gdLst>
                  <a:gd name="T0" fmla="*/ 3 w 141"/>
                  <a:gd name="T1" fmla="*/ 131 h 131"/>
                  <a:gd name="T2" fmla="*/ 0 w 141"/>
                  <a:gd name="T3" fmla="*/ 131 h 131"/>
                  <a:gd name="T4" fmla="*/ 137 w 141"/>
                  <a:gd name="T5" fmla="*/ 0 h 131"/>
                  <a:gd name="T6" fmla="*/ 141 w 141"/>
                  <a:gd name="T7" fmla="*/ 0 h 131"/>
                  <a:gd name="T8" fmla="*/ 3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3" y="131"/>
                    </a:moveTo>
                    <a:lnTo>
                      <a:pt x="0" y="131"/>
                    </a:lnTo>
                    <a:lnTo>
                      <a:pt x="137" y="0"/>
                    </a:lnTo>
                    <a:lnTo>
                      <a:pt x="141" y="0"/>
                    </a:lnTo>
                    <a:lnTo>
                      <a:pt x="3"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51" name="Freeform 407">
                <a:extLst>
                  <a:ext uri="{FF2B5EF4-FFF2-40B4-BE49-F238E27FC236}">
                    <a16:creationId xmlns:a16="http://schemas.microsoft.com/office/drawing/2014/main" id="{39DCF9F3-CECD-4E3C-F18D-75DEA2CA52E5}"/>
                  </a:ext>
                </a:extLst>
              </p:cNvPr>
              <p:cNvSpPr>
                <a:spLocks/>
              </p:cNvSpPr>
              <p:nvPr/>
            </p:nvSpPr>
            <p:spPr bwMode="auto">
              <a:xfrm>
                <a:off x="2982" y="1565"/>
                <a:ext cx="141" cy="132"/>
              </a:xfrm>
              <a:custGeom>
                <a:avLst/>
                <a:gdLst>
                  <a:gd name="T0" fmla="*/ 4 w 141"/>
                  <a:gd name="T1" fmla="*/ 131 h 132"/>
                  <a:gd name="T2" fmla="*/ 0 w 141"/>
                  <a:gd name="T3" fmla="*/ 132 h 132"/>
                  <a:gd name="T4" fmla="*/ 137 w 141"/>
                  <a:gd name="T5" fmla="*/ 1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7" y="1"/>
                    </a:lnTo>
                    <a:lnTo>
                      <a:pt x="141" y="0"/>
                    </a:lnTo>
                    <a:lnTo>
                      <a:pt x="4"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52" name="Freeform 408">
                <a:extLst>
                  <a:ext uri="{FF2B5EF4-FFF2-40B4-BE49-F238E27FC236}">
                    <a16:creationId xmlns:a16="http://schemas.microsoft.com/office/drawing/2014/main" id="{E99BD167-A7FD-C33A-A4FA-7786630C1DD4}"/>
                  </a:ext>
                </a:extLst>
              </p:cNvPr>
              <p:cNvSpPr>
                <a:spLocks/>
              </p:cNvSpPr>
              <p:nvPr/>
            </p:nvSpPr>
            <p:spPr bwMode="auto">
              <a:xfrm>
                <a:off x="2971" y="1566"/>
                <a:ext cx="148" cy="131"/>
              </a:xfrm>
              <a:custGeom>
                <a:avLst/>
                <a:gdLst>
                  <a:gd name="T0" fmla="*/ 11 w 148"/>
                  <a:gd name="T1" fmla="*/ 131 h 131"/>
                  <a:gd name="T2" fmla="*/ 0 w 148"/>
                  <a:gd name="T3" fmla="*/ 131 h 131"/>
                  <a:gd name="T4" fmla="*/ 139 w 148"/>
                  <a:gd name="T5" fmla="*/ 0 h 131"/>
                  <a:gd name="T6" fmla="*/ 148 w 148"/>
                  <a:gd name="T7" fmla="*/ 0 h 131"/>
                  <a:gd name="T8" fmla="*/ 11 w 14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131">
                    <a:moveTo>
                      <a:pt x="11" y="131"/>
                    </a:moveTo>
                    <a:lnTo>
                      <a:pt x="0" y="131"/>
                    </a:lnTo>
                    <a:lnTo>
                      <a:pt x="139" y="0"/>
                    </a:lnTo>
                    <a:lnTo>
                      <a:pt x="148" y="0"/>
                    </a:lnTo>
                    <a:lnTo>
                      <a:pt x="11"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253" name="Line 409">
                <a:extLst>
                  <a:ext uri="{FF2B5EF4-FFF2-40B4-BE49-F238E27FC236}">
                    <a16:creationId xmlns:a16="http://schemas.microsoft.com/office/drawing/2014/main" id="{1579CF24-EFDF-CB26-B453-81D27D4990A5}"/>
                  </a:ext>
                </a:extLst>
              </p:cNvPr>
              <p:cNvSpPr>
                <a:spLocks noChangeShapeType="1"/>
              </p:cNvSpPr>
              <p:nvPr/>
            </p:nvSpPr>
            <p:spPr bwMode="auto">
              <a:xfrm flipV="1">
                <a:off x="2982" y="1566"/>
                <a:ext cx="137" cy="131"/>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77838" name="Freeform 410">
              <a:extLst>
                <a:ext uri="{FF2B5EF4-FFF2-40B4-BE49-F238E27FC236}">
                  <a16:creationId xmlns:a16="http://schemas.microsoft.com/office/drawing/2014/main" id="{C220E8BF-D63B-7F9F-FB37-30305A0BA90B}"/>
                </a:ext>
              </a:extLst>
            </p:cNvPr>
            <p:cNvSpPr>
              <a:spLocks/>
            </p:cNvSpPr>
            <p:nvPr/>
          </p:nvSpPr>
          <p:spPr bwMode="auto">
            <a:xfrm>
              <a:off x="3150" y="1545"/>
              <a:ext cx="141" cy="141"/>
            </a:xfrm>
            <a:custGeom>
              <a:avLst/>
              <a:gdLst>
                <a:gd name="T0" fmla="*/ 4 w 141"/>
                <a:gd name="T1" fmla="*/ 277 h 131"/>
                <a:gd name="T2" fmla="*/ 0 w 141"/>
                <a:gd name="T3" fmla="*/ 277 h 131"/>
                <a:gd name="T4" fmla="*/ 137 w 141"/>
                <a:gd name="T5" fmla="*/ 0 h 131"/>
                <a:gd name="T6" fmla="*/ 141 w 141"/>
                <a:gd name="T7" fmla="*/ 0 h 131"/>
                <a:gd name="T8" fmla="*/ 4 w 141"/>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7" y="0"/>
                  </a:lnTo>
                  <a:lnTo>
                    <a:pt x="141" y="0"/>
                  </a:lnTo>
                  <a:lnTo>
                    <a:pt x="4"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39" name="Freeform 411">
              <a:extLst>
                <a:ext uri="{FF2B5EF4-FFF2-40B4-BE49-F238E27FC236}">
                  <a16:creationId xmlns:a16="http://schemas.microsoft.com/office/drawing/2014/main" id="{47E6F837-81EE-1BDD-83A8-27C2AD4C94E3}"/>
                </a:ext>
              </a:extLst>
            </p:cNvPr>
            <p:cNvSpPr>
              <a:spLocks/>
            </p:cNvSpPr>
            <p:nvPr/>
          </p:nvSpPr>
          <p:spPr bwMode="auto">
            <a:xfrm>
              <a:off x="3147" y="1545"/>
              <a:ext cx="140" cy="141"/>
            </a:xfrm>
            <a:custGeom>
              <a:avLst/>
              <a:gdLst>
                <a:gd name="T0" fmla="*/ 3 w 140"/>
                <a:gd name="T1" fmla="*/ 277 h 131"/>
                <a:gd name="T2" fmla="*/ 0 w 140"/>
                <a:gd name="T3" fmla="*/ 277 h 131"/>
                <a:gd name="T4" fmla="*/ 137 w 140"/>
                <a:gd name="T5" fmla="*/ 0 h 131"/>
                <a:gd name="T6" fmla="*/ 140 w 140"/>
                <a:gd name="T7" fmla="*/ 0 h 131"/>
                <a:gd name="T8" fmla="*/ 3 w 140"/>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3" y="131"/>
                  </a:moveTo>
                  <a:lnTo>
                    <a:pt x="0" y="131"/>
                  </a:lnTo>
                  <a:lnTo>
                    <a:pt x="137" y="0"/>
                  </a:lnTo>
                  <a:lnTo>
                    <a:pt x="140" y="0"/>
                  </a:lnTo>
                  <a:lnTo>
                    <a:pt x="3"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0" name="Freeform 412">
              <a:extLst>
                <a:ext uri="{FF2B5EF4-FFF2-40B4-BE49-F238E27FC236}">
                  <a16:creationId xmlns:a16="http://schemas.microsoft.com/office/drawing/2014/main" id="{A1022E58-D88E-7E5A-7CD4-435AD7E62C98}"/>
                </a:ext>
              </a:extLst>
            </p:cNvPr>
            <p:cNvSpPr>
              <a:spLocks/>
            </p:cNvSpPr>
            <p:nvPr/>
          </p:nvSpPr>
          <p:spPr bwMode="auto">
            <a:xfrm>
              <a:off x="3143" y="1545"/>
              <a:ext cx="141" cy="141"/>
            </a:xfrm>
            <a:custGeom>
              <a:avLst/>
              <a:gdLst>
                <a:gd name="T0" fmla="*/ 4 w 141"/>
                <a:gd name="T1" fmla="*/ 277 h 131"/>
                <a:gd name="T2" fmla="*/ 0 w 141"/>
                <a:gd name="T3" fmla="*/ 277 h 131"/>
                <a:gd name="T4" fmla="*/ 139 w 141"/>
                <a:gd name="T5" fmla="*/ 0 h 131"/>
                <a:gd name="T6" fmla="*/ 141 w 141"/>
                <a:gd name="T7" fmla="*/ 0 h 131"/>
                <a:gd name="T8" fmla="*/ 4 w 141"/>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9" y="0"/>
                  </a:lnTo>
                  <a:lnTo>
                    <a:pt x="141" y="0"/>
                  </a:lnTo>
                  <a:lnTo>
                    <a:pt x="4"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1" name="Freeform 413">
              <a:extLst>
                <a:ext uri="{FF2B5EF4-FFF2-40B4-BE49-F238E27FC236}">
                  <a16:creationId xmlns:a16="http://schemas.microsoft.com/office/drawing/2014/main" id="{5F7ECA88-7418-CE8C-F70D-5D9D21FED26B}"/>
                </a:ext>
              </a:extLst>
            </p:cNvPr>
            <p:cNvSpPr>
              <a:spLocks/>
            </p:cNvSpPr>
            <p:nvPr/>
          </p:nvSpPr>
          <p:spPr bwMode="auto">
            <a:xfrm>
              <a:off x="3136" y="1545"/>
              <a:ext cx="146" cy="142"/>
            </a:xfrm>
            <a:custGeom>
              <a:avLst/>
              <a:gdLst>
                <a:gd name="T0" fmla="*/ 7 w 146"/>
                <a:gd name="T1" fmla="*/ 272 h 132"/>
                <a:gd name="T2" fmla="*/ 0 w 146"/>
                <a:gd name="T3" fmla="*/ 275 h 132"/>
                <a:gd name="T4" fmla="*/ 137 w 146"/>
                <a:gd name="T5" fmla="*/ 2 h 132"/>
                <a:gd name="T6" fmla="*/ 146 w 146"/>
                <a:gd name="T7" fmla="*/ 0 h 132"/>
                <a:gd name="T8" fmla="*/ 7 w 146"/>
                <a:gd name="T9" fmla="*/ 27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7" y="131"/>
                  </a:moveTo>
                  <a:lnTo>
                    <a:pt x="0" y="132"/>
                  </a:lnTo>
                  <a:lnTo>
                    <a:pt x="137" y="2"/>
                  </a:lnTo>
                  <a:lnTo>
                    <a:pt x="146" y="0"/>
                  </a:lnTo>
                  <a:lnTo>
                    <a:pt x="7"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2" name="Line 414">
              <a:extLst>
                <a:ext uri="{FF2B5EF4-FFF2-40B4-BE49-F238E27FC236}">
                  <a16:creationId xmlns:a16="http://schemas.microsoft.com/office/drawing/2014/main" id="{D8BA0B5D-59C7-98C6-24FB-BFA8061F4D6F}"/>
                </a:ext>
              </a:extLst>
            </p:cNvPr>
            <p:cNvSpPr>
              <a:spLocks noChangeShapeType="1"/>
            </p:cNvSpPr>
            <p:nvPr/>
          </p:nvSpPr>
          <p:spPr bwMode="auto">
            <a:xfrm flipV="1">
              <a:off x="3143" y="1545"/>
              <a:ext cx="139" cy="141"/>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3" name="Freeform 415">
              <a:extLst>
                <a:ext uri="{FF2B5EF4-FFF2-40B4-BE49-F238E27FC236}">
                  <a16:creationId xmlns:a16="http://schemas.microsoft.com/office/drawing/2014/main" id="{38A573DE-EFDC-F1F6-B035-10FD0C4EE307}"/>
                </a:ext>
              </a:extLst>
            </p:cNvPr>
            <p:cNvSpPr>
              <a:spLocks/>
            </p:cNvSpPr>
            <p:nvPr/>
          </p:nvSpPr>
          <p:spPr bwMode="auto">
            <a:xfrm>
              <a:off x="3139" y="1545"/>
              <a:ext cx="143" cy="141"/>
            </a:xfrm>
            <a:custGeom>
              <a:avLst/>
              <a:gdLst>
                <a:gd name="T0" fmla="*/ 4 w 143"/>
                <a:gd name="T1" fmla="*/ 277 h 131"/>
                <a:gd name="T2" fmla="*/ 0 w 143"/>
                <a:gd name="T3" fmla="*/ 277 h 131"/>
                <a:gd name="T4" fmla="*/ 138 w 143"/>
                <a:gd name="T5" fmla="*/ 0 h 131"/>
                <a:gd name="T6" fmla="*/ 143 w 143"/>
                <a:gd name="T7" fmla="*/ 0 h 131"/>
                <a:gd name="T8" fmla="*/ 4 w 143"/>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1">
                  <a:moveTo>
                    <a:pt x="4" y="131"/>
                  </a:moveTo>
                  <a:lnTo>
                    <a:pt x="0" y="131"/>
                  </a:lnTo>
                  <a:lnTo>
                    <a:pt x="138" y="0"/>
                  </a:lnTo>
                  <a:lnTo>
                    <a:pt x="143" y="0"/>
                  </a:lnTo>
                  <a:lnTo>
                    <a:pt x="4"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4" name="Freeform 416">
              <a:extLst>
                <a:ext uri="{FF2B5EF4-FFF2-40B4-BE49-F238E27FC236}">
                  <a16:creationId xmlns:a16="http://schemas.microsoft.com/office/drawing/2014/main" id="{3A5E6FC9-58F1-D148-2733-71248B5BC104}"/>
                </a:ext>
              </a:extLst>
            </p:cNvPr>
            <p:cNvSpPr>
              <a:spLocks/>
            </p:cNvSpPr>
            <p:nvPr/>
          </p:nvSpPr>
          <p:spPr bwMode="auto">
            <a:xfrm>
              <a:off x="3136" y="1545"/>
              <a:ext cx="141" cy="142"/>
            </a:xfrm>
            <a:custGeom>
              <a:avLst/>
              <a:gdLst>
                <a:gd name="T0" fmla="*/ 3 w 141"/>
                <a:gd name="T1" fmla="*/ 272 h 132"/>
                <a:gd name="T2" fmla="*/ 0 w 141"/>
                <a:gd name="T3" fmla="*/ 275 h 132"/>
                <a:gd name="T4" fmla="*/ 137 w 141"/>
                <a:gd name="T5" fmla="*/ 2 h 132"/>
                <a:gd name="T6" fmla="*/ 141 w 141"/>
                <a:gd name="T7" fmla="*/ 0 h 132"/>
                <a:gd name="T8" fmla="*/ 3 w 141"/>
                <a:gd name="T9" fmla="*/ 27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3" y="131"/>
                  </a:moveTo>
                  <a:lnTo>
                    <a:pt x="0" y="132"/>
                  </a:lnTo>
                  <a:lnTo>
                    <a:pt x="137" y="2"/>
                  </a:lnTo>
                  <a:lnTo>
                    <a:pt x="141" y="0"/>
                  </a:lnTo>
                  <a:lnTo>
                    <a:pt x="3"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5" name="Freeform 417">
              <a:extLst>
                <a:ext uri="{FF2B5EF4-FFF2-40B4-BE49-F238E27FC236}">
                  <a16:creationId xmlns:a16="http://schemas.microsoft.com/office/drawing/2014/main" id="{8B597CE0-4AE2-3031-9603-6779D8EE6F0E}"/>
                </a:ext>
              </a:extLst>
            </p:cNvPr>
            <p:cNvSpPr>
              <a:spLocks/>
            </p:cNvSpPr>
            <p:nvPr/>
          </p:nvSpPr>
          <p:spPr bwMode="auto">
            <a:xfrm>
              <a:off x="3132" y="1548"/>
              <a:ext cx="141" cy="140"/>
            </a:xfrm>
            <a:custGeom>
              <a:avLst/>
              <a:gdLst>
                <a:gd name="T0" fmla="*/ 4 w 141"/>
                <a:gd name="T1" fmla="*/ 253 h 131"/>
                <a:gd name="T2" fmla="*/ 0 w 141"/>
                <a:gd name="T3" fmla="*/ 254 h 131"/>
                <a:gd name="T4" fmla="*/ 138 w 141"/>
                <a:gd name="T5" fmla="*/ 1 h 131"/>
                <a:gd name="T6" fmla="*/ 141 w 141"/>
                <a:gd name="T7" fmla="*/ 0 h 131"/>
                <a:gd name="T8" fmla="*/ 4 w 141"/>
                <a:gd name="T9" fmla="*/ 253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0"/>
                  </a:moveTo>
                  <a:lnTo>
                    <a:pt x="0" y="131"/>
                  </a:lnTo>
                  <a:lnTo>
                    <a:pt x="138" y="1"/>
                  </a:lnTo>
                  <a:lnTo>
                    <a:pt x="141" y="0"/>
                  </a:lnTo>
                  <a:lnTo>
                    <a:pt x="4" y="130"/>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6" name="Line 418">
              <a:extLst>
                <a:ext uri="{FF2B5EF4-FFF2-40B4-BE49-F238E27FC236}">
                  <a16:creationId xmlns:a16="http://schemas.microsoft.com/office/drawing/2014/main" id="{614130A6-2DDC-60C1-E912-37DD1F97FA6C}"/>
                </a:ext>
              </a:extLst>
            </p:cNvPr>
            <p:cNvSpPr>
              <a:spLocks noChangeShapeType="1"/>
            </p:cNvSpPr>
            <p:nvPr/>
          </p:nvSpPr>
          <p:spPr bwMode="auto">
            <a:xfrm flipV="1">
              <a:off x="3136" y="1548"/>
              <a:ext cx="137" cy="139"/>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7" name="Freeform 419">
              <a:extLst>
                <a:ext uri="{FF2B5EF4-FFF2-40B4-BE49-F238E27FC236}">
                  <a16:creationId xmlns:a16="http://schemas.microsoft.com/office/drawing/2014/main" id="{3BC3CF11-102B-F76F-8866-8D049A362710}"/>
                </a:ext>
              </a:extLst>
            </p:cNvPr>
            <p:cNvSpPr>
              <a:spLocks/>
            </p:cNvSpPr>
            <p:nvPr/>
          </p:nvSpPr>
          <p:spPr bwMode="auto">
            <a:xfrm>
              <a:off x="3111" y="1963"/>
              <a:ext cx="144" cy="145"/>
            </a:xfrm>
            <a:custGeom>
              <a:avLst/>
              <a:gdLst>
                <a:gd name="T0" fmla="*/ 6 w 144"/>
                <a:gd name="T1" fmla="*/ 247 h 136"/>
                <a:gd name="T2" fmla="*/ 0 w 144"/>
                <a:gd name="T3" fmla="*/ 258 h 136"/>
                <a:gd name="T4" fmla="*/ 137 w 144"/>
                <a:gd name="T5" fmla="*/ 6 h 136"/>
                <a:gd name="T6" fmla="*/ 144 w 144"/>
                <a:gd name="T7" fmla="*/ 0 h 136"/>
                <a:gd name="T8" fmla="*/ 6 w 144"/>
                <a:gd name="T9" fmla="*/ 247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6">
                  <a:moveTo>
                    <a:pt x="6" y="130"/>
                  </a:moveTo>
                  <a:lnTo>
                    <a:pt x="0" y="136"/>
                  </a:lnTo>
                  <a:lnTo>
                    <a:pt x="137" y="6"/>
                  </a:lnTo>
                  <a:lnTo>
                    <a:pt x="144" y="0"/>
                  </a:lnTo>
                  <a:lnTo>
                    <a:pt x="6" y="130"/>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48" name="Line 420">
              <a:extLst>
                <a:ext uri="{FF2B5EF4-FFF2-40B4-BE49-F238E27FC236}">
                  <a16:creationId xmlns:a16="http://schemas.microsoft.com/office/drawing/2014/main" id="{48F01468-1EA2-5F3A-A35D-D09574F8484B}"/>
                </a:ext>
              </a:extLst>
            </p:cNvPr>
            <p:cNvSpPr>
              <a:spLocks noChangeShapeType="1"/>
            </p:cNvSpPr>
            <p:nvPr/>
          </p:nvSpPr>
          <p:spPr bwMode="auto">
            <a:xfrm flipV="1">
              <a:off x="3117" y="1963"/>
              <a:ext cx="138" cy="139"/>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9" name="Freeform 421">
              <a:extLst>
                <a:ext uri="{FF2B5EF4-FFF2-40B4-BE49-F238E27FC236}">
                  <a16:creationId xmlns:a16="http://schemas.microsoft.com/office/drawing/2014/main" id="{AA632566-8917-36C6-9E8B-F5645E9FE535}"/>
                </a:ext>
              </a:extLst>
            </p:cNvPr>
            <p:cNvSpPr>
              <a:spLocks/>
            </p:cNvSpPr>
            <p:nvPr/>
          </p:nvSpPr>
          <p:spPr bwMode="auto">
            <a:xfrm>
              <a:off x="3106" y="1969"/>
              <a:ext cx="142" cy="143"/>
            </a:xfrm>
            <a:custGeom>
              <a:avLst/>
              <a:gdLst>
                <a:gd name="T0" fmla="*/ 5 w 142"/>
                <a:gd name="T1" fmla="*/ 250 h 134"/>
                <a:gd name="T2" fmla="*/ 0 w 142"/>
                <a:gd name="T3" fmla="*/ 256 h 134"/>
                <a:gd name="T4" fmla="*/ 137 w 142"/>
                <a:gd name="T5" fmla="*/ 4 h 134"/>
                <a:gd name="T6" fmla="*/ 142 w 142"/>
                <a:gd name="T7" fmla="*/ 0 h 134"/>
                <a:gd name="T8" fmla="*/ 5 w 142"/>
                <a:gd name="T9" fmla="*/ 250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4">
                  <a:moveTo>
                    <a:pt x="5" y="130"/>
                  </a:moveTo>
                  <a:lnTo>
                    <a:pt x="0" y="134"/>
                  </a:lnTo>
                  <a:lnTo>
                    <a:pt x="137" y="4"/>
                  </a:lnTo>
                  <a:lnTo>
                    <a:pt x="142" y="0"/>
                  </a:lnTo>
                  <a:lnTo>
                    <a:pt x="5" y="130"/>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50" name="Line 422">
              <a:extLst>
                <a:ext uri="{FF2B5EF4-FFF2-40B4-BE49-F238E27FC236}">
                  <a16:creationId xmlns:a16="http://schemas.microsoft.com/office/drawing/2014/main" id="{607EBF23-53DF-915E-F05B-45E57D76B660}"/>
                </a:ext>
              </a:extLst>
            </p:cNvPr>
            <p:cNvSpPr>
              <a:spLocks noChangeShapeType="1"/>
            </p:cNvSpPr>
            <p:nvPr/>
          </p:nvSpPr>
          <p:spPr bwMode="auto">
            <a:xfrm flipV="1">
              <a:off x="3111" y="1969"/>
              <a:ext cx="137" cy="139"/>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1" name="Freeform 423">
              <a:extLst>
                <a:ext uri="{FF2B5EF4-FFF2-40B4-BE49-F238E27FC236}">
                  <a16:creationId xmlns:a16="http://schemas.microsoft.com/office/drawing/2014/main" id="{EE27373D-5E6D-49F8-26D0-B4D0D09E1B58}"/>
                </a:ext>
              </a:extLst>
            </p:cNvPr>
            <p:cNvSpPr>
              <a:spLocks/>
            </p:cNvSpPr>
            <p:nvPr/>
          </p:nvSpPr>
          <p:spPr bwMode="auto">
            <a:xfrm>
              <a:off x="5135" y="1914"/>
              <a:ext cx="146" cy="197"/>
            </a:xfrm>
            <a:custGeom>
              <a:avLst/>
              <a:gdLst>
                <a:gd name="T0" fmla="*/ 9 w 146"/>
                <a:gd name="T1" fmla="*/ 364 h 184"/>
                <a:gd name="T2" fmla="*/ 0 w 146"/>
                <a:gd name="T3" fmla="*/ 259 h 184"/>
                <a:gd name="T4" fmla="*/ 138 w 146"/>
                <a:gd name="T5" fmla="*/ 0 h 184"/>
                <a:gd name="T6" fmla="*/ 146 w 146"/>
                <a:gd name="T7" fmla="*/ 106 h 184"/>
                <a:gd name="T8" fmla="*/ 9 w 146"/>
                <a:gd name="T9" fmla="*/ 364 h 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84">
                  <a:moveTo>
                    <a:pt x="9" y="184"/>
                  </a:moveTo>
                  <a:lnTo>
                    <a:pt x="0" y="131"/>
                  </a:lnTo>
                  <a:lnTo>
                    <a:pt x="138" y="0"/>
                  </a:lnTo>
                  <a:lnTo>
                    <a:pt x="146" y="53"/>
                  </a:lnTo>
                  <a:lnTo>
                    <a:pt x="9" y="184"/>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52" name="Line 424">
              <a:extLst>
                <a:ext uri="{FF2B5EF4-FFF2-40B4-BE49-F238E27FC236}">
                  <a16:creationId xmlns:a16="http://schemas.microsoft.com/office/drawing/2014/main" id="{919EC384-F5DF-18AD-0C34-BCB8F3A895FA}"/>
                </a:ext>
              </a:extLst>
            </p:cNvPr>
            <p:cNvSpPr>
              <a:spLocks noChangeShapeType="1"/>
            </p:cNvSpPr>
            <p:nvPr/>
          </p:nvSpPr>
          <p:spPr bwMode="auto">
            <a:xfrm flipV="1">
              <a:off x="5144" y="1971"/>
              <a:ext cx="137"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3" name="Freeform 425">
              <a:extLst>
                <a:ext uri="{FF2B5EF4-FFF2-40B4-BE49-F238E27FC236}">
                  <a16:creationId xmlns:a16="http://schemas.microsoft.com/office/drawing/2014/main" id="{F57B4C14-B833-3376-BE00-CE7CEF9646F3}"/>
                </a:ext>
              </a:extLst>
            </p:cNvPr>
            <p:cNvSpPr>
              <a:spLocks/>
            </p:cNvSpPr>
            <p:nvPr/>
          </p:nvSpPr>
          <p:spPr bwMode="auto">
            <a:xfrm>
              <a:off x="5131" y="1869"/>
              <a:ext cx="142" cy="185"/>
            </a:xfrm>
            <a:custGeom>
              <a:avLst/>
              <a:gdLst>
                <a:gd name="T0" fmla="*/ 4 w 142"/>
                <a:gd name="T1" fmla="*/ 340 h 173"/>
                <a:gd name="T2" fmla="*/ 0 w 142"/>
                <a:gd name="T3" fmla="*/ 258 h 173"/>
                <a:gd name="T4" fmla="*/ 137 w 142"/>
                <a:gd name="T5" fmla="*/ 0 h 173"/>
                <a:gd name="T6" fmla="*/ 142 w 142"/>
                <a:gd name="T7" fmla="*/ 82 h 173"/>
                <a:gd name="T8" fmla="*/ 4 w 142"/>
                <a:gd name="T9" fmla="*/ 340 h 1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73">
                  <a:moveTo>
                    <a:pt x="4" y="173"/>
                  </a:moveTo>
                  <a:lnTo>
                    <a:pt x="0" y="131"/>
                  </a:lnTo>
                  <a:lnTo>
                    <a:pt x="137" y="0"/>
                  </a:lnTo>
                  <a:lnTo>
                    <a:pt x="142" y="42"/>
                  </a:lnTo>
                  <a:lnTo>
                    <a:pt x="4" y="173"/>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54" name="Line 426">
              <a:extLst>
                <a:ext uri="{FF2B5EF4-FFF2-40B4-BE49-F238E27FC236}">
                  <a16:creationId xmlns:a16="http://schemas.microsoft.com/office/drawing/2014/main" id="{FA89C016-366D-427A-438F-BBD510CA9F4B}"/>
                </a:ext>
              </a:extLst>
            </p:cNvPr>
            <p:cNvSpPr>
              <a:spLocks noChangeShapeType="1"/>
            </p:cNvSpPr>
            <p:nvPr/>
          </p:nvSpPr>
          <p:spPr bwMode="auto">
            <a:xfrm flipV="1">
              <a:off x="5135" y="1914"/>
              <a:ext cx="138"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5" name="Freeform 427">
              <a:extLst>
                <a:ext uri="{FF2B5EF4-FFF2-40B4-BE49-F238E27FC236}">
                  <a16:creationId xmlns:a16="http://schemas.microsoft.com/office/drawing/2014/main" id="{EF9FCFB9-F089-4A3A-3495-4EBAD6DD535F}"/>
                </a:ext>
              </a:extLst>
            </p:cNvPr>
            <p:cNvSpPr>
              <a:spLocks/>
            </p:cNvSpPr>
            <p:nvPr/>
          </p:nvSpPr>
          <p:spPr bwMode="auto">
            <a:xfrm>
              <a:off x="5129" y="1850"/>
              <a:ext cx="139" cy="160"/>
            </a:xfrm>
            <a:custGeom>
              <a:avLst/>
              <a:gdLst>
                <a:gd name="T0" fmla="*/ 2 w 139"/>
                <a:gd name="T1" fmla="*/ 306 h 149"/>
                <a:gd name="T2" fmla="*/ 0 w 139"/>
                <a:gd name="T3" fmla="*/ 267 h 149"/>
                <a:gd name="T4" fmla="*/ 138 w 139"/>
                <a:gd name="T5" fmla="*/ 0 h 149"/>
                <a:gd name="T6" fmla="*/ 139 w 139"/>
                <a:gd name="T7" fmla="*/ 35 h 149"/>
                <a:gd name="T8" fmla="*/ 2 w 139"/>
                <a:gd name="T9" fmla="*/ 306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49">
                  <a:moveTo>
                    <a:pt x="2" y="149"/>
                  </a:moveTo>
                  <a:lnTo>
                    <a:pt x="0" y="131"/>
                  </a:lnTo>
                  <a:lnTo>
                    <a:pt x="138" y="0"/>
                  </a:lnTo>
                  <a:lnTo>
                    <a:pt x="139" y="18"/>
                  </a:lnTo>
                  <a:lnTo>
                    <a:pt x="2" y="14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56" name="Line 428">
              <a:extLst>
                <a:ext uri="{FF2B5EF4-FFF2-40B4-BE49-F238E27FC236}">
                  <a16:creationId xmlns:a16="http://schemas.microsoft.com/office/drawing/2014/main" id="{448017D0-C0B0-13EA-12B4-45C5E66F7204}"/>
                </a:ext>
              </a:extLst>
            </p:cNvPr>
            <p:cNvSpPr>
              <a:spLocks noChangeShapeType="1"/>
            </p:cNvSpPr>
            <p:nvPr/>
          </p:nvSpPr>
          <p:spPr bwMode="auto">
            <a:xfrm flipV="1">
              <a:off x="5131" y="1869"/>
              <a:ext cx="137" cy="14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7" name="Freeform 429">
              <a:extLst>
                <a:ext uri="{FF2B5EF4-FFF2-40B4-BE49-F238E27FC236}">
                  <a16:creationId xmlns:a16="http://schemas.microsoft.com/office/drawing/2014/main" id="{6AF50DD9-65C8-F9B8-8A0E-79BAAA46FD72}"/>
                </a:ext>
              </a:extLst>
            </p:cNvPr>
            <p:cNvSpPr>
              <a:spLocks/>
            </p:cNvSpPr>
            <p:nvPr/>
          </p:nvSpPr>
          <p:spPr bwMode="auto">
            <a:xfrm>
              <a:off x="5129" y="1835"/>
              <a:ext cx="138" cy="155"/>
            </a:xfrm>
            <a:custGeom>
              <a:avLst/>
              <a:gdLst>
                <a:gd name="T0" fmla="*/ 0 w 138"/>
                <a:gd name="T1" fmla="*/ 282 h 145"/>
                <a:gd name="T2" fmla="*/ 0 w 138"/>
                <a:gd name="T3" fmla="*/ 255 h 145"/>
                <a:gd name="T4" fmla="*/ 138 w 138"/>
                <a:gd name="T5" fmla="*/ 0 h 145"/>
                <a:gd name="T6" fmla="*/ 138 w 138"/>
                <a:gd name="T7" fmla="*/ 26 h 145"/>
                <a:gd name="T8" fmla="*/ 0 w 138"/>
                <a:gd name="T9" fmla="*/ 282 h 1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45">
                  <a:moveTo>
                    <a:pt x="0" y="145"/>
                  </a:moveTo>
                  <a:lnTo>
                    <a:pt x="0" y="131"/>
                  </a:lnTo>
                  <a:lnTo>
                    <a:pt x="138" y="0"/>
                  </a:lnTo>
                  <a:lnTo>
                    <a:pt x="138" y="14"/>
                  </a:lnTo>
                  <a:lnTo>
                    <a:pt x="0" y="145"/>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58" name="Line 430">
              <a:extLst>
                <a:ext uri="{FF2B5EF4-FFF2-40B4-BE49-F238E27FC236}">
                  <a16:creationId xmlns:a16="http://schemas.microsoft.com/office/drawing/2014/main" id="{AE5B23A2-2EE7-35EB-89E5-8AA93D35C6D2}"/>
                </a:ext>
              </a:extLst>
            </p:cNvPr>
            <p:cNvSpPr>
              <a:spLocks noChangeShapeType="1"/>
            </p:cNvSpPr>
            <p:nvPr/>
          </p:nvSpPr>
          <p:spPr bwMode="auto">
            <a:xfrm flipV="1">
              <a:off x="5129" y="1850"/>
              <a:ext cx="138"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59" name="Freeform 431">
              <a:extLst>
                <a:ext uri="{FF2B5EF4-FFF2-40B4-BE49-F238E27FC236}">
                  <a16:creationId xmlns:a16="http://schemas.microsoft.com/office/drawing/2014/main" id="{2B908B5C-E7A6-ABEA-A2F7-0297F922288C}"/>
                </a:ext>
              </a:extLst>
            </p:cNvPr>
            <p:cNvSpPr>
              <a:spLocks/>
            </p:cNvSpPr>
            <p:nvPr/>
          </p:nvSpPr>
          <p:spPr bwMode="auto">
            <a:xfrm>
              <a:off x="5129" y="1818"/>
              <a:ext cx="140" cy="157"/>
            </a:xfrm>
            <a:custGeom>
              <a:avLst/>
              <a:gdLst>
                <a:gd name="T0" fmla="*/ 0 w 140"/>
                <a:gd name="T1" fmla="*/ 284 h 147"/>
                <a:gd name="T2" fmla="*/ 3 w 140"/>
                <a:gd name="T3" fmla="*/ 253 h 147"/>
                <a:gd name="T4" fmla="*/ 140 w 140"/>
                <a:gd name="T5" fmla="*/ 0 h 147"/>
                <a:gd name="T6" fmla="*/ 138 w 140"/>
                <a:gd name="T7" fmla="*/ 29 h 147"/>
                <a:gd name="T8" fmla="*/ 0 w 140"/>
                <a:gd name="T9" fmla="*/ 284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7">
                  <a:moveTo>
                    <a:pt x="0" y="147"/>
                  </a:moveTo>
                  <a:lnTo>
                    <a:pt x="3" y="131"/>
                  </a:lnTo>
                  <a:lnTo>
                    <a:pt x="140" y="0"/>
                  </a:lnTo>
                  <a:lnTo>
                    <a:pt x="138" y="16"/>
                  </a:lnTo>
                  <a:lnTo>
                    <a:pt x="0" y="147"/>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60" name="Line 432">
              <a:extLst>
                <a:ext uri="{FF2B5EF4-FFF2-40B4-BE49-F238E27FC236}">
                  <a16:creationId xmlns:a16="http://schemas.microsoft.com/office/drawing/2014/main" id="{B7E41A52-E112-A491-1624-0345DA153FB6}"/>
                </a:ext>
              </a:extLst>
            </p:cNvPr>
            <p:cNvSpPr>
              <a:spLocks noChangeShapeType="1"/>
            </p:cNvSpPr>
            <p:nvPr/>
          </p:nvSpPr>
          <p:spPr bwMode="auto">
            <a:xfrm flipV="1">
              <a:off x="5129" y="1835"/>
              <a:ext cx="138"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1" name="Freeform 433">
              <a:extLst>
                <a:ext uri="{FF2B5EF4-FFF2-40B4-BE49-F238E27FC236}">
                  <a16:creationId xmlns:a16="http://schemas.microsoft.com/office/drawing/2014/main" id="{89A72A73-8247-5FA5-E887-30B412BBC675}"/>
                </a:ext>
              </a:extLst>
            </p:cNvPr>
            <p:cNvSpPr>
              <a:spLocks/>
            </p:cNvSpPr>
            <p:nvPr/>
          </p:nvSpPr>
          <p:spPr bwMode="auto">
            <a:xfrm>
              <a:off x="5132" y="1801"/>
              <a:ext cx="141" cy="157"/>
            </a:xfrm>
            <a:custGeom>
              <a:avLst/>
              <a:gdLst>
                <a:gd name="T0" fmla="*/ 0 w 141"/>
                <a:gd name="T1" fmla="*/ 284 h 147"/>
                <a:gd name="T2" fmla="*/ 4 w 141"/>
                <a:gd name="T3" fmla="*/ 253 h 147"/>
                <a:gd name="T4" fmla="*/ 141 w 141"/>
                <a:gd name="T5" fmla="*/ 0 h 147"/>
                <a:gd name="T6" fmla="*/ 137 w 141"/>
                <a:gd name="T7" fmla="*/ 29 h 147"/>
                <a:gd name="T8" fmla="*/ 0 w 141"/>
                <a:gd name="T9" fmla="*/ 284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47">
                  <a:moveTo>
                    <a:pt x="0" y="147"/>
                  </a:moveTo>
                  <a:lnTo>
                    <a:pt x="4" y="131"/>
                  </a:lnTo>
                  <a:lnTo>
                    <a:pt x="141" y="0"/>
                  </a:lnTo>
                  <a:lnTo>
                    <a:pt x="137" y="16"/>
                  </a:lnTo>
                  <a:lnTo>
                    <a:pt x="0" y="147"/>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62" name="Line 434">
              <a:extLst>
                <a:ext uri="{FF2B5EF4-FFF2-40B4-BE49-F238E27FC236}">
                  <a16:creationId xmlns:a16="http://schemas.microsoft.com/office/drawing/2014/main" id="{F95863B7-75F4-1AF8-88F0-610096F91F2A}"/>
                </a:ext>
              </a:extLst>
            </p:cNvPr>
            <p:cNvSpPr>
              <a:spLocks noChangeShapeType="1"/>
            </p:cNvSpPr>
            <p:nvPr/>
          </p:nvSpPr>
          <p:spPr bwMode="auto">
            <a:xfrm flipV="1">
              <a:off x="5132" y="1818"/>
              <a:ext cx="137"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3" name="Freeform 435">
              <a:extLst>
                <a:ext uri="{FF2B5EF4-FFF2-40B4-BE49-F238E27FC236}">
                  <a16:creationId xmlns:a16="http://schemas.microsoft.com/office/drawing/2014/main" id="{073133B9-6074-5149-C0F9-1874DD1E1F0E}"/>
                </a:ext>
              </a:extLst>
            </p:cNvPr>
            <p:cNvSpPr>
              <a:spLocks/>
            </p:cNvSpPr>
            <p:nvPr/>
          </p:nvSpPr>
          <p:spPr bwMode="auto">
            <a:xfrm>
              <a:off x="5132" y="1810"/>
              <a:ext cx="138" cy="148"/>
            </a:xfrm>
            <a:custGeom>
              <a:avLst/>
              <a:gdLst>
                <a:gd name="T0" fmla="*/ 0 w 138"/>
                <a:gd name="T1" fmla="*/ 261 h 139"/>
                <a:gd name="T2" fmla="*/ 1 w 138"/>
                <a:gd name="T3" fmla="*/ 244 h 139"/>
                <a:gd name="T4" fmla="*/ 138 w 138"/>
                <a:gd name="T5" fmla="*/ 0 h 139"/>
                <a:gd name="T6" fmla="*/ 137 w 138"/>
                <a:gd name="T7" fmla="*/ 18 h 139"/>
                <a:gd name="T8" fmla="*/ 0 w 138"/>
                <a:gd name="T9" fmla="*/ 261 h 1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39">
                  <a:moveTo>
                    <a:pt x="0" y="139"/>
                  </a:moveTo>
                  <a:lnTo>
                    <a:pt x="1" y="130"/>
                  </a:lnTo>
                  <a:lnTo>
                    <a:pt x="138" y="0"/>
                  </a:lnTo>
                  <a:lnTo>
                    <a:pt x="137" y="8"/>
                  </a:lnTo>
                  <a:lnTo>
                    <a:pt x="0" y="13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64" name="Freeform 436">
              <a:extLst>
                <a:ext uri="{FF2B5EF4-FFF2-40B4-BE49-F238E27FC236}">
                  <a16:creationId xmlns:a16="http://schemas.microsoft.com/office/drawing/2014/main" id="{1748539C-A780-7EE1-BA79-CDDF7594FECB}"/>
                </a:ext>
              </a:extLst>
            </p:cNvPr>
            <p:cNvSpPr>
              <a:spLocks/>
            </p:cNvSpPr>
            <p:nvPr/>
          </p:nvSpPr>
          <p:spPr bwMode="auto">
            <a:xfrm>
              <a:off x="5133" y="1801"/>
              <a:ext cx="140" cy="148"/>
            </a:xfrm>
            <a:custGeom>
              <a:avLst/>
              <a:gdLst>
                <a:gd name="T0" fmla="*/ 0 w 140"/>
                <a:gd name="T1" fmla="*/ 277 h 138"/>
                <a:gd name="T2" fmla="*/ 3 w 140"/>
                <a:gd name="T3" fmla="*/ 263 h 138"/>
                <a:gd name="T4" fmla="*/ 140 w 140"/>
                <a:gd name="T5" fmla="*/ 0 h 138"/>
                <a:gd name="T6" fmla="*/ 137 w 140"/>
                <a:gd name="T7" fmla="*/ 18 h 138"/>
                <a:gd name="T8" fmla="*/ 0 w 140"/>
                <a:gd name="T9" fmla="*/ 277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8">
                  <a:moveTo>
                    <a:pt x="0" y="138"/>
                  </a:moveTo>
                  <a:lnTo>
                    <a:pt x="3" y="131"/>
                  </a:lnTo>
                  <a:lnTo>
                    <a:pt x="140" y="0"/>
                  </a:lnTo>
                  <a:lnTo>
                    <a:pt x="137" y="8"/>
                  </a:lnTo>
                  <a:lnTo>
                    <a:pt x="0" y="138"/>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65" name="Freeform 437">
              <a:extLst>
                <a:ext uri="{FF2B5EF4-FFF2-40B4-BE49-F238E27FC236}">
                  <a16:creationId xmlns:a16="http://schemas.microsoft.com/office/drawing/2014/main" id="{CDB76EE5-BF96-AA29-D034-4C85300FF709}"/>
                </a:ext>
              </a:extLst>
            </p:cNvPr>
            <p:cNvSpPr>
              <a:spLocks/>
            </p:cNvSpPr>
            <p:nvPr/>
          </p:nvSpPr>
          <p:spPr bwMode="auto">
            <a:xfrm>
              <a:off x="5136" y="1766"/>
              <a:ext cx="147" cy="175"/>
            </a:xfrm>
            <a:custGeom>
              <a:avLst/>
              <a:gdLst>
                <a:gd name="T0" fmla="*/ 0 w 147"/>
                <a:gd name="T1" fmla="*/ 313 h 164"/>
                <a:gd name="T2" fmla="*/ 10 w 147"/>
                <a:gd name="T3" fmla="*/ 251 h 164"/>
                <a:gd name="T4" fmla="*/ 147 w 147"/>
                <a:gd name="T5" fmla="*/ 0 h 164"/>
                <a:gd name="T6" fmla="*/ 137 w 147"/>
                <a:gd name="T7" fmla="*/ 62 h 164"/>
                <a:gd name="T8" fmla="*/ 0 w 147"/>
                <a:gd name="T9" fmla="*/ 313 h 1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 h="164">
                  <a:moveTo>
                    <a:pt x="0" y="164"/>
                  </a:moveTo>
                  <a:lnTo>
                    <a:pt x="10" y="131"/>
                  </a:lnTo>
                  <a:lnTo>
                    <a:pt x="147" y="0"/>
                  </a:lnTo>
                  <a:lnTo>
                    <a:pt x="137" y="33"/>
                  </a:lnTo>
                  <a:lnTo>
                    <a:pt x="0" y="164"/>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66" name="Line 438">
              <a:extLst>
                <a:ext uri="{FF2B5EF4-FFF2-40B4-BE49-F238E27FC236}">
                  <a16:creationId xmlns:a16="http://schemas.microsoft.com/office/drawing/2014/main" id="{ADF78D48-25FB-0730-8087-AAC2F8155101}"/>
                </a:ext>
              </a:extLst>
            </p:cNvPr>
            <p:cNvSpPr>
              <a:spLocks noChangeShapeType="1"/>
            </p:cNvSpPr>
            <p:nvPr/>
          </p:nvSpPr>
          <p:spPr bwMode="auto">
            <a:xfrm flipV="1">
              <a:off x="5136" y="1801"/>
              <a:ext cx="137" cy="14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7" name="Freeform 439">
              <a:extLst>
                <a:ext uri="{FF2B5EF4-FFF2-40B4-BE49-F238E27FC236}">
                  <a16:creationId xmlns:a16="http://schemas.microsoft.com/office/drawing/2014/main" id="{04ECBA2F-A8F2-4985-01E0-940C379AD3D8}"/>
                </a:ext>
              </a:extLst>
            </p:cNvPr>
            <p:cNvSpPr>
              <a:spLocks/>
            </p:cNvSpPr>
            <p:nvPr/>
          </p:nvSpPr>
          <p:spPr bwMode="auto">
            <a:xfrm>
              <a:off x="5146" y="1732"/>
              <a:ext cx="148" cy="174"/>
            </a:xfrm>
            <a:custGeom>
              <a:avLst/>
              <a:gdLst>
                <a:gd name="T0" fmla="*/ 0 w 148"/>
                <a:gd name="T1" fmla="*/ 312 h 163"/>
                <a:gd name="T2" fmla="*/ 11 w 148"/>
                <a:gd name="T3" fmla="*/ 251 h 163"/>
                <a:gd name="T4" fmla="*/ 148 w 148"/>
                <a:gd name="T5" fmla="*/ 0 h 163"/>
                <a:gd name="T6" fmla="*/ 137 w 148"/>
                <a:gd name="T7" fmla="*/ 61 h 163"/>
                <a:gd name="T8" fmla="*/ 0 w 148"/>
                <a:gd name="T9" fmla="*/ 312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163">
                  <a:moveTo>
                    <a:pt x="0" y="163"/>
                  </a:moveTo>
                  <a:lnTo>
                    <a:pt x="11" y="131"/>
                  </a:lnTo>
                  <a:lnTo>
                    <a:pt x="148" y="0"/>
                  </a:lnTo>
                  <a:lnTo>
                    <a:pt x="137" y="32"/>
                  </a:lnTo>
                  <a:lnTo>
                    <a:pt x="0" y="163"/>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68" name="Line 440">
              <a:extLst>
                <a:ext uri="{FF2B5EF4-FFF2-40B4-BE49-F238E27FC236}">
                  <a16:creationId xmlns:a16="http://schemas.microsoft.com/office/drawing/2014/main" id="{61098E84-16DA-EEE9-E4D7-F79494872334}"/>
                </a:ext>
              </a:extLst>
            </p:cNvPr>
            <p:cNvSpPr>
              <a:spLocks noChangeShapeType="1"/>
            </p:cNvSpPr>
            <p:nvPr/>
          </p:nvSpPr>
          <p:spPr bwMode="auto">
            <a:xfrm flipV="1">
              <a:off x="5146" y="1766"/>
              <a:ext cx="137" cy="14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69" name="Freeform 441">
              <a:extLst>
                <a:ext uri="{FF2B5EF4-FFF2-40B4-BE49-F238E27FC236}">
                  <a16:creationId xmlns:a16="http://schemas.microsoft.com/office/drawing/2014/main" id="{F7B8C2C9-D9BD-B29A-F8CC-764AE9604C0F}"/>
                </a:ext>
              </a:extLst>
            </p:cNvPr>
            <p:cNvSpPr>
              <a:spLocks/>
            </p:cNvSpPr>
            <p:nvPr/>
          </p:nvSpPr>
          <p:spPr bwMode="auto">
            <a:xfrm>
              <a:off x="5157" y="1713"/>
              <a:ext cx="139" cy="159"/>
            </a:xfrm>
            <a:custGeom>
              <a:avLst/>
              <a:gdLst>
                <a:gd name="T0" fmla="*/ 0 w 139"/>
                <a:gd name="T1" fmla="*/ 305 h 148"/>
                <a:gd name="T2" fmla="*/ 2 w 139"/>
                <a:gd name="T3" fmla="*/ 266 h 148"/>
                <a:gd name="T4" fmla="*/ 139 w 139"/>
                <a:gd name="T5" fmla="*/ 0 h 148"/>
                <a:gd name="T6" fmla="*/ 137 w 139"/>
                <a:gd name="T7" fmla="*/ 33 h 148"/>
                <a:gd name="T8" fmla="*/ 0 w 139"/>
                <a:gd name="T9" fmla="*/ 305 h 1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48">
                  <a:moveTo>
                    <a:pt x="0" y="148"/>
                  </a:moveTo>
                  <a:lnTo>
                    <a:pt x="2" y="130"/>
                  </a:lnTo>
                  <a:lnTo>
                    <a:pt x="139" y="0"/>
                  </a:lnTo>
                  <a:lnTo>
                    <a:pt x="137" y="17"/>
                  </a:lnTo>
                  <a:lnTo>
                    <a:pt x="0" y="148"/>
                  </a:lnTo>
                  <a:close/>
                </a:path>
              </a:pathLst>
            </a:custGeom>
            <a:solidFill>
              <a:srgbClr val="5A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70" name="Line 442">
              <a:extLst>
                <a:ext uri="{FF2B5EF4-FFF2-40B4-BE49-F238E27FC236}">
                  <a16:creationId xmlns:a16="http://schemas.microsoft.com/office/drawing/2014/main" id="{13D8655D-B2A6-2156-97A6-AFF7E10C2636}"/>
                </a:ext>
              </a:extLst>
            </p:cNvPr>
            <p:cNvSpPr>
              <a:spLocks noChangeShapeType="1"/>
            </p:cNvSpPr>
            <p:nvPr/>
          </p:nvSpPr>
          <p:spPr bwMode="auto">
            <a:xfrm flipV="1">
              <a:off x="5157" y="1732"/>
              <a:ext cx="137" cy="140"/>
            </a:xfrm>
            <a:prstGeom prst="line">
              <a:avLst/>
            </a:prstGeom>
            <a:noFill/>
            <a:ln w="1588">
              <a:solidFill>
                <a:srgbClr val="5A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1" name="Freeform 443">
              <a:extLst>
                <a:ext uri="{FF2B5EF4-FFF2-40B4-BE49-F238E27FC236}">
                  <a16:creationId xmlns:a16="http://schemas.microsoft.com/office/drawing/2014/main" id="{22AFABE0-578A-DE1C-B294-7A865B9B6588}"/>
                </a:ext>
              </a:extLst>
            </p:cNvPr>
            <p:cNvSpPr>
              <a:spLocks/>
            </p:cNvSpPr>
            <p:nvPr/>
          </p:nvSpPr>
          <p:spPr bwMode="auto">
            <a:xfrm>
              <a:off x="5159" y="1696"/>
              <a:ext cx="140" cy="156"/>
            </a:xfrm>
            <a:custGeom>
              <a:avLst/>
              <a:gdLst>
                <a:gd name="T0" fmla="*/ 0 w 140"/>
                <a:gd name="T1" fmla="*/ 283 h 146"/>
                <a:gd name="T2" fmla="*/ 3 w 140"/>
                <a:gd name="T3" fmla="*/ 252 h 146"/>
                <a:gd name="T4" fmla="*/ 140 w 140"/>
                <a:gd name="T5" fmla="*/ 0 h 146"/>
                <a:gd name="T6" fmla="*/ 137 w 140"/>
                <a:gd name="T7" fmla="*/ 30 h 146"/>
                <a:gd name="T8" fmla="*/ 0 w 140"/>
                <a:gd name="T9" fmla="*/ 283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6">
                  <a:moveTo>
                    <a:pt x="0" y="146"/>
                  </a:moveTo>
                  <a:lnTo>
                    <a:pt x="3" y="130"/>
                  </a:lnTo>
                  <a:lnTo>
                    <a:pt x="140" y="0"/>
                  </a:lnTo>
                  <a:lnTo>
                    <a:pt x="137" y="16"/>
                  </a:lnTo>
                  <a:lnTo>
                    <a:pt x="0" y="14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72" name="Line 444">
              <a:extLst>
                <a:ext uri="{FF2B5EF4-FFF2-40B4-BE49-F238E27FC236}">
                  <a16:creationId xmlns:a16="http://schemas.microsoft.com/office/drawing/2014/main" id="{2F729A3C-3C91-6672-389D-382F2465955F}"/>
                </a:ext>
              </a:extLst>
            </p:cNvPr>
            <p:cNvSpPr>
              <a:spLocks noChangeShapeType="1"/>
            </p:cNvSpPr>
            <p:nvPr/>
          </p:nvSpPr>
          <p:spPr bwMode="auto">
            <a:xfrm flipV="1">
              <a:off x="5159" y="1713"/>
              <a:ext cx="137" cy="139"/>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3" name="Freeform 445">
              <a:extLst>
                <a:ext uri="{FF2B5EF4-FFF2-40B4-BE49-F238E27FC236}">
                  <a16:creationId xmlns:a16="http://schemas.microsoft.com/office/drawing/2014/main" id="{4D8E4406-6D27-49E7-988D-69643345F3EE}"/>
                </a:ext>
              </a:extLst>
            </p:cNvPr>
            <p:cNvSpPr>
              <a:spLocks/>
            </p:cNvSpPr>
            <p:nvPr/>
          </p:nvSpPr>
          <p:spPr bwMode="auto">
            <a:xfrm>
              <a:off x="5144" y="1544"/>
              <a:ext cx="155" cy="291"/>
            </a:xfrm>
            <a:custGeom>
              <a:avLst/>
              <a:gdLst>
                <a:gd name="T0" fmla="*/ 18 w 155"/>
                <a:gd name="T1" fmla="*/ 536 h 272"/>
                <a:gd name="T2" fmla="*/ 0 w 155"/>
                <a:gd name="T3" fmla="*/ 258 h 272"/>
                <a:gd name="T4" fmla="*/ 137 w 155"/>
                <a:gd name="T5" fmla="*/ 0 h 272"/>
                <a:gd name="T6" fmla="*/ 155 w 155"/>
                <a:gd name="T7" fmla="*/ 279 h 272"/>
                <a:gd name="T8" fmla="*/ 18 w 155"/>
                <a:gd name="T9" fmla="*/ 536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272">
                  <a:moveTo>
                    <a:pt x="18" y="272"/>
                  </a:moveTo>
                  <a:lnTo>
                    <a:pt x="0" y="131"/>
                  </a:lnTo>
                  <a:lnTo>
                    <a:pt x="137" y="0"/>
                  </a:lnTo>
                  <a:lnTo>
                    <a:pt x="155" y="142"/>
                  </a:lnTo>
                  <a:lnTo>
                    <a:pt x="18" y="272"/>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74" name="Line 446">
              <a:extLst>
                <a:ext uri="{FF2B5EF4-FFF2-40B4-BE49-F238E27FC236}">
                  <a16:creationId xmlns:a16="http://schemas.microsoft.com/office/drawing/2014/main" id="{BA44CA11-DA82-11E5-2B6A-AE1BF98286EF}"/>
                </a:ext>
              </a:extLst>
            </p:cNvPr>
            <p:cNvSpPr>
              <a:spLocks noChangeShapeType="1"/>
            </p:cNvSpPr>
            <p:nvPr/>
          </p:nvSpPr>
          <p:spPr bwMode="auto">
            <a:xfrm flipV="1">
              <a:off x="5162" y="1696"/>
              <a:ext cx="137" cy="139"/>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5" name="Freeform 447">
              <a:extLst>
                <a:ext uri="{FF2B5EF4-FFF2-40B4-BE49-F238E27FC236}">
                  <a16:creationId xmlns:a16="http://schemas.microsoft.com/office/drawing/2014/main" id="{88CD1954-16D5-01C8-CAB0-A7F70496D9B7}"/>
                </a:ext>
              </a:extLst>
            </p:cNvPr>
            <p:cNvSpPr>
              <a:spLocks/>
            </p:cNvSpPr>
            <p:nvPr/>
          </p:nvSpPr>
          <p:spPr bwMode="auto">
            <a:xfrm>
              <a:off x="3161" y="1544"/>
              <a:ext cx="2120" cy="140"/>
            </a:xfrm>
            <a:custGeom>
              <a:avLst/>
              <a:gdLst>
                <a:gd name="T0" fmla="*/ 1983 w 2120"/>
                <a:gd name="T1" fmla="*/ 254 h 131"/>
                <a:gd name="T2" fmla="*/ 0 w 2120"/>
                <a:gd name="T3" fmla="*/ 254 h 131"/>
                <a:gd name="T4" fmla="*/ 138 w 2120"/>
                <a:gd name="T5" fmla="*/ 0 h 131"/>
                <a:gd name="T6" fmla="*/ 2120 w 2120"/>
                <a:gd name="T7" fmla="*/ 0 h 131"/>
                <a:gd name="T8" fmla="*/ 1983 w 2120"/>
                <a:gd name="T9" fmla="*/ 254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0" h="131">
                  <a:moveTo>
                    <a:pt x="1983" y="131"/>
                  </a:moveTo>
                  <a:lnTo>
                    <a:pt x="0" y="131"/>
                  </a:lnTo>
                  <a:lnTo>
                    <a:pt x="138" y="0"/>
                  </a:lnTo>
                  <a:lnTo>
                    <a:pt x="2120" y="0"/>
                  </a:lnTo>
                  <a:lnTo>
                    <a:pt x="1983"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76" name="Line 448">
              <a:extLst>
                <a:ext uri="{FF2B5EF4-FFF2-40B4-BE49-F238E27FC236}">
                  <a16:creationId xmlns:a16="http://schemas.microsoft.com/office/drawing/2014/main" id="{8B296109-D73B-9253-1B3A-E45752A691FF}"/>
                </a:ext>
              </a:extLst>
            </p:cNvPr>
            <p:cNvSpPr>
              <a:spLocks noChangeShapeType="1"/>
            </p:cNvSpPr>
            <p:nvPr/>
          </p:nvSpPr>
          <p:spPr bwMode="auto">
            <a:xfrm flipV="1">
              <a:off x="5144" y="1544"/>
              <a:ext cx="137" cy="140"/>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7" name="Freeform 449">
              <a:extLst>
                <a:ext uri="{FF2B5EF4-FFF2-40B4-BE49-F238E27FC236}">
                  <a16:creationId xmlns:a16="http://schemas.microsoft.com/office/drawing/2014/main" id="{64CC1FFB-4879-E578-DD84-EBE48E462787}"/>
                </a:ext>
              </a:extLst>
            </p:cNvPr>
            <p:cNvSpPr>
              <a:spLocks/>
            </p:cNvSpPr>
            <p:nvPr/>
          </p:nvSpPr>
          <p:spPr bwMode="auto">
            <a:xfrm>
              <a:off x="3104" y="1684"/>
              <a:ext cx="2058" cy="434"/>
            </a:xfrm>
            <a:custGeom>
              <a:avLst/>
              <a:gdLst>
                <a:gd name="T0" fmla="*/ 50 w 2058"/>
                <a:gd name="T1" fmla="*/ 1 h 405"/>
                <a:gd name="T2" fmla="*/ 32 w 2058"/>
                <a:gd name="T3" fmla="*/ 2 h 405"/>
                <a:gd name="T4" fmla="*/ 25 w 2058"/>
                <a:gd name="T5" fmla="*/ 6 h 405"/>
                <a:gd name="T6" fmla="*/ 20 w 2058"/>
                <a:gd name="T7" fmla="*/ 38 h 405"/>
                <a:gd name="T8" fmla="*/ 19 w 2058"/>
                <a:gd name="T9" fmla="*/ 93 h 405"/>
                <a:gd name="T10" fmla="*/ 20 w 2058"/>
                <a:gd name="T11" fmla="*/ 141 h 405"/>
                <a:gd name="T12" fmla="*/ 37 w 2058"/>
                <a:gd name="T13" fmla="*/ 213 h 405"/>
                <a:gd name="T14" fmla="*/ 47 w 2058"/>
                <a:gd name="T15" fmla="*/ 271 h 405"/>
                <a:gd name="T16" fmla="*/ 52 w 2058"/>
                <a:gd name="T17" fmla="*/ 331 h 405"/>
                <a:gd name="T18" fmla="*/ 44 w 2058"/>
                <a:gd name="T19" fmla="*/ 392 h 405"/>
                <a:gd name="T20" fmla="*/ 29 w 2058"/>
                <a:gd name="T21" fmla="*/ 468 h 405"/>
                <a:gd name="T22" fmla="*/ 15 w 2058"/>
                <a:gd name="T23" fmla="*/ 540 h 405"/>
                <a:gd name="T24" fmla="*/ 10 w 2058"/>
                <a:gd name="T25" fmla="*/ 586 h 405"/>
                <a:gd name="T26" fmla="*/ 15 w 2058"/>
                <a:gd name="T27" fmla="*/ 630 h 405"/>
                <a:gd name="T28" fmla="*/ 25 w 2058"/>
                <a:gd name="T29" fmla="*/ 704 h 405"/>
                <a:gd name="T30" fmla="*/ 25 w 2058"/>
                <a:gd name="T31" fmla="*/ 734 h 405"/>
                <a:gd name="T32" fmla="*/ 21 w 2058"/>
                <a:gd name="T33" fmla="*/ 757 h 405"/>
                <a:gd name="T34" fmla="*/ 7 w 2058"/>
                <a:gd name="T35" fmla="*/ 790 h 405"/>
                <a:gd name="T36" fmla="*/ 0 w 2058"/>
                <a:gd name="T37" fmla="*/ 803 h 405"/>
                <a:gd name="T38" fmla="*/ 42 w 2058"/>
                <a:gd name="T39" fmla="*/ 784 h 405"/>
                <a:gd name="T40" fmla="*/ 142 w 2058"/>
                <a:gd name="T41" fmla="*/ 784 h 405"/>
                <a:gd name="T42" fmla="*/ 236 w 2058"/>
                <a:gd name="T43" fmla="*/ 767 h 405"/>
                <a:gd name="T44" fmla="*/ 280 w 2058"/>
                <a:gd name="T45" fmla="*/ 750 h 405"/>
                <a:gd name="T46" fmla="*/ 325 w 2058"/>
                <a:gd name="T47" fmla="*/ 734 h 405"/>
                <a:gd name="T48" fmla="*/ 442 w 2058"/>
                <a:gd name="T49" fmla="*/ 724 h 405"/>
                <a:gd name="T50" fmla="*/ 575 w 2058"/>
                <a:gd name="T51" fmla="*/ 724 h 405"/>
                <a:gd name="T52" fmla="*/ 624 w 2058"/>
                <a:gd name="T53" fmla="*/ 754 h 405"/>
                <a:gd name="T54" fmla="*/ 673 w 2058"/>
                <a:gd name="T55" fmla="*/ 777 h 405"/>
                <a:gd name="T56" fmla="*/ 772 w 2058"/>
                <a:gd name="T57" fmla="*/ 790 h 405"/>
                <a:gd name="T58" fmla="*/ 897 w 2058"/>
                <a:gd name="T59" fmla="*/ 808 h 405"/>
                <a:gd name="T60" fmla="*/ 939 w 2058"/>
                <a:gd name="T61" fmla="*/ 807 h 405"/>
                <a:gd name="T62" fmla="*/ 1005 w 2058"/>
                <a:gd name="T63" fmla="*/ 784 h 405"/>
                <a:gd name="T64" fmla="*/ 1350 w 2058"/>
                <a:gd name="T65" fmla="*/ 774 h 405"/>
                <a:gd name="T66" fmla="*/ 1487 w 2058"/>
                <a:gd name="T67" fmla="*/ 761 h 405"/>
                <a:gd name="T68" fmla="*/ 1553 w 2058"/>
                <a:gd name="T69" fmla="*/ 744 h 405"/>
                <a:gd name="T70" fmla="*/ 1598 w 2058"/>
                <a:gd name="T71" fmla="*/ 735 h 405"/>
                <a:gd name="T72" fmla="*/ 1632 w 2058"/>
                <a:gd name="T73" fmla="*/ 747 h 405"/>
                <a:gd name="T74" fmla="*/ 1721 w 2058"/>
                <a:gd name="T75" fmla="*/ 774 h 405"/>
                <a:gd name="T76" fmla="*/ 1856 w 2058"/>
                <a:gd name="T77" fmla="*/ 788 h 405"/>
                <a:gd name="T78" fmla="*/ 1984 w 2058"/>
                <a:gd name="T79" fmla="*/ 784 h 405"/>
                <a:gd name="T80" fmla="*/ 2007 w 2058"/>
                <a:gd name="T81" fmla="*/ 767 h 405"/>
                <a:gd name="T82" fmla="*/ 2019 w 2058"/>
                <a:gd name="T83" fmla="*/ 767 h 405"/>
                <a:gd name="T84" fmla="*/ 2028 w 2058"/>
                <a:gd name="T85" fmla="*/ 776 h 405"/>
                <a:gd name="T86" fmla="*/ 2040 w 2058"/>
                <a:gd name="T87" fmla="*/ 797 h 405"/>
                <a:gd name="T88" fmla="*/ 2027 w 2058"/>
                <a:gd name="T89" fmla="*/ 608 h 405"/>
                <a:gd name="T90" fmla="*/ 2025 w 2058"/>
                <a:gd name="T91" fmla="*/ 542 h 405"/>
                <a:gd name="T92" fmla="*/ 2032 w 2058"/>
                <a:gd name="T93" fmla="*/ 479 h 405"/>
                <a:gd name="T94" fmla="*/ 2053 w 2058"/>
                <a:gd name="T95" fmla="*/ 348 h 405"/>
                <a:gd name="T96" fmla="*/ 2058 w 2058"/>
                <a:gd name="T97" fmla="*/ 280 h 405"/>
                <a:gd name="T98" fmla="*/ 57 w 2058"/>
                <a:gd name="T99" fmla="*/ 0 h 4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58" h="405">
                  <a:moveTo>
                    <a:pt x="57" y="0"/>
                  </a:moveTo>
                  <a:lnTo>
                    <a:pt x="50" y="1"/>
                  </a:lnTo>
                  <a:lnTo>
                    <a:pt x="39" y="1"/>
                  </a:lnTo>
                  <a:lnTo>
                    <a:pt x="32" y="2"/>
                  </a:lnTo>
                  <a:lnTo>
                    <a:pt x="28" y="3"/>
                  </a:lnTo>
                  <a:lnTo>
                    <a:pt x="25" y="6"/>
                  </a:lnTo>
                  <a:lnTo>
                    <a:pt x="22" y="12"/>
                  </a:lnTo>
                  <a:lnTo>
                    <a:pt x="20" y="19"/>
                  </a:lnTo>
                  <a:lnTo>
                    <a:pt x="19" y="33"/>
                  </a:lnTo>
                  <a:lnTo>
                    <a:pt x="19" y="47"/>
                  </a:lnTo>
                  <a:lnTo>
                    <a:pt x="17" y="60"/>
                  </a:lnTo>
                  <a:lnTo>
                    <a:pt x="20" y="71"/>
                  </a:lnTo>
                  <a:lnTo>
                    <a:pt x="25" y="82"/>
                  </a:lnTo>
                  <a:lnTo>
                    <a:pt x="37" y="107"/>
                  </a:lnTo>
                  <a:lnTo>
                    <a:pt x="43" y="120"/>
                  </a:lnTo>
                  <a:lnTo>
                    <a:pt x="47" y="135"/>
                  </a:lnTo>
                  <a:lnTo>
                    <a:pt x="51" y="149"/>
                  </a:lnTo>
                  <a:lnTo>
                    <a:pt x="52" y="164"/>
                  </a:lnTo>
                  <a:lnTo>
                    <a:pt x="50" y="180"/>
                  </a:lnTo>
                  <a:lnTo>
                    <a:pt x="44" y="197"/>
                  </a:lnTo>
                  <a:lnTo>
                    <a:pt x="37" y="215"/>
                  </a:lnTo>
                  <a:lnTo>
                    <a:pt x="29" y="235"/>
                  </a:lnTo>
                  <a:lnTo>
                    <a:pt x="21" y="254"/>
                  </a:lnTo>
                  <a:lnTo>
                    <a:pt x="15" y="271"/>
                  </a:lnTo>
                  <a:lnTo>
                    <a:pt x="11" y="286"/>
                  </a:lnTo>
                  <a:lnTo>
                    <a:pt x="10" y="293"/>
                  </a:lnTo>
                  <a:lnTo>
                    <a:pt x="10" y="299"/>
                  </a:lnTo>
                  <a:lnTo>
                    <a:pt x="15" y="315"/>
                  </a:lnTo>
                  <a:lnTo>
                    <a:pt x="21" y="335"/>
                  </a:lnTo>
                  <a:lnTo>
                    <a:pt x="25" y="353"/>
                  </a:lnTo>
                  <a:lnTo>
                    <a:pt x="26" y="361"/>
                  </a:lnTo>
                  <a:lnTo>
                    <a:pt x="25" y="368"/>
                  </a:lnTo>
                  <a:lnTo>
                    <a:pt x="24" y="375"/>
                  </a:lnTo>
                  <a:lnTo>
                    <a:pt x="21" y="380"/>
                  </a:lnTo>
                  <a:lnTo>
                    <a:pt x="13" y="390"/>
                  </a:lnTo>
                  <a:lnTo>
                    <a:pt x="7" y="396"/>
                  </a:lnTo>
                  <a:lnTo>
                    <a:pt x="2" y="400"/>
                  </a:lnTo>
                  <a:lnTo>
                    <a:pt x="0" y="401"/>
                  </a:lnTo>
                  <a:lnTo>
                    <a:pt x="4" y="400"/>
                  </a:lnTo>
                  <a:lnTo>
                    <a:pt x="42" y="392"/>
                  </a:lnTo>
                  <a:lnTo>
                    <a:pt x="101" y="392"/>
                  </a:lnTo>
                  <a:lnTo>
                    <a:pt x="142" y="392"/>
                  </a:lnTo>
                  <a:lnTo>
                    <a:pt x="179" y="389"/>
                  </a:lnTo>
                  <a:lnTo>
                    <a:pt x="236" y="384"/>
                  </a:lnTo>
                  <a:lnTo>
                    <a:pt x="258" y="380"/>
                  </a:lnTo>
                  <a:lnTo>
                    <a:pt x="280" y="375"/>
                  </a:lnTo>
                  <a:lnTo>
                    <a:pt x="302" y="371"/>
                  </a:lnTo>
                  <a:lnTo>
                    <a:pt x="325" y="368"/>
                  </a:lnTo>
                  <a:lnTo>
                    <a:pt x="383" y="366"/>
                  </a:lnTo>
                  <a:lnTo>
                    <a:pt x="442" y="363"/>
                  </a:lnTo>
                  <a:lnTo>
                    <a:pt x="559" y="361"/>
                  </a:lnTo>
                  <a:lnTo>
                    <a:pt x="575" y="363"/>
                  </a:lnTo>
                  <a:lnTo>
                    <a:pt x="590" y="368"/>
                  </a:lnTo>
                  <a:lnTo>
                    <a:pt x="624" y="378"/>
                  </a:lnTo>
                  <a:lnTo>
                    <a:pt x="658" y="387"/>
                  </a:lnTo>
                  <a:lnTo>
                    <a:pt x="673" y="390"/>
                  </a:lnTo>
                  <a:lnTo>
                    <a:pt x="689" y="392"/>
                  </a:lnTo>
                  <a:lnTo>
                    <a:pt x="772" y="396"/>
                  </a:lnTo>
                  <a:lnTo>
                    <a:pt x="830" y="400"/>
                  </a:lnTo>
                  <a:lnTo>
                    <a:pt x="897" y="405"/>
                  </a:lnTo>
                  <a:lnTo>
                    <a:pt x="918" y="405"/>
                  </a:lnTo>
                  <a:lnTo>
                    <a:pt x="939" y="404"/>
                  </a:lnTo>
                  <a:lnTo>
                    <a:pt x="964" y="399"/>
                  </a:lnTo>
                  <a:lnTo>
                    <a:pt x="1005" y="392"/>
                  </a:lnTo>
                  <a:lnTo>
                    <a:pt x="1235" y="388"/>
                  </a:lnTo>
                  <a:lnTo>
                    <a:pt x="1350" y="387"/>
                  </a:lnTo>
                  <a:lnTo>
                    <a:pt x="1465" y="384"/>
                  </a:lnTo>
                  <a:lnTo>
                    <a:pt x="1487" y="382"/>
                  </a:lnTo>
                  <a:lnTo>
                    <a:pt x="1509" y="379"/>
                  </a:lnTo>
                  <a:lnTo>
                    <a:pt x="1553" y="372"/>
                  </a:lnTo>
                  <a:lnTo>
                    <a:pt x="1576" y="369"/>
                  </a:lnTo>
                  <a:lnTo>
                    <a:pt x="1598" y="369"/>
                  </a:lnTo>
                  <a:lnTo>
                    <a:pt x="1620" y="371"/>
                  </a:lnTo>
                  <a:lnTo>
                    <a:pt x="1632" y="373"/>
                  </a:lnTo>
                  <a:lnTo>
                    <a:pt x="1642" y="375"/>
                  </a:lnTo>
                  <a:lnTo>
                    <a:pt x="1721" y="387"/>
                  </a:lnTo>
                  <a:lnTo>
                    <a:pt x="1783" y="392"/>
                  </a:lnTo>
                  <a:lnTo>
                    <a:pt x="1856" y="395"/>
                  </a:lnTo>
                  <a:lnTo>
                    <a:pt x="1966" y="399"/>
                  </a:lnTo>
                  <a:lnTo>
                    <a:pt x="1984" y="392"/>
                  </a:lnTo>
                  <a:lnTo>
                    <a:pt x="1999" y="387"/>
                  </a:lnTo>
                  <a:lnTo>
                    <a:pt x="2007" y="384"/>
                  </a:lnTo>
                  <a:lnTo>
                    <a:pt x="2015" y="384"/>
                  </a:lnTo>
                  <a:lnTo>
                    <a:pt x="2019" y="384"/>
                  </a:lnTo>
                  <a:lnTo>
                    <a:pt x="2021" y="385"/>
                  </a:lnTo>
                  <a:lnTo>
                    <a:pt x="2028" y="389"/>
                  </a:lnTo>
                  <a:lnTo>
                    <a:pt x="2033" y="395"/>
                  </a:lnTo>
                  <a:lnTo>
                    <a:pt x="2040" y="399"/>
                  </a:lnTo>
                  <a:lnTo>
                    <a:pt x="2031" y="346"/>
                  </a:lnTo>
                  <a:lnTo>
                    <a:pt x="2027" y="304"/>
                  </a:lnTo>
                  <a:lnTo>
                    <a:pt x="2025" y="286"/>
                  </a:lnTo>
                  <a:lnTo>
                    <a:pt x="2025" y="272"/>
                  </a:lnTo>
                  <a:lnTo>
                    <a:pt x="2028" y="256"/>
                  </a:lnTo>
                  <a:lnTo>
                    <a:pt x="2032" y="240"/>
                  </a:lnTo>
                  <a:lnTo>
                    <a:pt x="2042" y="207"/>
                  </a:lnTo>
                  <a:lnTo>
                    <a:pt x="2053" y="175"/>
                  </a:lnTo>
                  <a:lnTo>
                    <a:pt x="2055" y="157"/>
                  </a:lnTo>
                  <a:lnTo>
                    <a:pt x="2058" y="141"/>
                  </a:lnTo>
                  <a:lnTo>
                    <a:pt x="2040" y="0"/>
                  </a:lnTo>
                  <a:lnTo>
                    <a:pt x="57"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878" name="Line 450">
              <a:extLst>
                <a:ext uri="{FF2B5EF4-FFF2-40B4-BE49-F238E27FC236}">
                  <a16:creationId xmlns:a16="http://schemas.microsoft.com/office/drawing/2014/main" id="{855F7F75-49E0-876E-7C08-7369B7D58DA1}"/>
                </a:ext>
              </a:extLst>
            </p:cNvPr>
            <p:cNvSpPr>
              <a:spLocks noChangeShapeType="1"/>
            </p:cNvSpPr>
            <p:nvPr/>
          </p:nvSpPr>
          <p:spPr bwMode="auto">
            <a:xfrm flipH="1">
              <a:off x="3154" y="1684"/>
              <a:ext cx="7" cy="2"/>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79" name="Line 451">
              <a:extLst>
                <a:ext uri="{FF2B5EF4-FFF2-40B4-BE49-F238E27FC236}">
                  <a16:creationId xmlns:a16="http://schemas.microsoft.com/office/drawing/2014/main" id="{7C70CB50-04F9-F8B5-553B-3F0C98DB63F7}"/>
                </a:ext>
              </a:extLst>
            </p:cNvPr>
            <p:cNvSpPr>
              <a:spLocks noChangeShapeType="1"/>
            </p:cNvSpPr>
            <p:nvPr/>
          </p:nvSpPr>
          <p:spPr bwMode="auto">
            <a:xfrm flipH="1">
              <a:off x="3143" y="1686"/>
              <a:ext cx="11"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0" name="Line 452">
              <a:extLst>
                <a:ext uri="{FF2B5EF4-FFF2-40B4-BE49-F238E27FC236}">
                  <a16:creationId xmlns:a16="http://schemas.microsoft.com/office/drawing/2014/main" id="{B873E5BE-A834-0F61-8D7D-6E06CB7EB368}"/>
                </a:ext>
              </a:extLst>
            </p:cNvPr>
            <p:cNvSpPr>
              <a:spLocks noChangeShapeType="1"/>
            </p:cNvSpPr>
            <p:nvPr/>
          </p:nvSpPr>
          <p:spPr bwMode="auto">
            <a:xfrm flipH="1">
              <a:off x="3136" y="1686"/>
              <a:ext cx="7"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1" name="Line 453">
              <a:extLst>
                <a:ext uri="{FF2B5EF4-FFF2-40B4-BE49-F238E27FC236}">
                  <a16:creationId xmlns:a16="http://schemas.microsoft.com/office/drawing/2014/main" id="{C7D632B2-A73E-269E-D603-DBE26D5193D9}"/>
                </a:ext>
              </a:extLst>
            </p:cNvPr>
            <p:cNvSpPr>
              <a:spLocks noChangeShapeType="1"/>
            </p:cNvSpPr>
            <p:nvPr/>
          </p:nvSpPr>
          <p:spPr bwMode="auto">
            <a:xfrm flipH="1">
              <a:off x="3132" y="1687"/>
              <a:ext cx="4" cy="1"/>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2" name="Line 454">
              <a:extLst>
                <a:ext uri="{FF2B5EF4-FFF2-40B4-BE49-F238E27FC236}">
                  <a16:creationId xmlns:a16="http://schemas.microsoft.com/office/drawing/2014/main" id="{FE56180F-776B-541A-849A-7479A95EADB6}"/>
                </a:ext>
              </a:extLst>
            </p:cNvPr>
            <p:cNvSpPr>
              <a:spLocks noChangeShapeType="1"/>
            </p:cNvSpPr>
            <p:nvPr/>
          </p:nvSpPr>
          <p:spPr bwMode="auto">
            <a:xfrm flipH="1">
              <a:off x="3129" y="1688"/>
              <a:ext cx="3" cy="3"/>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3" name="Line 455">
              <a:extLst>
                <a:ext uri="{FF2B5EF4-FFF2-40B4-BE49-F238E27FC236}">
                  <a16:creationId xmlns:a16="http://schemas.microsoft.com/office/drawing/2014/main" id="{DAA86105-40CB-B519-95BC-58B43CC6A568}"/>
                </a:ext>
              </a:extLst>
            </p:cNvPr>
            <p:cNvSpPr>
              <a:spLocks noChangeShapeType="1"/>
            </p:cNvSpPr>
            <p:nvPr/>
          </p:nvSpPr>
          <p:spPr bwMode="auto">
            <a:xfrm flipH="1">
              <a:off x="3126" y="1691"/>
              <a:ext cx="3"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4" name="Line 456">
              <a:extLst>
                <a:ext uri="{FF2B5EF4-FFF2-40B4-BE49-F238E27FC236}">
                  <a16:creationId xmlns:a16="http://schemas.microsoft.com/office/drawing/2014/main" id="{68CBA45E-AEBA-565A-0765-EBFB53FA6771}"/>
                </a:ext>
              </a:extLst>
            </p:cNvPr>
            <p:cNvSpPr>
              <a:spLocks noChangeShapeType="1"/>
            </p:cNvSpPr>
            <p:nvPr/>
          </p:nvSpPr>
          <p:spPr bwMode="auto">
            <a:xfrm flipH="1">
              <a:off x="3124" y="1697"/>
              <a:ext cx="2" cy="8"/>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5" name="Line 457">
              <a:extLst>
                <a:ext uri="{FF2B5EF4-FFF2-40B4-BE49-F238E27FC236}">
                  <a16:creationId xmlns:a16="http://schemas.microsoft.com/office/drawing/2014/main" id="{500825D6-0965-E0D9-9D06-794E01A04210}"/>
                </a:ext>
              </a:extLst>
            </p:cNvPr>
            <p:cNvSpPr>
              <a:spLocks noChangeShapeType="1"/>
            </p:cNvSpPr>
            <p:nvPr/>
          </p:nvSpPr>
          <p:spPr bwMode="auto">
            <a:xfrm flipH="1">
              <a:off x="3123" y="1705"/>
              <a:ext cx="1" cy="15"/>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6" name="Line 458">
              <a:extLst>
                <a:ext uri="{FF2B5EF4-FFF2-40B4-BE49-F238E27FC236}">
                  <a16:creationId xmlns:a16="http://schemas.microsoft.com/office/drawing/2014/main" id="{1B28CBFD-A78C-763A-5184-C877EE729082}"/>
                </a:ext>
              </a:extLst>
            </p:cNvPr>
            <p:cNvSpPr>
              <a:spLocks noChangeShapeType="1"/>
            </p:cNvSpPr>
            <p:nvPr/>
          </p:nvSpPr>
          <p:spPr bwMode="auto">
            <a:xfrm>
              <a:off x="3123" y="1720"/>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7" name="Line 459">
              <a:extLst>
                <a:ext uri="{FF2B5EF4-FFF2-40B4-BE49-F238E27FC236}">
                  <a16:creationId xmlns:a16="http://schemas.microsoft.com/office/drawing/2014/main" id="{5F10C3F5-4E30-E8D6-3182-FA0149DA37CF}"/>
                </a:ext>
              </a:extLst>
            </p:cNvPr>
            <p:cNvSpPr>
              <a:spLocks noChangeShapeType="1"/>
            </p:cNvSpPr>
            <p:nvPr/>
          </p:nvSpPr>
          <p:spPr bwMode="auto">
            <a:xfrm flipH="1">
              <a:off x="3121" y="1735"/>
              <a:ext cx="2"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8" name="Line 460">
              <a:extLst>
                <a:ext uri="{FF2B5EF4-FFF2-40B4-BE49-F238E27FC236}">
                  <a16:creationId xmlns:a16="http://schemas.microsoft.com/office/drawing/2014/main" id="{14DB8B13-20DC-EA21-A96E-D525CCB1900E}"/>
                </a:ext>
              </a:extLst>
            </p:cNvPr>
            <p:cNvSpPr>
              <a:spLocks noChangeShapeType="1"/>
            </p:cNvSpPr>
            <p:nvPr/>
          </p:nvSpPr>
          <p:spPr bwMode="auto">
            <a:xfrm>
              <a:off x="3121" y="1749"/>
              <a:ext cx="3" cy="11"/>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89" name="Line 461">
              <a:extLst>
                <a:ext uri="{FF2B5EF4-FFF2-40B4-BE49-F238E27FC236}">
                  <a16:creationId xmlns:a16="http://schemas.microsoft.com/office/drawing/2014/main" id="{E606F8EA-D02F-FF26-AE21-DC60EC06DD0B}"/>
                </a:ext>
              </a:extLst>
            </p:cNvPr>
            <p:cNvSpPr>
              <a:spLocks noChangeShapeType="1"/>
            </p:cNvSpPr>
            <p:nvPr/>
          </p:nvSpPr>
          <p:spPr bwMode="auto">
            <a:xfrm>
              <a:off x="3124" y="1760"/>
              <a:ext cx="5" cy="12"/>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0" name="Line 462">
              <a:extLst>
                <a:ext uri="{FF2B5EF4-FFF2-40B4-BE49-F238E27FC236}">
                  <a16:creationId xmlns:a16="http://schemas.microsoft.com/office/drawing/2014/main" id="{D3BE90A4-8565-8404-7BD3-70DE72CDB5EF}"/>
                </a:ext>
              </a:extLst>
            </p:cNvPr>
            <p:cNvSpPr>
              <a:spLocks noChangeShapeType="1"/>
            </p:cNvSpPr>
            <p:nvPr/>
          </p:nvSpPr>
          <p:spPr bwMode="auto">
            <a:xfrm>
              <a:off x="3129" y="1772"/>
              <a:ext cx="12" cy="27"/>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1" name="Line 463">
              <a:extLst>
                <a:ext uri="{FF2B5EF4-FFF2-40B4-BE49-F238E27FC236}">
                  <a16:creationId xmlns:a16="http://schemas.microsoft.com/office/drawing/2014/main" id="{A2EDB8F4-D2E5-9184-66AD-B6F070D6EE8A}"/>
                </a:ext>
              </a:extLst>
            </p:cNvPr>
            <p:cNvSpPr>
              <a:spLocks noChangeShapeType="1"/>
            </p:cNvSpPr>
            <p:nvPr/>
          </p:nvSpPr>
          <p:spPr bwMode="auto">
            <a:xfrm>
              <a:off x="3141" y="1799"/>
              <a:ext cx="6" cy="14"/>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2" name="Line 464">
              <a:extLst>
                <a:ext uri="{FF2B5EF4-FFF2-40B4-BE49-F238E27FC236}">
                  <a16:creationId xmlns:a16="http://schemas.microsoft.com/office/drawing/2014/main" id="{E5E0AF39-3DAC-E5D8-9134-04E0B5941B84}"/>
                </a:ext>
              </a:extLst>
            </p:cNvPr>
            <p:cNvSpPr>
              <a:spLocks noChangeShapeType="1"/>
            </p:cNvSpPr>
            <p:nvPr/>
          </p:nvSpPr>
          <p:spPr bwMode="auto">
            <a:xfrm>
              <a:off x="3147" y="1813"/>
              <a:ext cx="4"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3" name="Line 465">
              <a:extLst>
                <a:ext uri="{FF2B5EF4-FFF2-40B4-BE49-F238E27FC236}">
                  <a16:creationId xmlns:a16="http://schemas.microsoft.com/office/drawing/2014/main" id="{97AD77A3-61FC-3E41-3254-E8D4ED72DE83}"/>
                </a:ext>
              </a:extLst>
            </p:cNvPr>
            <p:cNvSpPr>
              <a:spLocks noChangeShapeType="1"/>
            </p:cNvSpPr>
            <p:nvPr/>
          </p:nvSpPr>
          <p:spPr bwMode="auto">
            <a:xfrm>
              <a:off x="3151" y="1829"/>
              <a:ext cx="4" cy="15"/>
            </a:xfrm>
            <a:prstGeom prst="line">
              <a:avLst/>
            </a:prstGeom>
            <a:noFill/>
            <a:ln w="15875">
              <a:solidFill>
                <a:srgbClr val="55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4" name="Line 466">
              <a:extLst>
                <a:ext uri="{FF2B5EF4-FFF2-40B4-BE49-F238E27FC236}">
                  <a16:creationId xmlns:a16="http://schemas.microsoft.com/office/drawing/2014/main" id="{96E27ABE-A84F-138C-A619-AFFB1DCF5BBC}"/>
                </a:ext>
              </a:extLst>
            </p:cNvPr>
            <p:cNvSpPr>
              <a:spLocks noChangeShapeType="1"/>
            </p:cNvSpPr>
            <p:nvPr/>
          </p:nvSpPr>
          <p:spPr bwMode="auto">
            <a:xfrm>
              <a:off x="3155" y="1844"/>
              <a:ext cx="1" cy="16"/>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5" name="Line 467">
              <a:extLst>
                <a:ext uri="{FF2B5EF4-FFF2-40B4-BE49-F238E27FC236}">
                  <a16:creationId xmlns:a16="http://schemas.microsoft.com/office/drawing/2014/main" id="{F47F0C4E-48A6-1195-2182-5E4760F0EE56}"/>
                </a:ext>
              </a:extLst>
            </p:cNvPr>
            <p:cNvSpPr>
              <a:spLocks noChangeShapeType="1"/>
            </p:cNvSpPr>
            <p:nvPr/>
          </p:nvSpPr>
          <p:spPr bwMode="auto">
            <a:xfrm flipH="1">
              <a:off x="3154" y="1860"/>
              <a:ext cx="2" cy="1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6" name="Line 468">
              <a:extLst>
                <a:ext uri="{FF2B5EF4-FFF2-40B4-BE49-F238E27FC236}">
                  <a16:creationId xmlns:a16="http://schemas.microsoft.com/office/drawing/2014/main" id="{86C0DADB-2A78-6CA6-B85A-2E15F7BD6486}"/>
                </a:ext>
              </a:extLst>
            </p:cNvPr>
            <p:cNvSpPr>
              <a:spLocks noChangeShapeType="1"/>
            </p:cNvSpPr>
            <p:nvPr/>
          </p:nvSpPr>
          <p:spPr bwMode="auto">
            <a:xfrm flipH="1">
              <a:off x="3148" y="1877"/>
              <a:ext cx="6" cy="18"/>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7" name="Line 469">
              <a:extLst>
                <a:ext uri="{FF2B5EF4-FFF2-40B4-BE49-F238E27FC236}">
                  <a16:creationId xmlns:a16="http://schemas.microsoft.com/office/drawing/2014/main" id="{17B9C914-09F2-8FA2-E02D-BA064DE9FC4A}"/>
                </a:ext>
              </a:extLst>
            </p:cNvPr>
            <p:cNvSpPr>
              <a:spLocks noChangeShapeType="1"/>
            </p:cNvSpPr>
            <p:nvPr/>
          </p:nvSpPr>
          <p:spPr bwMode="auto">
            <a:xfrm flipH="1">
              <a:off x="3141" y="1895"/>
              <a:ext cx="7" cy="19"/>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8" name="Line 470">
              <a:extLst>
                <a:ext uri="{FF2B5EF4-FFF2-40B4-BE49-F238E27FC236}">
                  <a16:creationId xmlns:a16="http://schemas.microsoft.com/office/drawing/2014/main" id="{825AA14E-2A51-7A75-2030-3F275D3F7C8F}"/>
                </a:ext>
              </a:extLst>
            </p:cNvPr>
            <p:cNvSpPr>
              <a:spLocks noChangeShapeType="1"/>
            </p:cNvSpPr>
            <p:nvPr/>
          </p:nvSpPr>
          <p:spPr bwMode="auto">
            <a:xfrm flipH="1">
              <a:off x="3133" y="1914"/>
              <a:ext cx="8" cy="22"/>
            </a:xfrm>
            <a:prstGeom prst="line">
              <a:avLst/>
            </a:prstGeom>
            <a:noFill/>
            <a:ln w="15875">
              <a:solidFill>
                <a:srgbClr val="54A9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99" name="Line 471">
              <a:extLst>
                <a:ext uri="{FF2B5EF4-FFF2-40B4-BE49-F238E27FC236}">
                  <a16:creationId xmlns:a16="http://schemas.microsoft.com/office/drawing/2014/main" id="{613F1CD2-B5EF-DE15-3BBA-1A657023C5C5}"/>
                </a:ext>
              </a:extLst>
            </p:cNvPr>
            <p:cNvSpPr>
              <a:spLocks noChangeShapeType="1"/>
            </p:cNvSpPr>
            <p:nvPr/>
          </p:nvSpPr>
          <p:spPr bwMode="auto">
            <a:xfrm flipH="1">
              <a:off x="3125" y="1936"/>
              <a:ext cx="8" cy="20"/>
            </a:xfrm>
            <a:prstGeom prst="line">
              <a:avLst/>
            </a:prstGeom>
            <a:noFill/>
            <a:ln w="15875">
              <a:solidFill>
                <a:srgbClr val="54A9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0" name="Line 472">
              <a:extLst>
                <a:ext uri="{FF2B5EF4-FFF2-40B4-BE49-F238E27FC236}">
                  <a16:creationId xmlns:a16="http://schemas.microsoft.com/office/drawing/2014/main" id="{ACEA743A-205D-AF63-6E94-4056F47B6AD8}"/>
                </a:ext>
              </a:extLst>
            </p:cNvPr>
            <p:cNvSpPr>
              <a:spLocks noChangeShapeType="1"/>
            </p:cNvSpPr>
            <p:nvPr/>
          </p:nvSpPr>
          <p:spPr bwMode="auto">
            <a:xfrm flipH="1">
              <a:off x="3119" y="1956"/>
              <a:ext cx="6" cy="18"/>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1" name="Line 473">
              <a:extLst>
                <a:ext uri="{FF2B5EF4-FFF2-40B4-BE49-F238E27FC236}">
                  <a16:creationId xmlns:a16="http://schemas.microsoft.com/office/drawing/2014/main" id="{20180699-6007-CE7E-A210-12308D79E25E}"/>
                </a:ext>
              </a:extLst>
            </p:cNvPr>
            <p:cNvSpPr>
              <a:spLocks noChangeShapeType="1"/>
            </p:cNvSpPr>
            <p:nvPr/>
          </p:nvSpPr>
          <p:spPr bwMode="auto">
            <a:xfrm flipH="1">
              <a:off x="3115" y="1974"/>
              <a:ext cx="4" cy="1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2" name="Line 474">
              <a:extLst>
                <a:ext uri="{FF2B5EF4-FFF2-40B4-BE49-F238E27FC236}">
                  <a16:creationId xmlns:a16="http://schemas.microsoft.com/office/drawing/2014/main" id="{8A004EE6-643C-4DC9-4CFD-49ED5B21D53C}"/>
                </a:ext>
              </a:extLst>
            </p:cNvPr>
            <p:cNvSpPr>
              <a:spLocks noChangeShapeType="1"/>
            </p:cNvSpPr>
            <p:nvPr/>
          </p:nvSpPr>
          <p:spPr bwMode="auto">
            <a:xfrm flipH="1">
              <a:off x="3114" y="1990"/>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3" name="Line 475">
              <a:extLst>
                <a:ext uri="{FF2B5EF4-FFF2-40B4-BE49-F238E27FC236}">
                  <a16:creationId xmlns:a16="http://schemas.microsoft.com/office/drawing/2014/main" id="{244F5D68-7D4C-A614-5544-0E33313AA1EC}"/>
                </a:ext>
              </a:extLst>
            </p:cNvPr>
            <p:cNvSpPr>
              <a:spLocks noChangeShapeType="1"/>
            </p:cNvSpPr>
            <p:nvPr/>
          </p:nvSpPr>
          <p:spPr bwMode="auto">
            <a:xfrm>
              <a:off x="3114" y="1998"/>
              <a:ext cx="1" cy="6"/>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4" name="Line 476">
              <a:extLst>
                <a:ext uri="{FF2B5EF4-FFF2-40B4-BE49-F238E27FC236}">
                  <a16:creationId xmlns:a16="http://schemas.microsoft.com/office/drawing/2014/main" id="{6EE9D604-B64F-17E6-241B-1FCF233BECFE}"/>
                </a:ext>
              </a:extLst>
            </p:cNvPr>
            <p:cNvSpPr>
              <a:spLocks noChangeShapeType="1"/>
            </p:cNvSpPr>
            <p:nvPr/>
          </p:nvSpPr>
          <p:spPr bwMode="auto">
            <a:xfrm>
              <a:off x="3114" y="2004"/>
              <a:ext cx="5" cy="17"/>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5" name="Line 477">
              <a:extLst>
                <a:ext uri="{FF2B5EF4-FFF2-40B4-BE49-F238E27FC236}">
                  <a16:creationId xmlns:a16="http://schemas.microsoft.com/office/drawing/2014/main" id="{B1105027-8B84-0927-91A0-D262F829A394}"/>
                </a:ext>
              </a:extLst>
            </p:cNvPr>
            <p:cNvSpPr>
              <a:spLocks noChangeShapeType="1"/>
            </p:cNvSpPr>
            <p:nvPr/>
          </p:nvSpPr>
          <p:spPr bwMode="auto">
            <a:xfrm>
              <a:off x="3119" y="2021"/>
              <a:ext cx="6" cy="22"/>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6" name="Line 478">
              <a:extLst>
                <a:ext uri="{FF2B5EF4-FFF2-40B4-BE49-F238E27FC236}">
                  <a16:creationId xmlns:a16="http://schemas.microsoft.com/office/drawing/2014/main" id="{D28F6607-6F2E-4198-4725-E035A28876E4}"/>
                </a:ext>
              </a:extLst>
            </p:cNvPr>
            <p:cNvSpPr>
              <a:spLocks noChangeShapeType="1"/>
            </p:cNvSpPr>
            <p:nvPr/>
          </p:nvSpPr>
          <p:spPr bwMode="auto">
            <a:xfrm>
              <a:off x="3125" y="2043"/>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7" name="Line 479">
              <a:extLst>
                <a:ext uri="{FF2B5EF4-FFF2-40B4-BE49-F238E27FC236}">
                  <a16:creationId xmlns:a16="http://schemas.microsoft.com/office/drawing/2014/main" id="{9E0F86FA-872A-8000-BB05-16ADC4EC1F33}"/>
                </a:ext>
              </a:extLst>
            </p:cNvPr>
            <p:cNvSpPr>
              <a:spLocks noChangeShapeType="1"/>
            </p:cNvSpPr>
            <p:nvPr/>
          </p:nvSpPr>
          <p:spPr bwMode="auto">
            <a:xfrm>
              <a:off x="3129" y="2062"/>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8" name="Line 480">
              <a:extLst>
                <a:ext uri="{FF2B5EF4-FFF2-40B4-BE49-F238E27FC236}">
                  <a16:creationId xmlns:a16="http://schemas.microsoft.com/office/drawing/2014/main" id="{5BFF5E07-7D5A-F203-621F-66439BFBFF58}"/>
                </a:ext>
              </a:extLst>
            </p:cNvPr>
            <p:cNvSpPr>
              <a:spLocks noChangeShapeType="1"/>
            </p:cNvSpPr>
            <p:nvPr/>
          </p:nvSpPr>
          <p:spPr bwMode="auto">
            <a:xfrm flipH="1">
              <a:off x="3129" y="2071"/>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09" name="Line 481">
              <a:extLst>
                <a:ext uri="{FF2B5EF4-FFF2-40B4-BE49-F238E27FC236}">
                  <a16:creationId xmlns:a16="http://schemas.microsoft.com/office/drawing/2014/main" id="{D5FE66DB-A328-1D06-13D1-098EE48ECB3A}"/>
                </a:ext>
              </a:extLst>
            </p:cNvPr>
            <p:cNvSpPr>
              <a:spLocks noChangeShapeType="1"/>
            </p:cNvSpPr>
            <p:nvPr/>
          </p:nvSpPr>
          <p:spPr bwMode="auto">
            <a:xfrm flipH="1">
              <a:off x="3128" y="2078"/>
              <a:ext cx="1" cy="7"/>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0" name="Line 482">
              <a:extLst>
                <a:ext uri="{FF2B5EF4-FFF2-40B4-BE49-F238E27FC236}">
                  <a16:creationId xmlns:a16="http://schemas.microsoft.com/office/drawing/2014/main" id="{F9C3BE7C-B91D-F8C2-2007-E7036969C0A0}"/>
                </a:ext>
              </a:extLst>
            </p:cNvPr>
            <p:cNvSpPr>
              <a:spLocks noChangeShapeType="1"/>
            </p:cNvSpPr>
            <p:nvPr/>
          </p:nvSpPr>
          <p:spPr bwMode="auto">
            <a:xfrm flipH="1">
              <a:off x="3125" y="2085"/>
              <a:ext cx="3"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1" name="Line 483">
              <a:extLst>
                <a:ext uri="{FF2B5EF4-FFF2-40B4-BE49-F238E27FC236}">
                  <a16:creationId xmlns:a16="http://schemas.microsoft.com/office/drawing/2014/main" id="{9F3543E2-8164-1B31-4ABF-E3A1CE64979D}"/>
                </a:ext>
              </a:extLst>
            </p:cNvPr>
            <p:cNvSpPr>
              <a:spLocks noChangeShapeType="1"/>
            </p:cNvSpPr>
            <p:nvPr/>
          </p:nvSpPr>
          <p:spPr bwMode="auto">
            <a:xfrm flipH="1">
              <a:off x="3117" y="2091"/>
              <a:ext cx="8" cy="11"/>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2" name="Line 484">
              <a:extLst>
                <a:ext uri="{FF2B5EF4-FFF2-40B4-BE49-F238E27FC236}">
                  <a16:creationId xmlns:a16="http://schemas.microsoft.com/office/drawing/2014/main" id="{7890B770-ACF3-D92A-182F-BA40BA2FA82B}"/>
                </a:ext>
              </a:extLst>
            </p:cNvPr>
            <p:cNvSpPr>
              <a:spLocks noChangeShapeType="1"/>
            </p:cNvSpPr>
            <p:nvPr/>
          </p:nvSpPr>
          <p:spPr bwMode="auto">
            <a:xfrm flipH="1">
              <a:off x="3111" y="2102"/>
              <a:ext cx="6"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3" name="Line 485">
              <a:extLst>
                <a:ext uri="{FF2B5EF4-FFF2-40B4-BE49-F238E27FC236}">
                  <a16:creationId xmlns:a16="http://schemas.microsoft.com/office/drawing/2014/main" id="{87C8C7E5-7803-534F-274D-C25F4BDB8615}"/>
                </a:ext>
              </a:extLst>
            </p:cNvPr>
            <p:cNvSpPr>
              <a:spLocks noChangeShapeType="1"/>
            </p:cNvSpPr>
            <p:nvPr/>
          </p:nvSpPr>
          <p:spPr bwMode="auto">
            <a:xfrm flipH="1">
              <a:off x="3106" y="2108"/>
              <a:ext cx="5"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4" name="Line 486">
              <a:extLst>
                <a:ext uri="{FF2B5EF4-FFF2-40B4-BE49-F238E27FC236}">
                  <a16:creationId xmlns:a16="http://schemas.microsoft.com/office/drawing/2014/main" id="{FE4B1DFB-2303-97E2-DF39-DC49D5F06718}"/>
                </a:ext>
              </a:extLst>
            </p:cNvPr>
            <p:cNvSpPr>
              <a:spLocks noChangeShapeType="1"/>
            </p:cNvSpPr>
            <p:nvPr/>
          </p:nvSpPr>
          <p:spPr bwMode="auto">
            <a:xfrm flipH="1">
              <a:off x="3104" y="2112"/>
              <a:ext cx="2"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5" name="Line 487">
              <a:extLst>
                <a:ext uri="{FF2B5EF4-FFF2-40B4-BE49-F238E27FC236}">
                  <a16:creationId xmlns:a16="http://schemas.microsoft.com/office/drawing/2014/main" id="{BC0C0B27-08BC-2BF5-3AD6-421B2D87B380}"/>
                </a:ext>
              </a:extLst>
            </p:cNvPr>
            <p:cNvSpPr>
              <a:spLocks noChangeShapeType="1"/>
            </p:cNvSpPr>
            <p:nvPr/>
          </p:nvSpPr>
          <p:spPr bwMode="auto">
            <a:xfrm flipV="1">
              <a:off x="3104" y="2112"/>
              <a:ext cx="4"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6" name="Line 488">
              <a:extLst>
                <a:ext uri="{FF2B5EF4-FFF2-40B4-BE49-F238E27FC236}">
                  <a16:creationId xmlns:a16="http://schemas.microsoft.com/office/drawing/2014/main" id="{BC26120A-2DE8-767D-8CBE-90E5276792D5}"/>
                </a:ext>
              </a:extLst>
            </p:cNvPr>
            <p:cNvSpPr>
              <a:spLocks noChangeShapeType="1"/>
            </p:cNvSpPr>
            <p:nvPr/>
          </p:nvSpPr>
          <p:spPr bwMode="auto">
            <a:xfrm flipV="1">
              <a:off x="3108" y="2104"/>
              <a:ext cx="38" cy="8"/>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7" name="Line 489">
              <a:extLst>
                <a:ext uri="{FF2B5EF4-FFF2-40B4-BE49-F238E27FC236}">
                  <a16:creationId xmlns:a16="http://schemas.microsoft.com/office/drawing/2014/main" id="{EC39E7F8-BDF6-55F6-7A2C-9B9801ADF51A}"/>
                </a:ext>
              </a:extLst>
            </p:cNvPr>
            <p:cNvSpPr>
              <a:spLocks noChangeShapeType="1"/>
            </p:cNvSpPr>
            <p:nvPr/>
          </p:nvSpPr>
          <p:spPr bwMode="auto">
            <a:xfrm>
              <a:off x="3146" y="2104"/>
              <a:ext cx="59"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8" name="Line 490">
              <a:extLst>
                <a:ext uri="{FF2B5EF4-FFF2-40B4-BE49-F238E27FC236}">
                  <a16:creationId xmlns:a16="http://schemas.microsoft.com/office/drawing/2014/main" id="{A38C204A-B55E-971B-498C-B409378885EB}"/>
                </a:ext>
              </a:extLst>
            </p:cNvPr>
            <p:cNvSpPr>
              <a:spLocks noChangeShapeType="1"/>
            </p:cNvSpPr>
            <p:nvPr/>
          </p:nvSpPr>
          <p:spPr bwMode="auto">
            <a:xfrm>
              <a:off x="3205" y="2104"/>
              <a:ext cx="4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19" name="Line 491">
              <a:extLst>
                <a:ext uri="{FF2B5EF4-FFF2-40B4-BE49-F238E27FC236}">
                  <a16:creationId xmlns:a16="http://schemas.microsoft.com/office/drawing/2014/main" id="{42A79042-ECCD-56D9-534D-75DB0DAAC82B}"/>
                </a:ext>
              </a:extLst>
            </p:cNvPr>
            <p:cNvSpPr>
              <a:spLocks noChangeShapeType="1"/>
            </p:cNvSpPr>
            <p:nvPr/>
          </p:nvSpPr>
          <p:spPr bwMode="auto">
            <a:xfrm flipV="1">
              <a:off x="3246" y="2100"/>
              <a:ext cx="37"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0" name="Line 492">
              <a:extLst>
                <a:ext uri="{FF2B5EF4-FFF2-40B4-BE49-F238E27FC236}">
                  <a16:creationId xmlns:a16="http://schemas.microsoft.com/office/drawing/2014/main" id="{5133E75E-40B7-43DF-8556-572099D9E69C}"/>
                </a:ext>
              </a:extLst>
            </p:cNvPr>
            <p:cNvSpPr>
              <a:spLocks noChangeShapeType="1"/>
            </p:cNvSpPr>
            <p:nvPr/>
          </p:nvSpPr>
          <p:spPr bwMode="auto">
            <a:xfrm flipV="1">
              <a:off x="3283" y="2095"/>
              <a:ext cx="57" cy="5"/>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1" name="Line 493">
              <a:extLst>
                <a:ext uri="{FF2B5EF4-FFF2-40B4-BE49-F238E27FC236}">
                  <a16:creationId xmlns:a16="http://schemas.microsoft.com/office/drawing/2014/main" id="{BFB35BD3-C686-BC6B-925F-E52B2E02D427}"/>
                </a:ext>
              </a:extLst>
            </p:cNvPr>
            <p:cNvSpPr>
              <a:spLocks noChangeShapeType="1"/>
            </p:cNvSpPr>
            <p:nvPr/>
          </p:nvSpPr>
          <p:spPr bwMode="auto">
            <a:xfrm flipV="1">
              <a:off x="3340" y="2091"/>
              <a:ext cx="22"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2" name="Line 494">
              <a:extLst>
                <a:ext uri="{FF2B5EF4-FFF2-40B4-BE49-F238E27FC236}">
                  <a16:creationId xmlns:a16="http://schemas.microsoft.com/office/drawing/2014/main" id="{2C0E96B1-ED89-B0D2-F796-FA1CCCF21BC1}"/>
                </a:ext>
              </a:extLst>
            </p:cNvPr>
            <p:cNvSpPr>
              <a:spLocks noChangeShapeType="1"/>
            </p:cNvSpPr>
            <p:nvPr/>
          </p:nvSpPr>
          <p:spPr bwMode="auto">
            <a:xfrm flipV="1">
              <a:off x="3362" y="2085"/>
              <a:ext cx="22" cy="6"/>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3" name="Line 495">
              <a:extLst>
                <a:ext uri="{FF2B5EF4-FFF2-40B4-BE49-F238E27FC236}">
                  <a16:creationId xmlns:a16="http://schemas.microsoft.com/office/drawing/2014/main" id="{BB705063-6ABD-F28A-C5BA-B811F257F3D9}"/>
                </a:ext>
              </a:extLst>
            </p:cNvPr>
            <p:cNvSpPr>
              <a:spLocks noChangeShapeType="1"/>
            </p:cNvSpPr>
            <p:nvPr/>
          </p:nvSpPr>
          <p:spPr bwMode="auto">
            <a:xfrm flipV="1">
              <a:off x="3384" y="2081"/>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4" name="Line 496">
              <a:extLst>
                <a:ext uri="{FF2B5EF4-FFF2-40B4-BE49-F238E27FC236}">
                  <a16:creationId xmlns:a16="http://schemas.microsoft.com/office/drawing/2014/main" id="{7CCC9DC2-FACA-F8AB-6D99-632AFD0FB06E}"/>
                </a:ext>
              </a:extLst>
            </p:cNvPr>
            <p:cNvSpPr>
              <a:spLocks noChangeShapeType="1"/>
            </p:cNvSpPr>
            <p:nvPr/>
          </p:nvSpPr>
          <p:spPr bwMode="auto">
            <a:xfrm flipV="1">
              <a:off x="3406" y="2078"/>
              <a:ext cx="23" cy="3"/>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5" name="Line 497">
              <a:extLst>
                <a:ext uri="{FF2B5EF4-FFF2-40B4-BE49-F238E27FC236}">
                  <a16:creationId xmlns:a16="http://schemas.microsoft.com/office/drawing/2014/main" id="{F7C456C2-53C7-03D0-0123-D6227BDBA213}"/>
                </a:ext>
              </a:extLst>
            </p:cNvPr>
            <p:cNvSpPr>
              <a:spLocks noChangeShapeType="1"/>
            </p:cNvSpPr>
            <p:nvPr/>
          </p:nvSpPr>
          <p:spPr bwMode="auto">
            <a:xfrm flipV="1">
              <a:off x="3429" y="2076"/>
              <a:ext cx="58" cy="2"/>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6" name="Line 498">
              <a:extLst>
                <a:ext uri="{FF2B5EF4-FFF2-40B4-BE49-F238E27FC236}">
                  <a16:creationId xmlns:a16="http://schemas.microsoft.com/office/drawing/2014/main" id="{038505BE-2B27-B5EF-A73E-5A411D184C27}"/>
                </a:ext>
              </a:extLst>
            </p:cNvPr>
            <p:cNvSpPr>
              <a:spLocks noChangeShapeType="1"/>
            </p:cNvSpPr>
            <p:nvPr/>
          </p:nvSpPr>
          <p:spPr bwMode="auto">
            <a:xfrm flipV="1">
              <a:off x="3487" y="2073"/>
              <a:ext cx="59"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7" name="Line 499">
              <a:extLst>
                <a:ext uri="{FF2B5EF4-FFF2-40B4-BE49-F238E27FC236}">
                  <a16:creationId xmlns:a16="http://schemas.microsoft.com/office/drawing/2014/main" id="{E809473B-B8BD-86A2-8F6D-17E01C547FAF}"/>
                </a:ext>
              </a:extLst>
            </p:cNvPr>
            <p:cNvSpPr>
              <a:spLocks noChangeShapeType="1"/>
            </p:cNvSpPr>
            <p:nvPr/>
          </p:nvSpPr>
          <p:spPr bwMode="auto">
            <a:xfrm flipV="1">
              <a:off x="3546" y="2071"/>
              <a:ext cx="117"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8" name="Line 500">
              <a:extLst>
                <a:ext uri="{FF2B5EF4-FFF2-40B4-BE49-F238E27FC236}">
                  <a16:creationId xmlns:a16="http://schemas.microsoft.com/office/drawing/2014/main" id="{CC4BF6A7-4845-2F54-EC78-64276C971729}"/>
                </a:ext>
              </a:extLst>
            </p:cNvPr>
            <p:cNvSpPr>
              <a:spLocks noChangeShapeType="1"/>
            </p:cNvSpPr>
            <p:nvPr/>
          </p:nvSpPr>
          <p:spPr bwMode="auto">
            <a:xfrm>
              <a:off x="3663" y="2071"/>
              <a:ext cx="16"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29" name="Line 501">
              <a:extLst>
                <a:ext uri="{FF2B5EF4-FFF2-40B4-BE49-F238E27FC236}">
                  <a16:creationId xmlns:a16="http://schemas.microsoft.com/office/drawing/2014/main" id="{720FE0FB-4A2B-DDA0-9A9D-830E9F1F2405}"/>
                </a:ext>
              </a:extLst>
            </p:cNvPr>
            <p:cNvSpPr>
              <a:spLocks noChangeShapeType="1"/>
            </p:cNvSpPr>
            <p:nvPr/>
          </p:nvSpPr>
          <p:spPr bwMode="auto">
            <a:xfrm>
              <a:off x="3679" y="2073"/>
              <a:ext cx="15" cy="5"/>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0" name="Line 502">
              <a:extLst>
                <a:ext uri="{FF2B5EF4-FFF2-40B4-BE49-F238E27FC236}">
                  <a16:creationId xmlns:a16="http://schemas.microsoft.com/office/drawing/2014/main" id="{CBEE687A-D376-0FB2-DA04-04B4142E5BA3}"/>
                </a:ext>
              </a:extLst>
            </p:cNvPr>
            <p:cNvSpPr>
              <a:spLocks noChangeShapeType="1"/>
            </p:cNvSpPr>
            <p:nvPr/>
          </p:nvSpPr>
          <p:spPr bwMode="auto">
            <a:xfrm>
              <a:off x="3694" y="2078"/>
              <a:ext cx="34" cy="11"/>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1" name="Line 503">
              <a:extLst>
                <a:ext uri="{FF2B5EF4-FFF2-40B4-BE49-F238E27FC236}">
                  <a16:creationId xmlns:a16="http://schemas.microsoft.com/office/drawing/2014/main" id="{94E0C065-E41D-1692-7FD7-F2721AF140E7}"/>
                </a:ext>
              </a:extLst>
            </p:cNvPr>
            <p:cNvSpPr>
              <a:spLocks noChangeShapeType="1"/>
            </p:cNvSpPr>
            <p:nvPr/>
          </p:nvSpPr>
          <p:spPr bwMode="auto">
            <a:xfrm>
              <a:off x="3728" y="2089"/>
              <a:ext cx="34"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2" name="Line 504">
              <a:extLst>
                <a:ext uri="{FF2B5EF4-FFF2-40B4-BE49-F238E27FC236}">
                  <a16:creationId xmlns:a16="http://schemas.microsoft.com/office/drawing/2014/main" id="{3966AD7D-62FF-A2FF-5541-8E48CC40D232}"/>
                </a:ext>
              </a:extLst>
            </p:cNvPr>
            <p:cNvSpPr>
              <a:spLocks noChangeShapeType="1"/>
            </p:cNvSpPr>
            <p:nvPr/>
          </p:nvSpPr>
          <p:spPr bwMode="auto">
            <a:xfrm>
              <a:off x="3762" y="2098"/>
              <a:ext cx="15"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3" name="Line 505">
              <a:extLst>
                <a:ext uri="{FF2B5EF4-FFF2-40B4-BE49-F238E27FC236}">
                  <a16:creationId xmlns:a16="http://schemas.microsoft.com/office/drawing/2014/main" id="{1581BC5E-B2AC-1A55-3476-07749F0245F6}"/>
                </a:ext>
              </a:extLst>
            </p:cNvPr>
            <p:cNvSpPr>
              <a:spLocks noChangeShapeType="1"/>
            </p:cNvSpPr>
            <p:nvPr/>
          </p:nvSpPr>
          <p:spPr bwMode="auto">
            <a:xfrm>
              <a:off x="3777" y="2102"/>
              <a:ext cx="16" cy="2"/>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4" name="Line 506">
              <a:extLst>
                <a:ext uri="{FF2B5EF4-FFF2-40B4-BE49-F238E27FC236}">
                  <a16:creationId xmlns:a16="http://schemas.microsoft.com/office/drawing/2014/main" id="{B6D897C1-5D7B-C5D2-C500-5A6B4E01DFC0}"/>
                </a:ext>
              </a:extLst>
            </p:cNvPr>
            <p:cNvSpPr>
              <a:spLocks noChangeShapeType="1"/>
            </p:cNvSpPr>
            <p:nvPr/>
          </p:nvSpPr>
          <p:spPr bwMode="auto">
            <a:xfrm>
              <a:off x="3793" y="2104"/>
              <a:ext cx="83"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5" name="Line 507">
              <a:extLst>
                <a:ext uri="{FF2B5EF4-FFF2-40B4-BE49-F238E27FC236}">
                  <a16:creationId xmlns:a16="http://schemas.microsoft.com/office/drawing/2014/main" id="{1810AD43-7285-5869-7DDA-8C3AED32A048}"/>
                </a:ext>
              </a:extLst>
            </p:cNvPr>
            <p:cNvSpPr>
              <a:spLocks noChangeShapeType="1"/>
            </p:cNvSpPr>
            <p:nvPr/>
          </p:nvSpPr>
          <p:spPr bwMode="auto">
            <a:xfrm>
              <a:off x="3876" y="2108"/>
              <a:ext cx="58"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6" name="Line 508">
              <a:extLst>
                <a:ext uri="{FF2B5EF4-FFF2-40B4-BE49-F238E27FC236}">
                  <a16:creationId xmlns:a16="http://schemas.microsoft.com/office/drawing/2014/main" id="{5F8B91D1-BF97-5C6C-9DCB-425E5C5A5F1D}"/>
                </a:ext>
              </a:extLst>
            </p:cNvPr>
            <p:cNvSpPr>
              <a:spLocks noChangeShapeType="1"/>
            </p:cNvSpPr>
            <p:nvPr/>
          </p:nvSpPr>
          <p:spPr bwMode="auto">
            <a:xfrm>
              <a:off x="3934" y="2112"/>
              <a:ext cx="67" cy="6"/>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7" name="Line 509">
              <a:extLst>
                <a:ext uri="{FF2B5EF4-FFF2-40B4-BE49-F238E27FC236}">
                  <a16:creationId xmlns:a16="http://schemas.microsoft.com/office/drawing/2014/main" id="{1BF77913-476C-2996-8E65-DC195D392820}"/>
                </a:ext>
              </a:extLst>
            </p:cNvPr>
            <p:cNvSpPr>
              <a:spLocks noChangeShapeType="1"/>
            </p:cNvSpPr>
            <p:nvPr/>
          </p:nvSpPr>
          <p:spPr bwMode="auto">
            <a:xfrm>
              <a:off x="4001" y="2118"/>
              <a:ext cx="2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8" name="Line 510">
              <a:extLst>
                <a:ext uri="{FF2B5EF4-FFF2-40B4-BE49-F238E27FC236}">
                  <a16:creationId xmlns:a16="http://schemas.microsoft.com/office/drawing/2014/main" id="{DC02F370-F885-0E7D-9569-3D73599D3437}"/>
                </a:ext>
              </a:extLst>
            </p:cNvPr>
            <p:cNvSpPr>
              <a:spLocks noChangeShapeType="1"/>
            </p:cNvSpPr>
            <p:nvPr/>
          </p:nvSpPr>
          <p:spPr bwMode="auto">
            <a:xfrm flipV="1">
              <a:off x="4022" y="2117"/>
              <a:ext cx="21"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39" name="Line 511">
              <a:extLst>
                <a:ext uri="{FF2B5EF4-FFF2-40B4-BE49-F238E27FC236}">
                  <a16:creationId xmlns:a16="http://schemas.microsoft.com/office/drawing/2014/main" id="{324720EE-1B36-0597-5AF8-66CA98E74106}"/>
                </a:ext>
              </a:extLst>
            </p:cNvPr>
            <p:cNvSpPr>
              <a:spLocks noChangeShapeType="1"/>
            </p:cNvSpPr>
            <p:nvPr/>
          </p:nvSpPr>
          <p:spPr bwMode="auto">
            <a:xfrm flipV="1">
              <a:off x="4043" y="2111"/>
              <a:ext cx="25" cy="6"/>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0" name="Line 512">
              <a:extLst>
                <a:ext uri="{FF2B5EF4-FFF2-40B4-BE49-F238E27FC236}">
                  <a16:creationId xmlns:a16="http://schemas.microsoft.com/office/drawing/2014/main" id="{C850B6F4-3DFB-F514-A1BA-15FF66BAF67F}"/>
                </a:ext>
              </a:extLst>
            </p:cNvPr>
            <p:cNvSpPr>
              <a:spLocks noChangeShapeType="1"/>
            </p:cNvSpPr>
            <p:nvPr/>
          </p:nvSpPr>
          <p:spPr bwMode="auto">
            <a:xfrm flipV="1">
              <a:off x="4068" y="2104"/>
              <a:ext cx="41"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1" name="Line 513">
              <a:extLst>
                <a:ext uri="{FF2B5EF4-FFF2-40B4-BE49-F238E27FC236}">
                  <a16:creationId xmlns:a16="http://schemas.microsoft.com/office/drawing/2014/main" id="{B8EC7930-7A74-01AC-3CF5-96E65B588F37}"/>
                </a:ext>
              </a:extLst>
            </p:cNvPr>
            <p:cNvSpPr>
              <a:spLocks noChangeShapeType="1"/>
            </p:cNvSpPr>
            <p:nvPr/>
          </p:nvSpPr>
          <p:spPr bwMode="auto">
            <a:xfrm flipV="1">
              <a:off x="4109" y="2099"/>
              <a:ext cx="230" cy="5"/>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2" name="Line 514">
              <a:extLst>
                <a:ext uri="{FF2B5EF4-FFF2-40B4-BE49-F238E27FC236}">
                  <a16:creationId xmlns:a16="http://schemas.microsoft.com/office/drawing/2014/main" id="{827BC4E2-7732-0D83-10B9-69E9398A7C3D}"/>
                </a:ext>
              </a:extLst>
            </p:cNvPr>
            <p:cNvSpPr>
              <a:spLocks noChangeShapeType="1"/>
            </p:cNvSpPr>
            <p:nvPr/>
          </p:nvSpPr>
          <p:spPr bwMode="auto">
            <a:xfrm flipV="1">
              <a:off x="4339" y="2098"/>
              <a:ext cx="115" cy="1"/>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3" name="Line 515">
              <a:extLst>
                <a:ext uri="{FF2B5EF4-FFF2-40B4-BE49-F238E27FC236}">
                  <a16:creationId xmlns:a16="http://schemas.microsoft.com/office/drawing/2014/main" id="{DA696157-7031-78F8-A753-A58016E907C2}"/>
                </a:ext>
              </a:extLst>
            </p:cNvPr>
            <p:cNvSpPr>
              <a:spLocks noChangeShapeType="1"/>
            </p:cNvSpPr>
            <p:nvPr/>
          </p:nvSpPr>
          <p:spPr bwMode="auto">
            <a:xfrm flipV="1">
              <a:off x="4454" y="2095"/>
              <a:ext cx="115"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4" name="Line 516">
              <a:extLst>
                <a:ext uri="{FF2B5EF4-FFF2-40B4-BE49-F238E27FC236}">
                  <a16:creationId xmlns:a16="http://schemas.microsoft.com/office/drawing/2014/main" id="{5EFD0387-1124-6710-89D5-93FBF4841B91}"/>
                </a:ext>
              </a:extLst>
            </p:cNvPr>
            <p:cNvSpPr>
              <a:spLocks noChangeShapeType="1"/>
            </p:cNvSpPr>
            <p:nvPr/>
          </p:nvSpPr>
          <p:spPr bwMode="auto">
            <a:xfrm flipV="1">
              <a:off x="4569" y="2093"/>
              <a:ext cx="22"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5" name="Line 517">
              <a:extLst>
                <a:ext uri="{FF2B5EF4-FFF2-40B4-BE49-F238E27FC236}">
                  <a16:creationId xmlns:a16="http://schemas.microsoft.com/office/drawing/2014/main" id="{B9D3FC46-33EB-43E5-FCC7-A48C0A3431A4}"/>
                </a:ext>
              </a:extLst>
            </p:cNvPr>
            <p:cNvSpPr>
              <a:spLocks noChangeShapeType="1"/>
            </p:cNvSpPr>
            <p:nvPr/>
          </p:nvSpPr>
          <p:spPr bwMode="auto">
            <a:xfrm flipV="1">
              <a:off x="4591" y="2090"/>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6" name="Line 518">
              <a:extLst>
                <a:ext uri="{FF2B5EF4-FFF2-40B4-BE49-F238E27FC236}">
                  <a16:creationId xmlns:a16="http://schemas.microsoft.com/office/drawing/2014/main" id="{FD98BEA4-BDAF-3A69-55B7-4C93B5946C9C}"/>
                </a:ext>
              </a:extLst>
            </p:cNvPr>
            <p:cNvSpPr>
              <a:spLocks noChangeShapeType="1"/>
            </p:cNvSpPr>
            <p:nvPr/>
          </p:nvSpPr>
          <p:spPr bwMode="auto">
            <a:xfrm flipV="1">
              <a:off x="4613" y="2082"/>
              <a:ext cx="44" cy="8"/>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7" name="Line 519">
              <a:extLst>
                <a:ext uri="{FF2B5EF4-FFF2-40B4-BE49-F238E27FC236}">
                  <a16:creationId xmlns:a16="http://schemas.microsoft.com/office/drawing/2014/main" id="{6C37F3DD-8D16-0FF9-A748-6D5EBCE2C7C7}"/>
                </a:ext>
              </a:extLst>
            </p:cNvPr>
            <p:cNvSpPr>
              <a:spLocks noChangeShapeType="1"/>
            </p:cNvSpPr>
            <p:nvPr/>
          </p:nvSpPr>
          <p:spPr bwMode="auto">
            <a:xfrm flipV="1">
              <a:off x="4657" y="2079"/>
              <a:ext cx="23" cy="3"/>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8" name="Line 520">
              <a:extLst>
                <a:ext uri="{FF2B5EF4-FFF2-40B4-BE49-F238E27FC236}">
                  <a16:creationId xmlns:a16="http://schemas.microsoft.com/office/drawing/2014/main" id="{9FC50BCD-B73A-5A4F-10A4-61CD3A6DFD9F}"/>
                </a:ext>
              </a:extLst>
            </p:cNvPr>
            <p:cNvSpPr>
              <a:spLocks noChangeShapeType="1"/>
            </p:cNvSpPr>
            <p:nvPr/>
          </p:nvSpPr>
          <p:spPr bwMode="auto">
            <a:xfrm>
              <a:off x="4680" y="2079"/>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49" name="Line 521">
              <a:extLst>
                <a:ext uri="{FF2B5EF4-FFF2-40B4-BE49-F238E27FC236}">
                  <a16:creationId xmlns:a16="http://schemas.microsoft.com/office/drawing/2014/main" id="{39E3CBD2-8950-3427-0596-7F52915692B2}"/>
                </a:ext>
              </a:extLst>
            </p:cNvPr>
            <p:cNvSpPr>
              <a:spLocks noChangeShapeType="1"/>
            </p:cNvSpPr>
            <p:nvPr/>
          </p:nvSpPr>
          <p:spPr bwMode="auto">
            <a:xfrm>
              <a:off x="4702" y="2079"/>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0" name="Line 522">
              <a:extLst>
                <a:ext uri="{FF2B5EF4-FFF2-40B4-BE49-F238E27FC236}">
                  <a16:creationId xmlns:a16="http://schemas.microsoft.com/office/drawing/2014/main" id="{54E258E6-EB42-E493-6C63-B5D7530511A9}"/>
                </a:ext>
              </a:extLst>
            </p:cNvPr>
            <p:cNvSpPr>
              <a:spLocks noChangeShapeType="1"/>
            </p:cNvSpPr>
            <p:nvPr/>
          </p:nvSpPr>
          <p:spPr bwMode="auto">
            <a:xfrm>
              <a:off x="4724" y="2081"/>
              <a:ext cx="12"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1" name="Line 523">
              <a:extLst>
                <a:ext uri="{FF2B5EF4-FFF2-40B4-BE49-F238E27FC236}">
                  <a16:creationId xmlns:a16="http://schemas.microsoft.com/office/drawing/2014/main" id="{BD01FD4F-EE71-485B-CFCD-DCAEC40A45F6}"/>
                </a:ext>
              </a:extLst>
            </p:cNvPr>
            <p:cNvSpPr>
              <a:spLocks noChangeShapeType="1"/>
            </p:cNvSpPr>
            <p:nvPr/>
          </p:nvSpPr>
          <p:spPr bwMode="auto">
            <a:xfrm>
              <a:off x="4736" y="2083"/>
              <a:ext cx="10" cy="2"/>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2" name="Line 524">
              <a:extLst>
                <a:ext uri="{FF2B5EF4-FFF2-40B4-BE49-F238E27FC236}">
                  <a16:creationId xmlns:a16="http://schemas.microsoft.com/office/drawing/2014/main" id="{73E52CDB-9C02-BB30-B4F8-ED7072A7D9DE}"/>
                </a:ext>
              </a:extLst>
            </p:cNvPr>
            <p:cNvSpPr>
              <a:spLocks noChangeShapeType="1"/>
            </p:cNvSpPr>
            <p:nvPr/>
          </p:nvSpPr>
          <p:spPr bwMode="auto">
            <a:xfrm>
              <a:off x="4746" y="2085"/>
              <a:ext cx="79" cy="1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3" name="Line 525">
              <a:extLst>
                <a:ext uri="{FF2B5EF4-FFF2-40B4-BE49-F238E27FC236}">
                  <a16:creationId xmlns:a16="http://schemas.microsoft.com/office/drawing/2014/main" id="{0A16FED8-A11A-82E7-65A7-A2EECA36D7D8}"/>
                </a:ext>
              </a:extLst>
            </p:cNvPr>
            <p:cNvSpPr>
              <a:spLocks noChangeShapeType="1"/>
            </p:cNvSpPr>
            <p:nvPr/>
          </p:nvSpPr>
          <p:spPr bwMode="auto">
            <a:xfrm>
              <a:off x="4825" y="2098"/>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4" name="Line 526">
              <a:extLst>
                <a:ext uri="{FF2B5EF4-FFF2-40B4-BE49-F238E27FC236}">
                  <a16:creationId xmlns:a16="http://schemas.microsoft.com/office/drawing/2014/main" id="{8CA41584-49F2-A4D3-8F32-58B0DE42FD24}"/>
                </a:ext>
              </a:extLst>
            </p:cNvPr>
            <p:cNvSpPr>
              <a:spLocks noChangeShapeType="1"/>
            </p:cNvSpPr>
            <p:nvPr/>
          </p:nvSpPr>
          <p:spPr bwMode="auto">
            <a:xfrm>
              <a:off x="4887" y="2104"/>
              <a:ext cx="73" cy="3"/>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5" name="Line 527">
              <a:extLst>
                <a:ext uri="{FF2B5EF4-FFF2-40B4-BE49-F238E27FC236}">
                  <a16:creationId xmlns:a16="http://schemas.microsoft.com/office/drawing/2014/main" id="{68A8FFC0-3442-D5A1-2ABE-B8201F3D0625}"/>
                </a:ext>
              </a:extLst>
            </p:cNvPr>
            <p:cNvSpPr>
              <a:spLocks noChangeShapeType="1"/>
            </p:cNvSpPr>
            <p:nvPr/>
          </p:nvSpPr>
          <p:spPr bwMode="auto">
            <a:xfrm>
              <a:off x="4960" y="2107"/>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6" name="Line 528">
              <a:extLst>
                <a:ext uri="{FF2B5EF4-FFF2-40B4-BE49-F238E27FC236}">
                  <a16:creationId xmlns:a16="http://schemas.microsoft.com/office/drawing/2014/main" id="{1AE42828-8BAE-33E9-58AE-FA304E4AF0F3}"/>
                </a:ext>
              </a:extLst>
            </p:cNvPr>
            <p:cNvSpPr>
              <a:spLocks noChangeShapeType="1"/>
            </p:cNvSpPr>
            <p:nvPr/>
          </p:nvSpPr>
          <p:spPr bwMode="auto">
            <a:xfrm flipV="1">
              <a:off x="5070" y="2104"/>
              <a:ext cx="18" cy="7"/>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7" name="Line 529">
              <a:extLst>
                <a:ext uri="{FF2B5EF4-FFF2-40B4-BE49-F238E27FC236}">
                  <a16:creationId xmlns:a16="http://schemas.microsoft.com/office/drawing/2014/main" id="{1072A66F-FE0C-DFD5-816F-A08D2FBD590E}"/>
                </a:ext>
              </a:extLst>
            </p:cNvPr>
            <p:cNvSpPr>
              <a:spLocks noChangeShapeType="1"/>
            </p:cNvSpPr>
            <p:nvPr/>
          </p:nvSpPr>
          <p:spPr bwMode="auto">
            <a:xfrm flipV="1">
              <a:off x="5088" y="2098"/>
              <a:ext cx="15" cy="6"/>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8" name="Line 530">
              <a:extLst>
                <a:ext uri="{FF2B5EF4-FFF2-40B4-BE49-F238E27FC236}">
                  <a16:creationId xmlns:a16="http://schemas.microsoft.com/office/drawing/2014/main" id="{8486DD53-36F7-2A6E-29C2-89BD65B3CFA7}"/>
                </a:ext>
              </a:extLst>
            </p:cNvPr>
            <p:cNvSpPr>
              <a:spLocks noChangeShapeType="1"/>
            </p:cNvSpPr>
            <p:nvPr/>
          </p:nvSpPr>
          <p:spPr bwMode="auto">
            <a:xfrm flipV="1">
              <a:off x="5103" y="2095"/>
              <a:ext cx="8" cy="3"/>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59" name="Line 531">
              <a:extLst>
                <a:ext uri="{FF2B5EF4-FFF2-40B4-BE49-F238E27FC236}">
                  <a16:creationId xmlns:a16="http://schemas.microsoft.com/office/drawing/2014/main" id="{FAA299FF-A183-C041-8304-851FC8A27CE2}"/>
                </a:ext>
              </a:extLst>
            </p:cNvPr>
            <p:cNvSpPr>
              <a:spLocks noChangeShapeType="1"/>
            </p:cNvSpPr>
            <p:nvPr/>
          </p:nvSpPr>
          <p:spPr bwMode="auto">
            <a:xfrm>
              <a:off x="5111" y="2095"/>
              <a:ext cx="8"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0" name="Line 532">
              <a:extLst>
                <a:ext uri="{FF2B5EF4-FFF2-40B4-BE49-F238E27FC236}">
                  <a16:creationId xmlns:a16="http://schemas.microsoft.com/office/drawing/2014/main" id="{AAD5AA87-F392-7591-6A8B-E1170D2AC2EC}"/>
                </a:ext>
              </a:extLst>
            </p:cNvPr>
            <p:cNvSpPr>
              <a:spLocks noChangeShapeType="1"/>
            </p:cNvSpPr>
            <p:nvPr/>
          </p:nvSpPr>
          <p:spPr bwMode="auto">
            <a:xfrm>
              <a:off x="5119" y="2095"/>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1" name="Line 533">
              <a:extLst>
                <a:ext uri="{FF2B5EF4-FFF2-40B4-BE49-F238E27FC236}">
                  <a16:creationId xmlns:a16="http://schemas.microsoft.com/office/drawing/2014/main" id="{EA6C8B74-3691-80F9-5485-5A847E900AE8}"/>
                </a:ext>
              </a:extLst>
            </p:cNvPr>
            <p:cNvSpPr>
              <a:spLocks noChangeShapeType="1"/>
            </p:cNvSpPr>
            <p:nvPr/>
          </p:nvSpPr>
          <p:spPr bwMode="auto">
            <a:xfrm>
              <a:off x="5123" y="2095"/>
              <a:ext cx="2"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2" name="Line 534">
              <a:extLst>
                <a:ext uri="{FF2B5EF4-FFF2-40B4-BE49-F238E27FC236}">
                  <a16:creationId xmlns:a16="http://schemas.microsoft.com/office/drawing/2014/main" id="{3A0EF44E-F629-EBB2-BA9F-85C50E268D75}"/>
                </a:ext>
              </a:extLst>
            </p:cNvPr>
            <p:cNvSpPr>
              <a:spLocks noChangeShapeType="1"/>
            </p:cNvSpPr>
            <p:nvPr/>
          </p:nvSpPr>
          <p:spPr bwMode="auto">
            <a:xfrm>
              <a:off x="5125" y="2096"/>
              <a:ext cx="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3" name="Line 535">
              <a:extLst>
                <a:ext uri="{FF2B5EF4-FFF2-40B4-BE49-F238E27FC236}">
                  <a16:creationId xmlns:a16="http://schemas.microsoft.com/office/drawing/2014/main" id="{D158664B-E14B-7A76-12C5-0E83937E9985}"/>
                </a:ext>
              </a:extLst>
            </p:cNvPr>
            <p:cNvSpPr>
              <a:spLocks noChangeShapeType="1"/>
            </p:cNvSpPr>
            <p:nvPr/>
          </p:nvSpPr>
          <p:spPr bwMode="auto">
            <a:xfrm>
              <a:off x="5132" y="2100"/>
              <a:ext cx="5" cy="7"/>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4" name="Line 536">
              <a:extLst>
                <a:ext uri="{FF2B5EF4-FFF2-40B4-BE49-F238E27FC236}">
                  <a16:creationId xmlns:a16="http://schemas.microsoft.com/office/drawing/2014/main" id="{AD5C297D-DDC4-2956-26EE-522515DB235F}"/>
                </a:ext>
              </a:extLst>
            </p:cNvPr>
            <p:cNvSpPr>
              <a:spLocks noChangeShapeType="1"/>
            </p:cNvSpPr>
            <p:nvPr/>
          </p:nvSpPr>
          <p:spPr bwMode="auto">
            <a:xfrm>
              <a:off x="5137" y="2107"/>
              <a:ext cx="7" cy="4"/>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5" name="Line 537">
              <a:extLst>
                <a:ext uri="{FF2B5EF4-FFF2-40B4-BE49-F238E27FC236}">
                  <a16:creationId xmlns:a16="http://schemas.microsoft.com/office/drawing/2014/main" id="{555ACC68-92F1-4292-57EA-7213D3D548D3}"/>
                </a:ext>
              </a:extLst>
            </p:cNvPr>
            <p:cNvSpPr>
              <a:spLocks noChangeShapeType="1"/>
            </p:cNvSpPr>
            <p:nvPr/>
          </p:nvSpPr>
          <p:spPr bwMode="auto">
            <a:xfrm flipH="1" flipV="1">
              <a:off x="5135" y="2054"/>
              <a:ext cx="9" cy="57"/>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6" name="Line 538">
              <a:extLst>
                <a:ext uri="{FF2B5EF4-FFF2-40B4-BE49-F238E27FC236}">
                  <a16:creationId xmlns:a16="http://schemas.microsoft.com/office/drawing/2014/main" id="{072A0286-17FC-BE7F-28BC-5BA270AAE95D}"/>
                </a:ext>
              </a:extLst>
            </p:cNvPr>
            <p:cNvSpPr>
              <a:spLocks noChangeShapeType="1"/>
            </p:cNvSpPr>
            <p:nvPr/>
          </p:nvSpPr>
          <p:spPr bwMode="auto">
            <a:xfrm flipH="1" flipV="1">
              <a:off x="5131" y="2010"/>
              <a:ext cx="4" cy="44"/>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7" name="Line 539">
              <a:extLst>
                <a:ext uri="{FF2B5EF4-FFF2-40B4-BE49-F238E27FC236}">
                  <a16:creationId xmlns:a16="http://schemas.microsoft.com/office/drawing/2014/main" id="{4BCE0913-A7CC-AFF1-9464-DF658BC47384}"/>
                </a:ext>
              </a:extLst>
            </p:cNvPr>
            <p:cNvSpPr>
              <a:spLocks noChangeShapeType="1"/>
            </p:cNvSpPr>
            <p:nvPr/>
          </p:nvSpPr>
          <p:spPr bwMode="auto">
            <a:xfrm flipH="1" flipV="1">
              <a:off x="5129" y="1990"/>
              <a:ext cx="2"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8" name="Line 540">
              <a:extLst>
                <a:ext uri="{FF2B5EF4-FFF2-40B4-BE49-F238E27FC236}">
                  <a16:creationId xmlns:a16="http://schemas.microsoft.com/office/drawing/2014/main" id="{A8446F14-3894-50A7-B110-329FE2A0FCEB}"/>
                </a:ext>
              </a:extLst>
            </p:cNvPr>
            <p:cNvSpPr>
              <a:spLocks noChangeShapeType="1"/>
            </p:cNvSpPr>
            <p:nvPr/>
          </p:nvSpPr>
          <p:spPr bwMode="auto">
            <a:xfrm flipV="1">
              <a:off x="5129" y="1975"/>
              <a:ext cx="1" cy="1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69" name="Line 541">
              <a:extLst>
                <a:ext uri="{FF2B5EF4-FFF2-40B4-BE49-F238E27FC236}">
                  <a16:creationId xmlns:a16="http://schemas.microsoft.com/office/drawing/2014/main" id="{C0C0877C-DB6E-FC94-4493-267E7BB5EFAA}"/>
                </a:ext>
              </a:extLst>
            </p:cNvPr>
            <p:cNvSpPr>
              <a:spLocks noChangeShapeType="1"/>
            </p:cNvSpPr>
            <p:nvPr/>
          </p:nvSpPr>
          <p:spPr bwMode="auto">
            <a:xfrm flipV="1">
              <a:off x="5129" y="1958"/>
              <a:ext cx="3" cy="17"/>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0" name="Line 542">
              <a:extLst>
                <a:ext uri="{FF2B5EF4-FFF2-40B4-BE49-F238E27FC236}">
                  <a16:creationId xmlns:a16="http://schemas.microsoft.com/office/drawing/2014/main" id="{5185D933-82DE-3A4D-5E92-B60C06A38C87}"/>
                </a:ext>
              </a:extLst>
            </p:cNvPr>
            <p:cNvSpPr>
              <a:spLocks noChangeShapeType="1"/>
            </p:cNvSpPr>
            <p:nvPr/>
          </p:nvSpPr>
          <p:spPr bwMode="auto">
            <a:xfrm flipV="1">
              <a:off x="5132" y="1941"/>
              <a:ext cx="4" cy="17"/>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1" name="Line 543">
              <a:extLst>
                <a:ext uri="{FF2B5EF4-FFF2-40B4-BE49-F238E27FC236}">
                  <a16:creationId xmlns:a16="http://schemas.microsoft.com/office/drawing/2014/main" id="{90CBBDB1-98C0-4F62-FA66-55BAD4060631}"/>
                </a:ext>
              </a:extLst>
            </p:cNvPr>
            <p:cNvSpPr>
              <a:spLocks noChangeShapeType="1"/>
            </p:cNvSpPr>
            <p:nvPr/>
          </p:nvSpPr>
          <p:spPr bwMode="auto">
            <a:xfrm flipV="1">
              <a:off x="5136" y="1906"/>
              <a:ext cx="10" cy="35"/>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2" name="Line 544">
              <a:extLst>
                <a:ext uri="{FF2B5EF4-FFF2-40B4-BE49-F238E27FC236}">
                  <a16:creationId xmlns:a16="http://schemas.microsoft.com/office/drawing/2014/main" id="{DC507A01-03A7-03F9-254A-C18379D29B24}"/>
                </a:ext>
              </a:extLst>
            </p:cNvPr>
            <p:cNvSpPr>
              <a:spLocks noChangeShapeType="1"/>
            </p:cNvSpPr>
            <p:nvPr/>
          </p:nvSpPr>
          <p:spPr bwMode="auto">
            <a:xfrm flipV="1">
              <a:off x="5146" y="1872"/>
              <a:ext cx="11" cy="34"/>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3" name="Line 545">
              <a:extLst>
                <a:ext uri="{FF2B5EF4-FFF2-40B4-BE49-F238E27FC236}">
                  <a16:creationId xmlns:a16="http://schemas.microsoft.com/office/drawing/2014/main" id="{D0742054-04EC-4EFC-BD26-384AE84EFE4D}"/>
                </a:ext>
              </a:extLst>
            </p:cNvPr>
            <p:cNvSpPr>
              <a:spLocks noChangeShapeType="1"/>
            </p:cNvSpPr>
            <p:nvPr/>
          </p:nvSpPr>
          <p:spPr bwMode="auto">
            <a:xfrm flipV="1">
              <a:off x="5157" y="1852"/>
              <a:ext cx="2" cy="20"/>
            </a:xfrm>
            <a:prstGeom prst="line">
              <a:avLst/>
            </a:prstGeom>
            <a:noFill/>
            <a:ln w="15875">
              <a:solidFill>
                <a:srgbClr val="5EBB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4" name="Line 546">
              <a:extLst>
                <a:ext uri="{FF2B5EF4-FFF2-40B4-BE49-F238E27FC236}">
                  <a16:creationId xmlns:a16="http://schemas.microsoft.com/office/drawing/2014/main" id="{D1B4CD92-BD8E-CDCB-2732-880EE71A88FF}"/>
                </a:ext>
              </a:extLst>
            </p:cNvPr>
            <p:cNvSpPr>
              <a:spLocks noChangeShapeType="1"/>
            </p:cNvSpPr>
            <p:nvPr/>
          </p:nvSpPr>
          <p:spPr bwMode="auto">
            <a:xfrm flipV="1">
              <a:off x="5159" y="1835"/>
              <a:ext cx="3" cy="17"/>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5" name="Line 547">
              <a:extLst>
                <a:ext uri="{FF2B5EF4-FFF2-40B4-BE49-F238E27FC236}">
                  <a16:creationId xmlns:a16="http://schemas.microsoft.com/office/drawing/2014/main" id="{DBB4FCF8-C70C-20E3-67D0-7E6E377F8644}"/>
                </a:ext>
              </a:extLst>
            </p:cNvPr>
            <p:cNvSpPr>
              <a:spLocks noChangeShapeType="1"/>
            </p:cNvSpPr>
            <p:nvPr/>
          </p:nvSpPr>
          <p:spPr bwMode="auto">
            <a:xfrm flipH="1" flipV="1">
              <a:off x="5144" y="1684"/>
              <a:ext cx="18" cy="15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6" name="Line 548">
              <a:extLst>
                <a:ext uri="{FF2B5EF4-FFF2-40B4-BE49-F238E27FC236}">
                  <a16:creationId xmlns:a16="http://schemas.microsoft.com/office/drawing/2014/main" id="{DE3CF95B-B7BD-C61C-6CF9-B6E445137B80}"/>
                </a:ext>
              </a:extLst>
            </p:cNvPr>
            <p:cNvSpPr>
              <a:spLocks noChangeShapeType="1"/>
            </p:cNvSpPr>
            <p:nvPr/>
          </p:nvSpPr>
          <p:spPr bwMode="auto">
            <a:xfrm flipH="1">
              <a:off x="3161" y="1684"/>
              <a:ext cx="1983" cy="2"/>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77" name="Freeform 549">
              <a:extLst>
                <a:ext uri="{FF2B5EF4-FFF2-40B4-BE49-F238E27FC236}">
                  <a16:creationId xmlns:a16="http://schemas.microsoft.com/office/drawing/2014/main" id="{B97A01F7-3A46-7D4C-A207-454E2F46CB63}"/>
                </a:ext>
              </a:extLst>
            </p:cNvPr>
            <p:cNvSpPr>
              <a:spLocks noEditPoints="1"/>
            </p:cNvSpPr>
            <p:nvPr/>
          </p:nvSpPr>
          <p:spPr bwMode="auto">
            <a:xfrm>
              <a:off x="3390" y="1412"/>
              <a:ext cx="2236" cy="45"/>
            </a:xfrm>
            <a:custGeom>
              <a:avLst/>
              <a:gdLst>
                <a:gd name="T0" fmla="*/ 0 w 2236"/>
                <a:gd name="T1" fmla="*/ 19 h 42"/>
                <a:gd name="T2" fmla="*/ 2139 w 2236"/>
                <a:gd name="T3" fmla="*/ 21 h 42"/>
                <a:gd name="T4" fmla="*/ 2139 w 2236"/>
                <a:gd name="T5" fmla="*/ 59 h 42"/>
                <a:gd name="T6" fmla="*/ 0 w 2236"/>
                <a:gd name="T7" fmla="*/ 59 h 42"/>
                <a:gd name="T8" fmla="*/ 0 w 2236"/>
                <a:gd name="T9" fmla="*/ 19 h 42"/>
                <a:gd name="T10" fmla="*/ 2128 w 2236"/>
                <a:gd name="T11" fmla="*/ 0 h 42"/>
                <a:gd name="T12" fmla="*/ 2236 w 2236"/>
                <a:gd name="T13" fmla="*/ 44 h 42"/>
                <a:gd name="T14" fmla="*/ 2128 w 2236"/>
                <a:gd name="T15" fmla="*/ 84 h 42"/>
                <a:gd name="T16" fmla="*/ 2128 w 2236"/>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36" h="42">
                  <a:moveTo>
                    <a:pt x="0" y="9"/>
                  </a:moveTo>
                  <a:lnTo>
                    <a:pt x="2139" y="11"/>
                  </a:lnTo>
                  <a:lnTo>
                    <a:pt x="2139" y="30"/>
                  </a:lnTo>
                  <a:lnTo>
                    <a:pt x="0" y="30"/>
                  </a:lnTo>
                  <a:lnTo>
                    <a:pt x="0" y="9"/>
                  </a:lnTo>
                  <a:close/>
                  <a:moveTo>
                    <a:pt x="2128" y="0"/>
                  </a:moveTo>
                  <a:lnTo>
                    <a:pt x="2236" y="21"/>
                  </a:lnTo>
                  <a:lnTo>
                    <a:pt x="2128" y="42"/>
                  </a:lnTo>
                  <a:lnTo>
                    <a:pt x="2128" y="0"/>
                  </a:lnTo>
                  <a:close/>
                </a:path>
              </a:pathLst>
            </a:custGeom>
            <a:solidFill>
              <a:srgbClr val="0000FF"/>
            </a:solidFill>
            <a:ln w="1588">
              <a:solidFill>
                <a:srgbClr val="0000FF"/>
              </a:solidFill>
              <a:prstDash val="solid"/>
              <a:round/>
              <a:headEnd/>
              <a:tailEnd/>
            </a:ln>
          </p:spPr>
          <p:txBody>
            <a:bodyPr/>
            <a:lstStyle/>
            <a:p>
              <a:endParaRPr lang="zh-CN" altLang="en-US"/>
            </a:p>
          </p:txBody>
        </p:sp>
        <p:sp>
          <p:nvSpPr>
            <p:cNvPr id="77978" name="Rectangle 550">
              <a:extLst>
                <a:ext uri="{FF2B5EF4-FFF2-40B4-BE49-F238E27FC236}">
                  <a16:creationId xmlns:a16="http://schemas.microsoft.com/office/drawing/2014/main" id="{27F8C0E8-2091-0595-7A69-E744F0F429B7}"/>
                </a:ext>
              </a:extLst>
            </p:cNvPr>
            <p:cNvSpPr>
              <a:spLocks noChangeArrowheads="1"/>
            </p:cNvSpPr>
            <p:nvPr/>
          </p:nvSpPr>
          <p:spPr bwMode="auto">
            <a:xfrm>
              <a:off x="3390" y="568"/>
              <a:ext cx="1981" cy="866"/>
            </a:xfrm>
            <a:prstGeom prst="rect">
              <a:avLst/>
            </a:prstGeom>
            <a:solidFill>
              <a:srgbClr val="FFE5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77979" name="Freeform 551">
              <a:extLst>
                <a:ext uri="{FF2B5EF4-FFF2-40B4-BE49-F238E27FC236}">
                  <a16:creationId xmlns:a16="http://schemas.microsoft.com/office/drawing/2014/main" id="{6593B7A0-DDFC-4EFF-EAA6-E08AE72E9347}"/>
                </a:ext>
              </a:extLst>
            </p:cNvPr>
            <p:cNvSpPr>
              <a:spLocks noEditPoints="1"/>
            </p:cNvSpPr>
            <p:nvPr/>
          </p:nvSpPr>
          <p:spPr bwMode="auto">
            <a:xfrm>
              <a:off x="3989" y="1417"/>
              <a:ext cx="426" cy="375"/>
            </a:xfrm>
            <a:custGeom>
              <a:avLst/>
              <a:gdLst>
                <a:gd name="T0" fmla="*/ 426 w 426"/>
                <a:gd name="T1" fmla="*/ 30 h 351"/>
                <a:gd name="T2" fmla="*/ 81 w 426"/>
                <a:gd name="T3" fmla="*/ 578 h 351"/>
                <a:gd name="T4" fmla="*/ 66 w 426"/>
                <a:gd name="T5" fmla="*/ 549 h 351"/>
                <a:gd name="T6" fmla="*/ 412 w 426"/>
                <a:gd name="T7" fmla="*/ 0 h 351"/>
                <a:gd name="T8" fmla="*/ 426 w 426"/>
                <a:gd name="T9" fmla="*/ 30 h 351"/>
                <a:gd name="T10" fmla="*/ 96 w 426"/>
                <a:gd name="T11" fmla="*/ 578 h 351"/>
                <a:gd name="T12" fmla="*/ 0 w 426"/>
                <a:gd name="T13" fmla="*/ 679 h 351"/>
                <a:gd name="T14" fmla="*/ 68 w 426"/>
                <a:gd name="T15" fmla="*/ 519 h 351"/>
                <a:gd name="T16" fmla="*/ 96 w 426"/>
                <a:gd name="T17" fmla="*/ 578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6" h="351">
                  <a:moveTo>
                    <a:pt x="426" y="16"/>
                  </a:moveTo>
                  <a:lnTo>
                    <a:pt x="81" y="299"/>
                  </a:lnTo>
                  <a:lnTo>
                    <a:pt x="66" y="283"/>
                  </a:lnTo>
                  <a:lnTo>
                    <a:pt x="412" y="0"/>
                  </a:lnTo>
                  <a:lnTo>
                    <a:pt x="426" y="16"/>
                  </a:lnTo>
                  <a:close/>
                  <a:moveTo>
                    <a:pt x="96" y="299"/>
                  </a:moveTo>
                  <a:lnTo>
                    <a:pt x="0" y="351"/>
                  </a:lnTo>
                  <a:lnTo>
                    <a:pt x="68" y="268"/>
                  </a:lnTo>
                  <a:lnTo>
                    <a:pt x="96" y="299"/>
                  </a:lnTo>
                  <a:close/>
                </a:path>
              </a:pathLst>
            </a:custGeom>
            <a:solidFill>
              <a:srgbClr val="0000FF"/>
            </a:solidFill>
            <a:ln w="1588">
              <a:solidFill>
                <a:srgbClr val="0000FF"/>
              </a:solidFill>
              <a:prstDash val="solid"/>
              <a:round/>
              <a:headEnd/>
              <a:tailEnd/>
            </a:ln>
          </p:spPr>
          <p:txBody>
            <a:bodyPr/>
            <a:lstStyle/>
            <a:p>
              <a:endParaRPr lang="zh-CN" altLang="en-US"/>
            </a:p>
          </p:txBody>
        </p:sp>
        <p:sp>
          <p:nvSpPr>
            <p:cNvPr id="77980" name="Freeform 552">
              <a:extLst>
                <a:ext uri="{FF2B5EF4-FFF2-40B4-BE49-F238E27FC236}">
                  <a16:creationId xmlns:a16="http://schemas.microsoft.com/office/drawing/2014/main" id="{186177D0-7D01-28B7-96AD-C9AC26C7B71E}"/>
                </a:ext>
              </a:extLst>
            </p:cNvPr>
            <p:cNvSpPr>
              <a:spLocks noEditPoints="1"/>
            </p:cNvSpPr>
            <p:nvPr/>
          </p:nvSpPr>
          <p:spPr bwMode="auto">
            <a:xfrm>
              <a:off x="3654" y="1125"/>
              <a:ext cx="247" cy="218"/>
            </a:xfrm>
            <a:custGeom>
              <a:avLst/>
              <a:gdLst>
                <a:gd name="T0" fmla="*/ 247 w 247"/>
                <a:gd name="T1" fmla="*/ 24 h 204"/>
                <a:gd name="T2" fmla="*/ 79 w 247"/>
                <a:gd name="T3" fmla="*/ 287 h 204"/>
                <a:gd name="T4" fmla="*/ 69 w 247"/>
                <a:gd name="T5" fmla="*/ 267 h 204"/>
                <a:gd name="T6" fmla="*/ 236 w 247"/>
                <a:gd name="T7" fmla="*/ 0 h 204"/>
                <a:gd name="T8" fmla="*/ 247 w 247"/>
                <a:gd name="T9" fmla="*/ 24 h 204"/>
                <a:gd name="T10" fmla="*/ 96 w 247"/>
                <a:gd name="T11" fmla="*/ 299 h 204"/>
                <a:gd name="T12" fmla="*/ 0 w 247"/>
                <a:gd name="T13" fmla="*/ 395 h 204"/>
                <a:gd name="T14" fmla="*/ 68 w 247"/>
                <a:gd name="T15" fmla="*/ 234 h 204"/>
                <a:gd name="T16" fmla="*/ 96 w 247"/>
                <a:gd name="T17" fmla="*/ 299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7" h="204">
                  <a:moveTo>
                    <a:pt x="247" y="13"/>
                  </a:moveTo>
                  <a:lnTo>
                    <a:pt x="79" y="149"/>
                  </a:lnTo>
                  <a:lnTo>
                    <a:pt x="69" y="138"/>
                  </a:lnTo>
                  <a:lnTo>
                    <a:pt x="236" y="0"/>
                  </a:lnTo>
                  <a:lnTo>
                    <a:pt x="247" y="13"/>
                  </a:lnTo>
                  <a:close/>
                  <a:moveTo>
                    <a:pt x="96" y="153"/>
                  </a:moveTo>
                  <a:lnTo>
                    <a:pt x="0" y="204"/>
                  </a:lnTo>
                  <a:lnTo>
                    <a:pt x="68" y="121"/>
                  </a:lnTo>
                  <a:lnTo>
                    <a:pt x="96" y="153"/>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7981" name="Line 553">
              <a:extLst>
                <a:ext uri="{FF2B5EF4-FFF2-40B4-BE49-F238E27FC236}">
                  <a16:creationId xmlns:a16="http://schemas.microsoft.com/office/drawing/2014/main" id="{180DD28F-313E-E680-85CD-85336E062537}"/>
                </a:ext>
              </a:extLst>
            </p:cNvPr>
            <p:cNvSpPr>
              <a:spLocks noChangeShapeType="1"/>
            </p:cNvSpPr>
            <p:nvPr/>
          </p:nvSpPr>
          <p:spPr bwMode="auto">
            <a:xfrm flipH="1" flipV="1">
              <a:off x="3641" y="998"/>
              <a:ext cx="772" cy="437"/>
            </a:xfrm>
            <a:prstGeom prst="line">
              <a:avLst/>
            </a:prstGeom>
            <a:noFill/>
            <a:ln w="20638">
              <a:solidFill>
                <a:srgbClr val="99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2" name="Freeform 554">
              <a:extLst>
                <a:ext uri="{FF2B5EF4-FFF2-40B4-BE49-F238E27FC236}">
                  <a16:creationId xmlns:a16="http://schemas.microsoft.com/office/drawing/2014/main" id="{CA674C1A-B2D4-828F-6510-4906C49E5764}"/>
                </a:ext>
              </a:extLst>
            </p:cNvPr>
            <p:cNvSpPr>
              <a:spLocks noEditPoints="1"/>
            </p:cNvSpPr>
            <p:nvPr/>
          </p:nvSpPr>
          <p:spPr bwMode="auto">
            <a:xfrm>
              <a:off x="3883" y="771"/>
              <a:ext cx="180" cy="374"/>
            </a:xfrm>
            <a:custGeom>
              <a:avLst/>
              <a:gdLst>
                <a:gd name="T0" fmla="*/ 147 w 180"/>
                <a:gd name="T1" fmla="*/ 168 h 350"/>
                <a:gd name="T2" fmla="*/ 16 w 180"/>
                <a:gd name="T3" fmla="*/ 679 h 350"/>
                <a:gd name="T4" fmla="*/ 0 w 180"/>
                <a:gd name="T5" fmla="*/ 665 h 350"/>
                <a:gd name="T6" fmla="*/ 131 w 180"/>
                <a:gd name="T7" fmla="*/ 155 h 350"/>
                <a:gd name="T8" fmla="*/ 147 w 180"/>
                <a:gd name="T9" fmla="*/ 168 h 350"/>
                <a:gd name="T10" fmla="*/ 114 w 180"/>
                <a:gd name="T11" fmla="*/ 166 h 350"/>
                <a:gd name="T12" fmla="*/ 180 w 180"/>
                <a:gd name="T13" fmla="*/ 0 h 350"/>
                <a:gd name="T14" fmla="*/ 154 w 180"/>
                <a:gd name="T15" fmla="*/ 198 h 350"/>
                <a:gd name="T16" fmla="*/ 114 w 180"/>
                <a:gd name="T17" fmla="*/ 166 h 3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350">
                  <a:moveTo>
                    <a:pt x="147" y="87"/>
                  </a:moveTo>
                  <a:lnTo>
                    <a:pt x="16" y="350"/>
                  </a:lnTo>
                  <a:lnTo>
                    <a:pt x="0" y="342"/>
                  </a:lnTo>
                  <a:lnTo>
                    <a:pt x="131" y="80"/>
                  </a:lnTo>
                  <a:lnTo>
                    <a:pt x="147" y="87"/>
                  </a:lnTo>
                  <a:close/>
                  <a:moveTo>
                    <a:pt x="114" y="85"/>
                  </a:moveTo>
                  <a:lnTo>
                    <a:pt x="180" y="0"/>
                  </a:lnTo>
                  <a:lnTo>
                    <a:pt x="154" y="102"/>
                  </a:lnTo>
                  <a:lnTo>
                    <a:pt x="114" y="85"/>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7983" name="Line 555">
              <a:extLst>
                <a:ext uri="{FF2B5EF4-FFF2-40B4-BE49-F238E27FC236}">
                  <a16:creationId xmlns:a16="http://schemas.microsoft.com/office/drawing/2014/main" id="{A092C1DE-4039-EAA5-1CF2-3644BBC9DF04}"/>
                </a:ext>
              </a:extLst>
            </p:cNvPr>
            <p:cNvSpPr>
              <a:spLocks noChangeShapeType="1"/>
            </p:cNvSpPr>
            <p:nvPr/>
          </p:nvSpPr>
          <p:spPr bwMode="auto">
            <a:xfrm flipV="1">
              <a:off x="4401" y="634"/>
              <a:ext cx="1" cy="791"/>
            </a:xfrm>
            <a:prstGeom prst="line">
              <a:avLst/>
            </a:prstGeom>
            <a:noFill/>
            <a:ln w="3492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984" name="Freeform 556">
              <a:extLst>
                <a:ext uri="{FF2B5EF4-FFF2-40B4-BE49-F238E27FC236}">
                  <a16:creationId xmlns:a16="http://schemas.microsoft.com/office/drawing/2014/main" id="{844624F6-9131-6DD2-DFED-1EFB53308D69}"/>
                </a:ext>
              </a:extLst>
            </p:cNvPr>
            <p:cNvSpPr>
              <a:spLocks noEditPoints="1"/>
            </p:cNvSpPr>
            <p:nvPr/>
          </p:nvSpPr>
          <p:spPr bwMode="auto">
            <a:xfrm>
              <a:off x="3848" y="751"/>
              <a:ext cx="217" cy="146"/>
            </a:xfrm>
            <a:custGeom>
              <a:avLst/>
              <a:gdLst>
                <a:gd name="T0" fmla="*/ 217 w 217"/>
                <a:gd name="T1" fmla="*/ 19 h 137"/>
                <a:gd name="T2" fmla="*/ 180 w 217"/>
                <a:gd name="T3" fmla="*/ 58 h 137"/>
                <a:gd name="T4" fmla="*/ 175 w 217"/>
                <a:gd name="T5" fmla="*/ 45 h 137"/>
                <a:gd name="T6" fmla="*/ 211 w 217"/>
                <a:gd name="T7" fmla="*/ 0 h 137"/>
                <a:gd name="T8" fmla="*/ 217 w 217"/>
                <a:gd name="T9" fmla="*/ 19 h 137"/>
                <a:gd name="T10" fmla="*/ 153 w 217"/>
                <a:gd name="T11" fmla="*/ 91 h 137"/>
                <a:gd name="T12" fmla="*/ 117 w 217"/>
                <a:gd name="T13" fmla="*/ 134 h 137"/>
                <a:gd name="T14" fmla="*/ 112 w 217"/>
                <a:gd name="T15" fmla="*/ 117 h 137"/>
                <a:gd name="T16" fmla="*/ 148 w 217"/>
                <a:gd name="T17" fmla="*/ 76 h 137"/>
                <a:gd name="T18" fmla="*/ 153 w 217"/>
                <a:gd name="T19" fmla="*/ 91 h 137"/>
                <a:gd name="T20" fmla="*/ 90 w 217"/>
                <a:gd name="T21" fmla="*/ 165 h 137"/>
                <a:gd name="T22" fmla="*/ 53 w 217"/>
                <a:gd name="T23" fmla="*/ 207 h 137"/>
                <a:gd name="T24" fmla="*/ 47 w 217"/>
                <a:gd name="T25" fmla="*/ 189 h 137"/>
                <a:gd name="T26" fmla="*/ 85 w 217"/>
                <a:gd name="T27" fmla="*/ 146 h 137"/>
                <a:gd name="T28" fmla="*/ 90 w 217"/>
                <a:gd name="T29" fmla="*/ 165 h 137"/>
                <a:gd name="T30" fmla="*/ 26 w 217"/>
                <a:gd name="T31" fmla="*/ 237 h 137"/>
                <a:gd name="T32" fmla="*/ 7 w 217"/>
                <a:gd name="T33" fmla="*/ 259 h 137"/>
                <a:gd name="T34" fmla="*/ 0 w 217"/>
                <a:gd name="T35" fmla="*/ 242 h 137"/>
                <a:gd name="T36" fmla="*/ 20 w 217"/>
                <a:gd name="T37" fmla="*/ 221 h 137"/>
                <a:gd name="T38" fmla="*/ 26 w 217"/>
                <a:gd name="T39" fmla="*/ 237 h 1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17" h="137">
                  <a:moveTo>
                    <a:pt x="217" y="9"/>
                  </a:moveTo>
                  <a:lnTo>
                    <a:pt x="180" y="31"/>
                  </a:lnTo>
                  <a:lnTo>
                    <a:pt x="175" y="23"/>
                  </a:lnTo>
                  <a:lnTo>
                    <a:pt x="211" y="0"/>
                  </a:lnTo>
                  <a:lnTo>
                    <a:pt x="217" y="9"/>
                  </a:lnTo>
                  <a:close/>
                  <a:moveTo>
                    <a:pt x="153" y="48"/>
                  </a:moveTo>
                  <a:lnTo>
                    <a:pt x="117" y="71"/>
                  </a:lnTo>
                  <a:lnTo>
                    <a:pt x="112" y="62"/>
                  </a:lnTo>
                  <a:lnTo>
                    <a:pt x="148" y="40"/>
                  </a:lnTo>
                  <a:lnTo>
                    <a:pt x="153" y="48"/>
                  </a:lnTo>
                  <a:close/>
                  <a:moveTo>
                    <a:pt x="90" y="87"/>
                  </a:moveTo>
                  <a:lnTo>
                    <a:pt x="53" y="109"/>
                  </a:lnTo>
                  <a:lnTo>
                    <a:pt x="47" y="100"/>
                  </a:lnTo>
                  <a:lnTo>
                    <a:pt x="85" y="78"/>
                  </a:lnTo>
                  <a:lnTo>
                    <a:pt x="90" y="87"/>
                  </a:lnTo>
                  <a:close/>
                  <a:moveTo>
                    <a:pt x="26" y="125"/>
                  </a:moveTo>
                  <a:lnTo>
                    <a:pt x="7" y="137"/>
                  </a:lnTo>
                  <a:lnTo>
                    <a:pt x="0" y="128"/>
                  </a:lnTo>
                  <a:lnTo>
                    <a:pt x="20" y="116"/>
                  </a:lnTo>
                  <a:lnTo>
                    <a:pt x="26" y="125"/>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7985" name="Freeform 557">
              <a:extLst>
                <a:ext uri="{FF2B5EF4-FFF2-40B4-BE49-F238E27FC236}">
                  <a16:creationId xmlns:a16="http://schemas.microsoft.com/office/drawing/2014/main" id="{981B53BA-6DA2-CE85-8BE0-47A6302D54FD}"/>
                </a:ext>
              </a:extLst>
            </p:cNvPr>
            <p:cNvSpPr>
              <a:spLocks noEditPoints="1"/>
            </p:cNvSpPr>
            <p:nvPr/>
          </p:nvSpPr>
          <p:spPr bwMode="auto">
            <a:xfrm>
              <a:off x="3674" y="929"/>
              <a:ext cx="152" cy="370"/>
            </a:xfrm>
            <a:custGeom>
              <a:avLst/>
              <a:gdLst>
                <a:gd name="T0" fmla="*/ 152 w 152"/>
                <a:gd name="T1" fmla="*/ 3 h 346"/>
                <a:gd name="T2" fmla="*/ 137 w 152"/>
                <a:gd name="T3" fmla="*/ 82 h 346"/>
                <a:gd name="T4" fmla="*/ 127 w 152"/>
                <a:gd name="T5" fmla="*/ 75 h 346"/>
                <a:gd name="T6" fmla="*/ 142 w 152"/>
                <a:gd name="T7" fmla="*/ 0 h 346"/>
                <a:gd name="T8" fmla="*/ 152 w 152"/>
                <a:gd name="T9" fmla="*/ 3 h 346"/>
                <a:gd name="T10" fmla="*/ 125 w 152"/>
                <a:gd name="T11" fmla="*/ 137 h 346"/>
                <a:gd name="T12" fmla="*/ 108 w 152"/>
                <a:gd name="T13" fmla="*/ 211 h 346"/>
                <a:gd name="T14" fmla="*/ 99 w 152"/>
                <a:gd name="T15" fmla="*/ 203 h 346"/>
                <a:gd name="T16" fmla="*/ 115 w 152"/>
                <a:gd name="T17" fmla="*/ 129 h 346"/>
                <a:gd name="T18" fmla="*/ 125 w 152"/>
                <a:gd name="T19" fmla="*/ 137 h 346"/>
                <a:gd name="T20" fmla="*/ 97 w 152"/>
                <a:gd name="T21" fmla="*/ 265 h 346"/>
                <a:gd name="T22" fmla="*/ 81 w 152"/>
                <a:gd name="T23" fmla="*/ 342 h 346"/>
                <a:gd name="T24" fmla="*/ 71 w 152"/>
                <a:gd name="T25" fmla="*/ 337 h 346"/>
                <a:gd name="T26" fmla="*/ 86 w 152"/>
                <a:gd name="T27" fmla="*/ 261 h 346"/>
                <a:gd name="T28" fmla="*/ 97 w 152"/>
                <a:gd name="T29" fmla="*/ 265 h 346"/>
                <a:gd name="T30" fmla="*/ 68 w 152"/>
                <a:gd name="T31" fmla="*/ 398 h 346"/>
                <a:gd name="T32" fmla="*/ 53 w 152"/>
                <a:gd name="T33" fmla="*/ 475 h 346"/>
                <a:gd name="T34" fmla="*/ 42 w 152"/>
                <a:gd name="T35" fmla="*/ 464 h 346"/>
                <a:gd name="T36" fmla="*/ 59 w 152"/>
                <a:gd name="T37" fmla="*/ 390 h 346"/>
                <a:gd name="T38" fmla="*/ 68 w 152"/>
                <a:gd name="T39" fmla="*/ 398 h 346"/>
                <a:gd name="T40" fmla="*/ 41 w 152"/>
                <a:gd name="T41" fmla="*/ 530 h 346"/>
                <a:gd name="T42" fmla="*/ 26 w 152"/>
                <a:gd name="T43" fmla="*/ 603 h 346"/>
                <a:gd name="T44" fmla="*/ 15 w 152"/>
                <a:gd name="T45" fmla="*/ 598 h 346"/>
                <a:gd name="T46" fmla="*/ 31 w 152"/>
                <a:gd name="T47" fmla="*/ 524 h 346"/>
                <a:gd name="T48" fmla="*/ 41 w 152"/>
                <a:gd name="T49" fmla="*/ 530 h 346"/>
                <a:gd name="T50" fmla="*/ 13 w 152"/>
                <a:gd name="T51" fmla="*/ 660 h 346"/>
                <a:gd name="T52" fmla="*/ 10 w 152"/>
                <a:gd name="T53" fmla="*/ 676 h 346"/>
                <a:gd name="T54" fmla="*/ 0 w 152"/>
                <a:gd name="T55" fmla="*/ 668 h 346"/>
                <a:gd name="T56" fmla="*/ 4 w 152"/>
                <a:gd name="T57" fmla="*/ 652 h 346"/>
                <a:gd name="T58" fmla="*/ 13 w 152"/>
                <a:gd name="T59" fmla="*/ 660 h 34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2" h="346">
                  <a:moveTo>
                    <a:pt x="152" y="3"/>
                  </a:moveTo>
                  <a:lnTo>
                    <a:pt x="137" y="42"/>
                  </a:lnTo>
                  <a:lnTo>
                    <a:pt x="127" y="38"/>
                  </a:lnTo>
                  <a:lnTo>
                    <a:pt x="142" y="0"/>
                  </a:lnTo>
                  <a:lnTo>
                    <a:pt x="152" y="3"/>
                  </a:lnTo>
                  <a:close/>
                  <a:moveTo>
                    <a:pt x="125" y="70"/>
                  </a:moveTo>
                  <a:lnTo>
                    <a:pt x="108" y="108"/>
                  </a:lnTo>
                  <a:lnTo>
                    <a:pt x="99" y="104"/>
                  </a:lnTo>
                  <a:lnTo>
                    <a:pt x="115" y="66"/>
                  </a:lnTo>
                  <a:lnTo>
                    <a:pt x="125" y="70"/>
                  </a:lnTo>
                  <a:close/>
                  <a:moveTo>
                    <a:pt x="97" y="136"/>
                  </a:moveTo>
                  <a:lnTo>
                    <a:pt x="81" y="175"/>
                  </a:lnTo>
                  <a:lnTo>
                    <a:pt x="71" y="171"/>
                  </a:lnTo>
                  <a:lnTo>
                    <a:pt x="86" y="133"/>
                  </a:lnTo>
                  <a:lnTo>
                    <a:pt x="97" y="136"/>
                  </a:lnTo>
                  <a:close/>
                  <a:moveTo>
                    <a:pt x="68" y="204"/>
                  </a:moveTo>
                  <a:lnTo>
                    <a:pt x="53" y="242"/>
                  </a:lnTo>
                  <a:lnTo>
                    <a:pt x="42" y="237"/>
                  </a:lnTo>
                  <a:lnTo>
                    <a:pt x="59" y="199"/>
                  </a:lnTo>
                  <a:lnTo>
                    <a:pt x="68" y="204"/>
                  </a:lnTo>
                  <a:close/>
                  <a:moveTo>
                    <a:pt x="41" y="271"/>
                  </a:moveTo>
                  <a:lnTo>
                    <a:pt x="26" y="309"/>
                  </a:lnTo>
                  <a:lnTo>
                    <a:pt x="15" y="305"/>
                  </a:lnTo>
                  <a:lnTo>
                    <a:pt x="31" y="267"/>
                  </a:lnTo>
                  <a:lnTo>
                    <a:pt x="41" y="271"/>
                  </a:lnTo>
                  <a:close/>
                  <a:moveTo>
                    <a:pt x="13" y="337"/>
                  </a:moveTo>
                  <a:lnTo>
                    <a:pt x="10" y="346"/>
                  </a:lnTo>
                  <a:lnTo>
                    <a:pt x="0" y="342"/>
                  </a:lnTo>
                  <a:lnTo>
                    <a:pt x="4" y="334"/>
                  </a:lnTo>
                  <a:lnTo>
                    <a:pt x="13" y="33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7986" name="Freeform 558">
              <a:extLst>
                <a:ext uri="{FF2B5EF4-FFF2-40B4-BE49-F238E27FC236}">
                  <a16:creationId xmlns:a16="http://schemas.microsoft.com/office/drawing/2014/main" id="{C03052D4-7404-DA32-BEEF-6BF3EE51579B}"/>
                </a:ext>
              </a:extLst>
            </p:cNvPr>
            <p:cNvSpPr>
              <a:spLocks noEditPoints="1"/>
            </p:cNvSpPr>
            <p:nvPr/>
          </p:nvSpPr>
          <p:spPr bwMode="auto">
            <a:xfrm>
              <a:off x="3836" y="895"/>
              <a:ext cx="67" cy="259"/>
            </a:xfrm>
            <a:custGeom>
              <a:avLst/>
              <a:gdLst>
                <a:gd name="T0" fmla="*/ 45 w 67"/>
                <a:gd name="T1" fmla="*/ 476 h 242"/>
                <a:gd name="T2" fmla="*/ 10 w 67"/>
                <a:gd name="T3" fmla="*/ 180 h 242"/>
                <a:gd name="T4" fmla="*/ 31 w 67"/>
                <a:gd name="T5" fmla="*/ 173 h 242"/>
                <a:gd name="T6" fmla="*/ 67 w 67"/>
                <a:gd name="T7" fmla="*/ 468 h 242"/>
                <a:gd name="T8" fmla="*/ 45 w 67"/>
                <a:gd name="T9" fmla="*/ 476 h 242"/>
                <a:gd name="T10" fmla="*/ 2 w 67"/>
                <a:gd name="T11" fmla="*/ 205 h 242"/>
                <a:gd name="T12" fmla="*/ 0 w 67"/>
                <a:gd name="T13" fmla="*/ 0 h 242"/>
                <a:gd name="T14" fmla="*/ 43 w 67"/>
                <a:gd name="T15" fmla="*/ 189 h 242"/>
                <a:gd name="T16" fmla="*/ 2 w 67"/>
                <a:gd name="T17" fmla="*/ 205 h 2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 h="242">
                  <a:moveTo>
                    <a:pt x="45" y="242"/>
                  </a:moveTo>
                  <a:lnTo>
                    <a:pt x="10" y="92"/>
                  </a:lnTo>
                  <a:lnTo>
                    <a:pt x="31" y="87"/>
                  </a:lnTo>
                  <a:lnTo>
                    <a:pt x="67" y="237"/>
                  </a:lnTo>
                  <a:lnTo>
                    <a:pt x="45" y="242"/>
                  </a:lnTo>
                  <a:close/>
                  <a:moveTo>
                    <a:pt x="2" y="104"/>
                  </a:moveTo>
                  <a:lnTo>
                    <a:pt x="0" y="0"/>
                  </a:lnTo>
                  <a:lnTo>
                    <a:pt x="43" y="96"/>
                  </a:lnTo>
                  <a:lnTo>
                    <a:pt x="2" y="104"/>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77987" name="Freeform 559">
              <a:extLst>
                <a:ext uri="{FF2B5EF4-FFF2-40B4-BE49-F238E27FC236}">
                  <a16:creationId xmlns:a16="http://schemas.microsoft.com/office/drawing/2014/main" id="{5CCC5389-E273-F3B2-29DC-03380B2FEB3C}"/>
                </a:ext>
              </a:extLst>
            </p:cNvPr>
            <p:cNvSpPr>
              <a:spLocks noEditPoints="1"/>
            </p:cNvSpPr>
            <p:nvPr/>
          </p:nvSpPr>
          <p:spPr bwMode="auto">
            <a:xfrm>
              <a:off x="4394" y="995"/>
              <a:ext cx="777" cy="447"/>
            </a:xfrm>
            <a:custGeom>
              <a:avLst/>
              <a:gdLst>
                <a:gd name="T0" fmla="*/ 697 w 777"/>
                <a:gd name="T1" fmla="*/ 108 h 418"/>
                <a:gd name="T2" fmla="*/ 11 w 777"/>
                <a:gd name="T3" fmla="*/ 817 h 418"/>
                <a:gd name="T4" fmla="*/ 0 w 777"/>
                <a:gd name="T5" fmla="*/ 786 h 418"/>
                <a:gd name="T6" fmla="*/ 686 w 777"/>
                <a:gd name="T7" fmla="*/ 70 h 418"/>
                <a:gd name="T8" fmla="*/ 697 w 777"/>
                <a:gd name="T9" fmla="*/ 108 h 418"/>
                <a:gd name="T10" fmla="*/ 672 w 777"/>
                <a:gd name="T11" fmla="*/ 61 h 418"/>
                <a:gd name="T12" fmla="*/ 777 w 777"/>
                <a:gd name="T13" fmla="*/ 0 h 418"/>
                <a:gd name="T14" fmla="*/ 693 w 777"/>
                <a:gd name="T15" fmla="*/ 134 h 418"/>
                <a:gd name="T16" fmla="*/ 672 w 777"/>
                <a:gd name="T17" fmla="*/ 61 h 4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7" h="418">
                  <a:moveTo>
                    <a:pt x="697" y="55"/>
                  </a:moveTo>
                  <a:lnTo>
                    <a:pt x="11" y="418"/>
                  </a:lnTo>
                  <a:lnTo>
                    <a:pt x="0" y="401"/>
                  </a:lnTo>
                  <a:lnTo>
                    <a:pt x="686" y="36"/>
                  </a:lnTo>
                  <a:lnTo>
                    <a:pt x="697" y="55"/>
                  </a:lnTo>
                  <a:close/>
                  <a:moveTo>
                    <a:pt x="672" y="32"/>
                  </a:moveTo>
                  <a:lnTo>
                    <a:pt x="777" y="0"/>
                  </a:lnTo>
                  <a:lnTo>
                    <a:pt x="693" y="68"/>
                  </a:lnTo>
                  <a:lnTo>
                    <a:pt x="672" y="32"/>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7988" name="Freeform 560">
              <a:extLst>
                <a:ext uri="{FF2B5EF4-FFF2-40B4-BE49-F238E27FC236}">
                  <a16:creationId xmlns:a16="http://schemas.microsoft.com/office/drawing/2014/main" id="{94E78147-4426-A8FC-2903-06CCC3E192D0}"/>
                </a:ext>
              </a:extLst>
            </p:cNvPr>
            <p:cNvSpPr>
              <a:spLocks noEditPoints="1"/>
            </p:cNvSpPr>
            <p:nvPr/>
          </p:nvSpPr>
          <p:spPr bwMode="auto">
            <a:xfrm>
              <a:off x="4380" y="1304"/>
              <a:ext cx="43" cy="915"/>
            </a:xfrm>
            <a:custGeom>
              <a:avLst/>
              <a:gdLst>
                <a:gd name="T0" fmla="*/ 33 w 43"/>
                <a:gd name="T1" fmla="*/ 0 h 856"/>
                <a:gd name="T2" fmla="*/ 33 w 43"/>
                <a:gd name="T3" fmla="*/ 321 h 856"/>
                <a:gd name="T4" fmla="*/ 11 w 43"/>
                <a:gd name="T5" fmla="*/ 321 h 856"/>
                <a:gd name="T6" fmla="*/ 11 w 43"/>
                <a:gd name="T7" fmla="*/ 0 h 856"/>
                <a:gd name="T8" fmla="*/ 33 w 43"/>
                <a:gd name="T9" fmla="*/ 0 h 856"/>
                <a:gd name="T10" fmla="*/ 33 w 43"/>
                <a:gd name="T11" fmla="*/ 441 h 856"/>
                <a:gd name="T12" fmla="*/ 33 w 43"/>
                <a:gd name="T13" fmla="*/ 761 h 856"/>
                <a:gd name="T14" fmla="*/ 11 w 43"/>
                <a:gd name="T15" fmla="*/ 761 h 856"/>
                <a:gd name="T16" fmla="*/ 11 w 43"/>
                <a:gd name="T17" fmla="*/ 441 h 856"/>
                <a:gd name="T18" fmla="*/ 33 w 43"/>
                <a:gd name="T19" fmla="*/ 441 h 856"/>
                <a:gd name="T20" fmla="*/ 33 w 43"/>
                <a:gd name="T21" fmla="*/ 880 h 856"/>
                <a:gd name="T22" fmla="*/ 33 w 43"/>
                <a:gd name="T23" fmla="*/ 1197 h 856"/>
                <a:gd name="T24" fmla="*/ 11 w 43"/>
                <a:gd name="T25" fmla="*/ 1197 h 856"/>
                <a:gd name="T26" fmla="*/ 11 w 43"/>
                <a:gd name="T27" fmla="*/ 880 h 856"/>
                <a:gd name="T28" fmla="*/ 33 w 43"/>
                <a:gd name="T29" fmla="*/ 880 h 856"/>
                <a:gd name="T30" fmla="*/ 33 w 43"/>
                <a:gd name="T31" fmla="*/ 1319 h 856"/>
                <a:gd name="T32" fmla="*/ 33 w 43"/>
                <a:gd name="T33" fmla="*/ 1488 h 856"/>
                <a:gd name="T34" fmla="*/ 11 w 43"/>
                <a:gd name="T35" fmla="*/ 1488 h 856"/>
                <a:gd name="T36" fmla="*/ 11 w 43"/>
                <a:gd name="T37" fmla="*/ 1319 h 856"/>
                <a:gd name="T38" fmla="*/ 33 w 43"/>
                <a:gd name="T39" fmla="*/ 1319 h 856"/>
                <a:gd name="T40" fmla="*/ 43 w 43"/>
                <a:gd name="T41" fmla="*/ 1470 h 856"/>
                <a:gd name="T42" fmla="*/ 22 w 43"/>
                <a:gd name="T43" fmla="*/ 1665 h 856"/>
                <a:gd name="T44" fmla="*/ 0 w 43"/>
                <a:gd name="T45" fmla="*/ 1470 h 856"/>
                <a:gd name="T46" fmla="*/ 43 w 43"/>
                <a:gd name="T47" fmla="*/ 1470 h 8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3" h="856">
                  <a:moveTo>
                    <a:pt x="33" y="0"/>
                  </a:moveTo>
                  <a:lnTo>
                    <a:pt x="33" y="165"/>
                  </a:lnTo>
                  <a:lnTo>
                    <a:pt x="11" y="165"/>
                  </a:lnTo>
                  <a:lnTo>
                    <a:pt x="11" y="0"/>
                  </a:lnTo>
                  <a:lnTo>
                    <a:pt x="33" y="0"/>
                  </a:lnTo>
                  <a:close/>
                  <a:moveTo>
                    <a:pt x="33" y="226"/>
                  </a:moveTo>
                  <a:lnTo>
                    <a:pt x="33" y="390"/>
                  </a:lnTo>
                  <a:lnTo>
                    <a:pt x="11" y="390"/>
                  </a:lnTo>
                  <a:lnTo>
                    <a:pt x="11" y="226"/>
                  </a:lnTo>
                  <a:lnTo>
                    <a:pt x="33" y="226"/>
                  </a:lnTo>
                  <a:close/>
                  <a:moveTo>
                    <a:pt x="33" y="452"/>
                  </a:moveTo>
                  <a:lnTo>
                    <a:pt x="33" y="616"/>
                  </a:lnTo>
                  <a:lnTo>
                    <a:pt x="11" y="616"/>
                  </a:lnTo>
                  <a:lnTo>
                    <a:pt x="11" y="452"/>
                  </a:lnTo>
                  <a:lnTo>
                    <a:pt x="33" y="452"/>
                  </a:lnTo>
                  <a:close/>
                  <a:moveTo>
                    <a:pt x="33" y="677"/>
                  </a:moveTo>
                  <a:lnTo>
                    <a:pt x="33" y="764"/>
                  </a:lnTo>
                  <a:lnTo>
                    <a:pt x="11" y="764"/>
                  </a:lnTo>
                  <a:lnTo>
                    <a:pt x="11" y="677"/>
                  </a:lnTo>
                  <a:lnTo>
                    <a:pt x="33" y="677"/>
                  </a:lnTo>
                  <a:close/>
                  <a:moveTo>
                    <a:pt x="43" y="754"/>
                  </a:moveTo>
                  <a:lnTo>
                    <a:pt x="22" y="856"/>
                  </a:lnTo>
                  <a:lnTo>
                    <a:pt x="0" y="754"/>
                  </a:lnTo>
                  <a:lnTo>
                    <a:pt x="43" y="754"/>
                  </a:lnTo>
                  <a:close/>
                </a:path>
              </a:pathLst>
            </a:custGeom>
            <a:solidFill>
              <a:srgbClr val="0000FF"/>
            </a:solidFill>
            <a:ln w="0">
              <a:solidFill>
                <a:srgbClr val="0000FF"/>
              </a:solidFill>
              <a:prstDash val="solid"/>
              <a:round/>
              <a:headEnd/>
              <a:tailEnd/>
            </a:ln>
          </p:spPr>
          <p:txBody>
            <a:bodyPr/>
            <a:lstStyle/>
            <a:p>
              <a:endParaRPr lang="zh-CN" altLang="en-US"/>
            </a:p>
          </p:txBody>
        </p:sp>
        <p:sp>
          <p:nvSpPr>
            <p:cNvPr id="77989" name="Freeform 561">
              <a:extLst>
                <a:ext uri="{FF2B5EF4-FFF2-40B4-BE49-F238E27FC236}">
                  <a16:creationId xmlns:a16="http://schemas.microsoft.com/office/drawing/2014/main" id="{4CF56E87-D2B3-709B-147C-1ADB3CB51A13}"/>
                </a:ext>
              </a:extLst>
            </p:cNvPr>
            <p:cNvSpPr>
              <a:spLocks noEditPoints="1"/>
            </p:cNvSpPr>
            <p:nvPr/>
          </p:nvSpPr>
          <p:spPr bwMode="auto">
            <a:xfrm>
              <a:off x="4401" y="1420"/>
              <a:ext cx="371" cy="608"/>
            </a:xfrm>
            <a:custGeom>
              <a:avLst/>
              <a:gdLst>
                <a:gd name="T0" fmla="*/ 360 w 371"/>
                <a:gd name="T1" fmla="*/ 1122 h 568"/>
                <a:gd name="T2" fmla="*/ 303 w 371"/>
                <a:gd name="T3" fmla="*/ 953 h 568"/>
                <a:gd name="T4" fmla="*/ 314 w 371"/>
                <a:gd name="T5" fmla="*/ 938 h 568"/>
                <a:gd name="T6" fmla="*/ 371 w 371"/>
                <a:gd name="T7" fmla="*/ 1111 h 568"/>
                <a:gd name="T8" fmla="*/ 360 w 371"/>
                <a:gd name="T9" fmla="*/ 1122 h 568"/>
                <a:gd name="T10" fmla="*/ 282 w 371"/>
                <a:gd name="T11" fmla="*/ 890 h 568"/>
                <a:gd name="T12" fmla="*/ 226 w 371"/>
                <a:gd name="T13" fmla="*/ 711 h 568"/>
                <a:gd name="T14" fmla="*/ 238 w 371"/>
                <a:gd name="T15" fmla="*/ 701 h 568"/>
                <a:gd name="T16" fmla="*/ 294 w 371"/>
                <a:gd name="T17" fmla="*/ 872 h 568"/>
                <a:gd name="T18" fmla="*/ 282 w 371"/>
                <a:gd name="T19" fmla="*/ 890 h 568"/>
                <a:gd name="T20" fmla="*/ 206 w 371"/>
                <a:gd name="T21" fmla="*/ 647 h 568"/>
                <a:gd name="T22" fmla="*/ 149 w 371"/>
                <a:gd name="T23" fmla="*/ 474 h 568"/>
                <a:gd name="T24" fmla="*/ 160 w 371"/>
                <a:gd name="T25" fmla="*/ 460 h 568"/>
                <a:gd name="T26" fmla="*/ 216 w 371"/>
                <a:gd name="T27" fmla="*/ 635 h 568"/>
                <a:gd name="T28" fmla="*/ 206 w 371"/>
                <a:gd name="T29" fmla="*/ 647 h 568"/>
                <a:gd name="T30" fmla="*/ 128 w 371"/>
                <a:gd name="T31" fmla="*/ 411 h 568"/>
                <a:gd name="T32" fmla="*/ 72 w 371"/>
                <a:gd name="T33" fmla="*/ 238 h 568"/>
                <a:gd name="T34" fmla="*/ 84 w 371"/>
                <a:gd name="T35" fmla="*/ 222 h 568"/>
                <a:gd name="T36" fmla="*/ 140 w 371"/>
                <a:gd name="T37" fmla="*/ 394 h 568"/>
                <a:gd name="T38" fmla="*/ 128 w 371"/>
                <a:gd name="T39" fmla="*/ 411 h 568"/>
                <a:gd name="T40" fmla="*/ 50 w 371"/>
                <a:gd name="T41" fmla="*/ 173 h 568"/>
                <a:gd name="T42" fmla="*/ 0 w 371"/>
                <a:gd name="T43" fmla="*/ 18 h 568"/>
                <a:gd name="T44" fmla="*/ 12 w 371"/>
                <a:gd name="T45" fmla="*/ 0 h 568"/>
                <a:gd name="T46" fmla="*/ 62 w 371"/>
                <a:gd name="T47" fmla="*/ 157 h 568"/>
                <a:gd name="T48" fmla="*/ 50 w 371"/>
                <a:gd name="T49" fmla="*/ 173 h 5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71" h="568">
                  <a:moveTo>
                    <a:pt x="360" y="568"/>
                  </a:moveTo>
                  <a:lnTo>
                    <a:pt x="303" y="481"/>
                  </a:lnTo>
                  <a:lnTo>
                    <a:pt x="314" y="475"/>
                  </a:lnTo>
                  <a:lnTo>
                    <a:pt x="371" y="562"/>
                  </a:lnTo>
                  <a:lnTo>
                    <a:pt x="360" y="568"/>
                  </a:lnTo>
                  <a:close/>
                  <a:moveTo>
                    <a:pt x="282" y="449"/>
                  </a:moveTo>
                  <a:lnTo>
                    <a:pt x="226" y="360"/>
                  </a:lnTo>
                  <a:lnTo>
                    <a:pt x="238" y="354"/>
                  </a:lnTo>
                  <a:lnTo>
                    <a:pt x="294" y="441"/>
                  </a:lnTo>
                  <a:lnTo>
                    <a:pt x="282" y="449"/>
                  </a:lnTo>
                  <a:close/>
                  <a:moveTo>
                    <a:pt x="206" y="328"/>
                  </a:moveTo>
                  <a:lnTo>
                    <a:pt x="149" y="241"/>
                  </a:lnTo>
                  <a:lnTo>
                    <a:pt x="160" y="233"/>
                  </a:lnTo>
                  <a:lnTo>
                    <a:pt x="216" y="321"/>
                  </a:lnTo>
                  <a:lnTo>
                    <a:pt x="206" y="328"/>
                  </a:lnTo>
                  <a:close/>
                  <a:moveTo>
                    <a:pt x="128" y="207"/>
                  </a:moveTo>
                  <a:lnTo>
                    <a:pt x="72" y="120"/>
                  </a:lnTo>
                  <a:lnTo>
                    <a:pt x="84" y="112"/>
                  </a:lnTo>
                  <a:lnTo>
                    <a:pt x="140" y="200"/>
                  </a:lnTo>
                  <a:lnTo>
                    <a:pt x="128" y="207"/>
                  </a:lnTo>
                  <a:close/>
                  <a:moveTo>
                    <a:pt x="50" y="87"/>
                  </a:moveTo>
                  <a:lnTo>
                    <a:pt x="0" y="8"/>
                  </a:lnTo>
                  <a:lnTo>
                    <a:pt x="12" y="0"/>
                  </a:lnTo>
                  <a:lnTo>
                    <a:pt x="62" y="80"/>
                  </a:lnTo>
                  <a:lnTo>
                    <a:pt x="50" y="87"/>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7990" name="Freeform 562">
              <a:extLst>
                <a:ext uri="{FF2B5EF4-FFF2-40B4-BE49-F238E27FC236}">
                  <a16:creationId xmlns:a16="http://schemas.microsoft.com/office/drawing/2014/main" id="{94A33D38-813E-F58D-14B1-7C3CA5154FAD}"/>
                </a:ext>
              </a:extLst>
            </p:cNvPr>
            <p:cNvSpPr>
              <a:spLocks/>
            </p:cNvSpPr>
            <p:nvPr/>
          </p:nvSpPr>
          <p:spPr bwMode="auto">
            <a:xfrm>
              <a:off x="4406" y="1295"/>
              <a:ext cx="105" cy="79"/>
            </a:xfrm>
            <a:custGeom>
              <a:avLst/>
              <a:gdLst>
                <a:gd name="T0" fmla="*/ 105 w 105"/>
                <a:gd name="T1" fmla="*/ 141 h 74"/>
                <a:gd name="T2" fmla="*/ 104 w 105"/>
                <a:gd name="T3" fmla="*/ 131 h 74"/>
                <a:gd name="T4" fmla="*/ 100 w 105"/>
                <a:gd name="T5" fmla="*/ 119 h 74"/>
                <a:gd name="T6" fmla="*/ 97 w 105"/>
                <a:gd name="T7" fmla="*/ 108 h 74"/>
                <a:gd name="T8" fmla="*/ 93 w 105"/>
                <a:gd name="T9" fmla="*/ 96 h 74"/>
                <a:gd name="T10" fmla="*/ 89 w 105"/>
                <a:gd name="T11" fmla="*/ 85 h 74"/>
                <a:gd name="T12" fmla="*/ 84 w 105"/>
                <a:gd name="T13" fmla="*/ 74 h 74"/>
                <a:gd name="T14" fmla="*/ 79 w 105"/>
                <a:gd name="T15" fmla="*/ 64 h 74"/>
                <a:gd name="T16" fmla="*/ 74 w 105"/>
                <a:gd name="T17" fmla="*/ 56 h 74"/>
                <a:gd name="T18" fmla="*/ 66 w 105"/>
                <a:gd name="T19" fmla="*/ 40 h 74"/>
                <a:gd name="T20" fmla="*/ 57 w 105"/>
                <a:gd name="T21" fmla="*/ 29 h 74"/>
                <a:gd name="T22" fmla="*/ 48 w 105"/>
                <a:gd name="T23" fmla="*/ 21 h 74"/>
                <a:gd name="T24" fmla="*/ 39 w 105"/>
                <a:gd name="T25" fmla="*/ 6 h 74"/>
                <a:gd name="T26" fmla="*/ 29 w 105"/>
                <a:gd name="T27" fmla="*/ 4 h 74"/>
                <a:gd name="T28" fmla="*/ 20 w 105"/>
                <a:gd name="T29" fmla="*/ 1 h 74"/>
                <a:gd name="T30" fmla="*/ 9 w 105"/>
                <a:gd name="T31" fmla="*/ 0 h 74"/>
                <a:gd name="T32" fmla="*/ 0 w 105"/>
                <a:gd name="T33" fmla="*/ 0 h 7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74">
                  <a:moveTo>
                    <a:pt x="105" y="74"/>
                  </a:moveTo>
                  <a:lnTo>
                    <a:pt x="104" y="68"/>
                  </a:lnTo>
                  <a:lnTo>
                    <a:pt x="100" y="62"/>
                  </a:lnTo>
                  <a:lnTo>
                    <a:pt x="97" y="56"/>
                  </a:lnTo>
                  <a:lnTo>
                    <a:pt x="93" y="50"/>
                  </a:lnTo>
                  <a:lnTo>
                    <a:pt x="89" y="45"/>
                  </a:lnTo>
                  <a:lnTo>
                    <a:pt x="84" y="38"/>
                  </a:lnTo>
                  <a:lnTo>
                    <a:pt x="79" y="33"/>
                  </a:lnTo>
                  <a:lnTo>
                    <a:pt x="74" y="29"/>
                  </a:lnTo>
                  <a:lnTo>
                    <a:pt x="66" y="21"/>
                  </a:lnTo>
                  <a:lnTo>
                    <a:pt x="57" y="16"/>
                  </a:lnTo>
                  <a:lnTo>
                    <a:pt x="48" y="11"/>
                  </a:lnTo>
                  <a:lnTo>
                    <a:pt x="39" y="6"/>
                  </a:lnTo>
                  <a:lnTo>
                    <a:pt x="29" y="4"/>
                  </a:lnTo>
                  <a:lnTo>
                    <a:pt x="20" y="1"/>
                  </a:lnTo>
                  <a:lnTo>
                    <a:pt x="9" y="0"/>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91" name="Freeform 563">
              <a:extLst>
                <a:ext uri="{FF2B5EF4-FFF2-40B4-BE49-F238E27FC236}">
                  <a16:creationId xmlns:a16="http://schemas.microsoft.com/office/drawing/2014/main" id="{DD666FCB-5B2F-318F-6680-DD5E24E94221}"/>
                </a:ext>
              </a:extLst>
            </p:cNvPr>
            <p:cNvSpPr>
              <a:spLocks/>
            </p:cNvSpPr>
            <p:nvPr/>
          </p:nvSpPr>
          <p:spPr bwMode="auto">
            <a:xfrm>
              <a:off x="4291" y="1298"/>
              <a:ext cx="105" cy="77"/>
            </a:xfrm>
            <a:custGeom>
              <a:avLst/>
              <a:gdLst>
                <a:gd name="T0" fmla="*/ 0 w 105"/>
                <a:gd name="T1" fmla="*/ 142 h 72"/>
                <a:gd name="T2" fmla="*/ 3 w 105"/>
                <a:gd name="T3" fmla="*/ 129 h 72"/>
                <a:gd name="T4" fmla="*/ 5 w 105"/>
                <a:gd name="T5" fmla="*/ 117 h 72"/>
                <a:gd name="T6" fmla="*/ 9 w 105"/>
                <a:gd name="T7" fmla="*/ 106 h 72"/>
                <a:gd name="T8" fmla="*/ 13 w 105"/>
                <a:gd name="T9" fmla="*/ 94 h 72"/>
                <a:gd name="T10" fmla="*/ 17 w 105"/>
                <a:gd name="T11" fmla="*/ 83 h 72"/>
                <a:gd name="T12" fmla="*/ 21 w 105"/>
                <a:gd name="T13" fmla="*/ 73 h 72"/>
                <a:gd name="T14" fmla="*/ 26 w 105"/>
                <a:gd name="T15" fmla="*/ 63 h 72"/>
                <a:gd name="T16" fmla="*/ 31 w 105"/>
                <a:gd name="T17" fmla="*/ 52 h 72"/>
                <a:gd name="T18" fmla="*/ 40 w 105"/>
                <a:gd name="T19" fmla="*/ 42 h 72"/>
                <a:gd name="T20" fmla="*/ 49 w 105"/>
                <a:gd name="T21" fmla="*/ 26 h 72"/>
                <a:gd name="T22" fmla="*/ 58 w 105"/>
                <a:gd name="T23" fmla="*/ 20 h 72"/>
                <a:gd name="T24" fmla="*/ 67 w 105"/>
                <a:gd name="T25" fmla="*/ 6 h 72"/>
                <a:gd name="T26" fmla="*/ 76 w 105"/>
                <a:gd name="T27" fmla="*/ 2 h 72"/>
                <a:gd name="T28" fmla="*/ 87 w 105"/>
                <a:gd name="T29" fmla="*/ 1 h 72"/>
                <a:gd name="T30" fmla="*/ 96 w 105"/>
                <a:gd name="T31" fmla="*/ 0 h 72"/>
                <a:gd name="T32" fmla="*/ 105 w 105"/>
                <a:gd name="T33" fmla="*/ 0 h 7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72">
                  <a:moveTo>
                    <a:pt x="0" y="72"/>
                  </a:moveTo>
                  <a:lnTo>
                    <a:pt x="3" y="66"/>
                  </a:lnTo>
                  <a:lnTo>
                    <a:pt x="5" y="60"/>
                  </a:lnTo>
                  <a:lnTo>
                    <a:pt x="9" y="54"/>
                  </a:lnTo>
                  <a:lnTo>
                    <a:pt x="13" y="48"/>
                  </a:lnTo>
                  <a:lnTo>
                    <a:pt x="17" y="43"/>
                  </a:lnTo>
                  <a:lnTo>
                    <a:pt x="21" y="37"/>
                  </a:lnTo>
                  <a:lnTo>
                    <a:pt x="26" y="32"/>
                  </a:lnTo>
                  <a:lnTo>
                    <a:pt x="31" y="27"/>
                  </a:lnTo>
                  <a:lnTo>
                    <a:pt x="40" y="21"/>
                  </a:lnTo>
                  <a:lnTo>
                    <a:pt x="49" y="14"/>
                  </a:lnTo>
                  <a:lnTo>
                    <a:pt x="58" y="10"/>
                  </a:lnTo>
                  <a:lnTo>
                    <a:pt x="67" y="6"/>
                  </a:lnTo>
                  <a:lnTo>
                    <a:pt x="76" y="2"/>
                  </a:lnTo>
                  <a:lnTo>
                    <a:pt x="87" y="1"/>
                  </a:lnTo>
                  <a:lnTo>
                    <a:pt x="96" y="0"/>
                  </a:lnTo>
                  <a:lnTo>
                    <a:pt x="105"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92" name="Freeform 564">
              <a:extLst>
                <a:ext uri="{FF2B5EF4-FFF2-40B4-BE49-F238E27FC236}">
                  <a16:creationId xmlns:a16="http://schemas.microsoft.com/office/drawing/2014/main" id="{260B24BF-4B1B-3181-D4A9-6AA1870B9196}"/>
                </a:ext>
              </a:extLst>
            </p:cNvPr>
            <p:cNvSpPr>
              <a:spLocks/>
            </p:cNvSpPr>
            <p:nvPr/>
          </p:nvSpPr>
          <p:spPr bwMode="auto">
            <a:xfrm>
              <a:off x="4410" y="1566"/>
              <a:ext cx="84" cy="14"/>
            </a:xfrm>
            <a:custGeom>
              <a:avLst/>
              <a:gdLst>
                <a:gd name="T0" fmla="*/ 84 w 84"/>
                <a:gd name="T1" fmla="*/ 0 h 13"/>
                <a:gd name="T2" fmla="*/ 78 w 84"/>
                <a:gd name="T3" fmla="*/ 2 h 13"/>
                <a:gd name="T4" fmla="*/ 71 w 84"/>
                <a:gd name="T5" fmla="*/ 6 h 13"/>
                <a:gd name="T6" fmla="*/ 65 w 84"/>
                <a:gd name="T7" fmla="*/ 18 h 13"/>
                <a:gd name="T8" fmla="*/ 58 w 84"/>
                <a:gd name="T9" fmla="*/ 20 h 13"/>
                <a:gd name="T10" fmla="*/ 50 w 84"/>
                <a:gd name="T11" fmla="*/ 22 h 13"/>
                <a:gd name="T12" fmla="*/ 44 w 84"/>
                <a:gd name="T13" fmla="*/ 24 h 13"/>
                <a:gd name="T14" fmla="*/ 36 w 84"/>
                <a:gd name="T15" fmla="*/ 26 h 13"/>
                <a:gd name="T16" fmla="*/ 28 w 84"/>
                <a:gd name="T17" fmla="*/ 26 h 13"/>
                <a:gd name="T18" fmla="*/ 21 w 84"/>
                <a:gd name="T19" fmla="*/ 26 h 13"/>
                <a:gd name="T20" fmla="*/ 14 w 84"/>
                <a:gd name="T21" fmla="*/ 24 h 13"/>
                <a:gd name="T22" fmla="*/ 6 w 84"/>
                <a:gd name="T23" fmla="*/ 22 h 13"/>
                <a:gd name="T24" fmla="*/ 0 w 84"/>
                <a:gd name="T25" fmla="*/ 2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13">
                  <a:moveTo>
                    <a:pt x="84" y="0"/>
                  </a:moveTo>
                  <a:lnTo>
                    <a:pt x="78" y="2"/>
                  </a:lnTo>
                  <a:lnTo>
                    <a:pt x="71" y="6"/>
                  </a:lnTo>
                  <a:lnTo>
                    <a:pt x="65" y="8"/>
                  </a:lnTo>
                  <a:lnTo>
                    <a:pt x="58" y="10"/>
                  </a:lnTo>
                  <a:lnTo>
                    <a:pt x="50" y="11"/>
                  </a:lnTo>
                  <a:lnTo>
                    <a:pt x="44" y="12"/>
                  </a:lnTo>
                  <a:lnTo>
                    <a:pt x="36" y="13"/>
                  </a:lnTo>
                  <a:lnTo>
                    <a:pt x="28" y="13"/>
                  </a:lnTo>
                  <a:lnTo>
                    <a:pt x="21" y="13"/>
                  </a:lnTo>
                  <a:lnTo>
                    <a:pt x="14" y="12"/>
                  </a:lnTo>
                  <a:lnTo>
                    <a:pt x="6" y="11"/>
                  </a:lnTo>
                  <a:lnTo>
                    <a:pt x="0" y="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7993" name="Rectangle 565">
              <a:extLst>
                <a:ext uri="{FF2B5EF4-FFF2-40B4-BE49-F238E27FC236}">
                  <a16:creationId xmlns:a16="http://schemas.microsoft.com/office/drawing/2014/main" id="{72582703-4C69-D693-3CE4-303F31312FBF}"/>
                </a:ext>
              </a:extLst>
            </p:cNvPr>
            <p:cNvSpPr>
              <a:spLocks noChangeArrowheads="1"/>
            </p:cNvSpPr>
            <p:nvPr/>
          </p:nvSpPr>
          <p:spPr bwMode="auto">
            <a:xfrm>
              <a:off x="4301" y="1239"/>
              <a:ext cx="2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77994" name="Rectangle 566">
              <a:extLst>
                <a:ext uri="{FF2B5EF4-FFF2-40B4-BE49-F238E27FC236}">
                  <a16:creationId xmlns:a16="http://schemas.microsoft.com/office/drawing/2014/main" id="{CA1D6417-E518-658C-C4D4-624F9AC150DA}"/>
                </a:ext>
              </a:extLst>
            </p:cNvPr>
            <p:cNvSpPr>
              <a:spLocks noChangeArrowheads="1"/>
            </p:cNvSpPr>
            <p:nvPr/>
          </p:nvSpPr>
          <p:spPr bwMode="auto">
            <a:xfrm>
              <a:off x="4233" y="1143"/>
              <a:ext cx="54"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Symbol" panose="05050102010706020507" pitchFamily="18" charset="2"/>
                </a:rPr>
                <a:t>q</a:t>
              </a:r>
              <a:endParaRPr lang="en-US" altLang="zh-CN" sz="1400">
                <a:solidFill>
                  <a:srgbClr val="000000"/>
                </a:solidFill>
              </a:endParaRPr>
            </a:p>
          </p:txBody>
        </p:sp>
        <p:sp>
          <p:nvSpPr>
            <p:cNvPr id="77995" name="Rectangle 567">
              <a:extLst>
                <a:ext uri="{FF2B5EF4-FFF2-40B4-BE49-F238E27FC236}">
                  <a16:creationId xmlns:a16="http://schemas.microsoft.com/office/drawing/2014/main" id="{5A12EECA-76C7-0F41-C53F-836FC8FC0F2D}"/>
                </a:ext>
              </a:extLst>
            </p:cNvPr>
            <p:cNvSpPr>
              <a:spLocks noChangeArrowheads="1"/>
            </p:cNvSpPr>
            <p:nvPr/>
          </p:nvSpPr>
          <p:spPr bwMode="auto">
            <a:xfrm>
              <a:off x="4502" y="1244"/>
              <a:ext cx="4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77996" name="Rectangle 568">
              <a:extLst>
                <a:ext uri="{FF2B5EF4-FFF2-40B4-BE49-F238E27FC236}">
                  <a16:creationId xmlns:a16="http://schemas.microsoft.com/office/drawing/2014/main" id="{BCDC4ECA-904E-012D-A159-3C9E0F1FE556}"/>
                </a:ext>
              </a:extLst>
            </p:cNvPr>
            <p:cNvSpPr>
              <a:spLocks noChangeArrowheads="1"/>
            </p:cNvSpPr>
            <p:nvPr/>
          </p:nvSpPr>
          <p:spPr bwMode="auto">
            <a:xfrm>
              <a:off x="4432" y="1149"/>
              <a:ext cx="53"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Symbol" panose="05050102010706020507" pitchFamily="18" charset="2"/>
                </a:rPr>
                <a:t>q</a:t>
              </a:r>
              <a:endParaRPr lang="en-US" altLang="zh-CN" sz="1400">
                <a:solidFill>
                  <a:srgbClr val="000000"/>
                </a:solidFill>
              </a:endParaRPr>
            </a:p>
          </p:txBody>
        </p:sp>
        <p:sp>
          <p:nvSpPr>
            <p:cNvPr id="77997" name="Rectangle 569">
              <a:extLst>
                <a:ext uri="{FF2B5EF4-FFF2-40B4-BE49-F238E27FC236}">
                  <a16:creationId xmlns:a16="http://schemas.microsoft.com/office/drawing/2014/main" id="{3CBC12BE-8FA6-8688-C7A3-8BFC0989A00A}"/>
                </a:ext>
              </a:extLst>
            </p:cNvPr>
            <p:cNvSpPr>
              <a:spLocks noChangeArrowheads="1"/>
            </p:cNvSpPr>
            <p:nvPr/>
          </p:nvSpPr>
          <p:spPr bwMode="auto">
            <a:xfrm>
              <a:off x="4487" y="1689"/>
              <a:ext cx="2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77998" name="Rectangle 570">
              <a:extLst>
                <a:ext uri="{FF2B5EF4-FFF2-40B4-BE49-F238E27FC236}">
                  <a16:creationId xmlns:a16="http://schemas.microsoft.com/office/drawing/2014/main" id="{1C9E52B9-F568-E6A9-60DC-8AB9A59DF649}"/>
                </a:ext>
              </a:extLst>
            </p:cNvPr>
            <p:cNvSpPr>
              <a:spLocks noChangeArrowheads="1"/>
            </p:cNvSpPr>
            <p:nvPr/>
          </p:nvSpPr>
          <p:spPr bwMode="auto">
            <a:xfrm>
              <a:off x="4419" y="1594"/>
              <a:ext cx="53"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Symbol" panose="05050102010706020507" pitchFamily="18" charset="2"/>
                </a:rPr>
                <a:t>q</a:t>
              </a:r>
              <a:endParaRPr lang="en-US" altLang="zh-CN" sz="1400">
                <a:solidFill>
                  <a:srgbClr val="000000"/>
                </a:solidFill>
              </a:endParaRPr>
            </a:p>
          </p:txBody>
        </p:sp>
        <p:sp>
          <p:nvSpPr>
            <p:cNvPr id="77999" name="Rectangle 571">
              <a:extLst>
                <a:ext uri="{FF2B5EF4-FFF2-40B4-BE49-F238E27FC236}">
                  <a16:creationId xmlns:a16="http://schemas.microsoft.com/office/drawing/2014/main" id="{32A846E2-2129-147D-2209-2F580D7E3C0E}"/>
                </a:ext>
              </a:extLst>
            </p:cNvPr>
            <p:cNvSpPr>
              <a:spLocks noChangeArrowheads="1"/>
            </p:cNvSpPr>
            <p:nvPr/>
          </p:nvSpPr>
          <p:spPr bwMode="auto">
            <a:xfrm>
              <a:off x="4323" y="2088"/>
              <a:ext cx="4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z</a:t>
              </a:r>
              <a:endParaRPr lang="en-US" altLang="zh-CN" sz="1400">
                <a:solidFill>
                  <a:srgbClr val="000000"/>
                </a:solidFill>
              </a:endParaRPr>
            </a:p>
          </p:txBody>
        </p:sp>
        <p:sp>
          <p:nvSpPr>
            <p:cNvPr id="78000" name="Rectangle 572">
              <a:extLst>
                <a:ext uri="{FF2B5EF4-FFF2-40B4-BE49-F238E27FC236}">
                  <a16:creationId xmlns:a16="http://schemas.microsoft.com/office/drawing/2014/main" id="{0D446732-1448-7F96-CEDA-0F4CEB2F954F}"/>
                </a:ext>
              </a:extLst>
            </p:cNvPr>
            <p:cNvSpPr>
              <a:spLocks noChangeArrowheads="1"/>
            </p:cNvSpPr>
            <p:nvPr/>
          </p:nvSpPr>
          <p:spPr bwMode="auto">
            <a:xfrm>
              <a:off x="5557" y="1434"/>
              <a:ext cx="13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x</a:t>
              </a:r>
              <a:endParaRPr lang="en-US" altLang="zh-CN" sz="1400" b="1">
                <a:solidFill>
                  <a:srgbClr val="000000"/>
                </a:solidFill>
              </a:endParaRPr>
            </a:p>
          </p:txBody>
        </p:sp>
        <p:sp>
          <p:nvSpPr>
            <p:cNvPr id="78001" name="Rectangle 573">
              <a:extLst>
                <a:ext uri="{FF2B5EF4-FFF2-40B4-BE49-F238E27FC236}">
                  <a16:creationId xmlns:a16="http://schemas.microsoft.com/office/drawing/2014/main" id="{3AB98C0A-0B3E-EC93-3BFB-23A6CD762D0D}"/>
                </a:ext>
              </a:extLst>
            </p:cNvPr>
            <p:cNvSpPr>
              <a:spLocks noChangeArrowheads="1"/>
            </p:cNvSpPr>
            <p:nvPr/>
          </p:nvSpPr>
          <p:spPr bwMode="auto">
            <a:xfrm>
              <a:off x="4013" y="1750"/>
              <a:ext cx="4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y</a:t>
              </a:r>
              <a:endParaRPr lang="en-US" altLang="zh-CN" sz="1400">
                <a:solidFill>
                  <a:srgbClr val="000000"/>
                </a:solidFill>
              </a:endParaRPr>
            </a:p>
          </p:txBody>
        </p:sp>
        <p:sp>
          <p:nvSpPr>
            <p:cNvPr id="78002" name="Rectangle 574">
              <a:extLst>
                <a:ext uri="{FF2B5EF4-FFF2-40B4-BE49-F238E27FC236}">
                  <a16:creationId xmlns:a16="http://schemas.microsoft.com/office/drawing/2014/main" id="{4796498F-667D-63CD-25CD-0F1AD35D4C4A}"/>
                </a:ext>
              </a:extLst>
            </p:cNvPr>
            <p:cNvSpPr>
              <a:spLocks noChangeArrowheads="1"/>
            </p:cNvSpPr>
            <p:nvPr/>
          </p:nvSpPr>
          <p:spPr bwMode="auto">
            <a:xfrm>
              <a:off x="3784" y="876"/>
              <a:ext cx="2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78003" name="Rectangle 575">
              <a:extLst>
                <a:ext uri="{FF2B5EF4-FFF2-40B4-BE49-F238E27FC236}">
                  <a16:creationId xmlns:a16="http://schemas.microsoft.com/office/drawing/2014/main" id="{58D745F2-ABB4-8DBC-886D-86655993F644}"/>
                </a:ext>
              </a:extLst>
            </p:cNvPr>
            <p:cNvSpPr>
              <a:spLocks noChangeArrowheads="1"/>
            </p:cNvSpPr>
            <p:nvPr/>
          </p:nvSpPr>
          <p:spPr bwMode="auto">
            <a:xfrm>
              <a:off x="3700" y="795"/>
              <a:ext cx="6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04" name="Rectangle 576">
              <a:extLst>
                <a:ext uri="{FF2B5EF4-FFF2-40B4-BE49-F238E27FC236}">
                  <a16:creationId xmlns:a16="http://schemas.microsoft.com/office/drawing/2014/main" id="{BD0F3ADB-E766-BF19-7D51-A0341973782C}"/>
                </a:ext>
              </a:extLst>
            </p:cNvPr>
            <p:cNvSpPr>
              <a:spLocks noChangeArrowheads="1"/>
            </p:cNvSpPr>
            <p:nvPr/>
          </p:nvSpPr>
          <p:spPr bwMode="auto">
            <a:xfrm>
              <a:off x="4189" y="795"/>
              <a:ext cx="57"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Times New Roman" panose="02020603050405020304" pitchFamily="18" charset="0"/>
                </a:rPr>
                <a:t>//</a:t>
              </a:r>
              <a:endParaRPr lang="en-US" altLang="zh-CN" sz="1400">
                <a:solidFill>
                  <a:srgbClr val="000000"/>
                </a:solidFill>
              </a:endParaRPr>
            </a:p>
          </p:txBody>
        </p:sp>
        <p:sp>
          <p:nvSpPr>
            <p:cNvPr id="78005" name="Rectangle 577">
              <a:extLst>
                <a:ext uri="{FF2B5EF4-FFF2-40B4-BE49-F238E27FC236}">
                  <a16:creationId xmlns:a16="http://schemas.microsoft.com/office/drawing/2014/main" id="{4307BD6C-1C64-F4B0-0653-88DFD5BB3B17}"/>
                </a:ext>
              </a:extLst>
            </p:cNvPr>
            <p:cNvSpPr>
              <a:spLocks noChangeArrowheads="1"/>
            </p:cNvSpPr>
            <p:nvPr/>
          </p:nvSpPr>
          <p:spPr bwMode="auto">
            <a:xfrm>
              <a:off x="4160" y="795"/>
              <a:ext cx="28"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78006" name="Rectangle 578">
              <a:extLst>
                <a:ext uri="{FF2B5EF4-FFF2-40B4-BE49-F238E27FC236}">
                  <a16:creationId xmlns:a16="http://schemas.microsoft.com/office/drawing/2014/main" id="{4ED8DB9A-1DF0-85E9-C1C9-BD4DCBF1B883}"/>
                </a:ext>
              </a:extLst>
            </p:cNvPr>
            <p:cNvSpPr>
              <a:spLocks noChangeArrowheads="1"/>
            </p:cNvSpPr>
            <p:nvPr/>
          </p:nvSpPr>
          <p:spPr bwMode="auto">
            <a:xfrm>
              <a:off x="4074" y="712"/>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07" name="Rectangle 579">
              <a:extLst>
                <a:ext uri="{FF2B5EF4-FFF2-40B4-BE49-F238E27FC236}">
                  <a16:creationId xmlns:a16="http://schemas.microsoft.com/office/drawing/2014/main" id="{4EED0BC7-A7CF-F5DD-506E-AF6C22967CEC}"/>
                </a:ext>
              </a:extLst>
            </p:cNvPr>
            <p:cNvSpPr>
              <a:spLocks noChangeArrowheads="1"/>
            </p:cNvSpPr>
            <p:nvPr/>
          </p:nvSpPr>
          <p:spPr bwMode="auto">
            <a:xfrm>
              <a:off x="3638" y="1347"/>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78008" name="Rectangle 580">
              <a:extLst>
                <a:ext uri="{FF2B5EF4-FFF2-40B4-BE49-F238E27FC236}">
                  <a16:creationId xmlns:a16="http://schemas.microsoft.com/office/drawing/2014/main" id="{34E21DAB-FAB4-4FC3-75D9-B4008389ADCF}"/>
                </a:ext>
              </a:extLst>
            </p:cNvPr>
            <p:cNvSpPr>
              <a:spLocks noChangeArrowheads="1"/>
            </p:cNvSpPr>
            <p:nvPr/>
          </p:nvSpPr>
          <p:spPr bwMode="auto">
            <a:xfrm>
              <a:off x="3663" y="1339"/>
              <a:ext cx="68"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Symbol" panose="05050102010706020507" pitchFamily="18" charset="2"/>
                </a:rPr>
                <a:t>^</a:t>
              </a:r>
              <a:endParaRPr lang="en-US" altLang="zh-CN" sz="1400">
                <a:solidFill>
                  <a:srgbClr val="000000"/>
                </a:solidFill>
              </a:endParaRPr>
            </a:p>
          </p:txBody>
        </p:sp>
        <p:sp>
          <p:nvSpPr>
            <p:cNvPr id="78009" name="Rectangle 581">
              <a:extLst>
                <a:ext uri="{FF2B5EF4-FFF2-40B4-BE49-F238E27FC236}">
                  <a16:creationId xmlns:a16="http://schemas.microsoft.com/office/drawing/2014/main" id="{14D0EE92-5EEC-EA8A-E9B6-55753E1D9E8F}"/>
                </a:ext>
              </a:extLst>
            </p:cNvPr>
            <p:cNvSpPr>
              <a:spLocks noChangeArrowheads="1"/>
            </p:cNvSpPr>
            <p:nvPr/>
          </p:nvSpPr>
          <p:spPr bwMode="auto">
            <a:xfrm>
              <a:off x="3554" y="1264"/>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10" name="Rectangle 582">
              <a:extLst>
                <a:ext uri="{FF2B5EF4-FFF2-40B4-BE49-F238E27FC236}">
                  <a16:creationId xmlns:a16="http://schemas.microsoft.com/office/drawing/2014/main" id="{857A0955-B7FF-8D66-E30F-259421B7792A}"/>
                </a:ext>
              </a:extLst>
            </p:cNvPr>
            <p:cNvSpPr>
              <a:spLocks noChangeArrowheads="1"/>
            </p:cNvSpPr>
            <p:nvPr/>
          </p:nvSpPr>
          <p:spPr bwMode="auto">
            <a:xfrm>
              <a:off x="3242" y="1072"/>
              <a:ext cx="31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入射波</a:t>
              </a:r>
              <a:endParaRPr lang="zh-CN" altLang="en-US" sz="1400">
                <a:solidFill>
                  <a:srgbClr val="000000"/>
                </a:solidFill>
              </a:endParaRPr>
            </a:p>
          </p:txBody>
        </p:sp>
        <p:sp>
          <p:nvSpPr>
            <p:cNvPr id="78011" name="Rectangle 583">
              <a:extLst>
                <a:ext uri="{FF2B5EF4-FFF2-40B4-BE49-F238E27FC236}">
                  <a16:creationId xmlns:a16="http://schemas.microsoft.com/office/drawing/2014/main" id="{EC7B2467-E9E4-4D48-777F-8F87BDA490F3}"/>
                </a:ext>
              </a:extLst>
            </p:cNvPr>
            <p:cNvSpPr>
              <a:spLocks noChangeArrowheads="1"/>
            </p:cNvSpPr>
            <p:nvPr/>
          </p:nvSpPr>
          <p:spPr bwMode="auto">
            <a:xfrm>
              <a:off x="3535" y="1065"/>
              <a:ext cx="26"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78012" name="Rectangle 584">
              <a:extLst>
                <a:ext uri="{FF2B5EF4-FFF2-40B4-BE49-F238E27FC236}">
                  <a16:creationId xmlns:a16="http://schemas.microsoft.com/office/drawing/2014/main" id="{A8F93D41-BAD1-2BDB-334C-74ECA7DBC150}"/>
                </a:ext>
              </a:extLst>
            </p:cNvPr>
            <p:cNvSpPr>
              <a:spLocks noChangeArrowheads="1"/>
            </p:cNvSpPr>
            <p:nvPr/>
          </p:nvSpPr>
          <p:spPr bwMode="auto">
            <a:xfrm>
              <a:off x="4941" y="814"/>
              <a:ext cx="30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反射波</a:t>
              </a:r>
              <a:endParaRPr lang="zh-CN" altLang="en-US" sz="1400">
                <a:solidFill>
                  <a:srgbClr val="000000"/>
                </a:solidFill>
              </a:endParaRPr>
            </a:p>
          </p:txBody>
        </p:sp>
        <p:sp>
          <p:nvSpPr>
            <p:cNvPr id="78013" name="Rectangle 585">
              <a:extLst>
                <a:ext uri="{FF2B5EF4-FFF2-40B4-BE49-F238E27FC236}">
                  <a16:creationId xmlns:a16="http://schemas.microsoft.com/office/drawing/2014/main" id="{F6479EDE-86D9-2DAF-2235-C2D524FD40BA}"/>
                </a:ext>
              </a:extLst>
            </p:cNvPr>
            <p:cNvSpPr>
              <a:spLocks noChangeArrowheads="1"/>
            </p:cNvSpPr>
            <p:nvPr/>
          </p:nvSpPr>
          <p:spPr bwMode="auto">
            <a:xfrm>
              <a:off x="5235" y="808"/>
              <a:ext cx="26"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78014" name="Rectangle 586">
              <a:extLst>
                <a:ext uri="{FF2B5EF4-FFF2-40B4-BE49-F238E27FC236}">
                  <a16:creationId xmlns:a16="http://schemas.microsoft.com/office/drawing/2014/main" id="{310D0915-EA2B-404A-BA69-59A5F3C2B0D8}"/>
                </a:ext>
              </a:extLst>
            </p:cNvPr>
            <p:cNvSpPr>
              <a:spLocks noChangeArrowheads="1"/>
            </p:cNvSpPr>
            <p:nvPr/>
          </p:nvSpPr>
          <p:spPr bwMode="auto">
            <a:xfrm>
              <a:off x="4924" y="1955"/>
              <a:ext cx="313" cy="1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折射波</a:t>
              </a:r>
              <a:endParaRPr lang="zh-CN" altLang="en-US" sz="1400">
                <a:solidFill>
                  <a:srgbClr val="000000"/>
                </a:solidFill>
              </a:endParaRPr>
            </a:p>
          </p:txBody>
        </p:sp>
        <p:sp>
          <p:nvSpPr>
            <p:cNvPr id="78015" name="Rectangle 587">
              <a:extLst>
                <a:ext uri="{FF2B5EF4-FFF2-40B4-BE49-F238E27FC236}">
                  <a16:creationId xmlns:a16="http://schemas.microsoft.com/office/drawing/2014/main" id="{E68C0F65-66E4-02C5-CB66-B44AA64B7597}"/>
                </a:ext>
              </a:extLst>
            </p:cNvPr>
            <p:cNvSpPr>
              <a:spLocks noChangeArrowheads="1"/>
            </p:cNvSpPr>
            <p:nvPr/>
          </p:nvSpPr>
          <p:spPr bwMode="auto">
            <a:xfrm>
              <a:off x="5218" y="1949"/>
              <a:ext cx="26"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78016" name="Rectangle 588">
              <a:extLst>
                <a:ext uri="{FF2B5EF4-FFF2-40B4-BE49-F238E27FC236}">
                  <a16:creationId xmlns:a16="http://schemas.microsoft.com/office/drawing/2014/main" id="{BF8FA1E7-ECB7-632E-635A-8A67936578C1}"/>
                </a:ext>
              </a:extLst>
            </p:cNvPr>
            <p:cNvSpPr>
              <a:spLocks noChangeArrowheads="1"/>
            </p:cNvSpPr>
            <p:nvPr/>
          </p:nvSpPr>
          <p:spPr bwMode="auto">
            <a:xfrm>
              <a:off x="3412" y="1499"/>
              <a:ext cx="30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分界面</a:t>
              </a:r>
              <a:endParaRPr lang="zh-CN" altLang="en-US" sz="1400">
                <a:solidFill>
                  <a:srgbClr val="000000"/>
                </a:solidFill>
              </a:endParaRPr>
            </a:p>
          </p:txBody>
        </p:sp>
        <p:sp>
          <p:nvSpPr>
            <p:cNvPr id="78017" name="Rectangle 589">
              <a:extLst>
                <a:ext uri="{FF2B5EF4-FFF2-40B4-BE49-F238E27FC236}">
                  <a16:creationId xmlns:a16="http://schemas.microsoft.com/office/drawing/2014/main" id="{929919F1-AD5F-16EB-13D8-B248972D4AA5}"/>
                </a:ext>
              </a:extLst>
            </p:cNvPr>
            <p:cNvSpPr>
              <a:spLocks noChangeArrowheads="1"/>
            </p:cNvSpPr>
            <p:nvPr/>
          </p:nvSpPr>
          <p:spPr bwMode="auto">
            <a:xfrm>
              <a:off x="3707" y="1493"/>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78018" name="Rectangle 590">
              <a:extLst>
                <a:ext uri="{FF2B5EF4-FFF2-40B4-BE49-F238E27FC236}">
                  <a16:creationId xmlns:a16="http://schemas.microsoft.com/office/drawing/2014/main" id="{805D01D1-D8FE-0DD7-6091-8BC66E4585DA}"/>
                </a:ext>
              </a:extLst>
            </p:cNvPr>
            <p:cNvSpPr>
              <a:spLocks noChangeArrowheads="1"/>
            </p:cNvSpPr>
            <p:nvPr/>
          </p:nvSpPr>
          <p:spPr bwMode="auto">
            <a:xfrm>
              <a:off x="3412" y="643"/>
              <a:ext cx="30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入射面</a:t>
              </a:r>
              <a:endParaRPr lang="zh-CN" altLang="en-US" sz="1400">
                <a:solidFill>
                  <a:srgbClr val="000000"/>
                </a:solidFill>
              </a:endParaRPr>
            </a:p>
          </p:txBody>
        </p:sp>
        <p:sp>
          <p:nvSpPr>
            <p:cNvPr id="78019" name="Rectangle 591">
              <a:extLst>
                <a:ext uri="{FF2B5EF4-FFF2-40B4-BE49-F238E27FC236}">
                  <a16:creationId xmlns:a16="http://schemas.microsoft.com/office/drawing/2014/main" id="{A2CFC909-C165-A178-3377-CB167CE580D6}"/>
                </a:ext>
              </a:extLst>
            </p:cNvPr>
            <p:cNvSpPr>
              <a:spLocks noChangeArrowheads="1"/>
            </p:cNvSpPr>
            <p:nvPr/>
          </p:nvSpPr>
          <p:spPr bwMode="auto">
            <a:xfrm>
              <a:off x="3707" y="636"/>
              <a:ext cx="25"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78020" name="Freeform 592">
              <a:extLst>
                <a:ext uri="{FF2B5EF4-FFF2-40B4-BE49-F238E27FC236}">
                  <a16:creationId xmlns:a16="http://schemas.microsoft.com/office/drawing/2014/main" id="{2A50429A-690E-1E9D-3C9E-A896817CE155}"/>
                </a:ext>
              </a:extLst>
            </p:cNvPr>
            <p:cNvSpPr>
              <a:spLocks noEditPoints="1"/>
            </p:cNvSpPr>
            <p:nvPr/>
          </p:nvSpPr>
          <p:spPr bwMode="auto">
            <a:xfrm>
              <a:off x="4722" y="1136"/>
              <a:ext cx="194" cy="183"/>
            </a:xfrm>
            <a:custGeom>
              <a:avLst/>
              <a:gdLst>
                <a:gd name="T0" fmla="*/ 194 w 194"/>
                <a:gd name="T1" fmla="*/ 30 h 171"/>
                <a:gd name="T2" fmla="*/ 79 w 194"/>
                <a:gd name="T3" fmla="*/ 228 h 171"/>
                <a:gd name="T4" fmla="*/ 64 w 194"/>
                <a:gd name="T5" fmla="*/ 199 h 171"/>
                <a:gd name="T6" fmla="*/ 178 w 194"/>
                <a:gd name="T7" fmla="*/ 0 h 171"/>
                <a:gd name="T8" fmla="*/ 194 w 194"/>
                <a:gd name="T9" fmla="*/ 30 h 171"/>
                <a:gd name="T10" fmla="*/ 94 w 194"/>
                <a:gd name="T11" fmla="*/ 228 h 171"/>
                <a:gd name="T12" fmla="*/ 0 w 194"/>
                <a:gd name="T13" fmla="*/ 338 h 171"/>
                <a:gd name="T14" fmla="*/ 64 w 194"/>
                <a:gd name="T15" fmla="*/ 168 h 171"/>
                <a:gd name="T16" fmla="*/ 94 w 194"/>
                <a:gd name="T17" fmla="*/ 228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4" h="171">
                  <a:moveTo>
                    <a:pt x="194" y="16"/>
                  </a:moveTo>
                  <a:lnTo>
                    <a:pt x="79" y="116"/>
                  </a:lnTo>
                  <a:lnTo>
                    <a:pt x="64" y="101"/>
                  </a:lnTo>
                  <a:lnTo>
                    <a:pt x="178" y="0"/>
                  </a:lnTo>
                  <a:lnTo>
                    <a:pt x="194" y="16"/>
                  </a:lnTo>
                  <a:close/>
                  <a:moveTo>
                    <a:pt x="94" y="116"/>
                  </a:moveTo>
                  <a:lnTo>
                    <a:pt x="0" y="171"/>
                  </a:lnTo>
                  <a:lnTo>
                    <a:pt x="64" y="86"/>
                  </a:lnTo>
                  <a:lnTo>
                    <a:pt x="94" y="116"/>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8021" name="Freeform 593">
              <a:extLst>
                <a:ext uri="{FF2B5EF4-FFF2-40B4-BE49-F238E27FC236}">
                  <a16:creationId xmlns:a16="http://schemas.microsoft.com/office/drawing/2014/main" id="{59B27BF5-2CE0-E7D5-AE56-CF5ACA497975}"/>
                </a:ext>
              </a:extLst>
            </p:cNvPr>
            <p:cNvSpPr>
              <a:spLocks noEditPoints="1"/>
            </p:cNvSpPr>
            <p:nvPr/>
          </p:nvSpPr>
          <p:spPr bwMode="auto">
            <a:xfrm>
              <a:off x="4728" y="867"/>
              <a:ext cx="175" cy="296"/>
            </a:xfrm>
            <a:custGeom>
              <a:avLst/>
              <a:gdLst>
                <a:gd name="T0" fmla="*/ 58 w 175"/>
                <a:gd name="T1" fmla="*/ 150 h 276"/>
                <a:gd name="T2" fmla="*/ 175 w 175"/>
                <a:gd name="T3" fmla="*/ 533 h 276"/>
                <a:gd name="T4" fmla="*/ 157 w 175"/>
                <a:gd name="T5" fmla="*/ 554 h 276"/>
                <a:gd name="T6" fmla="*/ 39 w 175"/>
                <a:gd name="T7" fmla="*/ 172 h 276"/>
                <a:gd name="T8" fmla="*/ 58 w 175"/>
                <a:gd name="T9" fmla="*/ 150 h 276"/>
                <a:gd name="T10" fmla="*/ 35 w 175"/>
                <a:gd name="T11" fmla="*/ 202 h 276"/>
                <a:gd name="T12" fmla="*/ 0 w 175"/>
                <a:gd name="T13" fmla="*/ 0 h 276"/>
                <a:gd name="T14" fmla="*/ 73 w 175"/>
                <a:gd name="T15" fmla="*/ 160 h 276"/>
                <a:gd name="T16" fmla="*/ 35 w 175"/>
                <a:gd name="T17" fmla="*/ 202 h 2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76">
                  <a:moveTo>
                    <a:pt x="58" y="75"/>
                  </a:moveTo>
                  <a:lnTo>
                    <a:pt x="175" y="265"/>
                  </a:lnTo>
                  <a:lnTo>
                    <a:pt x="157" y="276"/>
                  </a:lnTo>
                  <a:lnTo>
                    <a:pt x="39" y="85"/>
                  </a:lnTo>
                  <a:lnTo>
                    <a:pt x="58" y="75"/>
                  </a:lnTo>
                  <a:close/>
                  <a:moveTo>
                    <a:pt x="35" y="100"/>
                  </a:moveTo>
                  <a:lnTo>
                    <a:pt x="0" y="0"/>
                  </a:lnTo>
                  <a:lnTo>
                    <a:pt x="73" y="79"/>
                  </a:lnTo>
                  <a:lnTo>
                    <a:pt x="35" y="100"/>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8022" name="Freeform 594">
              <a:extLst>
                <a:ext uri="{FF2B5EF4-FFF2-40B4-BE49-F238E27FC236}">
                  <a16:creationId xmlns:a16="http://schemas.microsoft.com/office/drawing/2014/main" id="{8BC5CE19-F2EF-D8BE-26A6-D238A94D627C}"/>
                </a:ext>
              </a:extLst>
            </p:cNvPr>
            <p:cNvSpPr>
              <a:spLocks noEditPoints="1"/>
            </p:cNvSpPr>
            <p:nvPr/>
          </p:nvSpPr>
          <p:spPr bwMode="auto">
            <a:xfrm>
              <a:off x="4568" y="1065"/>
              <a:ext cx="153" cy="239"/>
            </a:xfrm>
            <a:custGeom>
              <a:avLst/>
              <a:gdLst>
                <a:gd name="T0" fmla="*/ 9 w 153"/>
                <a:gd name="T1" fmla="*/ 0 h 223"/>
                <a:gd name="T2" fmla="*/ 32 w 153"/>
                <a:gd name="T3" fmla="*/ 68 h 223"/>
                <a:gd name="T4" fmla="*/ 23 w 153"/>
                <a:gd name="T5" fmla="*/ 80 h 223"/>
                <a:gd name="T6" fmla="*/ 0 w 153"/>
                <a:gd name="T7" fmla="*/ 6 h 223"/>
                <a:gd name="T8" fmla="*/ 9 w 153"/>
                <a:gd name="T9" fmla="*/ 0 h 223"/>
                <a:gd name="T10" fmla="*/ 49 w 153"/>
                <a:gd name="T11" fmla="*/ 121 h 223"/>
                <a:gd name="T12" fmla="*/ 72 w 153"/>
                <a:gd name="T13" fmla="*/ 191 h 223"/>
                <a:gd name="T14" fmla="*/ 63 w 153"/>
                <a:gd name="T15" fmla="*/ 203 h 223"/>
                <a:gd name="T16" fmla="*/ 40 w 153"/>
                <a:gd name="T17" fmla="*/ 132 h 223"/>
                <a:gd name="T18" fmla="*/ 49 w 153"/>
                <a:gd name="T19" fmla="*/ 121 h 223"/>
                <a:gd name="T20" fmla="*/ 89 w 153"/>
                <a:gd name="T21" fmla="*/ 243 h 223"/>
                <a:gd name="T22" fmla="*/ 112 w 153"/>
                <a:gd name="T23" fmla="*/ 313 h 223"/>
                <a:gd name="T24" fmla="*/ 103 w 153"/>
                <a:gd name="T25" fmla="*/ 320 h 223"/>
                <a:gd name="T26" fmla="*/ 80 w 153"/>
                <a:gd name="T27" fmla="*/ 254 h 223"/>
                <a:gd name="T28" fmla="*/ 89 w 153"/>
                <a:gd name="T29" fmla="*/ 243 h 223"/>
                <a:gd name="T30" fmla="*/ 129 w 153"/>
                <a:gd name="T31" fmla="*/ 363 h 223"/>
                <a:gd name="T32" fmla="*/ 153 w 153"/>
                <a:gd name="T33" fmla="*/ 431 h 223"/>
                <a:gd name="T34" fmla="*/ 143 w 153"/>
                <a:gd name="T35" fmla="*/ 446 h 223"/>
                <a:gd name="T36" fmla="*/ 120 w 153"/>
                <a:gd name="T37" fmla="*/ 374 h 223"/>
                <a:gd name="T38" fmla="*/ 129 w 153"/>
                <a:gd name="T39" fmla="*/ 363 h 22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53" h="223">
                  <a:moveTo>
                    <a:pt x="9" y="0"/>
                  </a:moveTo>
                  <a:lnTo>
                    <a:pt x="32" y="34"/>
                  </a:lnTo>
                  <a:lnTo>
                    <a:pt x="23" y="40"/>
                  </a:lnTo>
                  <a:lnTo>
                    <a:pt x="0" y="6"/>
                  </a:lnTo>
                  <a:lnTo>
                    <a:pt x="9" y="0"/>
                  </a:lnTo>
                  <a:close/>
                  <a:moveTo>
                    <a:pt x="49" y="60"/>
                  </a:moveTo>
                  <a:lnTo>
                    <a:pt x="72" y="96"/>
                  </a:lnTo>
                  <a:lnTo>
                    <a:pt x="63" y="101"/>
                  </a:lnTo>
                  <a:lnTo>
                    <a:pt x="40" y="66"/>
                  </a:lnTo>
                  <a:lnTo>
                    <a:pt x="49" y="60"/>
                  </a:lnTo>
                  <a:close/>
                  <a:moveTo>
                    <a:pt x="89" y="122"/>
                  </a:moveTo>
                  <a:lnTo>
                    <a:pt x="112" y="156"/>
                  </a:lnTo>
                  <a:lnTo>
                    <a:pt x="103" y="161"/>
                  </a:lnTo>
                  <a:lnTo>
                    <a:pt x="80" y="127"/>
                  </a:lnTo>
                  <a:lnTo>
                    <a:pt x="89" y="122"/>
                  </a:lnTo>
                  <a:close/>
                  <a:moveTo>
                    <a:pt x="129" y="182"/>
                  </a:moveTo>
                  <a:lnTo>
                    <a:pt x="153" y="216"/>
                  </a:lnTo>
                  <a:lnTo>
                    <a:pt x="143" y="223"/>
                  </a:lnTo>
                  <a:lnTo>
                    <a:pt x="120" y="188"/>
                  </a:lnTo>
                  <a:lnTo>
                    <a:pt x="129" y="182"/>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8023" name="Freeform 595">
              <a:extLst>
                <a:ext uri="{FF2B5EF4-FFF2-40B4-BE49-F238E27FC236}">
                  <a16:creationId xmlns:a16="http://schemas.microsoft.com/office/drawing/2014/main" id="{4886604D-3875-B7EB-444A-C9E701AE27E7}"/>
                </a:ext>
              </a:extLst>
            </p:cNvPr>
            <p:cNvSpPr>
              <a:spLocks noEditPoints="1"/>
            </p:cNvSpPr>
            <p:nvPr/>
          </p:nvSpPr>
          <p:spPr bwMode="auto">
            <a:xfrm>
              <a:off x="4545" y="871"/>
              <a:ext cx="203" cy="180"/>
            </a:xfrm>
            <a:custGeom>
              <a:avLst/>
              <a:gdLst>
                <a:gd name="T0" fmla="*/ 203 w 203"/>
                <a:gd name="T1" fmla="*/ 18 h 169"/>
                <a:gd name="T2" fmla="*/ 170 w 203"/>
                <a:gd name="T3" fmla="*/ 66 h 169"/>
                <a:gd name="T4" fmla="*/ 164 w 203"/>
                <a:gd name="T5" fmla="*/ 49 h 169"/>
                <a:gd name="T6" fmla="*/ 196 w 203"/>
                <a:gd name="T7" fmla="*/ 0 h 169"/>
                <a:gd name="T8" fmla="*/ 203 w 203"/>
                <a:gd name="T9" fmla="*/ 18 h 169"/>
                <a:gd name="T10" fmla="*/ 146 w 203"/>
                <a:gd name="T11" fmla="*/ 104 h 169"/>
                <a:gd name="T12" fmla="*/ 113 w 203"/>
                <a:gd name="T13" fmla="*/ 153 h 169"/>
                <a:gd name="T14" fmla="*/ 107 w 203"/>
                <a:gd name="T15" fmla="*/ 138 h 169"/>
                <a:gd name="T16" fmla="*/ 139 w 203"/>
                <a:gd name="T17" fmla="*/ 87 h 169"/>
                <a:gd name="T18" fmla="*/ 146 w 203"/>
                <a:gd name="T19" fmla="*/ 104 h 169"/>
                <a:gd name="T20" fmla="*/ 89 w 203"/>
                <a:gd name="T21" fmla="*/ 193 h 169"/>
                <a:gd name="T22" fmla="*/ 56 w 203"/>
                <a:gd name="T23" fmla="*/ 243 h 169"/>
                <a:gd name="T24" fmla="*/ 49 w 203"/>
                <a:gd name="T25" fmla="*/ 228 h 169"/>
                <a:gd name="T26" fmla="*/ 82 w 203"/>
                <a:gd name="T27" fmla="*/ 177 h 169"/>
                <a:gd name="T28" fmla="*/ 89 w 203"/>
                <a:gd name="T29" fmla="*/ 193 h 169"/>
                <a:gd name="T30" fmla="*/ 32 w 203"/>
                <a:gd name="T31" fmla="*/ 278 h 169"/>
                <a:gd name="T32" fmla="*/ 6 w 203"/>
                <a:gd name="T33" fmla="*/ 316 h 169"/>
                <a:gd name="T34" fmla="*/ 0 w 203"/>
                <a:gd name="T35" fmla="*/ 306 h 169"/>
                <a:gd name="T36" fmla="*/ 24 w 203"/>
                <a:gd name="T37" fmla="*/ 264 h 169"/>
                <a:gd name="T38" fmla="*/ 32 w 203"/>
                <a:gd name="T39" fmla="*/ 278 h 1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3" h="169">
                  <a:moveTo>
                    <a:pt x="203" y="8"/>
                  </a:moveTo>
                  <a:lnTo>
                    <a:pt x="170" y="35"/>
                  </a:lnTo>
                  <a:lnTo>
                    <a:pt x="164" y="26"/>
                  </a:lnTo>
                  <a:lnTo>
                    <a:pt x="196" y="0"/>
                  </a:lnTo>
                  <a:lnTo>
                    <a:pt x="203" y="8"/>
                  </a:lnTo>
                  <a:close/>
                  <a:moveTo>
                    <a:pt x="146" y="55"/>
                  </a:moveTo>
                  <a:lnTo>
                    <a:pt x="113" y="82"/>
                  </a:lnTo>
                  <a:lnTo>
                    <a:pt x="107" y="74"/>
                  </a:lnTo>
                  <a:lnTo>
                    <a:pt x="139" y="47"/>
                  </a:lnTo>
                  <a:lnTo>
                    <a:pt x="146" y="55"/>
                  </a:lnTo>
                  <a:close/>
                  <a:moveTo>
                    <a:pt x="89" y="102"/>
                  </a:moveTo>
                  <a:lnTo>
                    <a:pt x="56" y="129"/>
                  </a:lnTo>
                  <a:lnTo>
                    <a:pt x="49" y="121"/>
                  </a:lnTo>
                  <a:lnTo>
                    <a:pt x="82" y="94"/>
                  </a:lnTo>
                  <a:lnTo>
                    <a:pt x="89" y="102"/>
                  </a:lnTo>
                  <a:close/>
                  <a:moveTo>
                    <a:pt x="32" y="148"/>
                  </a:moveTo>
                  <a:lnTo>
                    <a:pt x="6" y="169"/>
                  </a:lnTo>
                  <a:lnTo>
                    <a:pt x="0" y="162"/>
                  </a:lnTo>
                  <a:lnTo>
                    <a:pt x="24" y="141"/>
                  </a:lnTo>
                  <a:lnTo>
                    <a:pt x="32" y="148"/>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8024" name="Freeform 596">
              <a:extLst>
                <a:ext uri="{FF2B5EF4-FFF2-40B4-BE49-F238E27FC236}">
                  <a16:creationId xmlns:a16="http://schemas.microsoft.com/office/drawing/2014/main" id="{12B0B9E1-7699-2A5D-5673-C0839275CCFF}"/>
                </a:ext>
              </a:extLst>
            </p:cNvPr>
            <p:cNvSpPr>
              <a:spLocks noEditPoints="1"/>
            </p:cNvSpPr>
            <p:nvPr/>
          </p:nvSpPr>
          <p:spPr bwMode="auto">
            <a:xfrm>
              <a:off x="4563" y="1043"/>
              <a:ext cx="321" cy="121"/>
            </a:xfrm>
            <a:custGeom>
              <a:avLst/>
              <a:gdLst>
                <a:gd name="T0" fmla="*/ 314 w 321"/>
                <a:gd name="T1" fmla="*/ 225 h 113"/>
                <a:gd name="T2" fmla="*/ 89 w 321"/>
                <a:gd name="T3" fmla="*/ 77 h 113"/>
                <a:gd name="T4" fmla="*/ 95 w 321"/>
                <a:gd name="T5" fmla="*/ 36 h 113"/>
                <a:gd name="T6" fmla="*/ 321 w 321"/>
                <a:gd name="T7" fmla="*/ 185 h 113"/>
                <a:gd name="T8" fmla="*/ 314 w 321"/>
                <a:gd name="T9" fmla="*/ 225 h 113"/>
                <a:gd name="T10" fmla="*/ 95 w 321"/>
                <a:gd name="T11" fmla="*/ 106 h 113"/>
                <a:gd name="T12" fmla="*/ 0 w 321"/>
                <a:gd name="T13" fmla="*/ 0 h 113"/>
                <a:gd name="T14" fmla="*/ 110 w 321"/>
                <a:gd name="T15" fmla="*/ 24 h 113"/>
                <a:gd name="T16" fmla="*/ 95 w 321"/>
                <a:gd name="T17" fmla="*/ 106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1" h="113">
                  <a:moveTo>
                    <a:pt x="314" y="113"/>
                  </a:moveTo>
                  <a:lnTo>
                    <a:pt x="89" y="39"/>
                  </a:lnTo>
                  <a:lnTo>
                    <a:pt x="95" y="19"/>
                  </a:lnTo>
                  <a:lnTo>
                    <a:pt x="321" y="93"/>
                  </a:lnTo>
                  <a:lnTo>
                    <a:pt x="314" y="113"/>
                  </a:lnTo>
                  <a:close/>
                  <a:moveTo>
                    <a:pt x="95" y="53"/>
                  </a:moveTo>
                  <a:lnTo>
                    <a:pt x="0" y="0"/>
                  </a:lnTo>
                  <a:lnTo>
                    <a:pt x="110" y="13"/>
                  </a:lnTo>
                  <a:lnTo>
                    <a:pt x="95" y="53"/>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78025" name="Freeform 597">
              <a:extLst>
                <a:ext uri="{FF2B5EF4-FFF2-40B4-BE49-F238E27FC236}">
                  <a16:creationId xmlns:a16="http://schemas.microsoft.com/office/drawing/2014/main" id="{2662A235-2F82-C665-9C7F-2F840C5267E1}"/>
                </a:ext>
              </a:extLst>
            </p:cNvPr>
            <p:cNvSpPr>
              <a:spLocks noEditPoints="1"/>
            </p:cNvSpPr>
            <p:nvPr/>
          </p:nvSpPr>
          <p:spPr bwMode="auto">
            <a:xfrm>
              <a:off x="4433" y="1761"/>
              <a:ext cx="192" cy="210"/>
            </a:xfrm>
            <a:custGeom>
              <a:avLst/>
              <a:gdLst>
                <a:gd name="T0" fmla="*/ 192 w 192"/>
                <a:gd name="T1" fmla="*/ 27 h 196"/>
                <a:gd name="T2" fmla="*/ 46 w 192"/>
                <a:gd name="T3" fmla="*/ 332 h 196"/>
                <a:gd name="T4" fmla="*/ 29 w 192"/>
                <a:gd name="T5" fmla="*/ 303 h 196"/>
                <a:gd name="T6" fmla="*/ 176 w 192"/>
                <a:gd name="T7" fmla="*/ 0 h 196"/>
                <a:gd name="T8" fmla="*/ 192 w 192"/>
                <a:gd name="T9" fmla="*/ 27 h 196"/>
                <a:gd name="T10" fmla="*/ 60 w 192"/>
                <a:gd name="T11" fmla="*/ 332 h 196"/>
                <a:gd name="T12" fmla="*/ 0 w 192"/>
                <a:gd name="T13" fmla="*/ 390 h 196"/>
                <a:gd name="T14" fmla="*/ 29 w 192"/>
                <a:gd name="T15" fmla="*/ 274 h 196"/>
                <a:gd name="T16" fmla="*/ 60 w 192"/>
                <a:gd name="T17" fmla="*/ 332 h 1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2" h="196">
                  <a:moveTo>
                    <a:pt x="192" y="14"/>
                  </a:moveTo>
                  <a:lnTo>
                    <a:pt x="46" y="165"/>
                  </a:lnTo>
                  <a:lnTo>
                    <a:pt x="29" y="152"/>
                  </a:lnTo>
                  <a:lnTo>
                    <a:pt x="176" y="0"/>
                  </a:lnTo>
                  <a:lnTo>
                    <a:pt x="192" y="14"/>
                  </a:lnTo>
                  <a:close/>
                  <a:moveTo>
                    <a:pt x="60" y="165"/>
                  </a:moveTo>
                  <a:lnTo>
                    <a:pt x="0" y="196"/>
                  </a:lnTo>
                  <a:lnTo>
                    <a:pt x="29" y="137"/>
                  </a:lnTo>
                  <a:lnTo>
                    <a:pt x="60" y="165"/>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8026" name="Freeform 598">
              <a:extLst>
                <a:ext uri="{FF2B5EF4-FFF2-40B4-BE49-F238E27FC236}">
                  <a16:creationId xmlns:a16="http://schemas.microsoft.com/office/drawing/2014/main" id="{485D87E6-2220-C32D-4D75-620D44482FF5}"/>
                </a:ext>
              </a:extLst>
            </p:cNvPr>
            <p:cNvSpPr>
              <a:spLocks noEditPoints="1"/>
            </p:cNvSpPr>
            <p:nvPr/>
          </p:nvSpPr>
          <p:spPr bwMode="auto">
            <a:xfrm>
              <a:off x="4616" y="1629"/>
              <a:ext cx="315" cy="150"/>
            </a:xfrm>
            <a:custGeom>
              <a:avLst/>
              <a:gdLst>
                <a:gd name="T0" fmla="*/ 231 w 315"/>
                <a:gd name="T1" fmla="*/ 93 h 140"/>
                <a:gd name="T2" fmla="*/ 9 w 315"/>
                <a:gd name="T3" fmla="*/ 279 h 140"/>
                <a:gd name="T4" fmla="*/ 0 w 315"/>
                <a:gd name="T5" fmla="*/ 243 h 140"/>
                <a:gd name="T6" fmla="*/ 224 w 315"/>
                <a:gd name="T7" fmla="*/ 55 h 140"/>
                <a:gd name="T8" fmla="*/ 231 w 315"/>
                <a:gd name="T9" fmla="*/ 93 h 140"/>
                <a:gd name="T10" fmla="*/ 209 w 315"/>
                <a:gd name="T11" fmla="*/ 47 h 140"/>
                <a:gd name="T12" fmla="*/ 315 w 315"/>
                <a:gd name="T13" fmla="*/ 0 h 140"/>
                <a:gd name="T14" fmla="*/ 226 w 315"/>
                <a:gd name="T15" fmla="*/ 121 h 140"/>
                <a:gd name="T16" fmla="*/ 209 w 315"/>
                <a:gd name="T17" fmla="*/ 47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5" h="140">
                  <a:moveTo>
                    <a:pt x="231" y="47"/>
                  </a:moveTo>
                  <a:lnTo>
                    <a:pt x="9" y="140"/>
                  </a:lnTo>
                  <a:lnTo>
                    <a:pt x="0" y="122"/>
                  </a:lnTo>
                  <a:lnTo>
                    <a:pt x="224" y="28"/>
                  </a:lnTo>
                  <a:lnTo>
                    <a:pt x="231" y="47"/>
                  </a:lnTo>
                  <a:close/>
                  <a:moveTo>
                    <a:pt x="209" y="23"/>
                  </a:moveTo>
                  <a:lnTo>
                    <a:pt x="315" y="0"/>
                  </a:lnTo>
                  <a:lnTo>
                    <a:pt x="226" y="60"/>
                  </a:lnTo>
                  <a:lnTo>
                    <a:pt x="209" y="23"/>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78027" name="Freeform 599">
              <a:extLst>
                <a:ext uri="{FF2B5EF4-FFF2-40B4-BE49-F238E27FC236}">
                  <a16:creationId xmlns:a16="http://schemas.microsoft.com/office/drawing/2014/main" id="{AA672D8A-7443-170F-C567-42972D31FF51}"/>
                </a:ext>
              </a:extLst>
            </p:cNvPr>
            <p:cNvSpPr>
              <a:spLocks noEditPoints="1"/>
            </p:cNvSpPr>
            <p:nvPr/>
          </p:nvSpPr>
          <p:spPr bwMode="auto">
            <a:xfrm>
              <a:off x="4600" y="1756"/>
              <a:ext cx="198" cy="74"/>
            </a:xfrm>
            <a:custGeom>
              <a:avLst/>
              <a:gdLst>
                <a:gd name="T0" fmla="*/ 7 w 198"/>
                <a:gd name="T1" fmla="*/ 0 h 69"/>
                <a:gd name="T2" fmla="*/ 149 w 198"/>
                <a:gd name="T3" fmla="*/ 88 h 69"/>
                <a:gd name="T4" fmla="*/ 143 w 198"/>
                <a:gd name="T5" fmla="*/ 129 h 69"/>
                <a:gd name="T6" fmla="*/ 0 w 198"/>
                <a:gd name="T7" fmla="*/ 41 h 69"/>
                <a:gd name="T8" fmla="*/ 7 w 198"/>
                <a:gd name="T9" fmla="*/ 0 h 69"/>
                <a:gd name="T10" fmla="*/ 143 w 198"/>
                <a:gd name="T11" fmla="*/ 62 h 69"/>
                <a:gd name="T12" fmla="*/ 198 w 198"/>
                <a:gd name="T13" fmla="*/ 138 h 69"/>
                <a:gd name="T14" fmla="*/ 130 w 198"/>
                <a:gd name="T15" fmla="*/ 139 h 69"/>
                <a:gd name="T16" fmla="*/ 143 w 198"/>
                <a:gd name="T17" fmla="*/ 62 h 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8" h="69">
                  <a:moveTo>
                    <a:pt x="7" y="0"/>
                  </a:moveTo>
                  <a:lnTo>
                    <a:pt x="149" y="44"/>
                  </a:lnTo>
                  <a:lnTo>
                    <a:pt x="143" y="63"/>
                  </a:lnTo>
                  <a:lnTo>
                    <a:pt x="0" y="20"/>
                  </a:lnTo>
                  <a:lnTo>
                    <a:pt x="7" y="0"/>
                  </a:lnTo>
                  <a:close/>
                  <a:moveTo>
                    <a:pt x="143" y="31"/>
                  </a:moveTo>
                  <a:lnTo>
                    <a:pt x="198" y="68"/>
                  </a:lnTo>
                  <a:lnTo>
                    <a:pt x="130" y="69"/>
                  </a:lnTo>
                  <a:lnTo>
                    <a:pt x="143" y="31"/>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78028" name="Freeform 600">
              <a:extLst>
                <a:ext uri="{FF2B5EF4-FFF2-40B4-BE49-F238E27FC236}">
                  <a16:creationId xmlns:a16="http://schemas.microsoft.com/office/drawing/2014/main" id="{CC73ADBD-C188-3483-E042-3FD9F0E1DF2C}"/>
                </a:ext>
              </a:extLst>
            </p:cNvPr>
            <p:cNvSpPr>
              <a:spLocks noEditPoints="1"/>
            </p:cNvSpPr>
            <p:nvPr/>
          </p:nvSpPr>
          <p:spPr bwMode="auto">
            <a:xfrm>
              <a:off x="4453" y="1840"/>
              <a:ext cx="302" cy="143"/>
            </a:xfrm>
            <a:custGeom>
              <a:avLst/>
              <a:gdLst>
                <a:gd name="T0" fmla="*/ 248 w 302"/>
                <a:gd name="T1" fmla="*/ 57 h 134"/>
                <a:gd name="T2" fmla="*/ 246 w 302"/>
                <a:gd name="T3" fmla="*/ 57 h 134"/>
                <a:gd name="T4" fmla="*/ 243 w 302"/>
                <a:gd name="T5" fmla="*/ 51 h 134"/>
                <a:gd name="T6" fmla="*/ 243 w 302"/>
                <a:gd name="T7" fmla="*/ 48 h 134"/>
                <a:gd name="T8" fmla="*/ 246 w 302"/>
                <a:gd name="T9" fmla="*/ 42 h 134"/>
                <a:gd name="T10" fmla="*/ 299 w 302"/>
                <a:gd name="T11" fmla="*/ 0 h 134"/>
                <a:gd name="T12" fmla="*/ 301 w 302"/>
                <a:gd name="T13" fmla="*/ 1 h 134"/>
                <a:gd name="T14" fmla="*/ 302 w 302"/>
                <a:gd name="T15" fmla="*/ 4 h 134"/>
                <a:gd name="T16" fmla="*/ 301 w 302"/>
                <a:gd name="T17" fmla="*/ 6 h 134"/>
                <a:gd name="T18" fmla="*/ 300 w 302"/>
                <a:gd name="T19" fmla="*/ 7 h 134"/>
                <a:gd name="T20" fmla="*/ 168 w 302"/>
                <a:gd name="T21" fmla="*/ 123 h 134"/>
                <a:gd name="T22" fmla="*/ 164 w 302"/>
                <a:gd name="T23" fmla="*/ 123 h 134"/>
                <a:gd name="T24" fmla="*/ 161 w 302"/>
                <a:gd name="T25" fmla="*/ 122 h 134"/>
                <a:gd name="T26" fmla="*/ 161 w 302"/>
                <a:gd name="T27" fmla="*/ 114 h 134"/>
                <a:gd name="T28" fmla="*/ 164 w 302"/>
                <a:gd name="T29" fmla="*/ 109 h 134"/>
                <a:gd name="T30" fmla="*/ 217 w 302"/>
                <a:gd name="T31" fmla="*/ 66 h 134"/>
                <a:gd name="T32" fmla="*/ 220 w 302"/>
                <a:gd name="T33" fmla="*/ 69 h 134"/>
                <a:gd name="T34" fmla="*/ 221 w 302"/>
                <a:gd name="T35" fmla="*/ 74 h 134"/>
                <a:gd name="T36" fmla="*/ 220 w 302"/>
                <a:gd name="T37" fmla="*/ 79 h 134"/>
                <a:gd name="T38" fmla="*/ 218 w 302"/>
                <a:gd name="T39" fmla="*/ 80 h 134"/>
                <a:gd name="T40" fmla="*/ 86 w 302"/>
                <a:gd name="T41" fmla="*/ 191 h 134"/>
                <a:gd name="T42" fmla="*/ 82 w 302"/>
                <a:gd name="T43" fmla="*/ 191 h 134"/>
                <a:gd name="T44" fmla="*/ 81 w 302"/>
                <a:gd name="T45" fmla="*/ 186 h 134"/>
                <a:gd name="T46" fmla="*/ 81 w 302"/>
                <a:gd name="T47" fmla="*/ 180 h 134"/>
                <a:gd name="T48" fmla="*/ 82 w 302"/>
                <a:gd name="T49" fmla="*/ 177 h 134"/>
                <a:gd name="T50" fmla="*/ 136 w 302"/>
                <a:gd name="T51" fmla="*/ 132 h 134"/>
                <a:gd name="T52" fmla="*/ 139 w 302"/>
                <a:gd name="T53" fmla="*/ 134 h 134"/>
                <a:gd name="T54" fmla="*/ 141 w 302"/>
                <a:gd name="T55" fmla="*/ 140 h 134"/>
                <a:gd name="T56" fmla="*/ 139 w 302"/>
                <a:gd name="T57" fmla="*/ 146 h 134"/>
                <a:gd name="T58" fmla="*/ 138 w 302"/>
                <a:gd name="T59" fmla="*/ 146 h 134"/>
                <a:gd name="T60" fmla="*/ 5 w 302"/>
                <a:gd name="T61" fmla="*/ 256 h 134"/>
                <a:gd name="T62" fmla="*/ 2 w 302"/>
                <a:gd name="T63" fmla="*/ 256 h 134"/>
                <a:gd name="T64" fmla="*/ 0 w 302"/>
                <a:gd name="T65" fmla="*/ 252 h 134"/>
                <a:gd name="T66" fmla="*/ 0 w 302"/>
                <a:gd name="T67" fmla="*/ 249 h 134"/>
                <a:gd name="T68" fmla="*/ 2 w 302"/>
                <a:gd name="T69" fmla="*/ 244 h 134"/>
                <a:gd name="T70" fmla="*/ 55 w 302"/>
                <a:gd name="T71" fmla="*/ 202 h 134"/>
                <a:gd name="T72" fmla="*/ 58 w 302"/>
                <a:gd name="T73" fmla="*/ 204 h 134"/>
                <a:gd name="T74" fmla="*/ 59 w 302"/>
                <a:gd name="T75" fmla="*/ 207 h 134"/>
                <a:gd name="T76" fmla="*/ 58 w 302"/>
                <a:gd name="T77" fmla="*/ 211 h 134"/>
                <a:gd name="T78" fmla="*/ 57 w 302"/>
                <a:gd name="T79" fmla="*/ 216 h 13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02" h="134">
                  <a:moveTo>
                    <a:pt x="300" y="7"/>
                  </a:moveTo>
                  <a:lnTo>
                    <a:pt x="248" y="30"/>
                  </a:lnTo>
                  <a:lnTo>
                    <a:pt x="247" y="30"/>
                  </a:lnTo>
                  <a:lnTo>
                    <a:pt x="246" y="30"/>
                  </a:lnTo>
                  <a:lnTo>
                    <a:pt x="244" y="28"/>
                  </a:lnTo>
                  <a:lnTo>
                    <a:pt x="243" y="27"/>
                  </a:lnTo>
                  <a:lnTo>
                    <a:pt x="243" y="26"/>
                  </a:lnTo>
                  <a:lnTo>
                    <a:pt x="243" y="25"/>
                  </a:lnTo>
                  <a:lnTo>
                    <a:pt x="244" y="23"/>
                  </a:lnTo>
                  <a:lnTo>
                    <a:pt x="246" y="22"/>
                  </a:lnTo>
                  <a:lnTo>
                    <a:pt x="296" y="0"/>
                  </a:lnTo>
                  <a:lnTo>
                    <a:pt x="299" y="0"/>
                  </a:lnTo>
                  <a:lnTo>
                    <a:pt x="300" y="0"/>
                  </a:lnTo>
                  <a:lnTo>
                    <a:pt x="301" y="1"/>
                  </a:lnTo>
                  <a:lnTo>
                    <a:pt x="302" y="3"/>
                  </a:lnTo>
                  <a:lnTo>
                    <a:pt x="302" y="4"/>
                  </a:lnTo>
                  <a:lnTo>
                    <a:pt x="302" y="5"/>
                  </a:lnTo>
                  <a:lnTo>
                    <a:pt x="301" y="6"/>
                  </a:lnTo>
                  <a:lnTo>
                    <a:pt x="300" y="7"/>
                  </a:lnTo>
                  <a:close/>
                  <a:moveTo>
                    <a:pt x="218" y="42"/>
                  </a:moveTo>
                  <a:lnTo>
                    <a:pt x="168" y="64"/>
                  </a:lnTo>
                  <a:lnTo>
                    <a:pt x="165" y="64"/>
                  </a:lnTo>
                  <a:lnTo>
                    <a:pt x="164" y="64"/>
                  </a:lnTo>
                  <a:lnTo>
                    <a:pt x="163" y="64"/>
                  </a:lnTo>
                  <a:lnTo>
                    <a:pt x="161" y="63"/>
                  </a:lnTo>
                  <a:lnTo>
                    <a:pt x="161" y="60"/>
                  </a:lnTo>
                  <a:lnTo>
                    <a:pt x="161" y="59"/>
                  </a:lnTo>
                  <a:lnTo>
                    <a:pt x="163" y="58"/>
                  </a:lnTo>
                  <a:lnTo>
                    <a:pt x="164" y="57"/>
                  </a:lnTo>
                  <a:lnTo>
                    <a:pt x="216" y="35"/>
                  </a:lnTo>
                  <a:lnTo>
                    <a:pt x="217" y="35"/>
                  </a:lnTo>
                  <a:lnTo>
                    <a:pt x="218" y="35"/>
                  </a:lnTo>
                  <a:lnTo>
                    <a:pt x="220" y="36"/>
                  </a:lnTo>
                  <a:lnTo>
                    <a:pt x="221" y="37"/>
                  </a:lnTo>
                  <a:lnTo>
                    <a:pt x="221" y="38"/>
                  </a:lnTo>
                  <a:lnTo>
                    <a:pt x="221" y="40"/>
                  </a:lnTo>
                  <a:lnTo>
                    <a:pt x="220" y="41"/>
                  </a:lnTo>
                  <a:lnTo>
                    <a:pt x="218" y="42"/>
                  </a:lnTo>
                  <a:close/>
                  <a:moveTo>
                    <a:pt x="138" y="76"/>
                  </a:moveTo>
                  <a:lnTo>
                    <a:pt x="86" y="99"/>
                  </a:lnTo>
                  <a:lnTo>
                    <a:pt x="85" y="100"/>
                  </a:lnTo>
                  <a:lnTo>
                    <a:pt x="82" y="99"/>
                  </a:lnTo>
                  <a:lnTo>
                    <a:pt x="81" y="99"/>
                  </a:lnTo>
                  <a:lnTo>
                    <a:pt x="81" y="97"/>
                  </a:lnTo>
                  <a:lnTo>
                    <a:pt x="80" y="96"/>
                  </a:lnTo>
                  <a:lnTo>
                    <a:pt x="81" y="94"/>
                  </a:lnTo>
                  <a:lnTo>
                    <a:pt x="81" y="92"/>
                  </a:lnTo>
                  <a:lnTo>
                    <a:pt x="82" y="92"/>
                  </a:lnTo>
                  <a:lnTo>
                    <a:pt x="134" y="70"/>
                  </a:lnTo>
                  <a:lnTo>
                    <a:pt x="136" y="69"/>
                  </a:lnTo>
                  <a:lnTo>
                    <a:pt x="138" y="70"/>
                  </a:lnTo>
                  <a:lnTo>
                    <a:pt x="139" y="70"/>
                  </a:lnTo>
                  <a:lnTo>
                    <a:pt x="139" y="72"/>
                  </a:lnTo>
                  <a:lnTo>
                    <a:pt x="141" y="73"/>
                  </a:lnTo>
                  <a:lnTo>
                    <a:pt x="139" y="75"/>
                  </a:lnTo>
                  <a:lnTo>
                    <a:pt x="139" y="76"/>
                  </a:lnTo>
                  <a:lnTo>
                    <a:pt x="138" y="76"/>
                  </a:lnTo>
                  <a:close/>
                  <a:moveTo>
                    <a:pt x="57" y="112"/>
                  </a:moveTo>
                  <a:lnTo>
                    <a:pt x="5" y="134"/>
                  </a:lnTo>
                  <a:lnTo>
                    <a:pt x="4" y="134"/>
                  </a:lnTo>
                  <a:lnTo>
                    <a:pt x="2" y="134"/>
                  </a:lnTo>
                  <a:lnTo>
                    <a:pt x="1" y="133"/>
                  </a:lnTo>
                  <a:lnTo>
                    <a:pt x="0" y="132"/>
                  </a:lnTo>
                  <a:lnTo>
                    <a:pt x="0" y="131"/>
                  </a:lnTo>
                  <a:lnTo>
                    <a:pt x="0" y="129"/>
                  </a:lnTo>
                  <a:lnTo>
                    <a:pt x="1" y="128"/>
                  </a:lnTo>
                  <a:lnTo>
                    <a:pt x="2" y="127"/>
                  </a:lnTo>
                  <a:lnTo>
                    <a:pt x="53" y="105"/>
                  </a:lnTo>
                  <a:lnTo>
                    <a:pt x="55" y="105"/>
                  </a:lnTo>
                  <a:lnTo>
                    <a:pt x="57" y="105"/>
                  </a:lnTo>
                  <a:lnTo>
                    <a:pt x="58" y="106"/>
                  </a:lnTo>
                  <a:lnTo>
                    <a:pt x="59" y="107"/>
                  </a:lnTo>
                  <a:lnTo>
                    <a:pt x="59" y="109"/>
                  </a:lnTo>
                  <a:lnTo>
                    <a:pt x="59" y="110"/>
                  </a:lnTo>
                  <a:lnTo>
                    <a:pt x="58" y="111"/>
                  </a:lnTo>
                  <a:lnTo>
                    <a:pt x="57" y="112"/>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8029" name="Freeform 601">
              <a:extLst>
                <a:ext uri="{FF2B5EF4-FFF2-40B4-BE49-F238E27FC236}">
                  <a16:creationId xmlns:a16="http://schemas.microsoft.com/office/drawing/2014/main" id="{EE7B13E5-3112-3184-F946-564F6D88D190}"/>
                </a:ext>
              </a:extLst>
            </p:cNvPr>
            <p:cNvSpPr>
              <a:spLocks noEditPoints="1"/>
            </p:cNvSpPr>
            <p:nvPr/>
          </p:nvSpPr>
          <p:spPr bwMode="auto">
            <a:xfrm>
              <a:off x="4785" y="1662"/>
              <a:ext cx="133" cy="159"/>
            </a:xfrm>
            <a:custGeom>
              <a:avLst/>
              <a:gdLst>
                <a:gd name="T0" fmla="*/ 17 w 133"/>
                <a:gd name="T1" fmla="*/ 239 h 149"/>
                <a:gd name="T2" fmla="*/ 20 w 133"/>
                <a:gd name="T3" fmla="*/ 235 h 149"/>
                <a:gd name="T4" fmla="*/ 22 w 133"/>
                <a:gd name="T5" fmla="*/ 236 h 149"/>
                <a:gd name="T6" fmla="*/ 23 w 133"/>
                <a:gd name="T7" fmla="*/ 243 h 149"/>
                <a:gd name="T8" fmla="*/ 23 w 133"/>
                <a:gd name="T9" fmla="*/ 250 h 149"/>
                <a:gd name="T10" fmla="*/ 7 w 133"/>
                <a:gd name="T11" fmla="*/ 286 h 149"/>
                <a:gd name="T12" fmla="*/ 3 w 133"/>
                <a:gd name="T13" fmla="*/ 286 h 149"/>
                <a:gd name="T14" fmla="*/ 1 w 133"/>
                <a:gd name="T15" fmla="*/ 279 h 149"/>
                <a:gd name="T16" fmla="*/ 0 w 133"/>
                <a:gd name="T17" fmla="*/ 275 h 149"/>
                <a:gd name="T18" fmla="*/ 1 w 133"/>
                <a:gd name="T19" fmla="*/ 273 h 149"/>
                <a:gd name="T20" fmla="*/ 53 w 133"/>
                <a:gd name="T21" fmla="*/ 160 h 149"/>
                <a:gd name="T22" fmla="*/ 56 w 133"/>
                <a:gd name="T23" fmla="*/ 158 h 149"/>
                <a:gd name="T24" fmla="*/ 58 w 133"/>
                <a:gd name="T25" fmla="*/ 160 h 149"/>
                <a:gd name="T26" fmla="*/ 61 w 133"/>
                <a:gd name="T27" fmla="*/ 166 h 149"/>
                <a:gd name="T28" fmla="*/ 60 w 133"/>
                <a:gd name="T29" fmla="*/ 169 h 149"/>
                <a:gd name="T30" fmla="*/ 43 w 133"/>
                <a:gd name="T31" fmla="*/ 205 h 149"/>
                <a:gd name="T32" fmla="*/ 39 w 133"/>
                <a:gd name="T33" fmla="*/ 205 h 149"/>
                <a:gd name="T34" fmla="*/ 38 w 133"/>
                <a:gd name="T35" fmla="*/ 204 h 149"/>
                <a:gd name="T36" fmla="*/ 36 w 133"/>
                <a:gd name="T37" fmla="*/ 194 h 149"/>
                <a:gd name="T38" fmla="*/ 38 w 133"/>
                <a:gd name="T39" fmla="*/ 193 h 149"/>
                <a:gd name="T40" fmla="*/ 89 w 133"/>
                <a:gd name="T41" fmla="*/ 80 h 149"/>
                <a:gd name="T42" fmla="*/ 92 w 133"/>
                <a:gd name="T43" fmla="*/ 76 h 149"/>
                <a:gd name="T44" fmla="*/ 95 w 133"/>
                <a:gd name="T45" fmla="*/ 80 h 149"/>
                <a:gd name="T46" fmla="*/ 97 w 133"/>
                <a:gd name="T47" fmla="*/ 84 h 149"/>
                <a:gd name="T48" fmla="*/ 96 w 133"/>
                <a:gd name="T49" fmla="*/ 90 h 149"/>
                <a:gd name="T50" fmla="*/ 79 w 133"/>
                <a:gd name="T51" fmla="*/ 126 h 149"/>
                <a:gd name="T52" fmla="*/ 77 w 133"/>
                <a:gd name="T53" fmla="*/ 126 h 149"/>
                <a:gd name="T54" fmla="*/ 74 w 133"/>
                <a:gd name="T55" fmla="*/ 123 h 149"/>
                <a:gd name="T56" fmla="*/ 73 w 133"/>
                <a:gd name="T57" fmla="*/ 116 h 149"/>
                <a:gd name="T58" fmla="*/ 74 w 133"/>
                <a:gd name="T59" fmla="*/ 115 h 149"/>
                <a:gd name="T60" fmla="*/ 126 w 133"/>
                <a:gd name="T61" fmla="*/ 1 h 149"/>
                <a:gd name="T62" fmla="*/ 128 w 133"/>
                <a:gd name="T63" fmla="*/ 0 h 149"/>
                <a:gd name="T64" fmla="*/ 132 w 133"/>
                <a:gd name="T65" fmla="*/ 0 h 149"/>
                <a:gd name="T66" fmla="*/ 133 w 133"/>
                <a:gd name="T67" fmla="*/ 3 h 149"/>
                <a:gd name="T68" fmla="*/ 132 w 133"/>
                <a:gd name="T69" fmla="*/ 6 h 149"/>
                <a:gd name="T70" fmla="*/ 115 w 133"/>
                <a:gd name="T71" fmla="*/ 47 h 149"/>
                <a:gd name="T72" fmla="*/ 113 w 133"/>
                <a:gd name="T73" fmla="*/ 47 h 149"/>
                <a:gd name="T74" fmla="*/ 110 w 133"/>
                <a:gd name="T75" fmla="*/ 45 h 149"/>
                <a:gd name="T76" fmla="*/ 110 w 133"/>
                <a:gd name="T77" fmla="*/ 35 h 149"/>
                <a:gd name="T78" fmla="*/ 110 w 133"/>
                <a:gd name="T79" fmla="*/ 33 h 14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 h="149">
                  <a:moveTo>
                    <a:pt x="1" y="143"/>
                  </a:moveTo>
                  <a:lnTo>
                    <a:pt x="17" y="125"/>
                  </a:lnTo>
                  <a:lnTo>
                    <a:pt x="18" y="124"/>
                  </a:lnTo>
                  <a:lnTo>
                    <a:pt x="20" y="123"/>
                  </a:lnTo>
                  <a:lnTo>
                    <a:pt x="21" y="124"/>
                  </a:lnTo>
                  <a:lnTo>
                    <a:pt x="22" y="124"/>
                  </a:lnTo>
                  <a:lnTo>
                    <a:pt x="23" y="125"/>
                  </a:lnTo>
                  <a:lnTo>
                    <a:pt x="23" y="127"/>
                  </a:lnTo>
                  <a:lnTo>
                    <a:pt x="23" y="128"/>
                  </a:lnTo>
                  <a:lnTo>
                    <a:pt x="23" y="130"/>
                  </a:lnTo>
                  <a:lnTo>
                    <a:pt x="8" y="148"/>
                  </a:lnTo>
                  <a:lnTo>
                    <a:pt x="7" y="149"/>
                  </a:lnTo>
                  <a:lnTo>
                    <a:pt x="5" y="149"/>
                  </a:lnTo>
                  <a:lnTo>
                    <a:pt x="3" y="149"/>
                  </a:lnTo>
                  <a:lnTo>
                    <a:pt x="1" y="148"/>
                  </a:lnTo>
                  <a:lnTo>
                    <a:pt x="1" y="146"/>
                  </a:lnTo>
                  <a:lnTo>
                    <a:pt x="0" y="145"/>
                  </a:lnTo>
                  <a:lnTo>
                    <a:pt x="0" y="144"/>
                  </a:lnTo>
                  <a:lnTo>
                    <a:pt x="1" y="143"/>
                  </a:lnTo>
                  <a:close/>
                  <a:moveTo>
                    <a:pt x="38" y="101"/>
                  </a:moveTo>
                  <a:lnTo>
                    <a:pt x="53" y="84"/>
                  </a:lnTo>
                  <a:lnTo>
                    <a:pt x="55" y="82"/>
                  </a:lnTo>
                  <a:lnTo>
                    <a:pt x="56" y="82"/>
                  </a:lnTo>
                  <a:lnTo>
                    <a:pt x="57" y="82"/>
                  </a:lnTo>
                  <a:lnTo>
                    <a:pt x="58" y="84"/>
                  </a:lnTo>
                  <a:lnTo>
                    <a:pt x="60" y="85"/>
                  </a:lnTo>
                  <a:lnTo>
                    <a:pt x="61" y="86"/>
                  </a:lnTo>
                  <a:lnTo>
                    <a:pt x="60" y="87"/>
                  </a:lnTo>
                  <a:lnTo>
                    <a:pt x="60" y="88"/>
                  </a:lnTo>
                  <a:lnTo>
                    <a:pt x="44" y="106"/>
                  </a:lnTo>
                  <a:lnTo>
                    <a:pt x="43" y="107"/>
                  </a:lnTo>
                  <a:lnTo>
                    <a:pt x="42" y="107"/>
                  </a:lnTo>
                  <a:lnTo>
                    <a:pt x="39" y="107"/>
                  </a:lnTo>
                  <a:lnTo>
                    <a:pt x="38" y="107"/>
                  </a:lnTo>
                  <a:lnTo>
                    <a:pt x="38" y="106"/>
                  </a:lnTo>
                  <a:lnTo>
                    <a:pt x="36" y="104"/>
                  </a:lnTo>
                  <a:lnTo>
                    <a:pt x="36" y="102"/>
                  </a:lnTo>
                  <a:lnTo>
                    <a:pt x="38" y="101"/>
                  </a:lnTo>
                  <a:close/>
                  <a:moveTo>
                    <a:pt x="74" y="60"/>
                  </a:moveTo>
                  <a:lnTo>
                    <a:pt x="89" y="42"/>
                  </a:lnTo>
                  <a:lnTo>
                    <a:pt x="91" y="42"/>
                  </a:lnTo>
                  <a:lnTo>
                    <a:pt x="92" y="40"/>
                  </a:lnTo>
                  <a:lnTo>
                    <a:pt x="93" y="40"/>
                  </a:lnTo>
                  <a:lnTo>
                    <a:pt x="95" y="42"/>
                  </a:lnTo>
                  <a:lnTo>
                    <a:pt x="96" y="43"/>
                  </a:lnTo>
                  <a:lnTo>
                    <a:pt x="97" y="44"/>
                  </a:lnTo>
                  <a:lnTo>
                    <a:pt x="96" y="45"/>
                  </a:lnTo>
                  <a:lnTo>
                    <a:pt x="96" y="47"/>
                  </a:lnTo>
                  <a:lnTo>
                    <a:pt x="80" y="65"/>
                  </a:lnTo>
                  <a:lnTo>
                    <a:pt x="79" y="66"/>
                  </a:lnTo>
                  <a:lnTo>
                    <a:pt x="78" y="66"/>
                  </a:lnTo>
                  <a:lnTo>
                    <a:pt x="77" y="66"/>
                  </a:lnTo>
                  <a:lnTo>
                    <a:pt x="74" y="65"/>
                  </a:lnTo>
                  <a:lnTo>
                    <a:pt x="74" y="64"/>
                  </a:lnTo>
                  <a:lnTo>
                    <a:pt x="73" y="63"/>
                  </a:lnTo>
                  <a:lnTo>
                    <a:pt x="73" y="61"/>
                  </a:lnTo>
                  <a:lnTo>
                    <a:pt x="74" y="60"/>
                  </a:lnTo>
                  <a:close/>
                  <a:moveTo>
                    <a:pt x="110" y="18"/>
                  </a:moveTo>
                  <a:lnTo>
                    <a:pt x="126" y="1"/>
                  </a:lnTo>
                  <a:lnTo>
                    <a:pt x="127" y="0"/>
                  </a:lnTo>
                  <a:lnTo>
                    <a:pt x="128" y="0"/>
                  </a:lnTo>
                  <a:lnTo>
                    <a:pt x="130" y="0"/>
                  </a:lnTo>
                  <a:lnTo>
                    <a:pt x="132" y="0"/>
                  </a:lnTo>
                  <a:lnTo>
                    <a:pt x="132" y="1"/>
                  </a:lnTo>
                  <a:lnTo>
                    <a:pt x="133" y="3"/>
                  </a:lnTo>
                  <a:lnTo>
                    <a:pt x="133" y="5"/>
                  </a:lnTo>
                  <a:lnTo>
                    <a:pt x="132" y="6"/>
                  </a:lnTo>
                  <a:lnTo>
                    <a:pt x="117" y="23"/>
                  </a:lnTo>
                  <a:lnTo>
                    <a:pt x="115" y="24"/>
                  </a:lnTo>
                  <a:lnTo>
                    <a:pt x="114" y="24"/>
                  </a:lnTo>
                  <a:lnTo>
                    <a:pt x="113" y="24"/>
                  </a:lnTo>
                  <a:lnTo>
                    <a:pt x="111" y="24"/>
                  </a:lnTo>
                  <a:lnTo>
                    <a:pt x="110" y="23"/>
                  </a:lnTo>
                  <a:lnTo>
                    <a:pt x="109" y="21"/>
                  </a:lnTo>
                  <a:lnTo>
                    <a:pt x="110" y="19"/>
                  </a:lnTo>
                  <a:lnTo>
                    <a:pt x="110" y="18"/>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78030" name="Freeform 602">
              <a:extLst>
                <a:ext uri="{FF2B5EF4-FFF2-40B4-BE49-F238E27FC236}">
                  <a16:creationId xmlns:a16="http://schemas.microsoft.com/office/drawing/2014/main" id="{7B498394-1ACB-E169-837E-D412AEE003FE}"/>
                </a:ext>
              </a:extLst>
            </p:cNvPr>
            <p:cNvSpPr>
              <a:spLocks noEditPoints="1"/>
            </p:cNvSpPr>
            <p:nvPr/>
          </p:nvSpPr>
          <p:spPr bwMode="auto">
            <a:xfrm>
              <a:off x="3855" y="1112"/>
              <a:ext cx="326" cy="192"/>
            </a:xfrm>
            <a:custGeom>
              <a:avLst/>
              <a:gdLst>
                <a:gd name="T0" fmla="*/ 235 w 326"/>
                <a:gd name="T1" fmla="*/ 289 h 179"/>
                <a:gd name="T2" fmla="*/ 0 w 326"/>
                <a:gd name="T3" fmla="*/ 35 h 179"/>
                <a:gd name="T4" fmla="*/ 10 w 326"/>
                <a:gd name="T5" fmla="*/ 0 h 179"/>
                <a:gd name="T6" fmla="*/ 246 w 326"/>
                <a:gd name="T7" fmla="*/ 254 h 179"/>
                <a:gd name="T8" fmla="*/ 235 w 326"/>
                <a:gd name="T9" fmla="*/ 289 h 179"/>
                <a:gd name="T10" fmla="*/ 242 w 326"/>
                <a:gd name="T11" fmla="*/ 223 h 179"/>
                <a:gd name="T12" fmla="*/ 326 w 326"/>
                <a:gd name="T13" fmla="*/ 360 h 179"/>
                <a:gd name="T14" fmla="*/ 221 w 326"/>
                <a:gd name="T15" fmla="*/ 295 h 179"/>
                <a:gd name="T16" fmla="*/ 242 w 326"/>
                <a:gd name="T17" fmla="*/ 223 h 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6" h="179">
                  <a:moveTo>
                    <a:pt x="235" y="143"/>
                  </a:moveTo>
                  <a:lnTo>
                    <a:pt x="0" y="18"/>
                  </a:lnTo>
                  <a:lnTo>
                    <a:pt x="10" y="0"/>
                  </a:lnTo>
                  <a:lnTo>
                    <a:pt x="246" y="126"/>
                  </a:lnTo>
                  <a:lnTo>
                    <a:pt x="235" y="143"/>
                  </a:lnTo>
                  <a:close/>
                  <a:moveTo>
                    <a:pt x="242" y="111"/>
                  </a:moveTo>
                  <a:lnTo>
                    <a:pt x="326" y="179"/>
                  </a:lnTo>
                  <a:lnTo>
                    <a:pt x="221" y="147"/>
                  </a:lnTo>
                  <a:lnTo>
                    <a:pt x="242" y="111"/>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8031" name="Freeform 603">
              <a:extLst>
                <a:ext uri="{FF2B5EF4-FFF2-40B4-BE49-F238E27FC236}">
                  <a16:creationId xmlns:a16="http://schemas.microsoft.com/office/drawing/2014/main" id="{A5FD502E-4085-4DE2-0A85-ACEEE5CCFF37}"/>
                </a:ext>
              </a:extLst>
            </p:cNvPr>
            <p:cNvSpPr>
              <a:spLocks noEditPoints="1"/>
            </p:cNvSpPr>
            <p:nvPr/>
          </p:nvSpPr>
          <p:spPr bwMode="auto">
            <a:xfrm>
              <a:off x="4611" y="1771"/>
              <a:ext cx="160" cy="257"/>
            </a:xfrm>
            <a:custGeom>
              <a:avLst/>
              <a:gdLst>
                <a:gd name="T0" fmla="*/ 100 w 160"/>
                <a:gd name="T1" fmla="*/ 335 h 240"/>
                <a:gd name="T2" fmla="*/ 0 w 160"/>
                <a:gd name="T3" fmla="*/ 20 h 240"/>
                <a:gd name="T4" fmla="*/ 18 w 160"/>
                <a:gd name="T5" fmla="*/ 0 h 240"/>
                <a:gd name="T6" fmla="*/ 119 w 160"/>
                <a:gd name="T7" fmla="*/ 312 h 240"/>
                <a:gd name="T8" fmla="*/ 100 w 160"/>
                <a:gd name="T9" fmla="*/ 335 h 240"/>
                <a:gd name="T10" fmla="*/ 122 w 160"/>
                <a:gd name="T11" fmla="*/ 282 h 240"/>
                <a:gd name="T12" fmla="*/ 160 w 160"/>
                <a:gd name="T13" fmla="*/ 474 h 240"/>
                <a:gd name="T14" fmla="*/ 85 w 160"/>
                <a:gd name="T15" fmla="*/ 323 h 240"/>
                <a:gd name="T16" fmla="*/ 122 w 160"/>
                <a:gd name="T17" fmla="*/ 282 h 2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240">
                  <a:moveTo>
                    <a:pt x="100" y="168"/>
                  </a:moveTo>
                  <a:lnTo>
                    <a:pt x="0" y="10"/>
                  </a:lnTo>
                  <a:lnTo>
                    <a:pt x="18" y="0"/>
                  </a:lnTo>
                  <a:lnTo>
                    <a:pt x="119" y="156"/>
                  </a:lnTo>
                  <a:lnTo>
                    <a:pt x="100" y="168"/>
                  </a:lnTo>
                  <a:close/>
                  <a:moveTo>
                    <a:pt x="122" y="143"/>
                  </a:moveTo>
                  <a:lnTo>
                    <a:pt x="160" y="240"/>
                  </a:lnTo>
                  <a:lnTo>
                    <a:pt x="85" y="164"/>
                  </a:lnTo>
                  <a:lnTo>
                    <a:pt x="122" y="143"/>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78032" name="Rectangle 604">
              <a:extLst>
                <a:ext uri="{FF2B5EF4-FFF2-40B4-BE49-F238E27FC236}">
                  <a16:creationId xmlns:a16="http://schemas.microsoft.com/office/drawing/2014/main" id="{B707AB71-098C-E2AE-7DA6-A3EEC3F825AB}"/>
                </a:ext>
              </a:extLst>
            </p:cNvPr>
            <p:cNvSpPr>
              <a:spLocks noChangeArrowheads="1"/>
            </p:cNvSpPr>
            <p:nvPr/>
          </p:nvSpPr>
          <p:spPr bwMode="auto">
            <a:xfrm>
              <a:off x="4753" y="783"/>
              <a:ext cx="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Times New Roman" panose="02020603050405020304" pitchFamily="18" charset="0"/>
                </a:rPr>
                <a:t>//</a:t>
              </a:r>
              <a:endParaRPr lang="en-US" altLang="zh-CN" sz="1400">
                <a:solidFill>
                  <a:srgbClr val="000000"/>
                </a:solidFill>
              </a:endParaRPr>
            </a:p>
          </p:txBody>
        </p:sp>
        <p:sp>
          <p:nvSpPr>
            <p:cNvPr id="78033" name="Rectangle 605">
              <a:extLst>
                <a:ext uri="{FF2B5EF4-FFF2-40B4-BE49-F238E27FC236}">
                  <a16:creationId xmlns:a16="http://schemas.microsoft.com/office/drawing/2014/main" id="{D0593523-16EC-E913-DE4D-6B76D199F6F1}"/>
                </a:ext>
              </a:extLst>
            </p:cNvPr>
            <p:cNvSpPr>
              <a:spLocks noChangeArrowheads="1"/>
            </p:cNvSpPr>
            <p:nvPr/>
          </p:nvSpPr>
          <p:spPr bwMode="auto">
            <a:xfrm>
              <a:off x="4711" y="783"/>
              <a:ext cx="4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78034" name="Rectangle 606">
              <a:extLst>
                <a:ext uri="{FF2B5EF4-FFF2-40B4-BE49-F238E27FC236}">
                  <a16:creationId xmlns:a16="http://schemas.microsoft.com/office/drawing/2014/main" id="{650D0B61-D717-2FBF-FD50-113739FFDC6E}"/>
                </a:ext>
              </a:extLst>
            </p:cNvPr>
            <p:cNvSpPr>
              <a:spLocks noChangeArrowheads="1"/>
            </p:cNvSpPr>
            <p:nvPr/>
          </p:nvSpPr>
          <p:spPr bwMode="auto">
            <a:xfrm>
              <a:off x="4624" y="701"/>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b="1">
                <a:solidFill>
                  <a:srgbClr val="000000"/>
                </a:solidFill>
              </a:endParaRPr>
            </a:p>
          </p:txBody>
        </p:sp>
        <p:sp>
          <p:nvSpPr>
            <p:cNvPr id="78035" name="Rectangle 607">
              <a:extLst>
                <a:ext uri="{FF2B5EF4-FFF2-40B4-BE49-F238E27FC236}">
                  <a16:creationId xmlns:a16="http://schemas.microsoft.com/office/drawing/2014/main" id="{27E07906-8742-A0E2-D738-CECC1C7D0FDF}"/>
                </a:ext>
              </a:extLst>
            </p:cNvPr>
            <p:cNvSpPr>
              <a:spLocks noChangeArrowheads="1"/>
            </p:cNvSpPr>
            <p:nvPr/>
          </p:nvSpPr>
          <p:spPr bwMode="auto">
            <a:xfrm>
              <a:off x="4872" y="1357"/>
              <a:ext cx="4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78036" name="Rectangle 608">
              <a:extLst>
                <a:ext uri="{FF2B5EF4-FFF2-40B4-BE49-F238E27FC236}">
                  <a16:creationId xmlns:a16="http://schemas.microsoft.com/office/drawing/2014/main" id="{BC1C6FCA-8B94-EA9D-8B04-AFC3FB9A5619}"/>
                </a:ext>
              </a:extLst>
            </p:cNvPr>
            <p:cNvSpPr>
              <a:spLocks noChangeArrowheads="1"/>
            </p:cNvSpPr>
            <p:nvPr/>
          </p:nvSpPr>
          <p:spPr bwMode="auto">
            <a:xfrm>
              <a:off x="4908" y="1350"/>
              <a:ext cx="68"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Symbol" panose="05050102010706020507" pitchFamily="18" charset="2"/>
                </a:rPr>
                <a:t>^</a:t>
              </a:r>
              <a:endParaRPr lang="en-US" altLang="zh-CN" sz="1400">
                <a:solidFill>
                  <a:srgbClr val="000000"/>
                </a:solidFill>
              </a:endParaRPr>
            </a:p>
          </p:txBody>
        </p:sp>
        <p:sp>
          <p:nvSpPr>
            <p:cNvPr id="78037" name="Rectangle 609">
              <a:extLst>
                <a:ext uri="{FF2B5EF4-FFF2-40B4-BE49-F238E27FC236}">
                  <a16:creationId xmlns:a16="http://schemas.microsoft.com/office/drawing/2014/main" id="{0579B02F-8825-1B85-C9B2-0675D85F258B}"/>
                </a:ext>
              </a:extLst>
            </p:cNvPr>
            <p:cNvSpPr>
              <a:spLocks noChangeArrowheads="1"/>
            </p:cNvSpPr>
            <p:nvPr/>
          </p:nvSpPr>
          <p:spPr bwMode="auto">
            <a:xfrm>
              <a:off x="4784" y="1276"/>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38" name="Rectangle 610">
              <a:extLst>
                <a:ext uri="{FF2B5EF4-FFF2-40B4-BE49-F238E27FC236}">
                  <a16:creationId xmlns:a16="http://schemas.microsoft.com/office/drawing/2014/main" id="{BE5BD395-076A-F8E6-B993-9CD910267E29}"/>
                </a:ext>
              </a:extLst>
            </p:cNvPr>
            <p:cNvSpPr>
              <a:spLocks noChangeArrowheads="1"/>
            </p:cNvSpPr>
            <p:nvPr/>
          </p:nvSpPr>
          <p:spPr bwMode="auto">
            <a:xfrm>
              <a:off x="4528" y="1048"/>
              <a:ext cx="4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78039" name="Rectangle 611">
              <a:extLst>
                <a:ext uri="{FF2B5EF4-FFF2-40B4-BE49-F238E27FC236}">
                  <a16:creationId xmlns:a16="http://schemas.microsoft.com/office/drawing/2014/main" id="{B6121CD0-81BE-F9A4-BB46-6EB53C63641F}"/>
                </a:ext>
              </a:extLst>
            </p:cNvPr>
            <p:cNvSpPr>
              <a:spLocks noChangeArrowheads="1"/>
            </p:cNvSpPr>
            <p:nvPr/>
          </p:nvSpPr>
          <p:spPr bwMode="auto">
            <a:xfrm>
              <a:off x="4442" y="968"/>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40" name="Rectangle 612">
              <a:extLst>
                <a:ext uri="{FF2B5EF4-FFF2-40B4-BE49-F238E27FC236}">
                  <a16:creationId xmlns:a16="http://schemas.microsoft.com/office/drawing/2014/main" id="{2B3C6FCF-4582-D71F-917A-87264008D7BD}"/>
                </a:ext>
              </a:extLst>
            </p:cNvPr>
            <p:cNvSpPr>
              <a:spLocks noChangeArrowheads="1"/>
            </p:cNvSpPr>
            <p:nvPr/>
          </p:nvSpPr>
          <p:spPr bwMode="auto">
            <a:xfrm>
              <a:off x="4528" y="2034"/>
              <a:ext cx="2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78041" name="Rectangle 613">
              <a:extLst>
                <a:ext uri="{FF2B5EF4-FFF2-40B4-BE49-F238E27FC236}">
                  <a16:creationId xmlns:a16="http://schemas.microsoft.com/office/drawing/2014/main" id="{529E4FF1-05BE-8C49-F9EE-42BA87AE25C4}"/>
                </a:ext>
              </a:extLst>
            </p:cNvPr>
            <p:cNvSpPr>
              <a:spLocks noChangeArrowheads="1"/>
            </p:cNvSpPr>
            <p:nvPr/>
          </p:nvSpPr>
          <p:spPr bwMode="auto">
            <a:xfrm>
              <a:off x="4557" y="2027"/>
              <a:ext cx="68"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Symbol" panose="05050102010706020507" pitchFamily="18" charset="2"/>
                </a:rPr>
                <a:t>^</a:t>
              </a:r>
              <a:endParaRPr lang="en-US" altLang="zh-CN" sz="1400">
                <a:solidFill>
                  <a:srgbClr val="000000"/>
                </a:solidFill>
              </a:endParaRPr>
            </a:p>
          </p:txBody>
        </p:sp>
        <p:sp>
          <p:nvSpPr>
            <p:cNvPr id="78042" name="Rectangle 614">
              <a:extLst>
                <a:ext uri="{FF2B5EF4-FFF2-40B4-BE49-F238E27FC236}">
                  <a16:creationId xmlns:a16="http://schemas.microsoft.com/office/drawing/2014/main" id="{5C8BF26D-D3C1-175F-BC37-C48C366148CB}"/>
                </a:ext>
              </a:extLst>
            </p:cNvPr>
            <p:cNvSpPr>
              <a:spLocks noChangeArrowheads="1"/>
            </p:cNvSpPr>
            <p:nvPr/>
          </p:nvSpPr>
          <p:spPr bwMode="auto">
            <a:xfrm>
              <a:off x="4444" y="1953"/>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43" name="Rectangle 615">
              <a:extLst>
                <a:ext uri="{FF2B5EF4-FFF2-40B4-BE49-F238E27FC236}">
                  <a16:creationId xmlns:a16="http://schemas.microsoft.com/office/drawing/2014/main" id="{BC260DB6-EC01-844A-58C0-1D99A9F2B63C}"/>
                </a:ext>
              </a:extLst>
            </p:cNvPr>
            <p:cNvSpPr>
              <a:spLocks noChangeArrowheads="1"/>
            </p:cNvSpPr>
            <p:nvPr/>
          </p:nvSpPr>
          <p:spPr bwMode="auto">
            <a:xfrm>
              <a:off x="4881" y="1868"/>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78044" name="Rectangle 616">
              <a:extLst>
                <a:ext uri="{FF2B5EF4-FFF2-40B4-BE49-F238E27FC236}">
                  <a16:creationId xmlns:a16="http://schemas.microsoft.com/office/drawing/2014/main" id="{6ED27BA4-77D2-6FF7-B3F9-56E35B500A26}"/>
                </a:ext>
              </a:extLst>
            </p:cNvPr>
            <p:cNvSpPr>
              <a:spLocks noChangeArrowheads="1"/>
            </p:cNvSpPr>
            <p:nvPr/>
          </p:nvSpPr>
          <p:spPr bwMode="auto">
            <a:xfrm>
              <a:off x="4794" y="1786"/>
              <a:ext cx="70"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45" name="Rectangle 617">
              <a:extLst>
                <a:ext uri="{FF2B5EF4-FFF2-40B4-BE49-F238E27FC236}">
                  <a16:creationId xmlns:a16="http://schemas.microsoft.com/office/drawing/2014/main" id="{D367282A-9541-BDC8-855C-7D89862DD706}"/>
                </a:ext>
              </a:extLst>
            </p:cNvPr>
            <p:cNvSpPr>
              <a:spLocks noChangeArrowheads="1"/>
            </p:cNvSpPr>
            <p:nvPr/>
          </p:nvSpPr>
          <p:spPr bwMode="auto">
            <a:xfrm>
              <a:off x="5015" y="1586"/>
              <a:ext cx="57"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Times New Roman" panose="02020603050405020304" pitchFamily="18" charset="0"/>
                </a:rPr>
                <a:t>//</a:t>
              </a:r>
              <a:endParaRPr lang="en-US" altLang="zh-CN" sz="1400">
                <a:solidFill>
                  <a:srgbClr val="000000"/>
                </a:solidFill>
              </a:endParaRPr>
            </a:p>
          </p:txBody>
        </p:sp>
        <p:sp>
          <p:nvSpPr>
            <p:cNvPr id="78046" name="Rectangle 618">
              <a:extLst>
                <a:ext uri="{FF2B5EF4-FFF2-40B4-BE49-F238E27FC236}">
                  <a16:creationId xmlns:a16="http://schemas.microsoft.com/office/drawing/2014/main" id="{9CB67CCD-0C96-72DC-94C5-ACA4EA6ACC83}"/>
                </a:ext>
              </a:extLst>
            </p:cNvPr>
            <p:cNvSpPr>
              <a:spLocks noChangeArrowheads="1"/>
            </p:cNvSpPr>
            <p:nvPr/>
          </p:nvSpPr>
          <p:spPr bwMode="auto">
            <a:xfrm>
              <a:off x="4982" y="1586"/>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78047" name="Rectangle 619">
              <a:extLst>
                <a:ext uri="{FF2B5EF4-FFF2-40B4-BE49-F238E27FC236}">
                  <a16:creationId xmlns:a16="http://schemas.microsoft.com/office/drawing/2014/main" id="{9EF688E2-6489-2A7B-AEFE-995C86B0460F}"/>
                </a:ext>
              </a:extLst>
            </p:cNvPr>
            <p:cNvSpPr>
              <a:spLocks noChangeArrowheads="1"/>
            </p:cNvSpPr>
            <p:nvPr/>
          </p:nvSpPr>
          <p:spPr bwMode="auto">
            <a:xfrm>
              <a:off x="4897" y="1505"/>
              <a:ext cx="6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78048" name="Rectangle 620">
              <a:extLst>
                <a:ext uri="{FF2B5EF4-FFF2-40B4-BE49-F238E27FC236}">
                  <a16:creationId xmlns:a16="http://schemas.microsoft.com/office/drawing/2014/main" id="{2974C595-79A2-9872-A3D5-CB2AB0815554}"/>
                </a:ext>
              </a:extLst>
            </p:cNvPr>
            <p:cNvSpPr>
              <a:spLocks noChangeArrowheads="1"/>
            </p:cNvSpPr>
            <p:nvPr/>
          </p:nvSpPr>
          <p:spPr bwMode="auto">
            <a:xfrm>
              <a:off x="4134" y="1158"/>
              <a:ext cx="29"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78049" name="Rectangle 621">
              <a:extLst>
                <a:ext uri="{FF2B5EF4-FFF2-40B4-BE49-F238E27FC236}">
                  <a16:creationId xmlns:a16="http://schemas.microsoft.com/office/drawing/2014/main" id="{EF3DA1B8-A96C-F4B5-B17A-024B00072876}"/>
                </a:ext>
              </a:extLst>
            </p:cNvPr>
            <p:cNvSpPr>
              <a:spLocks noChangeArrowheads="1"/>
            </p:cNvSpPr>
            <p:nvPr/>
          </p:nvSpPr>
          <p:spPr bwMode="auto">
            <a:xfrm>
              <a:off x="4072" y="1077"/>
              <a:ext cx="52"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k</a:t>
              </a:r>
              <a:endParaRPr lang="en-US" altLang="zh-CN" sz="1400">
                <a:solidFill>
                  <a:srgbClr val="000000"/>
                </a:solidFill>
              </a:endParaRPr>
            </a:p>
          </p:txBody>
        </p:sp>
        <p:sp>
          <p:nvSpPr>
            <p:cNvPr id="78050" name="Rectangle 622">
              <a:extLst>
                <a:ext uri="{FF2B5EF4-FFF2-40B4-BE49-F238E27FC236}">
                  <a16:creationId xmlns:a16="http://schemas.microsoft.com/office/drawing/2014/main" id="{6B720A4C-C96E-8FF6-ED60-89B2130D1003}"/>
                </a:ext>
              </a:extLst>
            </p:cNvPr>
            <p:cNvSpPr>
              <a:spLocks noChangeArrowheads="1"/>
            </p:cNvSpPr>
            <p:nvPr/>
          </p:nvSpPr>
          <p:spPr bwMode="auto">
            <a:xfrm>
              <a:off x="5203" y="1092"/>
              <a:ext cx="41"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78051" name="Rectangle 623">
              <a:extLst>
                <a:ext uri="{FF2B5EF4-FFF2-40B4-BE49-F238E27FC236}">
                  <a16:creationId xmlns:a16="http://schemas.microsoft.com/office/drawing/2014/main" id="{111AEB7F-71CB-21B9-5EE2-BF71E910102F}"/>
                </a:ext>
              </a:extLst>
            </p:cNvPr>
            <p:cNvSpPr>
              <a:spLocks noChangeArrowheads="1"/>
            </p:cNvSpPr>
            <p:nvPr/>
          </p:nvSpPr>
          <p:spPr bwMode="auto">
            <a:xfrm>
              <a:off x="5139" y="1009"/>
              <a:ext cx="5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k</a:t>
              </a:r>
              <a:endParaRPr lang="en-US" altLang="zh-CN" sz="1400">
                <a:solidFill>
                  <a:srgbClr val="000000"/>
                </a:solidFill>
              </a:endParaRPr>
            </a:p>
          </p:txBody>
        </p:sp>
        <p:sp>
          <p:nvSpPr>
            <p:cNvPr id="78052" name="Rectangle 624">
              <a:extLst>
                <a:ext uri="{FF2B5EF4-FFF2-40B4-BE49-F238E27FC236}">
                  <a16:creationId xmlns:a16="http://schemas.microsoft.com/office/drawing/2014/main" id="{B2E313FE-4F9F-B30C-10B7-7AE36F40D8E1}"/>
                </a:ext>
              </a:extLst>
            </p:cNvPr>
            <p:cNvSpPr>
              <a:spLocks noChangeArrowheads="1"/>
            </p:cNvSpPr>
            <p:nvPr/>
          </p:nvSpPr>
          <p:spPr bwMode="auto">
            <a:xfrm>
              <a:off x="4800" y="2120"/>
              <a:ext cx="29"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78053" name="Rectangle 625">
              <a:extLst>
                <a:ext uri="{FF2B5EF4-FFF2-40B4-BE49-F238E27FC236}">
                  <a16:creationId xmlns:a16="http://schemas.microsoft.com/office/drawing/2014/main" id="{CCC5AEF1-4292-A6C1-60D4-BF7486CC9B7B}"/>
                </a:ext>
              </a:extLst>
            </p:cNvPr>
            <p:cNvSpPr>
              <a:spLocks noChangeArrowheads="1"/>
            </p:cNvSpPr>
            <p:nvPr/>
          </p:nvSpPr>
          <p:spPr bwMode="auto">
            <a:xfrm>
              <a:off x="4737" y="2037"/>
              <a:ext cx="52" cy="1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k</a:t>
              </a:r>
              <a:endParaRPr lang="en-US" altLang="zh-CN" sz="1400">
                <a:solidFill>
                  <a:srgbClr val="000000"/>
                </a:solidFill>
              </a:endParaRPr>
            </a:p>
          </p:txBody>
        </p:sp>
      </p:grpSp>
      <p:graphicFrame>
        <p:nvGraphicFramePr>
          <p:cNvPr id="210958" name="Object 14">
            <a:extLst>
              <a:ext uri="{FF2B5EF4-FFF2-40B4-BE49-F238E27FC236}">
                <a16:creationId xmlns:a16="http://schemas.microsoft.com/office/drawing/2014/main" id="{F8E4FC5B-AD4A-6117-4732-C95202BEF159}"/>
              </a:ext>
            </a:extLst>
          </p:cNvPr>
          <p:cNvGraphicFramePr>
            <a:graphicFrameLocks noChangeAspect="1"/>
          </p:cNvGraphicFramePr>
          <p:nvPr>
            <p:extLst>
              <p:ext uri="{D42A27DB-BD31-4B8C-83A1-F6EECF244321}">
                <p14:modId xmlns:p14="http://schemas.microsoft.com/office/powerpoint/2010/main" val="2889934074"/>
              </p:ext>
            </p:extLst>
          </p:nvPr>
        </p:nvGraphicFramePr>
        <p:xfrm>
          <a:off x="0" y="4083050"/>
          <a:ext cx="9144000" cy="2774950"/>
        </p:xfrm>
        <a:graphic>
          <a:graphicData uri="http://schemas.openxmlformats.org/presentationml/2006/ole">
            <mc:AlternateContent xmlns:mc="http://schemas.openxmlformats.org/markup-compatibility/2006">
              <mc:Choice xmlns:v="urn:schemas-microsoft-com:vml" Requires="v">
                <p:oleObj name="公式" r:id="rId4" imgW="5092700" imgH="1549400" progId="Equation.3">
                  <p:embed/>
                </p:oleObj>
              </mc:Choice>
              <mc:Fallback>
                <p:oleObj name="公式" r:id="rId4" imgW="5092700" imgH="1549400"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083050"/>
                        <a:ext cx="9144000" cy="27749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 name="Object 14">
            <a:extLst>
              <a:ext uri="{FF2B5EF4-FFF2-40B4-BE49-F238E27FC236}">
                <a16:creationId xmlns:a16="http://schemas.microsoft.com/office/drawing/2014/main" id="{DB067E3E-2DFC-4D2E-92F8-ACC706185F9F}"/>
              </a:ext>
            </a:extLst>
          </p:cNvPr>
          <p:cNvGraphicFramePr>
            <a:graphicFrameLocks noChangeAspect="1"/>
          </p:cNvGraphicFramePr>
          <p:nvPr>
            <p:extLst>
              <p:ext uri="{D42A27DB-BD31-4B8C-83A1-F6EECF244321}">
                <p14:modId xmlns:p14="http://schemas.microsoft.com/office/powerpoint/2010/main" val="2548499708"/>
              </p:ext>
            </p:extLst>
          </p:nvPr>
        </p:nvGraphicFramePr>
        <p:xfrm>
          <a:off x="619125" y="619125"/>
          <a:ext cx="1000125" cy="501650"/>
        </p:xfrm>
        <a:graphic>
          <a:graphicData uri="http://schemas.openxmlformats.org/presentationml/2006/ole">
            <mc:AlternateContent xmlns:mc="http://schemas.openxmlformats.org/markup-compatibility/2006">
              <mc:Choice xmlns:v="urn:schemas-microsoft-com:vml" Requires="v">
                <p:oleObj name="公式" r:id="rId6" imgW="507780" imgH="253890" progId="Equation.3">
                  <p:embed/>
                </p:oleObj>
              </mc:Choice>
              <mc:Fallback>
                <p:oleObj name="公式" r:id="rId6" imgW="507780" imgH="253890" progId="Equation.3">
                  <p:embed/>
                  <p:pic>
                    <p:nvPicPr>
                      <p:cNvPr id="0" name="Object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125" y="619125"/>
                        <a:ext cx="1000125" cy="5016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14">
            <a:extLst>
              <a:ext uri="{FF2B5EF4-FFF2-40B4-BE49-F238E27FC236}">
                <a16:creationId xmlns:a16="http://schemas.microsoft.com/office/drawing/2014/main" id="{B6AB2470-5C8D-AA4F-A24A-C472EB9734CC}"/>
              </a:ext>
            </a:extLst>
          </p:cNvPr>
          <p:cNvGraphicFramePr>
            <a:graphicFrameLocks noChangeAspect="1"/>
          </p:cNvGraphicFramePr>
          <p:nvPr>
            <p:extLst>
              <p:ext uri="{D42A27DB-BD31-4B8C-83A1-F6EECF244321}">
                <p14:modId xmlns:p14="http://schemas.microsoft.com/office/powerpoint/2010/main" val="2404584632"/>
              </p:ext>
            </p:extLst>
          </p:nvPr>
        </p:nvGraphicFramePr>
        <p:xfrm>
          <a:off x="685800" y="2778125"/>
          <a:ext cx="1006475" cy="500063"/>
        </p:xfrm>
        <a:graphic>
          <a:graphicData uri="http://schemas.openxmlformats.org/presentationml/2006/ole">
            <mc:AlternateContent xmlns:mc="http://schemas.openxmlformats.org/markup-compatibility/2006">
              <mc:Choice xmlns:v="urn:schemas-microsoft-com:vml" Requires="v">
                <p:oleObj name="公式" r:id="rId8" imgW="507780" imgH="253890" progId="Equation.3">
                  <p:embed/>
                </p:oleObj>
              </mc:Choice>
              <mc:Fallback>
                <p:oleObj name="公式" r:id="rId8" imgW="507780" imgH="253890" progId="Equation.3">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85800" y="2778125"/>
                        <a:ext cx="1006475" cy="5000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14">
            <a:extLst>
              <a:ext uri="{FF2B5EF4-FFF2-40B4-BE49-F238E27FC236}">
                <a16:creationId xmlns:a16="http://schemas.microsoft.com/office/drawing/2014/main" id="{3064B44B-D6FE-F0AB-1309-FFB53A27A2B6}"/>
              </a:ext>
            </a:extLst>
          </p:cNvPr>
          <p:cNvGraphicFramePr>
            <a:graphicFrameLocks noChangeAspect="1"/>
          </p:cNvGraphicFramePr>
          <p:nvPr>
            <p:extLst>
              <p:ext uri="{D42A27DB-BD31-4B8C-83A1-F6EECF244321}">
                <p14:modId xmlns:p14="http://schemas.microsoft.com/office/powerpoint/2010/main" val="820862340"/>
              </p:ext>
            </p:extLst>
          </p:nvPr>
        </p:nvGraphicFramePr>
        <p:xfrm>
          <a:off x="639763" y="1627188"/>
          <a:ext cx="1052512" cy="476250"/>
        </p:xfrm>
        <a:graphic>
          <a:graphicData uri="http://schemas.openxmlformats.org/presentationml/2006/ole">
            <mc:AlternateContent xmlns:mc="http://schemas.openxmlformats.org/markup-compatibility/2006">
              <mc:Choice xmlns:v="urn:schemas-microsoft-com:vml" Requires="v">
                <p:oleObj name="公式" r:id="rId10" imgW="533169" imgH="241195" progId="Equation.3">
                  <p:embed/>
                </p:oleObj>
              </mc:Choice>
              <mc:Fallback>
                <p:oleObj name="公式" r:id="rId10" imgW="533169" imgH="241195"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39763" y="1627188"/>
                        <a:ext cx="1052512" cy="4762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8631" name="Text Box 631">
            <a:extLst>
              <a:ext uri="{FF2B5EF4-FFF2-40B4-BE49-F238E27FC236}">
                <a16:creationId xmlns:a16="http://schemas.microsoft.com/office/drawing/2014/main" id="{A8A853DC-3007-E17B-4ED8-159AAF1C4EB3}"/>
              </a:ext>
            </a:extLst>
          </p:cNvPr>
          <p:cNvSpPr txBox="1">
            <a:spLocks noChangeArrowheads="1"/>
          </p:cNvSpPr>
          <p:nvPr/>
        </p:nvSpPr>
        <p:spPr bwMode="auto">
          <a:xfrm>
            <a:off x="179388" y="2663825"/>
            <a:ext cx="4392612"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a:solidFill>
                  <a:srgbClr val="FFFFFF"/>
                </a:solidFill>
                <a:latin typeface="Times New Roman" panose="02020603050405020304" pitchFamily="18" charset="0"/>
                <a:ea typeface="楷体_GB2312" pitchFamily="49" charset="-122"/>
              </a:rPr>
              <a:t>   </a:t>
            </a:r>
            <a:endParaRPr lang="zh-CN" altLang="en-US" b="1">
              <a:solidFill>
                <a:srgbClr val="FFFF57"/>
              </a:solidFill>
            </a:endParaRPr>
          </a:p>
          <a:p>
            <a:pPr algn="just" eaLnBrk="1" hangingPunct="1">
              <a:lnSpc>
                <a:spcPct val="130000"/>
              </a:lnSpc>
            </a:pPr>
            <a:r>
              <a:rPr lang="zh-CN" altLang="en-US" b="1">
                <a:solidFill>
                  <a:srgbClr val="FFFFFF"/>
                </a:solidFill>
                <a:ea typeface="楷体_GB2312" pitchFamily="49" charset="-122"/>
              </a:rPr>
              <a:t>    折射波传播方向的单位矢量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8005"/>
                                        </p:tgtEl>
                                        <p:attrNameLst>
                                          <p:attrName>style.visibility</p:attrName>
                                        </p:attrNameLst>
                                      </p:cBhvr>
                                      <p:to>
                                        <p:strVal val="visible"/>
                                      </p:to>
                                    </p:set>
                                    <p:animEffect transition="in" filter="fade">
                                      <p:cBhvr>
                                        <p:cTn id="7" dur="2000"/>
                                        <p:tgtEl>
                                          <p:spTgt spid="12800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8004"/>
                                        </p:tgtEl>
                                        <p:attrNameLst>
                                          <p:attrName>style.visibility</p:attrName>
                                        </p:attrNameLst>
                                      </p:cBhvr>
                                      <p:to>
                                        <p:strVal val="visible"/>
                                      </p:to>
                                    </p:set>
                                    <p:animEffect transition="in" filter="wipe(up)">
                                      <p:cBhvr>
                                        <p:cTn id="12" dur="2000"/>
                                        <p:tgtEl>
                                          <p:spTgt spid="12800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8003"/>
                                        </p:tgtEl>
                                        <p:attrNameLst>
                                          <p:attrName>style.visibility</p:attrName>
                                        </p:attrNameLst>
                                      </p:cBhvr>
                                      <p:to>
                                        <p:strVal val="visible"/>
                                      </p:to>
                                    </p:set>
                                    <p:animEffect transition="in" filter="wipe(up)">
                                      <p:cBhvr>
                                        <p:cTn id="17" dur="2000"/>
                                        <p:tgtEl>
                                          <p:spTgt spid="12800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nodeType="clickEffect">
                                  <p:stCondLst>
                                    <p:cond delay="0"/>
                                  </p:stCondLst>
                                  <p:childTnLst>
                                    <p:set>
                                      <p:cBhvr>
                                        <p:cTn id="21" dur="1" fill="hold">
                                          <p:stCondLst>
                                            <p:cond delay="0"/>
                                          </p:stCondLst>
                                        </p:cTn>
                                        <p:tgtEl>
                                          <p:spTgt spid="210958"/>
                                        </p:tgtEl>
                                        <p:attrNameLst>
                                          <p:attrName>style.visibility</p:attrName>
                                        </p:attrNameLst>
                                      </p:cBhvr>
                                      <p:to>
                                        <p:strVal val="visible"/>
                                      </p:to>
                                    </p:set>
                                    <p:anim calcmode="lin" valueType="num">
                                      <p:cBhvr additive="base">
                                        <p:cTn id="22" dur="500" fill="hold"/>
                                        <p:tgtEl>
                                          <p:spTgt spid="210958"/>
                                        </p:tgtEl>
                                        <p:attrNameLst>
                                          <p:attrName>ppt_x</p:attrName>
                                        </p:attrNameLst>
                                      </p:cBhvr>
                                      <p:tavLst>
                                        <p:tav tm="0">
                                          <p:val>
                                            <p:strVal val="#ppt_x"/>
                                          </p:val>
                                        </p:tav>
                                        <p:tav tm="100000">
                                          <p:val>
                                            <p:strVal val="#ppt_x"/>
                                          </p:val>
                                        </p:tav>
                                      </p:tavLst>
                                    </p:anim>
                                    <p:anim calcmode="lin" valueType="num">
                                      <p:cBhvr additive="base">
                                        <p:cTn id="23"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28631"/>
                                        </p:tgtEl>
                                        <p:attrNameLst>
                                          <p:attrName>style.visibility</p:attrName>
                                        </p:attrNameLst>
                                      </p:cBhvr>
                                      <p:to>
                                        <p:strVal val="visible"/>
                                      </p:to>
                                    </p:set>
                                    <p:animEffect transition="in" filter="wipe(up)">
                                      <p:cBhvr>
                                        <p:cTn id="46" dur="2000"/>
                                        <p:tgtEl>
                                          <p:spTgt spid="1286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8003" grpId="0"/>
      <p:bldP spid="128004" grpId="0"/>
      <p:bldP spid="12863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ext Box 2">
            <a:extLst>
              <a:ext uri="{FF2B5EF4-FFF2-40B4-BE49-F238E27FC236}">
                <a16:creationId xmlns:a16="http://schemas.microsoft.com/office/drawing/2014/main" id="{EE1256BD-887D-F2B2-9354-C0A9D573E588}"/>
              </a:ext>
            </a:extLst>
          </p:cNvPr>
          <p:cNvSpPr txBox="1">
            <a:spLocks noChangeArrowheads="1"/>
          </p:cNvSpPr>
          <p:nvPr/>
        </p:nvSpPr>
        <p:spPr bwMode="black">
          <a:xfrm>
            <a:off x="323850" y="836613"/>
            <a:ext cx="49688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a:solidFill>
                  <a:srgbClr val="FFFFFF"/>
                </a:solidFill>
                <a:latin typeface="Times New Roman" panose="02020603050405020304" pitchFamily="18" charset="0"/>
                <a:ea typeface="楷体_GB2312" pitchFamily="49" charset="-122"/>
              </a:rPr>
              <a:t>设入射面位于 </a:t>
            </a:r>
            <a:r>
              <a:rPr lang="en-US" altLang="zh-CN" b="1" i="1">
                <a:solidFill>
                  <a:srgbClr val="FFFFFF"/>
                </a:solidFill>
                <a:latin typeface="Times New Roman" panose="02020603050405020304" pitchFamily="18" charset="0"/>
                <a:ea typeface="楷体_GB2312" pitchFamily="49" charset="-122"/>
              </a:rPr>
              <a:t>xo</a:t>
            </a:r>
            <a:r>
              <a:rPr lang="en-US" altLang="zh-CN" i="1">
                <a:solidFill>
                  <a:srgbClr val="FFFFFF"/>
                </a:solidFill>
                <a:ea typeface="楷体_GB2312" pitchFamily="49" charset="-122"/>
              </a:rPr>
              <a:t>z</a:t>
            </a:r>
            <a:r>
              <a:rPr lang="en-US" altLang="zh-CN" i="1">
                <a:solidFill>
                  <a:srgbClr val="FFFFFF"/>
                </a:solidFill>
                <a:latin typeface="Times New Roman" panose="02020603050405020304" pitchFamily="18" charset="0"/>
                <a:ea typeface="楷体_GB2312" pitchFamily="49" charset="-122"/>
              </a:rPr>
              <a:t> </a:t>
            </a:r>
            <a:r>
              <a:rPr lang="zh-CN" altLang="en-US" b="1">
                <a:solidFill>
                  <a:srgbClr val="FFFFFF"/>
                </a:solidFill>
                <a:latin typeface="Times New Roman" panose="02020603050405020304" pitchFamily="18" charset="0"/>
                <a:ea typeface="楷体_GB2312" pitchFamily="49" charset="-122"/>
              </a:rPr>
              <a:t>平面内</a:t>
            </a:r>
            <a:endParaRPr lang="zh-CN" altLang="en-US" b="1">
              <a:solidFill>
                <a:srgbClr val="FFFFFF"/>
              </a:solidFill>
              <a:latin typeface="楷体_GB2312" pitchFamily="49" charset="-122"/>
              <a:ea typeface="楷体_GB2312" pitchFamily="49" charset="-122"/>
            </a:endParaRPr>
          </a:p>
        </p:txBody>
      </p:sp>
      <p:graphicFrame>
        <p:nvGraphicFramePr>
          <p:cNvPr id="74755" name="Object 3">
            <a:extLst>
              <a:ext uri="{FF2B5EF4-FFF2-40B4-BE49-F238E27FC236}">
                <a16:creationId xmlns:a16="http://schemas.microsoft.com/office/drawing/2014/main" id="{40942405-A8AA-AF2B-4ACA-71B514A9D8FC}"/>
              </a:ext>
            </a:extLst>
          </p:cNvPr>
          <p:cNvGraphicFramePr>
            <a:graphicFrameLocks noChangeAspect="1"/>
          </p:cNvGraphicFramePr>
          <p:nvPr>
            <p:extLst>
              <p:ext uri="{D42A27DB-BD31-4B8C-83A1-F6EECF244321}">
                <p14:modId xmlns:p14="http://schemas.microsoft.com/office/powerpoint/2010/main" val="1893771209"/>
              </p:ext>
            </p:extLst>
          </p:nvPr>
        </p:nvGraphicFramePr>
        <p:xfrm>
          <a:off x="3235797" y="1449766"/>
          <a:ext cx="4424362" cy="561975"/>
        </p:xfrm>
        <a:graphic>
          <a:graphicData uri="http://schemas.openxmlformats.org/presentationml/2006/ole">
            <mc:AlternateContent xmlns:mc="http://schemas.openxmlformats.org/markup-compatibility/2006">
              <mc:Choice xmlns:v="urn:schemas-microsoft-com:vml" Requires="v">
                <p:oleObj name="Equation" r:id="rId2" imgW="1574973" imgH="228600" progId="Equation.DSMT4">
                  <p:embed/>
                </p:oleObj>
              </mc:Choice>
              <mc:Fallback>
                <p:oleObj name="Equation" r:id="rId2" imgW="1574973" imgH="2286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black">
                      <a:xfrm>
                        <a:off x="3235797" y="1449766"/>
                        <a:ext cx="4424362"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56" name="Object 4">
            <a:extLst>
              <a:ext uri="{FF2B5EF4-FFF2-40B4-BE49-F238E27FC236}">
                <a16:creationId xmlns:a16="http://schemas.microsoft.com/office/drawing/2014/main" id="{3D0C3CB5-63CF-4368-B04E-2AD1627C56AF}"/>
              </a:ext>
            </a:extLst>
          </p:cNvPr>
          <p:cNvGraphicFramePr>
            <a:graphicFrameLocks noChangeAspect="1"/>
          </p:cNvGraphicFramePr>
          <p:nvPr>
            <p:extLst>
              <p:ext uri="{D42A27DB-BD31-4B8C-83A1-F6EECF244321}">
                <p14:modId xmlns:p14="http://schemas.microsoft.com/office/powerpoint/2010/main" val="1798523097"/>
              </p:ext>
            </p:extLst>
          </p:nvPr>
        </p:nvGraphicFramePr>
        <p:xfrm>
          <a:off x="3233737" y="2045495"/>
          <a:ext cx="4002088" cy="582612"/>
        </p:xfrm>
        <a:graphic>
          <a:graphicData uri="http://schemas.openxmlformats.org/presentationml/2006/ole">
            <mc:AlternateContent xmlns:mc="http://schemas.openxmlformats.org/markup-compatibility/2006">
              <mc:Choice xmlns:v="urn:schemas-microsoft-com:vml" Requires="v">
                <p:oleObj name="Equation" r:id="rId4" imgW="1600356" imgH="228600" progId="Equation.DSMT4">
                  <p:embed/>
                </p:oleObj>
              </mc:Choice>
              <mc:Fallback>
                <p:oleObj name="Equation" r:id="rId4" imgW="1600356" imgH="2286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black">
                      <a:xfrm>
                        <a:off x="3233737" y="2045495"/>
                        <a:ext cx="4002088"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4757" name="Object 5">
            <a:extLst>
              <a:ext uri="{FF2B5EF4-FFF2-40B4-BE49-F238E27FC236}">
                <a16:creationId xmlns:a16="http://schemas.microsoft.com/office/drawing/2014/main" id="{C33A013B-8149-C1FB-3BC7-0D0CCBF01CC0}"/>
              </a:ext>
            </a:extLst>
          </p:cNvPr>
          <p:cNvGraphicFramePr>
            <a:graphicFrameLocks noChangeAspect="1"/>
          </p:cNvGraphicFramePr>
          <p:nvPr>
            <p:extLst>
              <p:ext uri="{D42A27DB-BD31-4B8C-83A1-F6EECF244321}">
                <p14:modId xmlns:p14="http://schemas.microsoft.com/office/powerpoint/2010/main" val="3447525100"/>
              </p:ext>
            </p:extLst>
          </p:nvPr>
        </p:nvGraphicFramePr>
        <p:xfrm>
          <a:off x="3203575" y="2708275"/>
          <a:ext cx="4032250" cy="595313"/>
        </p:xfrm>
        <a:graphic>
          <a:graphicData uri="http://schemas.openxmlformats.org/presentationml/2006/ole">
            <mc:AlternateContent xmlns:mc="http://schemas.openxmlformats.org/markup-compatibility/2006">
              <mc:Choice xmlns:v="urn:schemas-microsoft-com:vml" Requires="v">
                <p:oleObj name="Equation" r:id="rId6" imgW="1574973" imgH="228600" progId="Equation.DSMT4">
                  <p:embed/>
                </p:oleObj>
              </mc:Choice>
              <mc:Fallback>
                <p:oleObj name="Equation" r:id="rId6" imgW="1574973" imgH="22860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black">
                      <a:xfrm>
                        <a:off x="3203575" y="2708275"/>
                        <a:ext cx="4032250" cy="595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58" name="Text Box 6">
            <a:extLst>
              <a:ext uri="{FF2B5EF4-FFF2-40B4-BE49-F238E27FC236}">
                <a16:creationId xmlns:a16="http://schemas.microsoft.com/office/drawing/2014/main" id="{6B8064DB-94FE-5056-7A1E-AD11653FD8B5}"/>
              </a:ext>
            </a:extLst>
          </p:cNvPr>
          <p:cNvSpPr txBox="1">
            <a:spLocks noChangeArrowheads="1"/>
          </p:cNvSpPr>
          <p:nvPr/>
        </p:nvSpPr>
        <p:spPr bwMode="black">
          <a:xfrm>
            <a:off x="421481" y="2006332"/>
            <a:ext cx="510698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dirty="0">
                <a:solidFill>
                  <a:srgbClr val="FFFFFF"/>
                </a:solidFill>
                <a:latin typeface="楷体_GB2312" pitchFamily="49" charset="-122"/>
                <a:ea typeface="楷体_GB2312" pitchFamily="49" charset="-122"/>
              </a:rPr>
              <a:t>反射波电场</a:t>
            </a:r>
            <a:r>
              <a:rPr lang="zh-CN" altLang="en-US" b="1" dirty="0">
                <a:solidFill>
                  <a:srgbClr val="FFFFFF"/>
                </a:solidFill>
                <a:ea typeface="楷体_GB2312" pitchFamily="49" charset="-122"/>
              </a:rPr>
              <a:t>强度</a:t>
            </a:r>
          </a:p>
        </p:txBody>
      </p:sp>
      <p:sp>
        <p:nvSpPr>
          <p:cNvPr id="74759" name="Rectangle 7">
            <a:extLst>
              <a:ext uri="{FF2B5EF4-FFF2-40B4-BE49-F238E27FC236}">
                <a16:creationId xmlns:a16="http://schemas.microsoft.com/office/drawing/2014/main" id="{470B944C-5924-61FF-076E-41B8F87CE69A}"/>
              </a:ext>
            </a:extLst>
          </p:cNvPr>
          <p:cNvSpPr>
            <a:spLocks noChangeArrowheads="1"/>
          </p:cNvSpPr>
          <p:nvPr/>
        </p:nvSpPr>
        <p:spPr bwMode="blackGray">
          <a:xfrm>
            <a:off x="107950" y="476250"/>
            <a:ext cx="7772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en-US" altLang="zh-CN" b="1">
                <a:solidFill>
                  <a:srgbClr val="FFBDDE"/>
                </a:solidFill>
                <a:latin typeface="Times New Roman" panose="02020603050405020304" pitchFamily="18" charset="0"/>
                <a:cs typeface="Arial" panose="020B0604020202020204" pitchFamily="34" charset="0"/>
              </a:rPr>
              <a:t>6.3.1  </a:t>
            </a:r>
            <a:r>
              <a:rPr lang="zh-CN" altLang="en-US" b="1">
                <a:solidFill>
                  <a:srgbClr val="FFBDDE"/>
                </a:solidFill>
                <a:latin typeface="Times New Roman" panose="02020603050405020304" pitchFamily="18" charset="0"/>
                <a:cs typeface="Arial" panose="020B0604020202020204" pitchFamily="34" charset="0"/>
              </a:rPr>
              <a:t>反射定律与折射定律</a:t>
            </a:r>
          </a:p>
        </p:txBody>
      </p:sp>
      <p:sp>
        <p:nvSpPr>
          <p:cNvPr id="74760" name="Text Box 8">
            <a:extLst>
              <a:ext uri="{FF2B5EF4-FFF2-40B4-BE49-F238E27FC236}">
                <a16:creationId xmlns:a16="http://schemas.microsoft.com/office/drawing/2014/main" id="{CE68C719-5153-7E16-28A2-2F128A3F508C}"/>
              </a:ext>
            </a:extLst>
          </p:cNvPr>
          <p:cNvSpPr txBox="1">
            <a:spLocks noChangeArrowheads="1"/>
          </p:cNvSpPr>
          <p:nvPr/>
        </p:nvSpPr>
        <p:spPr bwMode="black">
          <a:xfrm>
            <a:off x="250825" y="3294063"/>
            <a:ext cx="7626350"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a:solidFill>
                  <a:srgbClr val="FFFFFF"/>
                </a:solidFill>
                <a:latin typeface="Times New Roman" panose="02020603050405020304" pitchFamily="18" charset="0"/>
                <a:ea typeface="楷体_GB2312" pitchFamily="49" charset="-122"/>
              </a:rPr>
              <a:t>由于分界面 </a:t>
            </a:r>
            <a:r>
              <a:rPr lang="en-US" altLang="zh-CN" b="1">
                <a:solidFill>
                  <a:srgbClr val="FFFFFF"/>
                </a:solidFill>
                <a:latin typeface="Times New Roman" panose="02020603050405020304" pitchFamily="18" charset="0"/>
                <a:ea typeface="楷体_GB2312" pitchFamily="49" charset="-122"/>
              </a:rPr>
              <a:t>( </a:t>
            </a:r>
            <a:r>
              <a:rPr lang="en-US" altLang="zh-CN" i="1">
                <a:solidFill>
                  <a:srgbClr val="FFFFFF"/>
                </a:solidFill>
                <a:ea typeface="楷体_GB2312" pitchFamily="49" charset="-122"/>
              </a:rPr>
              <a:t>z</a:t>
            </a:r>
            <a:r>
              <a:rPr lang="en-US" altLang="zh-CN">
                <a:solidFill>
                  <a:srgbClr val="FFFFFF"/>
                </a:solidFill>
                <a:ea typeface="楷体_GB2312" pitchFamily="49" charset="-122"/>
              </a:rPr>
              <a:t> =</a:t>
            </a:r>
            <a:r>
              <a:rPr lang="en-US" altLang="zh-CN" b="1">
                <a:solidFill>
                  <a:srgbClr val="FFFFFF"/>
                </a:solidFill>
                <a:latin typeface="Times New Roman" panose="02020603050405020304" pitchFamily="18" charset="0"/>
                <a:ea typeface="楷体_GB2312" pitchFamily="49" charset="-122"/>
              </a:rPr>
              <a:t> 0 ) </a:t>
            </a:r>
            <a:r>
              <a:rPr lang="zh-CN" altLang="en-US" b="1">
                <a:solidFill>
                  <a:srgbClr val="FFFFFF"/>
                </a:solidFill>
                <a:latin typeface="Times New Roman" panose="02020603050405020304" pitchFamily="18" charset="0"/>
                <a:ea typeface="楷体_GB2312" pitchFamily="49" charset="-122"/>
              </a:rPr>
              <a:t>上电场切向分量连续，得 </a:t>
            </a:r>
          </a:p>
        </p:txBody>
      </p:sp>
      <p:graphicFrame>
        <p:nvGraphicFramePr>
          <p:cNvPr id="74761" name="Object 9">
            <a:extLst>
              <a:ext uri="{FF2B5EF4-FFF2-40B4-BE49-F238E27FC236}">
                <a16:creationId xmlns:a16="http://schemas.microsoft.com/office/drawing/2014/main" id="{76C8720A-8103-76CB-DE64-FAEBB8EE8130}"/>
              </a:ext>
            </a:extLst>
          </p:cNvPr>
          <p:cNvGraphicFramePr>
            <a:graphicFrameLocks noChangeAspect="1"/>
          </p:cNvGraphicFramePr>
          <p:nvPr>
            <p:extLst>
              <p:ext uri="{D42A27DB-BD31-4B8C-83A1-F6EECF244321}">
                <p14:modId xmlns:p14="http://schemas.microsoft.com/office/powerpoint/2010/main" val="3145394495"/>
              </p:ext>
            </p:extLst>
          </p:nvPr>
        </p:nvGraphicFramePr>
        <p:xfrm>
          <a:off x="971550" y="4070350"/>
          <a:ext cx="7253288" cy="582613"/>
        </p:xfrm>
        <a:graphic>
          <a:graphicData uri="http://schemas.openxmlformats.org/presentationml/2006/ole">
            <mc:AlternateContent xmlns:mc="http://schemas.openxmlformats.org/markup-compatibility/2006">
              <mc:Choice xmlns:v="urn:schemas-microsoft-com:vml" Requires="v">
                <p:oleObj name="Equation" r:id="rId8" imgW="2971852" imgH="228600" progId="Equation.DSMT4">
                  <p:embed/>
                </p:oleObj>
              </mc:Choice>
              <mc:Fallback>
                <p:oleObj name="Equation" r:id="rId8" imgW="2971852" imgH="2286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black">
                      <a:xfrm>
                        <a:off x="971550" y="4070350"/>
                        <a:ext cx="7253288"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4762" name="Text Box 10">
            <a:extLst>
              <a:ext uri="{FF2B5EF4-FFF2-40B4-BE49-F238E27FC236}">
                <a16:creationId xmlns:a16="http://schemas.microsoft.com/office/drawing/2014/main" id="{C5C929C4-E4C6-9A86-90D9-B1DA80300336}"/>
              </a:ext>
            </a:extLst>
          </p:cNvPr>
          <p:cNvSpPr txBox="1">
            <a:spLocks noChangeArrowheads="1"/>
          </p:cNvSpPr>
          <p:nvPr/>
        </p:nvSpPr>
        <p:spPr bwMode="black">
          <a:xfrm>
            <a:off x="179388" y="5267325"/>
            <a:ext cx="8785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dirty="0">
                <a:solidFill>
                  <a:srgbClr val="FFFFFF"/>
                </a:solidFill>
                <a:latin typeface="Times New Roman" panose="02020603050405020304" pitchFamily="18" charset="0"/>
                <a:ea typeface="楷体_GB2312" pitchFamily="49" charset="-122"/>
              </a:rPr>
              <a:t>上述等式对于任意 </a:t>
            </a:r>
            <a:r>
              <a:rPr lang="en-US" altLang="zh-CN" i="1" dirty="0">
                <a:solidFill>
                  <a:srgbClr val="FFFFFF"/>
                </a:solidFill>
                <a:latin typeface="Times New Roman" panose="02020603050405020304" pitchFamily="18" charset="0"/>
                <a:ea typeface="楷体_GB2312" pitchFamily="49" charset="-122"/>
              </a:rPr>
              <a:t>x</a:t>
            </a:r>
            <a:r>
              <a:rPr lang="en-US" altLang="zh-CN" b="1" i="1" dirty="0">
                <a:solidFill>
                  <a:srgbClr val="FFFFFF"/>
                </a:solidFill>
                <a:latin typeface="Times New Roman" panose="02020603050405020304" pitchFamily="18" charset="0"/>
                <a:ea typeface="楷体_GB2312" pitchFamily="49" charset="-122"/>
              </a:rPr>
              <a:t> </a:t>
            </a:r>
            <a:r>
              <a:rPr lang="zh-CN" altLang="en-US" b="1" dirty="0">
                <a:solidFill>
                  <a:srgbClr val="FFFFFF"/>
                </a:solidFill>
                <a:latin typeface="Times New Roman" panose="02020603050405020304" pitchFamily="18" charset="0"/>
                <a:ea typeface="楷体_GB2312" pitchFamily="49" charset="-122"/>
              </a:rPr>
              <a:t>均应成立，因此各项指数中对应的系数应该相等，即</a:t>
            </a:r>
            <a:endParaRPr lang="zh-CN" altLang="en-US" b="1" dirty="0">
              <a:solidFill>
                <a:srgbClr val="FFFFFF"/>
              </a:solidFill>
              <a:latin typeface="楷体_GB2312" pitchFamily="49" charset="-122"/>
              <a:ea typeface="楷体_GB2312" pitchFamily="49" charset="-122"/>
            </a:endParaRPr>
          </a:p>
        </p:txBody>
      </p:sp>
      <p:graphicFrame>
        <p:nvGraphicFramePr>
          <p:cNvPr id="74763" name="Object 11">
            <a:extLst>
              <a:ext uri="{FF2B5EF4-FFF2-40B4-BE49-F238E27FC236}">
                <a16:creationId xmlns:a16="http://schemas.microsoft.com/office/drawing/2014/main" id="{D0B10ED7-9D54-873D-C87F-E793EA0450CC}"/>
              </a:ext>
            </a:extLst>
          </p:cNvPr>
          <p:cNvGraphicFramePr>
            <a:graphicFrameLocks noChangeAspect="1"/>
          </p:cNvGraphicFramePr>
          <p:nvPr>
            <p:extLst>
              <p:ext uri="{D42A27DB-BD31-4B8C-83A1-F6EECF244321}">
                <p14:modId xmlns:p14="http://schemas.microsoft.com/office/powerpoint/2010/main" val="2336377078"/>
              </p:ext>
            </p:extLst>
          </p:nvPr>
        </p:nvGraphicFramePr>
        <p:xfrm>
          <a:off x="1671638" y="5834063"/>
          <a:ext cx="3548062" cy="474662"/>
        </p:xfrm>
        <a:graphic>
          <a:graphicData uri="http://schemas.openxmlformats.org/presentationml/2006/ole">
            <mc:AlternateContent xmlns:mc="http://schemas.openxmlformats.org/markup-compatibility/2006">
              <mc:Choice xmlns:v="urn:schemas-microsoft-com:vml" Requires="v">
                <p:oleObj name="Equation" r:id="rId10" imgW="1688987" imgH="203246" progId="Equation.DSMT4">
                  <p:embed/>
                </p:oleObj>
              </mc:Choice>
              <mc:Fallback>
                <p:oleObj name="Equation" r:id="rId10" imgW="1688987" imgH="203246" progId="Equation.DSMT4">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black">
                      <a:xfrm>
                        <a:off x="1671638" y="5834063"/>
                        <a:ext cx="3548062"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9884" name="Rectangle 13">
            <a:extLst>
              <a:ext uri="{FF2B5EF4-FFF2-40B4-BE49-F238E27FC236}">
                <a16:creationId xmlns:a16="http://schemas.microsoft.com/office/drawing/2014/main" id="{87312B76-ECE8-23A5-946F-15F57414BCA3}"/>
              </a:ext>
            </a:extLst>
          </p:cNvPr>
          <p:cNvSpPr>
            <a:spLocks noChangeArrowheads="1"/>
          </p:cNvSpPr>
          <p:nvPr/>
        </p:nvSpPr>
        <p:spPr bwMode="auto">
          <a:xfrm>
            <a:off x="452438" y="1458913"/>
            <a:ext cx="31115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b="1" dirty="0">
                <a:solidFill>
                  <a:srgbClr val="FFFFFF"/>
                </a:solidFill>
                <a:ea typeface="楷体_GB2312" pitchFamily="49" charset="-122"/>
              </a:rPr>
              <a:t>入射波电场强度</a:t>
            </a:r>
          </a:p>
        </p:txBody>
      </p:sp>
      <p:sp>
        <p:nvSpPr>
          <p:cNvPr id="74766" name="Text Box 14">
            <a:extLst>
              <a:ext uri="{FF2B5EF4-FFF2-40B4-BE49-F238E27FC236}">
                <a16:creationId xmlns:a16="http://schemas.microsoft.com/office/drawing/2014/main" id="{F453D053-EC6E-E9EA-C232-1A07269E1E1B}"/>
              </a:ext>
            </a:extLst>
          </p:cNvPr>
          <p:cNvSpPr txBox="1">
            <a:spLocks noChangeArrowheads="1"/>
          </p:cNvSpPr>
          <p:nvPr/>
        </p:nvSpPr>
        <p:spPr bwMode="black">
          <a:xfrm>
            <a:off x="452438" y="2724687"/>
            <a:ext cx="66198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dirty="0">
                <a:solidFill>
                  <a:srgbClr val="FFFFFF"/>
                </a:solidFill>
                <a:latin typeface="楷体_GB2312" pitchFamily="49" charset="-122"/>
                <a:ea typeface="楷体_GB2312" pitchFamily="49" charset="-122"/>
              </a:rPr>
              <a:t>折射波电场</a:t>
            </a:r>
            <a:r>
              <a:rPr lang="zh-CN" altLang="en-US" b="1" dirty="0">
                <a:solidFill>
                  <a:srgbClr val="FFFFFF"/>
                </a:solidFill>
                <a:ea typeface="楷体_GB2312" pitchFamily="49" charset="-122"/>
              </a:rPr>
              <a:t>强度</a:t>
            </a:r>
            <a:endParaRPr lang="zh-CN" altLang="en-US" b="1" dirty="0">
              <a:solidFill>
                <a:srgbClr val="FFFFFF"/>
              </a:solidFill>
              <a:latin typeface="楷体_GB2312" pitchFamily="49" charset="-122"/>
              <a:ea typeface="楷体_GB2312" pitchFamily="49" charset="-122"/>
            </a:endParaRPr>
          </a:p>
        </p:txBody>
      </p:sp>
      <p:sp>
        <p:nvSpPr>
          <p:cNvPr id="74767" name="Text Box 15">
            <a:extLst>
              <a:ext uri="{FF2B5EF4-FFF2-40B4-BE49-F238E27FC236}">
                <a16:creationId xmlns:a16="http://schemas.microsoft.com/office/drawing/2014/main" id="{CDC0F3DC-BFCE-D75F-419B-25BE8BAE831C}"/>
              </a:ext>
            </a:extLst>
          </p:cNvPr>
          <p:cNvSpPr txBox="1">
            <a:spLocks noChangeArrowheads="1"/>
          </p:cNvSpPr>
          <p:nvPr/>
        </p:nvSpPr>
        <p:spPr bwMode="auto">
          <a:xfrm>
            <a:off x="539750" y="4662488"/>
            <a:ext cx="43926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2"/>
              </a:buBlip>
            </a:pPr>
            <a:r>
              <a:rPr lang="zh-CN" altLang="en-US" b="1">
                <a:solidFill>
                  <a:srgbClr val="FFFF57"/>
                </a:solidFill>
                <a:ea typeface="楷体_GB2312" pitchFamily="49" charset="-122"/>
              </a:rPr>
              <a:t>  分界面上的相位匹配条件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4759"/>
                                        </p:tgtEl>
                                        <p:attrNameLst>
                                          <p:attrName>style.visibility</p:attrName>
                                        </p:attrNameLst>
                                      </p:cBhvr>
                                      <p:to>
                                        <p:strVal val="visible"/>
                                      </p:to>
                                    </p:set>
                                    <p:animEffect transition="in" filter="wipe(up)">
                                      <p:cBhvr>
                                        <p:cTn id="7" dur="2000"/>
                                        <p:tgtEl>
                                          <p:spTgt spid="747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4754"/>
                                        </p:tgtEl>
                                        <p:attrNameLst>
                                          <p:attrName>style.visibility</p:attrName>
                                        </p:attrNameLst>
                                      </p:cBhvr>
                                      <p:to>
                                        <p:strVal val="visible"/>
                                      </p:to>
                                    </p:set>
                                    <p:animEffect transition="in" filter="wipe(up)">
                                      <p:cBhvr>
                                        <p:cTn id="12" dur="2000"/>
                                        <p:tgtEl>
                                          <p:spTgt spid="7475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74755"/>
                                        </p:tgtEl>
                                        <p:attrNameLst>
                                          <p:attrName>style.visibility</p:attrName>
                                        </p:attrNameLst>
                                      </p:cBhvr>
                                      <p:to>
                                        <p:strVal val="visible"/>
                                      </p:to>
                                    </p:set>
                                    <p:animEffect transition="in" filter="wipe(up)">
                                      <p:cBhvr>
                                        <p:cTn id="17" dur="2000"/>
                                        <p:tgtEl>
                                          <p:spTgt spid="7475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4758"/>
                                        </p:tgtEl>
                                        <p:attrNameLst>
                                          <p:attrName>style.visibility</p:attrName>
                                        </p:attrNameLst>
                                      </p:cBhvr>
                                      <p:to>
                                        <p:strVal val="visible"/>
                                      </p:to>
                                    </p:set>
                                    <p:animEffect transition="in" filter="wipe(up)">
                                      <p:cBhvr>
                                        <p:cTn id="22" dur="2000"/>
                                        <p:tgtEl>
                                          <p:spTgt spid="7475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74756"/>
                                        </p:tgtEl>
                                        <p:attrNameLst>
                                          <p:attrName>style.visibility</p:attrName>
                                        </p:attrNameLst>
                                      </p:cBhvr>
                                      <p:to>
                                        <p:strVal val="visible"/>
                                      </p:to>
                                    </p:set>
                                    <p:animEffect transition="in" filter="wipe(up)">
                                      <p:cBhvr>
                                        <p:cTn id="27" dur="2000"/>
                                        <p:tgtEl>
                                          <p:spTgt spid="7475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4757"/>
                                        </p:tgtEl>
                                        <p:attrNameLst>
                                          <p:attrName>style.visibility</p:attrName>
                                        </p:attrNameLst>
                                      </p:cBhvr>
                                      <p:to>
                                        <p:strVal val="visible"/>
                                      </p:to>
                                    </p:set>
                                    <p:animEffect transition="in" filter="wipe(up)">
                                      <p:cBhvr>
                                        <p:cTn id="32" dur="2000"/>
                                        <p:tgtEl>
                                          <p:spTgt spid="7475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4760"/>
                                        </p:tgtEl>
                                        <p:attrNameLst>
                                          <p:attrName>style.visibility</p:attrName>
                                        </p:attrNameLst>
                                      </p:cBhvr>
                                      <p:to>
                                        <p:strVal val="visible"/>
                                      </p:to>
                                    </p:set>
                                    <p:animEffect transition="in" filter="wipe(up)">
                                      <p:cBhvr>
                                        <p:cTn id="37" dur="2000"/>
                                        <p:tgtEl>
                                          <p:spTgt spid="747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nodeType="clickEffect">
                                  <p:stCondLst>
                                    <p:cond delay="0"/>
                                  </p:stCondLst>
                                  <p:childTnLst>
                                    <p:set>
                                      <p:cBhvr>
                                        <p:cTn id="41" dur="1" fill="hold">
                                          <p:stCondLst>
                                            <p:cond delay="0"/>
                                          </p:stCondLst>
                                        </p:cTn>
                                        <p:tgtEl>
                                          <p:spTgt spid="74761"/>
                                        </p:tgtEl>
                                        <p:attrNameLst>
                                          <p:attrName>style.visibility</p:attrName>
                                        </p:attrNameLst>
                                      </p:cBhvr>
                                      <p:to>
                                        <p:strVal val="visible"/>
                                      </p:to>
                                    </p:set>
                                    <p:animEffect transition="in" filter="wipe(up)">
                                      <p:cBhvr>
                                        <p:cTn id="42" dur="2000"/>
                                        <p:tgtEl>
                                          <p:spTgt spid="74761"/>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74762"/>
                                        </p:tgtEl>
                                        <p:attrNameLst>
                                          <p:attrName>style.visibility</p:attrName>
                                        </p:attrNameLst>
                                      </p:cBhvr>
                                      <p:to>
                                        <p:strVal val="visible"/>
                                      </p:to>
                                    </p:set>
                                    <p:animEffect transition="in" filter="wipe(up)">
                                      <p:cBhvr>
                                        <p:cTn id="47" dur="2000"/>
                                        <p:tgtEl>
                                          <p:spTgt spid="74762"/>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nodeType="clickEffect">
                                  <p:stCondLst>
                                    <p:cond delay="0"/>
                                  </p:stCondLst>
                                  <p:childTnLst>
                                    <p:set>
                                      <p:cBhvr>
                                        <p:cTn id="51" dur="1" fill="hold">
                                          <p:stCondLst>
                                            <p:cond delay="0"/>
                                          </p:stCondLst>
                                        </p:cTn>
                                        <p:tgtEl>
                                          <p:spTgt spid="74763"/>
                                        </p:tgtEl>
                                        <p:attrNameLst>
                                          <p:attrName>style.visibility</p:attrName>
                                        </p:attrNameLst>
                                      </p:cBhvr>
                                      <p:to>
                                        <p:strVal val="visible"/>
                                      </p:to>
                                    </p:set>
                                    <p:animEffect transition="in" filter="wipe(up)">
                                      <p:cBhvr>
                                        <p:cTn id="52" dur="2000"/>
                                        <p:tgtEl>
                                          <p:spTgt spid="747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74766"/>
                                        </p:tgtEl>
                                        <p:attrNameLst>
                                          <p:attrName>style.visibility</p:attrName>
                                        </p:attrNameLst>
                                      </p:cBhvr>
                                      <p:to>
                                        <p:strVal val="visible"/>
                                      </p:to>
                                    </p:set>
                                    <p:animEffect transition="in" filter="wipe(up)">
                                      <p:cBhvr>
                                        <p:cTn id="57" dur="2000"/>
                                        <p:tgtEl>
                                          <p:spTgt spid="7476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74767"/>
                                        </p:tgtEl>
                                        <p:attrNameLst>
                                          <p:attrName>style.visibility</p:attrName>
                                        </p:attrNameLst>
                                      </p:cBhvr>
                                      <p:to>
                                        <p:strVal val="visible"/>
                                      </p:to>
                                    </p:set>
                                    <p:animEffect transition="in" filter="wipe(up)">
                                      <p:cBhvr>
                                        <p:cTn id="62" dur="2000"/>
                                        <p:tgtEl>
                                          <p:spTgt spid="74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4" grpId="0" autoUpdateAnimBg="0"/>
      <p:bldP spid="74758" grpId="0" autoUpdateAnimBg="0"/>
      <p:bldP spid="74759" grpId="0"/>
      <p:bldP spid="74760" grpId="0" autoUpdateAnimBg="0"/>
      <p:bldP spid="74762" grpId="0" autoUpdateAnimBg="0"/>
      <p:bldP spid="74766" grpId="0" autoUpdateAnimBg="0"/>
      <p:bldP spid="7476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ext Box 2">
            <a:extLst>
              <a:ext uri="{FF2B5EF4-FFF2-40B4-BE49-F238E27FC236}">
                <a16:creationId xmlns:a16="http://schemas.microsoft.com/office/drawing/2014/main" id="{EC832BF7-B747-DA50-564E-C7986CBEC74C}"/>
              </a:ext>
            </a:extLst>
          </p:cNvPr>
          <p:cNvSpPr txBox="1">
            <a:spLocks noChangeArrowheads="1"/>
          </p:cNvSpPr>
          <p:nvPr/>
        </p:nvSpPr>
        <p:spPr bwMode="black">
          <a:xfrm>
            <a:off x="3491880" y="4017964"/>
            <a:ext cx="58324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en-US" altLang="zh-CN" b="1" dirty="0">
                <a:solidFill>
                  <a:srgbClr val="FFFFFF"/>
                </a:solidFill>
                <a:latin typeface="Times New Roman" panose="02020603050405020304" pitchFamily="18" charset="0"/>
                <a:ea typeface="楷体_GB2312" pitchFamily="49" charset="-122"/>
              </a:rPr>
              <a:t>—— </a:t>
            </a:r>
            <a:r>
              <a:rPr lang="zh-CN" altLang="en-US" b="1" dirty="0">
                <a:solidFill>
                  <a:srgbClr val="FFFFFF"/>
                </a:solidFill>
                <a:latin typeface="Times New Roman" panose="02020603050405020304" pitchFamily="18" charset="0"/>
                <a:ea typeface="楷体_GB2312" pitchFamily="49" charset="-122"/>
              </a:rPr>
              <a:t>折射角 </a:t>
            </a:r>
            <a:r>
              <a:rPr lang="zh-CN" altLang="en-US" i="1" dirty="0">
                <a:solidFill>
                  <a:srgbClr val="FFFFFF"/>
                </a:solidFill>
                <a:latin typeface="Times New Roman" panose="02020603050405020304" pitchFamily="18" charset="0"/>
                <a:ea typeface="楷体_GB2312" pitchFamily="49" charset="-122"/>
                <a:sym typeface="Symbol" panose="05050102010706020507" pitchFamily="18" charset="2"/>
              </a:rPr>
              <a:t> </a:t>
            </a:r>
            <a:r>
              <a:rPr lang="en-US" altLang="zh-CN" i="1" baseline="-25000" dirty="0">
                <a:solidFill>
                  <a:srgbClr val="FFFFFF"/>
                </a:solidFill>
                <a:latin typeface="Times New Roman" panose="02020603050405020304" pitchFamily="18" charset="0"/>
                <a:ea typeface="楷体_GB2312" pitchFamily="49" charset="-122"/>
                <a:sym typeface="Symbol" panose="05050102010706020507" pitchFamily="18" charset="2"/>
              </a:rPr>
              <a:t>t</a:t>
            </a:r>
            <a:r>
              <a:rPr lang="en-US" altLang="zh-CN" b="1" i="1" dirty="0">
                <a:solidFill>
                  <a:srgbClr val="FFFFFF"/>
                </a:solidFill>
                <a:latin typeface="Times New Roman" panose="02020603050405020304" pitchFamily="18" charset="0"/>
                <a:ea typeface="楷体_GB2312" pitchFamily="49" charset="-122"/>
              </a:rPr>
              <a:t> </a:t>
            </a:r>
            <a:r>
              <a:rPr lang="zh-CN" altLang="en-US" b="1" dirty="0">
                <a:solidFill>
                  <a:srgbClr val="FFFFFF"/>
                </a:solidFill>
                <a:latin typeface="Times New Roman" panose="02020603050405020304" pitchFamily="18" charset="0"/>
                <a:ea typeface="楷体_GB2312" pitchFamily="49" charset="-122"/>
              </a:rPr>
              <a:t>与入射角 </a:t>
            </a:r>
            <a:r>
              <a:rPr lang="zh-CN" altLang="en-US" i="1" dirty="0">
                <a:solidFill>
                  <a:srgbClr val="FFFFFF"/>
                </a:solidFill>
                <a:latin typeface="Times New Roman" panose="02020603050405020304" pitchFamily="18" charset="0"/>
                <a:ea typeface="楷体_GB2312" pitchFamily="49" charset="-122"/>
                <a:sym typeface="Symbol" panose="05050102010706020507" pitchFamily="18" charset="2"/>
              </a:rPr>
              <a:t> </a:t>
            </a:r>
            <a:r>
              <a:rPr lang="en-US" altLang="zh-CN" i="1" baseline="-25000" dirty="0" err="1">
                <a:solidFill>
                  <a:srgbClr val="FFFFFF"/>
                </a:solidFill>
                <a:latin typeface="Times New Roman" panose="02020603050405020304" pitchFamily="18" charset="0"/>
                <a:ea typeface="楷体_GB2312" pitchFamily="49" charset="-122"/>
                <a:sym typeface="Symbol" panose="05050102010706020507" pitchFamily="18" charset="2"/>
              </a:rPr>
              <a:t>i</a:t>
            </a:r>
            <a:r>
              <a:rPr lang="en-US" altLang="zh-CN" b="1" i="1" dirty="0">
                <a:solidFill>
                  <a:srgbClr val="FFFFFF"/>
                </a:solidFill>
                <a:latin typeface="Times New Roman" panose="02020603050405020304" pitchFamily="18" charset="0"/>
                <a:ea typeface="楷体_GB2312" pitchFamily="49" charset="-122"/>
              </a:rPr>
              <a:t> </a:t>
            </a:r>
            <a:r>
              <a:rPr lang="zh-CN" altLang="en-US" b="1" dirty="0">
                <a:solidFill>
                  <a:srgbClr val="FFFFFF"/>
                </a:solidFill>
                <a:latin typeface="Times New Roman" panose="02020603050405020304" pitchFamily="18" charset="0"/>
                <a:ea typeface="楷体_GB2312" pitchFamily="49" charset="-122"/>
              </a:rPr>
              <a:t>的关系</a:t>
            </a:r>
          </a:p>
        </p:txBody>
      </p:sp>
      <mc:AlternateContent xmlns:mc="http://schemas.openxmlformats.org/markup-compatibility/2006" xmlns:a14="http://schemas.microsoft.com/office/drawing/2010/main">
        <mc:Choice Requires="a14">
          <p:sp>
            <p:nvSpPr>
              <p:cNvPr id="75779" name="Object 3">
                <a:extLst>
                  <a:ext uri="{FF2B5EF4-FFF2-40B4-BE49-F238E27FC236}">
                    <a16:creationId xmlns:a16="http://schemas.microsoft.com/office/drawing/2014/main" id="{4D5508F1-B453-34BE-DBC6-7CBB4A23689B}"/>
                  </a:ext>
                </a:extLst>
              </p:cNvPr>
              <p:cNvSpPr txBox="1"/>
              <p:nvPr/>
            </p:nvSpPr>
            <p:spPr bwMode="black">
              <a:xfrm>
                <a:off x="1258888" y="3973448"/>
                <a:ext cx="2786062" cy="1095568"/>
              </a:xfrm>
              <a:prstGeom prst="rect">
                <a:avLst/>
              </a:prstGeom>
              <a:noFill/>
              <a:ln>
                <a:noFill/>
              </a:ln>
            </p:spPr>
            <p:txBody>
              <a:bodyPr>
                <a:normAutofit/>
              </a:bodyPr>
              <a:lstStyle/>
              <a:p>
                <a14:m>
                  <m:oMath xmlns:m="http://schemas.openxmlformats.org/officeDocument/2006/math">
                    <m:f>
                      <m:fPr>
                        <m:ctrlPr>
                          <a:rPr lang="zh-CN" altLang="en-US" i="1" smtClean="0">
                            <a:solidFill>
                              <a:schemeClr val="bg1"/>
                            </a:solidFill>
                            <a:latin typeface="Cambria Math" panose="02040503050406030204" pitchFamily="18" charset="0"/>
                          </a:rPr>
                        </m:ctrlPr>
                      </m:fPr>
                      <m:num>
                        <m:func>
                          <m:funcPr>
                            <m:ctrlPr>
                              <a:rPr lang="zh-CN" altLang="en-US" i="1">
                                <a:solidFill>
                                  <a:schemeClr val="bg1"/>
                                </a:solidFill>
                                <a:latin typeface="Cambria Math" panose="02040503050406030204" pitchFamily="18" charset="0"/>
                              </a:rPr>
                            </m:ctrlPr>
                          </m:funcPr>
                          <m:fName>
                            <m:r>
                              <m:rPr>
                                <m:sty m:val="p"/>
                              </m:rPr>
                              <a:rPr lang="zh-CN" altLang="en-US" i="0">
                                <a:solidFill>
                                  <a:schemeClr val="bg1"/>
                                </a:solidFill>
                                <a:latin typeface="Cambria Math" panose="02040503050406030204" pitchFamily="18" charset="0"/>
                              </a:rPr>
                              <m:t>sin</m:t>
                            </m:r>
                          </m:fName>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𝜃</m:t>
                                </m:r>
                              </m:e>
                              <m:sub>
                                <m:r>
                                  <m:rPr>
                                    <m:sty m:val="p"/>
                                  </m:rPr>
                                  <a:rPr lang="zh-CN" altLang="en-US" i="0">
                                    <a:solidFill>
                                      <a:schemeClr val="bg1"/>
                                    </a:solidFill>
                                    <a:latin typeface="Cambria Math" panose="02040503050406030204" pitchFamily="18" charset="0"/>
                                  </a:rPr>
                                  <m:t>i</m:t>
                                </m:r>
                              </m:sub>
                            </m:sSub>
                          </m:e>
                        </m:func>
                      </m:num>
                      <m:den>
                        <m:func>
                          <m:funcPr>
                            <m:ctrlPr>
                              <a:rPr lang="zh-CN" altLang="en-US" i="1">
                                <a:solidFill>
                                  <a:schemeClr val="bg1"/>
                                </a:solidFill>
                                <a:latin typeface="Cambria Math" panose="02040503050406030204" pitchFamily="18" charset="0"/>
                              </a:rPr>
                            </m:ctrlPr>
                          </m:funcPr>
                          <m:fName>
                            <m:r>
                              <m:rPr>
                                <m:sty m:val="p"/>
                              </m:rPr>
                              <a:rPr lang="zh-CN" altLang="en-US" i="0">
                                <a:solidFill>
                                  <a:schemeClr val="bg1"/>
                                </a:solidFill>
                                <a:latin typeface="Cambria Math" panose="02040503050406030204" pitchFamily="18" charset="0"/>
                              </a:rPr>
                              <m:t>sin</m:t>
                            </m:r>
                          </m:fName>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𝜃</m:t>
                                </m:r>
                              </m:e>
                              <m:sub>
                                <m:r>
                                  <m:rPr>
                                    <m:sty m:val="p"/>
                                  </m:rPr>
                                  <a:rPr lang="zh-CN" altLang="en-US" i="0">
                                    <a:solidFill>
                                      <a:schemeClr val="bg1"/>
                                    </a:solidFill>
                                    <a:latin typeface="Cambria Math" panose="02040503050406030204" pitchFamily="18" charset="0"/>
                                  </a:rPr>
                                  <m:t>t</m:t>
                                </m:r>
                              </m:sub>
                            </m:sSub>
                          </m:e>
                        </m:func>
                      </m:den>
                    </m:f>
                    <m:r>
                      <a:rPr lang="zh-CN" altLang="en-US" i="1">
                        <a:solidFill>
                          <a:schemeClr val="bg1"/>
                        </a:solidFill>
                        <a:latin typeface="Cambria Math" panose="02040503050406030204" pitchFamily="18" charset="0"/>
                      </a:rPr>
                      <m:t>=</m:t>
                    </m:r>
                    <m:f>
                      <m:fPr>
                        <m:ctrlPr>
                          <a:rPr lang="zh-CN" altLang="en-US" i="1">
                            <a:solidFill>
                              <a:schemeClr val="bg1"/>
                            </a:solidFill>
                            <a:latin typeface="Cambria Math" panose="02040503050406030204" pitchFamily="18" charset="0"/>
                          </a:rPr>
                        </m:ctrlPr>
                      </m:fPr>
                      <m:num>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𝑘</m:t>
                            </m:r>
                          </m:e>
                          <m:sub>
                            <m:r>
                              <a:rPr lang="zh-CN" altLang="en-US" i="1">
                                <a:solidFill>
                                  <a:schemeClr val="bg1"/>
                                </a:solidFill>
                                <a:latin typeface="Cambria Math" panose="02040503050406030204" pitchFamily="18" charset="0"/>
                              </a:rPr>
                              <m:t>2</m:t>
                            </m:r>
                          </m:sub>
                        </m:sSub>
                      </m:num>
                      <m:den>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𝑘</m:t>
                            </m:r>
                          </m:e>
                          <m:sub>
                            <m:r>
                              <a:rPr lang="zh-CN" altLang="en-US" i="1">
                                <a:solidFill>
                                  <a:schemeClr val="bg1"/>
                                </a:solidFill>
                                <a:latin typeface="Cambria Math" panose="02040503050406030204" pitchFamily="18" charset="0"/>
                              </a:rPr>
                              <m:t>1</m:t>
                            </m:r>
                          </m:sub>
                        </m:sSub>
                      </m:den>
                    </m:f>
                  </m:oMath>
                </a14:m>
                <a:r>
                  <a:rPr lang="zh-CN" altLang="en-US" dirty="0">
                    <a:solidFill>
                      <a:schemeClr val="bg1"/>
                    </a:solidFill>
                  </a:rPr>
                  <a:t> </a:t>
                </a:r>
                <a14:m>
                  <m:oMath xmlns:m="http://schemas.openxmlformats.org/officeDocument/2006/math">
                    <m:r>
                      <a:rPr lang="zh-CN" altLang="en-US" i="1">
                        <a:solidFill>
                          <a:schemeClr val="bg1"/>
                        </a:solidFill>
                        <a:latin typeface="Cambria Math" panose="02040503050406030204" pitchFamily="18" charset="0"/>
                      </a:rPr>
                      <m:t>=</m:t>
                    </m:r>
                    <m:f>
                      <m:fPr>
                        <m:ctrlPr>
                          <a:rPr lang="zh-CN" altLang="en-US" i="1">
                            <a:solidFill>
                              <a:schemeClr val="bg1"/>
                            </a:solidFill>
                            <a:latin typeface="Cambria Math" panose="02040503050406030204" pitchFamily="18" charset="0"/>
                          </a:rPr>
                        </m:ctrlPr>
                      </m:fPr>
                      <m:num>
                        <m:sSub>
                          <m:sSubPr>
                            <m:ctrlPr>
                              <a:rPr lang="zh-CN" altLang="en-US" i="1">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𝑛</m:t>
                            </m:r>
                          </m:e>
                          <m:sub>
                            <m:r>
                              <a:rPr lang="zh-CN" altLang="en-US" i="1">
                                <a:solidFill>
                                  <a:schemeClr val="bg1"/>
                                </a:solidFill>
                                <a:latin typeface="Cambria Math" panose="02040503050406030204" pitchFamily="18" charset="0"/>
                              </a:rPr>
                              <m:t>2</m:t>
                            </m:r>
                          </m:sub>
                        </m:sSub>
                      </m:num>
                      <m:den>
                        <m:sSub>
                          <m:sSubPr>
                            <m:ctrlPr>
                              <a:rPr lang="zh-CN" altLang="en-US" i="1">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𝑛</m:t>
                            </m:r>
                          </m:e>
                          <m:sub>
                            <m:r>
                              <a:rPr lang="zh-CN" altLang="en-US" i="1">
                                <a:solidFill>
                                  <a:schemeClr val="bg1"/>
                                </a:solidFill>
                                <a:latin typeface="Cambria Math" panose="02040503050406030204" pitchFamily="18" charset="0"/>
                              </a:rPr>
                              <m:t>1</m:t>
                            </m:r>
                          </m:sub>
                        </m:sSub>
                      </m:den>
                    </m:f>
                  </m:oMath>
                </a14:m>
                <a:endParaRPr lang="zh-CN" altLang="en-US" dirty="0">
                  <a:solidFill>
                    <a:schemeClr val="bg1"/>
                  </a:solidFill>
                </a:endParaRPr>
              </a:p>
            </p:txBody>
          </p:sp>
        </mc:Choice>
        <mc:Fallback xmlns="">
          <p:sp>
            <p:nvSpPr>
              <p:cNvPr id="75779" name="Object 3">
                <a:extLst>
                  <a:ext uri="{FF2B5EF4-FFF2-40B4-BE49-F238E27FC236}">
                    <a16:creationId xmlns:a16="http://schemas.microsoft.com/office/drawing/2014/main" id="{4D5508F1-B453-34BE-DBC6-7CBB4A23689B}"/>
                  </a:ext>
                </a:extLst>
              </p:cNvPr>
              <p:cNvSpPr txBox="1">
                <a:spLocks noRot="1" noChangeAspect="1" noMove="1" noResize="1" noEditPoints="1" noAdjustHandles="1" noChangeArrowheads="1" noChangeShapeType="1" noTextEdit="1"/>
              </p:cNvSpPr>
              <p:nvPr/>
            </p:nvSpPr>
            <p:spPr bwMode="black">
              <a:xfrm>
                <a:off x="1258888" y="3973448"/>
                <a:ext cx="2786062" cy="1095568"/>
              </a:xfrm>
              <a:prstGeom prst="rect">
                <a:avLst/>
              </a:prstGeom>
              <a:blipFill>
                <a:blip r:embed="rId2"/>
                <a:stretch>
                  <a:fillRect/>
                </a:stretch>
              </a:blipFill>
              <a:ln>
                <a:noFill/>
              </a:ln>
            </p:spPr>
            <p:txBody>
              <a:bodyPr/>
              <a:lstStyle/>
              <a:p>
                <a:r>
                  <a:rPr lang="zh-CN" altLang="en-US">
                    <a:noFill/>
                  </a:rPr>
                  <a:t> </a:t>
                </a:r>
              </a:p>
            </p:txBody>
          </p:sp>
        </mc:Fallback>
      </mc:AlternateContent>
      <p:grpSp>
        <p:nvGrpSpPr>
          <p:cNvPr id="75780" name="Group 4">
            <a:extLst>
              <a:ext uri="{FF2B5EF4-FFF2-40B4-BE49-F238E27FC236}">
                <a16:creationId xmlns:a16="http://schemas.microsoft.com/office/drawing/2014/main" id="{838605B6-55B6-6BA5-4E38-5A9A147D8010}"/>
              </a:ext>
            </a:extLst>
          </p:cNvPr>
          <p:cNvGrpSpPr>
            <a:grpSpLocks/>
          </p:cNvGrpSpPr>
          <p:nvPr/>
        </p:nvGrpSpPr>
        <p:grpSpPr bwMode="auto">
          <a:xfrm>
            <a:off x="611188" y="5035751"/>
            <a:ext cx="6043614" cy="1231900"/>
            <a:chOff x="-292" y="2471"/>
            <a:chExt cx="3807" cy="776"/>
          </a:xfrm>
        </p:grpSpPr>
        <p:sp>
          <p:nvSpPr>
            <p:cNvPr id="80913" name="Text Box 5">
              <a:extLst>
                <a:ext uri="{FF2B5EF4-FFF2-40B4-BE49-F238E27FC236}">
                  <a16:creationId xmlns:a16="http://schemas.microsoft.com/office/drawing/2014/main" id="{22A322FC-BE90-B818-445E-87C6DE22589D}"/>
                </a:ext>
              </a:extLst>
            </p:cNvPr>
            <p:cNvSpPr txBox="1">
              <a:spLocks noChangeArrowheads="1"/>
            </p:cNvSpPr>
            <p:nvPr/>
          </p:nvSpPr>
          <p:spPr bwMode="black">
            <a:xfrm>
              <a:off x="-292" y="2471"/>
              <a:ext cx="3807"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dirty="0">
                  <a:solidFill>
                    <a:srgbClr val="FFFFFF"/>
                  </a:solidFill>
                  <a:latin typeface="楷体_GB2312" pitchFamily="49" charset="-122"/>
                  <a:ea typeface="楷体_GB2312" pitchFamily="49" charset="-122"/>
                </a:rPr>
                <a:t>式中，波数           </a:t>
              </a:r>
            </a:p>
          </p:txBody>
        </p:sp>
        <p:grpSp>
          <p:nvGrpSpPr>
            <p:cNvPr id="80914" name="Group 6">
              <a:extLst>
                <a:ext uri="{FF2B5EF4-FFF2-40B4-BE49-F238E27FC236}">
                  <a16:creationId xmlns:a16="http://schemas.microsoft.com/office/drawing/2014/main" id="{D4DB1E0B-B4F6-2FC7-55BC-562746504053}"/>
                </a:ext>
              </a:extLst>
            </p:cNvPr>
            <p:cNvGrpSpPr>
              <a:grpSpLocks/>
            </p:cNvGrpSpPr>
            <p:nvPr/>
          </p:nvGrpSpPr>
          <p:grpSpPr bwMode="auto">
            <a:xfrm>
              <a:off x="815" y="2500"/>
              <a:ext cx="2073" cy="747"/>
              <a:chOff x="815" y="2500"/>
              <a:chExt cx="2073" cy="747"/>
            </a:xfrm>
          </p:grpSpPr>
          <mc:AlternateContent xmlns:mc="http://schemas.openxmlformats.org/markup-compatibility/2006" xmlns:a14="http://schemas.microsoft.com/office/drawing/2010/main">
            <mc:Choice Requires="a14">
              <p:graphicFrame>
                <p:nvGraphicFramePr>
                  <p:cNvPr id="80915" name="Object 7">
                    <a:extLst>
                      <a:ext uri="{FF2B5EF4-FFF2-40B4-BE49-F238E27FC236}">
                        <a16:creationId xmlns:a16="http://schemas.microsoft.com/office/drawing/2014/main" id="{6254601A-94DA-0C90-9AC1-BB89CCE6FA10}"/>
                      </a:ext>
                    </a:extLst>
                  </p:cNvPr>
                  <p:cNvGraphicFramePr>
                    <a:graphicFrameLocks noChangeAspect="1"/>
                  </p:cNvGraphicFramePr>
                  <p:nvPr>
                    <p:extLst>
                      <p:ext uri="{D42A27DB-BD31-4B8C-83A1-F6EECF244321}">
                        <p14:modId xmlns:p14="http://schemas.microsoft.com/office/powerpoint/2010/main" val="243642761"/>
                      </p:ext>
                    </p:extLst>
                  </p:nvPr>
                </p:nvGraphicFramePr>
                <p:xfrm>
                  <a:off x="815" y="2506"/>
                  <a:ext cx="998" cy="306"/>
                </p:xfrm>
                <a:graphic>
                  <a:graphicData uri="http://schemas.openxmlformats.org/presentationml/2006/ole">
                    <mc:AlternateContent>
                      <mc:Choice xmlns:v="urn:schemas-microsoft-com:vml" Requires="v">
                        <p:oleObj r:id="rId3" imgW="812661" imgH="228600" progId="Equation.3">
                          <p:embed/>
                        </p:oleObj>
                      </mc:Choice>
                      <mc:Fallback>
                        <p:oleObj r:id="rId3" imgW="812661" imgH="228600" progId="Equation.3">
                          <p:embed/>
                          <p:pic>
                            <p:nvPicPr>
                              <p:cNvPr id="0" name="Object 7"/>
                              <p:cNvPicPr>
                                <a:picLocks noChangeAspect="1" noChangeArrowheads="1"/>
                              </p:cNvPicPr>
                              <p:nvPr/>
                            </p:nvPicPr>
                            <p:blipFill>
                              <a:blip r:embed="rId4">
                                <a:extLst>
                                  <a:ext uri="{28A0092B-C50C-407E-A947-70E740481C1C}">
                                    <a14:useLocalDpi val="0"/>
                                  </a:ext>
                                </a:extLst>
                              </a:blip>
                              <a:srcRect/>
                              <a:stretch>
                                <a:fillRect/>
                              </a:stretch>
                            </p:blipFill>
                            <p:spPr bwMode="black">
                              <a:xfrm>
                                <a:off x="815" y="2506"/>
                                <a:ext cx="998" cy="30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80915" name="Object 7">
                    <a:extLst>
                      <a:ext uri="{FF2B5EF4-FFF2-40B4-BE49-F238E27FC236}">
                        <a16:creationId xmlns:a16="http://schemas.microsoft.com/office/drawing/2014/main" id="{6254601A-94DA-0C90-9AC1-BB89CCE6FA10}"/>
                      </a:ext>
                    </a:extLst>
                  </p:cNvPr>
                  <p:cNvGraphicFramePr>
                    <a:graphicFrameLocks noChangeAspect="1"/>
                  </p:cNvGraphicFramePr>
                  <p:nvPr>
                    <p:extLst>
                      <p:ext uri="{D42A27DB-BD31-4B8C-83A1-F6EECF244321}">
                        <p14:modId xmlns:p14="http://schemas.microsoft.com/office/powerpoint/2010/main" val="243642761"/>
                      </p:ext>
                    </p:extLst>
                  </p:nvPr>
                </p:nvGraphicFramePr>
                <p:xfrm>
                  <a:off x="815" y="2506"/>
                  <a:ext cx="998" cy="306"/>
                </p:xfrm>
                <a:graphic>
                  <a:graphicData uri="http://schemas.openxmlformats.org/presentationml/2006/ole">
                    <mc:AlternateContent>
                      <mc:Choice xmlns:v="urn:schemas-microsoft-com:vml" Requires="v">
                        <p:oleObj r:id="rId5" imgW="812661" imgH="228600" progId="Equation.3">
                          <p:embed/>
                        </p:oleObj>
                      </mc:Choice>
                      <mc:Fallback>
                        <p:oleObj r:id="rId5" imgW="812661" imgH="2286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black">
                              <a:xfrm>
                                <a:off x="815" y="2506"/>
                                <a:ext cx="998"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80916" name="Object 8">
                    <a:extLst>
                      <a:ext uri="{FF2B5EF4-FFF2-40B4-BE49-F238E27FC236}">
                        <a16:creationId xmlns:a16="http://schemas.microsoft.com/office/drawing/2014/main" id="{7FC9E19B-FAEF-8F34-0767-FFFE411F6A2E}"/>
                      </a:ext>
                    </a:extLst>
                  </p:cNvPr>
                  <p:cNvGraphicFramePr>
                    <a:graphicFrameLocks noChangeAspect="1"/>
                  </p:cNvGraphicFramePr>
                  <p:nvPr>
                    <p:extLst>
                      <p:ext uri="{D42A27DB-BD31-4B8C-83A1-F6EECF244321}">
                        <p14:modId xmlns:p14="http://schemas.microsoft.com/office/powerpoint/2010/main" val="830221994"/>
                      </p:ext>
                    </p:extLst>
                  </p:nvPr>
                </p:nvGraphicFramePr>
                <p:xfrm>
                  <a:off x="1885" y="2500"/>
                  <a:ext cx="1003" cy="291"/>
                </p:xfrm>
                <a:graphic>
                  <a:graphicData uri="http://schemas.openxmlformats.org/presentationml/2006/ole">
                    <mc:AlternateContent>
                      <mc:Choice xmlns:v="urn:schemas-microsoft-com:vml" Requires="v">
                        <p:oleObj r:id="rId7" imgW="863427" imgH="228600" progId="Equation.3">
                          <p:embed/>
                        </p:oleObj>
                      </mc:Choice>
                      <mc:Fallback>
                        <p:oleObj r:id="rId7" imgW="863427" imgH="228600" progId="Equation.3">
                          <p:embed/>
                          <p:pic>
                            <p:nvPicPr>
                              <p:cNvPr id="0" name="Object 8"/>
                              <p:cNvPicPr>
                                <a:picLocks noChangeAspect="1" noChangeArrowheads="1"/>
                              </p:cNvPicPr>
                              <p:nvPr/>
                            </p:nvPicPr>
                            <p:blipFill>
                              <a:blip r:embed="rId8">
                                <a:extLst>
                                  <a:ext uri="{28A0092B-C50C-407E-A947-70E740481C1C}">
                                    <a14:useLocalDpi val="0"/>
                                  </a:ext>
                                </a:extLst>
                              </a:blip>
                              <a:srcRect/>
                              <a:stretch>
                                <a:fillRect/>
                              </a:stretch>
                            </p:blipFill>
                            <p:spPr bwMode="black">
                              <a:xfrm>
                                <a:off x="1885" y="2500"/>
                                <a:ext cx="1003" cy="2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pic>
                        </p:oleObj>
                      </mc:Fallback>
                    </mc:AlternateContent>
                  </a:graphicData>
                </a:graphic>
              </p:graphicFrame>
            </mc:Choice>
            <mc:Fallback xmlns="">
              <p:graphicFrame>
                <p:nvGraphicFramePr>
                  <p:cNvPr id="80916" name="Object 8">
                    <a:extLst>
                      <a:ext uri="{FF2B5EF4-FFF2-40B4-BE49-F238E27FC236}">
                        <a16:creationId xmlns:a16="http://schemas.microsoft.com/office/drawing/2014/main" id="{7FC9E19B-FAEF-8F34-0767-FFFE411F6A2E}"/>
                      </a:ext>
                    </a:extLst>
                  </p:cNvPr>
                  <p:cNvGraphicFramePr>
                    <a:graphicFrameLocks noChangeAspect="1"/>
                  </p:cNvGraphicFramePr>
                  <p:nvPr>
                    <p:extLst>
                      <p:ext uri="{D42A27DB-BD31-4B8C-83A1-F6EECF244321}">
                        <p14:modId xmlns:p14="http://schemas.microsoft.com/office/powerpoint/2010/main" val="830221994"/>
                      </p:ext>
                    </p:extLst>
                  </p:nvPr>
                </p:nvGraphicFramePr>
                <p:xfrm>
                  <a:off x="1885" y="2500"/>
                  <a:ext cx="1003" cy="291"/>
                </p:xfrm>
                <a:graphic>
                  <a:graphicData uri="http://schemas.openxmlformats.org/presentationml/2006/ole">
                    <mc:AlternateContent>
                      <mc:Choice xmlns:v="urn:schemas-microsoft-com:vml" Requires="v">
                        <p:oleObj r:id="rId9" imgW="863427" imgH="228600" progId="Equation.3">
                          <p:embed/>
                        </p:oleObj>
                      </mc:Choice>
                      <mc:Fallback>
                        <p:oleObj r:id="rId9" imgW="863427" imgH="22860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black">
                              <a:xfrm>
                                <a:off x="1885" y="2500"/>
                                <a:ext cx="1003"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sp>
                <p:nvSpPr>
                  <p:cNvPr id="12" name="Object 7">
                    <a:extLst>
                      <a:ext uri="{FF2B5EF4-FFF2-40B4-BE49-F238E27FC236}">
                        <a16:creationId xmlns:a16="http://schemas.microsoft.com/office/drawing/2014/main" id="{A0F774A1-EC2B-31D5-20AE-D6BADA28C0A8}"/>
                      </a:ext>
                    </a:extLst>
                  </p:cNvPr>
                  <p:cNvSpPr txBox="1"/>
                  <p:nvPr/>
                </p:nvSpPr>
                <p:spPr bwMode="black">
                  <a:xfrm>
                    <a:off x="914" y="2941"/>
                    <a:ext cx="998" cy="306"/>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𝑛</m:t>
                              </m:r>
                            </m:e>
                            <m:sub>
                              <m:r>
                                <a:rPr lang="zh-CN" altLang="en-US" i="1">
                                  <a:solidFill>
                                    <a:schemeClr val="bg1"/>
                                  </a:solidFill>
                                  <a:latin typeface="Cambria Math" panose="02040503050406030204" pitchFamily="18" charset="0"/>
                                </a:rPr>
                                <m:t>1</m:t>
                              </m:r>
                            </m:sub>
                          </m:sSub>
                          <m:r>
                            <a:rPr lang="zh-CN" altLang="en-US" i="1">
                              <a:solidFill>
                                <a:schemeClr val="bg1"/>
                              </a:solidFill>
                              <a:latin typeface="Cambria Math" panose="02040503050406030204" pitchFamily="18" charset="0"/>
                            </a:rPr>
                            <m:t>=</m:t>
                          </m:r>
                          <m:rad>
                            <m:radPr>
                              <m:degHide m:val="on"/>
                              <m:ctrlPr>
                                <a:rPr lang="zh-CN" altLang="en-US" i="1">
                                  <a:solidFill>
                                    <a:schemeClr val="bg1"/>
                                  </a:solidFill>
                                  <a:latin typeface="Cambria Math" panose="02040503050406030204" pitchFamily="18" charset="0"/>
                                </a:rPr>
                              </m:ctrlPr>
                            </m:radPr>
                            <m:deg/>
                            <m:e>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𝜀</m:t>
                                  </m:r>
                                </m:e>
                                <m:sub>
                                  <m:r>
                                    <a:rPr lang="en-US" altLang="zh-CN" b="0" i="1" smtClean="0">
                                      <a:solidFill>
                                        <a:schemeClr val="bg1"/>
                                      </a:solidFill>
                                      <a:latin typeface="Cambria Math" panose="02040503050406030204" pitchFamily="18" charset="0"/>
                                    </a:rPr>
                                    <m:t>𝑟</m:t>
                                  </m:r>
                                  <m:r>
                                    <a:rPr lang="zh-CN" altLang="en-US" i="1">
                                      <a:solidFill>
                                        <a:schemeClr val="bg1"/>
                                      </a:solidFill>
                                      <a:latin typeface="Cambria Math" panose="02040503050406030204" pitchFamily="18" charset="0"/>
                                    </a:rPr>
                                    <m:t>1</m:t>
                                  </m:r>
                                </m:sub>
                              </m:sSub>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𝜇</m:t>
                                  </m:r>
                                </m:e>
                                <m:sub>
                                  <m:r>
                                    <a:rPr lang="en-US" altLang="zh-CN" b="0" i="1" smtClean="0">
                                      <a:solidFill>
                                        <a:schemeClr val="bg1"/>
                                      </a:solidFill>
                                      <a:latin typeface="Cambria Math" panose="02040503050406030204" pitchFamily="18" charset="0"/>
                                    </a:rPr>
                                    <m:t>𝑟</m:t>
                                  </m:r>
                                  <m:r>
                                    <a:rPr lang="zh-CN" altLang="en-US" i="1">
                                      <a:solidFill>
                                        <a:schemeClr val="bg1"/>
                                      </a:solidFill>
                                      <a:latin typeface="Cambria Math" panose="02040503050406030204" pitchFamily="18" charset="0"/>
                                    </a:rPr>
                                    <m:t>1</m:t>
                                  </m:r>
                                </m:sub>
                              </m:sSub>
                            </m:e>
                          </m:rad>
                        </m:oMath>
                      </m:oMathPara>
                    </a14:m>
                    <a:endParaRPr lang="zh-CN" altLang="en-US" dirty="0"/>
                  </a:p>
                </p:txBody>
              </p:sp>
            </mc:Choice>
            <mc:Fallback xmlns="">
              <p:sp>
                <p:nvSpPr>
                  <p:cNvPr id="12" name="Object 7">
                    <a:extLst>
                      <a:ext uri="{FF2B5EF4-FFF2-40B4-BE49-F238E27FC236}">
                        <a16:creationId xmlns:a16="http://schemas.microsoft.com/office/drawing/2014/main" id="{A0F774A1-EC2B-31D5-20AE-D6BADA28C0A8}"/>
                      </a:ext>
                    </a:extLst>
                  </p:cNvPr>
                  <p:cNvSpPr txBox="1">
                    <a:spLocks noRot="1" noChangeAspect="1" noMove="1" noResize="1" noEditPoints="1" noAdjustHandles="1" noChangeArrowheads="1" noChangeShapeType="1" noTextEdit="1"/>
                  </p:cNvSpPr>
                  <p:nvPr/>
                </p:nvSpPr>
                <p:spPr bwMode="black">
                  <a:xfrm>
                    <a:off x="914" y="2941"/>
                    <a:ext cx="998" cy="306"/>
                  </a:xfrm>
                  <a:prstGeom prst="rect">
                    <a:avLst/>
                  </a:prstGeom>
                  <a:blipFill>
                    <a:blip r:embed="rId11"/>
                    <a:stretch>
                      <a:fillRect/>
                    </a:stretch>
                  </a:blipFill>
                  <a:ln>
                    <a:noFill/>
                  </a:ln>
                </p:spPr>
                <p:txBody>
                  <a:bodyPr/>
                  <a:lstStyle/>
                  <a:p>
                    <a:r>
                      <a:rPr lang="zh-CN" altLang="en-US">
                        <a:noFill/>
                      </a:rPr>
                      <a:t> </a:t>
                    </a:r>
                  </a:p>
                </p:txBody>
              </p:sp>
            </mc:Fallback>
          </mc:AlternateContent>
        </p:grpSp>
        <p:sp>
          <p:nvSpPr>
            <p:cNvPr id="10" name="Text Box 5">
              <a:extLst>
                <a:ext uri="{FF2B5EF4-FFF2-40B4-BE49-F238E27FC236}">
                  <a16:creationId xmlns:a16="http://schemas.microsoft.com/office/drawing/2014/main" id="{7D3C7836-AA58-09C7-721E-2007DA6369CE}"/>
                </a:ext>
              </a:extLst>
            </p:cNvPr>
            <p:cNvSpPr txBox="1">
              <a:spLocks noChangeArrowheads="1"/>
            </p:cNvSpPr>
            <p:nvPr/>
          </p:nvSpPr>
          <p:spPr bwMode="black">
            <a:xfrm>
              <a:off x="268" y="2865"/>
              <a:ext cx="725" cy="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nSpc>
                  <a:spcPct val="130000"/>
                </a:lnSpc>
              </a:pPr>
              <a:r>
                <a:rPr lang="zh-CN" altLang="en-US" b="1" dirty="0">
                  <a:solidFill>
                    <a:srgbClr val="FFFFFF"/>
                  </a:solidFill>
                  <a:latin typeface="楷体_GB2312" pitchFamily="49" charset="-122"/>
                  <a:ea typeface="楷体_GB2312" pitchFamily="49" charset="-122"/>
                </a:rPr>
                <a:t>折射率           </a:t>
              </a:r>
            </a:p>
          </p:txBody>
        </p:sp>
      </p:grpSp>
      <p:grpSp>
        <p:nvGrpSpPr>
          <p:cNvPr id="75785" name="Group 9">
            <a:extLst>
              <a:ext uri="{FF2B5EF4-FFF2-40B4-BE49-F238E27FC236}">
                <a16:creationId xmlns:a16="http://schemas.microsoft.com/office/drawing/2014/main" id="{93FE3C06-EC48-E27C-F202-E356D20A9B52}"/>
              </a:ext>
            </a:extLst>
          </p:cNvPr>
          <p:cNvGrpSpPr>
            <a:grpSpLocks/>
          </p:cNvGrpSpPr>
          <p:nvPr/>
        </p:nvGrpSpPr>
        <p:grpSpPr bwMode="auto">
          <a:xfrm>
            <a:off x="1258888" y="963613"/>
            <a:ext cx="4392612" cy="566738"/>
            <a:chOff x="204" y="300"/>
            <a:chExt cx="2767" cy="357"/>
          </a:xfrm>
        </p:grpSpPr>
        <p:sp>
          <p:nvSpPr>
            <p:cNvPr id="80910" name="Text Box 10">
              <a:extLst>
                <a:ext uri="{FF2B5EF4-FFF2-40B4-BE49-F238E27FC236}">
                  <a16:creationId xmlns:a16="http://schemas.microsoft.com/office/drawing/2014/main" id="{91FF60BB-2151-A776-C71E-162C0D123D99}"/>
                </a:ext>
              </a:extLst>
            </p:cNvPr>
            <p:cNvSpPr txBox="1">
              <a:spLocks noChangeArrowheads="1"/>
            </p:cNvSpPr>
            <p:nvPr/>
          </p:nvSpPr>
          <p:spPr bwMode="black">
            <a:xfrm>
              <a:off x="204" y="300"/>
              <a:ext cx="40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a:solidFill>
                    <a:srgbClr val="FFFFFF"/>
                  </a:solidFill>
                  <a:latin typeface="Times New Roman" panose="02020603050405020304" pitchFamily="18" charset="0"/>
                  <a:ea typeface="楷体_GB2312" pitchFamily="49" charset="-122"/>
                </a:rPr>
                <a:t>由</a:t>
              </a:r>
              <a:endParaRPr lang="zh-CN" altLang="en-US" b="1">
                <a:solidFill>
                  <a:srgbClr val="FFFFFF"/>
                </a:solidFill>
                <a:latin typeface="楷体_GB2312" pitchFamily="49" charset="-122"/>
                <a:ea typeface="楷体_GB2312" pitchFamily="49" charset="-122"/>
              </a:endParaRPr>
            </a:p>
          </p:txBody>
        </p:sp>
        <p:graphicFrame>
          <p:nvGraphicFramePr>
            <p:cNvPr id="80911" name="Object 11">
              <a:extLst>
                <a:ext uri="{FF2B5EF4-FFF2-40B4-BE49-F238E27FC236}">
                  <a16:creationId xmlns:a16="http://schemas.microsoft.com/office/drawing/2014/main" id="{4447D172-BA80-02A8-B8A5-81CF7C47A815}"/>
                </a:ext>
              </a:extLst>
            </p:cNvPr>
            <p:cNvGraphicFramePr>
              <a:graphicFrameLocks noChangeAspect="1"/>
            </p:cNvGraphicFramePr>
            <p:nvPr>
              <p:extLst>
                <p:ext uri="{D42A27DB-BD31-4B8C-83A1-F6EECF244321}">
                  <p14:modId xmlns:p14="http://schemas.microsoft.com/office/powerpoint/2010/main" val="4149693839"/>
                </p:ext>
              </p:extLst>
            </p:nvPr>
          </p:nvGraphicFramePr>
          <p:xfrm>
            <a:off x="523" y="352"/>
            <a:ext cx="1436" cy="301"/>
          </p:xfrm>
          <a:graphic>
            <a:graphicData uri="http://schemas.openxmlformats.org/presentationml/2006/ole">
              <mc:AlternateContent xmlns:mc="http://schemas.openxmlformats.org/markup-compatibility/2006">
                <mc:Choice xmlns:v="urn:schemas-microsoft-com:vml" Requires="v">
                  <p:oleObj name="Equation" r:id="rId12" imgW="1066904" imgH="203246" progId="Equation.DSMT4">
                    <p:embed/>
                  </p:oleObj>
                </mc:Choice>
                <mc:Fallback>
                  <p:oleObj name="Equation" r:id="rId12" imgW="1066904" imgH="203246"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black">
                        <a:xfrm>
                          <a:off x="523" y="352"/>
                          <a:ext cx="1436"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12" name="Text Box 12">
              <a:extLst>
                <a:ext uri="{FF2B5EF4-FFF2-40B4-BE49-F238E27FC236}">
                  <a16:creationId xmlns:a16="http://schemas.microsoft.com/office/drawing/2014/main" id="{C0E18ECC-8AC8-CB11-03CE-6008782A7B07}"/>
                </a:ext>
              </a:extLst>
            </p:cNvPr>
            <p:cNvSpPr txBox="1">
              <a:spLocks noChangeArrowheads="1"/>
            </p:cNvSpPr>
            <p:nvPr/>
          </p:nvSpPr>
          <p:spPr bwMode="black">
            <a:xfrm>
              <a:off x="1973" y="300"/>
              <a:ext cx="99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a:solidFill>
                    <a:srgbClr val="FFFFFF"/>
                  </a:solidFill>
                  <a:latin typeface="楷体_GB2312" pitchFamily="49" charset="-122"/>
                  <a:ea typeface="楷体_GB2312" pitchFamily="49" charset="-122"/>
                </a:rPr>
                <a:t>，得    </a:t>
              </a:r>
            </a:p>
          </p:txBody>
        </p:sp>
      </p:grpSp>
      <p:graphicFrame>
        <p:nvGraphicFramePr>
          <p:cNvPr id="75789" name="Object 13">
            <a:extLst>
              <a:ext uri="{FF2B5EF4-FFF2-40B4-BE49-F238E27FC236}">
                <a16:creationId xmlns:a16="http://schemas.microsoft.com/office/drawing/2014/main" id="{E6DD3FA6-8AFC-48A5-9B9D-450A67E60420}"/>
              </a:ext>
            </a:extLst>
          </p:cNvPr>
          <p:cNvGraphicFramePr>
            <a:graphicFrameLocks noChangeAspect="1"/>
          </p:cNvGraphicFramePr>
          <p:nvPr>
            <p:extLst>
              <p:ext uri="{D42A27DB-BD31-4B8C-83A1-F6EECF244321}">
                <p14:modId xmlns:p14="http://schemas.microsoft.com/office/powerpoint/2010/main" val="720420368"/>
              </p:ext>
            </p:extLst>
          </p:nvPr>
        </p:nvGraphicFramePr>
        <p:xfrm>
          <a:off x="1343025" y="1684338"/>
          <a:ext cx="814388" cy="444500"/>
        </p:xfrm>
        <a:graphic>
          <a:graphicData uri="http://schemas.openxmlformats.org/presentationml/2006/ole">
            <mc:AlternateContent xmlns:mc="http://schemas.openxmlformats.org/markup-compatibility/2006">
              <mc:Choice xmlns:v="urn:schemas-microsoft-com:vml" Requires="v">
                <p:oleObj name="Equation" r:id="rId14" imgW="393639" imgH="203246" progId="Equation.DSMT4">
                  <p:embed/>
                </p:oleObj>
              </mc:Choice>
              <mc:Fallback>
                <p:oleObj name="Equation" r:id="rId14" imgW="393639" imgH="203246"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black">
                      <a:xfrm>
                        <a:off x="1343025" y="1684338"/>
                        <a:ext cx="814388"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5790" name="Text Box 14">
            <a:extLst>
              <a:ext uri="{FF2B5EF4-FFF2-40B4-BE49-F238E27FC236}">
                <a16:creationId xmlns:a16="http://schemas.microsoft.com/office/drawing/2014/main" id="{D82860C2-46AB-63F4-AAFC-EE95BE930931}"/>
              </a:ext>
            </a:extLst>
          </p:cNvPr>
          <p:cNvSpPr txBox="1">
            <a:spLocks noChangeArrowheads="1"/>
          </p:cNvSpPr>
          <p:nvPr/>
        </p:nvSpPr>
        <p:spPr bwMode="black">
          <a:xfrm>
            <a:off x="2195513" y="1566863"/>
            <a:ext cx="50403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en-US" altLang="zh-CN" b="1" dirty="0">
                <a:solidFill>
                  <a:srgbClr val="FFFFFF"/>
                </a:solidFill>
                <a:latin typeface="Times New Roman" panose="02020603050405020304" pitchFamily="18" charset="0"/>
                <a:ea typeface="楷体_GB2312" pitchFamily="49" charset="-122"/>
              </a:rPr>
              <a:t>—— </a:t>
            </a:r>
            <a:r>
              <a:rPr lang="zh-CN" altLang="en-US" b="1" dirty="0">
                <a:solidFill>
                  <a:srgbClr val="FFFFFF"/>
                </a:solidFill>
                <a:latin typeface="Times New Roman" panose="02020603050405020304" pitchFamily="18" charset="0"/>
                <a:ea typeface="楷体_GB2312" pitchFamily="49" charset="-122"/>
              </a:rPr>
              <a:t>反射角</a:t>
            </a:r>
            <a:r>
              <a:rPr lang="zh-CN" altLang="en-US" i="1" dirty="0">
                <a:solidFill>
                  <a:srgbClr val="FFFFFF"/>
                </a:solidFill>
                <a:latin typeface="Times New Roman" panose="02020603050405020304" pitchFamily="18" charset="0"/>
                <a:ea typeface="楷体_GB2312" pitchFamily="49" charset="-122"/>
                <a:sym typeface="Symbol" panose="05050102010706020507" pitchFamily="18" charset="2"/>
              </a:rPr>
              <a:t></a:t>
            </a:r>
            <a:r>
              <a:rPr lang="zh-CN" altLang="en-US" dirty="0">
                <a:solidFill>
                  <a:srgbClr val="FFFFFF"/>
                </a:solidFill>
                <a:latin typeface="Times New Roman" panose="02020603050405020304" pitchFamily="18" charset="0"/>
                <a:ea typeface="楷体_GB2312" pitchFamily="49" charset="-122"/>
                <a:sym typeface="Symbol" panose="05050102010706020507" pitchFamily="18" charset="2"/>
              </a:rPr>
              <a:t> </a:t>
            </a:r>
            <a:r>
              <a:rPr lang="en-US" altLang="zh-CN" baseline="-25000" dirty="0">
                <a:solidFill>
                  <a:srgbClr val="FFFFFF"/>
                </a:solidFill>
                <a:latin typeface="Times New Roman" panose="02020603050405020304" pitchFamily="18" charset="0"/>
                <a:ea typeface="楷体_GB2312" pitchFamily="49" charset="-122"/>
                <a:sym typeface="Symbol" panose="05050102010706020507" pitchFamily="18" charset="2"/>
              </a:rPr>
              <a:t>r</a:t>
            </a:r>
            <a:r>
              <a:rPr lang="en-US" altLang="zh-CN" b="1" i="1" dirty="0">
                <a:solidFill>
                  <a:srgbClr val="FFFFFF"/>
                </a:solidFill>
                <a:latin typeface="Times New Roman" panose="02020603050405020304" pitchFamily="18" charset="0"/>
                <a:ea typeface="楷体_GB2312" pitchFamily="49" charset="-122"/>
              </a:rPr>
              <a:t> </a:t>
            </a:r>
            <a:r>
              <a:rPr lang="zh-CN" altLang="en-US" b="1" dirty="0">
                <a:solidFill>
                  <a:srgbClr val="FFFFFF"/>
                </a:solidFill>
                <a:latin typeface="Times New Roman" panose="02020603050405020304" pitchFamily="18" charset="0"/>
                <a:ea typeface="楷体_GB2312" pitchFamily="49" charset="-122"/>
              </a:rPr>
              <a:t>等于入射角</a:t>
            </a:r>
            <a:r>
              <a:rPr lang="zh-CN" altLang="en-US" i="1" dirty="0">
                <a:solidFill>
                  <a:srgbClr val="FFFFFF"/>
                </a:solidFill>
                <a:latin typeface="Times New Roman" panose="02020603050405020304" pitchFamily="18" charset="0"/>
                <a:ea typeface="楷体_GB2312" pitchFamily="49" charset="-122"/>
                <a:sym typeface="Symbol" panose="05050102010706020507" pitchFamily="18" charset="2"/>
              </a:rPr>
              <a:t> </a:t>
            </a:r>
            <a:r>
              <a:rPr lang="en-US" altLang="zh-CN" baseline="-25000" dirty="0" err="1">
                <a:solidFill>
                  <a:srgbClr val="FFFFFF"/>
                </a:solidFill>
                <a:latin typeface="Times New Roman" panose="02020603050405020304" pitchFamily="18" charset="0"/>
                <a:ea typeface="楷体_GB2312" pitchFamily="49" charset="-122"/>
                <a:sym typeface="Symbol" panose="05050102010706020507" pitchFamily="18" charset="2"/>
              </a:rPr>
              <a:t>i</a:t>
            </a:r>
            <a:endParaRPr lang="zh-CN" altLang="en-US" b="1" dirty="0">
              <a:solidFill>
                <a:srgbClr val="FFFFFF"/>
              </a:solidFill>
              <a:ea typeface="楷体_GB2312" pitchFamily="49" charset="-122"/>
            </a:endParaRPr>
          </a:p>
        </p:txBody>
      </p:sp>
      <p:grpSp>
        <p:nvGrpSpPr>
          <p:cNvPr id="75791" name="Group 15">
            <a:extLst>
              <a:ext uri="{FF2B5EF4-FFF2-40B4-BE49-F238E27FC236}">
                <a16:creationId xmlns:a16="http://schemas.microsoft.com/office/drawing/2014/main" id="{C293DA09-37E5-6A96-AF49-D36EAA7C3921}"/>
              </a:ext>
            </a:extLst>
          </p:cNvPr>
          <p:cNvGrpSpPr>
            <a:grpSpLocks/>
          </p:cNvGrpSpPr>
          <p:nvPr/>
        </p:nvGrpSpPr>
        <p:grpSpPr bwMode="auto">
          <a:xfrm>
            <a:off x="1403350" y="3182938"/>
            <a:ext cx="4321175" cy="622300"/>
            <a:chOff x="158" y="1253"/>
            <a:chExt cx="2722" cy="392"/>
          </a:xfrm>
        </p:grpSpPr>
        <p:sp>
          <p:nvSpPr>
            <p:cNvPr id="80907" name="Text Box 16">
              <a:extLst>
                <a:ext uri="{FF2B5EF4-FFF2-40B4-BE49-F238E27FC236}">
                  <a16:creationId xmlns:a16="http://schemas.microsoft.com/office/drawing/2014/main" id="{39CF8A29-0D35-BE6B-5A4B-EF23CEA1DC5B}"/>
                </a:ext>
              </a:extLst>
            </p:cNvPr>
            <p:cNvSpPr txBox="1">
              <a:spLocks noChangeArrowheads="1"/>
            </p:cNvSpPr>
            <p:nvPr/>
          </p:nvSpPr>
          <p:spPr bwMode="black">
            <a:xfrm>
              <a:off x="158" y="1253"/>
              <a:ext cx="40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a:solidFill>
                    <a:srgbClr val="FFFFFF"/>
                  </a:solidFill>
                  <a:latin typeface="Times New Roman" panose="02020603050405020304" pitchFamily="18" charset="0"/>
                  <a:ea typeface="楷体_GB2312" pitchFamily="49" charset="-122"/>
                </a:rPr>
                <a:t>由</a:t>
              </a:r>
              <a:endParaRPr lang="zh-CN" altLang="en-US" b="1">
                <a:solidFill>
                  <a:srgbClr val="FFFFFF"/>
                </a:solidFill>
                <a:latin typeface="楷体_GB2312" pitchFamily="49" charset="-122"/>
                <a:ea typeface="楷体_GB2312" pitchFamily="49" charset="-122"/>
              </a:endParaRPr>
            </a:p>
          </p:txBody>
        </p:sp>
        <p:graphicFrame>
          <p:nvGraphicFramePr>
            <p:cNvPr id="80908" name="Object 17">
              <a:extLst>
                <a:ext uri="{FF2B5EF4-FFF2-40B4-BE49-F238E27FC236}">
                  <a16:creationId xmlns:a16="http://schemas.microsoft.com/office/drawing/2014/main" id="{D6443BD4-0A1B-D19D-E732-B52CC1E7BA2F}"/>
                </a:ext>
              </a:extLst>
            </p:cNvPr>
            <p:cNvGraphicFramePr>
              <a:graphicFrameLocks noChangeAspect="1"/>
            </p:cNvGraphicFramePr>
            <p:nvPr>
              <p:extLst>
                <p:ext uri="{D42A27DB-BD31-4B8C-83A1-F6EECF244321}">
                  <p14:modId xmlns:p14="http://schemas.microsoft.com/office/powerpoint/2010/main" val="3063932758"/>
                </p:ext>
              </p:extLst>
            </p:nvPr>
          </p:nvGraphicFramePr>
          <p:xfrm>
            <a:off x="439" y="1344"/>
            <a:ext cx="1452" cy="301"/>
          </p:xfrm>
          <a:graphic>
            <a:graphicData uri="http://schemas.openxmlformats.org/presentationml/2006/ole">
              <mc:AlternateContent xmlns:mc="http://schemas.openxmlformats.org/markup-compatibility/2006">
                <mc:Choice xmlns:v="urn:schemas-microsoft-com:vml" Requires="v">
                  <p:oleObj name="Equation" r:id="rId16" imgW="1079387" imgH="203246" progId="Equation.DSMT4">
                    <p:embed/>
                  </p:oleObj>
                </mc:Choice>
                <mc:Fallback>
                  <p:oleObj name="Equation" r:id="rId16" imgW="1079387" imgH="203246" progId="Equation.DSMT4">
                    <p:embed/>
                    <p:pic>
                      <p:nvPicPr>
                        <p:cNvPr id="0" name="Object 1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black">
                        <a:xfrm>
                          <a:off x="439" y="1344"/>
                          <a:ext cx="1452"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0909" name="Text Box 18">
              <a:extLst>
                <a:ext uri="{FF2B5EF4-FFF2-40B4-BE49-F238E27FC236}">
                  <a16:creationId xmlns:a16="http://schemas.microsoft.com/office/drawing/2014/main" id="{DD3FF917-D3FD-857B-22DE-1E17A2CC7A16}"/>
                </a:ext>
              </a:extLst>
            </p:cNvPr>
            <p:cNvSpPr txBox="1">
              <a:spLocks noChangeArrowheads="1"/>
            </p:cNvSpPr>
            <p:nvPr/>
          </p:nvSpPr>
          <p:spPr bwMode="black">
            <a:xfrm>
              <a:off x="1882" y="1253"/>
              <a:ext cx="998"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a:solidFill>
                    <a:srgbClr val="FFFFFF"/>
                  </a:solidFill>
                  <a:latin typeface="楷体_GB2312" pitchFamily="49" charset="-122"/>
                  <a:ea typeface="楷体_GB2312" pitchFamily="49" charset="-122"/>
                </a:rPr>
                <a:t>，得 </a:t>
              </a:r>
            </a:p>
          </p:txBody>
        </p:sp>
      </p:grpSp>
      <p:sp>
        <p:nvSpPr>
          <p:cNvPr id="75799" name="Text Box 23">
            <a:extLst>
              <a:ext uri="{FF2B5EF4-FFF2-40B4-BE49-F238E27FC236}">
                <a16:creationId xmlns:a16="http://schemas.microsoft.com/office/drawing/2014/main" id="{3D0A7BA5-2D29-D0B1-5306-0258E52C6C52}"/>
              </a:ext>
            </a:extLst>
          </p:cNvPr>
          <p:cNvSpPr txBox="1">
            <a:spLocks noChangeArrowheads="1"/>
          </p:cNvSpPr>
          <p:nvPr/>
        </p:nvSpPr>
        <p:spPr bwMode="auto">
          <a:xfrm>
            <a:off x="755650" y="2492375"/>
            <a:ext cx="4392613"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8"/>
              </a:buBlip>
            </a:pPr>
            <a:r>
              <a:rPr lang="zh-CN" altLang="en-US" b="1">
                <a:solidFill>
                  <a:srgbClr val="F1B5ED"/>
                </a:solidFill>
                <a:ea typeface="楷体_GB2312" pitchFamily="49" charset="-122"/>
              </a:rPr>
              <a:t>  </a:t>
            </a:r>
            <a:r>
              <a:rPr lang="zh-CN" altLang="en-US" b="1">
                <a:solidFill>
                  <a:srgbClr val="FFFF57"/>
                </a:solidFill>
                <a:ea typeface="楷体_GB2312" pitchFamily="49" charset="-122"/>
              </a:rPr>
              <a:t>斯耐尔折射定律</a:t>
            </a:r>
          </a:p>
        </p:txBody>
      </p:sp>
      <p:sp>
        <p:nvSpPr>
          <p:cNvPr id="75800" name="Text Box 24">
            <a:extLst>
              <a:ext uri="{FF2B5EF4-FFF2-40B4-BE49-F238E27FC236}">
                <a16:creationId xmlns:a16="http://schemas.microsoft.com/office/drawing/2014/main" id="{B3E6E161-CF5B-816E-15CE-790890F741D8}"/>
              </a:ext>
            </a:extLst>
          </p:cNvPr>
          <p:cNvSpPr txBox="1">
            <a:spLocks noChangeArrowheads="1"/>
          </p:cNvSpPr>
          <p:nvPr/>
        </p:nvSpPr>
        <p:spPr bwMode="auto">
          <a:xfrm>
            <a:off x="684213" y="476250"/>
            <a:ext cx="4392612"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8"/>
              </a:buBlip>
            </a:pPr>
            <a:r>
              <a:rPr lang="zh-CN" altLang="en-US" b="1" dirty="0">
                <a:solidFill>
                  <a:srgbClr val="F1B5ED"/>
                </a:solidFill>
                <a:ea typeface="楷体_GB2312" pitchFamily="49" charset="-122"/>
              </a:rPr>
              <a:t>  </a:t>
            </a:r>
            <a:r>
              <a:rPr lang="zh-CN" altLang="en-US" b="1" dirty="0">
                <a:solidFill>
                  <a:srgbClr val="FFFF57"/>
                </a:solidFill>
                <a:ea typeface="楷体_GB2312" pitchFamily="49" charset="-122"/>
              </a:rPr>
              <a:t>斯耐尔反射定律</a:t>
            </a:r>
          </a:p>
        </p:txBody>
      </p:sp>
      <mc:AlternateContent xmlns:mc="http://schemas.openxmlformats.org/markup-compatibility/2006" xmlns:a14="http://schemas.microsoft.com/office/drawing/2010/main">
        <mc:Choice Requires="a14">
          <p:sp>
            <p:nvSpPr>
              <p:cNvPr id="16" name="Object 7">
                <a:extLst>
                  <a:ext uri="{FF2B5EF4-FFF2-40B4-BE49-F238E27FC236}">
                    <a16:creationId xmlns:a16="http://schemas.microsoft.com/office/drawing/2014/main" id="{9E7F58D7-B284-7E2A-1B27-3D57E297A44D}"/>
                  </a:ext>
                </a:extLst>
              </p:cNvPr>
              <p:cNvSpPr txBox="1"/>
              <p:nvPr/>
            </p:nvSpPr>
            <p:spPr bwMode="black">
              <a:xfrm>
                <a:off x="4043159" y="5769375"/>
                <a:ext cx="1584325" cy="485775"/>
              </a:xfrm>
              <a:prstGeom prst="rect">
                <a:avLst/>
              </a:prstGeom>
              <a:noFill/>
              <a:ln>
                <a:noFill/>
              </a:ln>
            </p:spPr>
            <p:txBody>
              <a:bodyPr>
                <a:normAutofit fontScale="77500" lnSpcReduction="20000"/>
              </a:bodyPr>
              <a:lstStyle/>
              <a:p>
                <a:pPr/>
                <a14:m>
                  <m:oMathPara xmlns:m="http://schemas.openxmlformats.org/officeDocument/2006/math">
                    <m:oMathParaPr>
                      <m:jc m:val="left"/>
                    </m:oMathParaPr>
                    <m:oMath xmlns:m="http://schemas.openxmlformats.org/officeDocument/2006/math">
                      <m:sSub>
                        <m:sSubPr>
                          <m:ctrlPr>
                            <a:rPr lang="zh-CN" altLang="en-US" i="1" smtClean="0">
                              <a:solidFill>
                                <a:schemeClr val="bg1"/>
                              </a:solidFill>
                              <a:latin typeface="Cambria Math" panose="02040503050406030204" pitchFamily="18" charset="0"/>
                            </a:rPr>
                          </m:ctrlPr>
                        </m:sSubPr>
                        <m:e>
                          <m:r>
                            <a:rPr lang="en-US" altLang="zh-CN" b="0" i="1" smtClean="0">
                              <a:solidFill>
                                <a:schemeClr val="bg1"/>
                              </a:solidFill>
                              <a:latin typeface="Cambria Math" panose="02040503050406030204" pitchFamily="18" charset="0"/>
                            </a:rPr>
                            <m:t>𝑛</m:t>
                          </m:r>
                        </m:e>
                        <m:sub>
                          <m:r>
                            <a:rPr lang="en-US" altLang="zh-CN" b="0" i="1" smtClean="0">
                              <a:solidFill>
                                <a:schemeClr val="bg1"/>
                              </a:solidFill>
                              <a:latin typeface="Cambria Math" panose="02040503050406030204" pitchFamily="18" charset="0"/>
                            </a:rPr>
                            <m:t>2</m:t>
                          </m:r>
                        </m:sub>
                      </m:sSub>
                      <m:r>
                        <a:rPr lang="zh-CN" altLang="en-US" i="1">
                          <a:solidFill>
                            <a:schemeClr val="bg1"/>
                          </a:solidFill>
                          <a:latin typeface="Cambria Math" panose="02040503050406030204" pitchFamily="18" charset="0"/>
                        </a:rPr>
                        <m:t>=</m:t>
                      </m:r>
                      <m:rad>
                        <m:radPr>
                          <m:degHide m:val="on"/>
                          <m:ctrlPr>
                            <a:rPr lang="zh-CN" altLang="en-US" i="1">
                              <a:solidFill>
                                <a:schemeClr val="bg1"/>
                              </a:solidFill>
                              <a:latin typeface="Cambria Math" panose="02040503050406030204" pitchFamily="18" charset="0"/>
                            </a:rPr>
                          </m:ctrlPr>
                        </m:radPr>
                        <m:deg/>
                        <m:e>
                          <m:sSub>
                            <m:sSubPr>
                              <m:ctrlPr>
                                <a:rPr lang="zh-CN" altLang="en-US" i="1" smtClean="0">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𝜀</m:t>
                              </m:r>
                            </m:e>
                            <m:sub>
                              <m:r>
                                <a:rPr lang="en-US" altLang="zh-CN" b="0" i="1" smtClean="0">
                                  <a:solidFill>
                                    <a:schemeClr val="bg1"/>
                                  </a:solidFill>
                                  <a:latin typeface="Cambria Math" panose="02040503050406030204" pitchFamily="18" charset="0"/>
                                </a:rPr>
                                <m:t>𝑟</m:t>
                              </m:r>
                              <m:r>
                                <a:rPr lang="en-US" altLang="zh-CN" b="0" i="1" smtClean="0">
                                  <a:solidFill>
                                    <a:schemeClr val="bg1"/>
                                  </a:solidFill>
                                  <a:latin typeface="Cambria Math" panose="02040503050406030204" pitchFamily="18" charset="0"/>
                                </a:rPr>
                                <m:t>2</m:t>
                              </m:r>
                            </m:sub>
                          </m:sSub>
                          <m:sSub>
                            <m:sSubPr>
                              <m:ctrlPr>
                                <a:rPr lang="zh-CN" altLang="en-US" i="1">
                                  <a:solidFill>
                                    <a:schemeClr val="bg1"/>
                                  </a:solidFill>
                                  <a:latin typeface="Cambria Math" panose="02040503050406030204" pitchFamily="18" charset="0"/>
                                </a:rPr>
                              </m:ctrlPr>
                            </m:sSubPr>
                            <m:e>
                              <m:r>
                                <a:rPr lang="zh-CN" altLang="en-US" i="1">
                                  <a:solidFill>
                                    <a:schemeClr val="bg1"/>
                                  </a:solidFill>
                                  <a:latin typeface="Cambria Math" panose="02040503050406030204" pitchFamily="18" charset="0"/>
                                </a:rPr>
                                <m:t>𝜇</m:t>
                              </m:r>
                            </m:e>
                            <m:sub>
                              <m:r>
                                <a:rPr lang="en-US" altLang="zh-CN" b="0" i="1" smtClean="0">
                                  <a:solidFill>
                                    <a:schemeClr val="bg1"/>
                                  </a:solidFill>
                                  <a:latin typeface="Cambria Math" panose="02040503050406030204" pitchFamily="18" charset="0"/>
                                </a:rPr>
                                <m:t>𝑟</m:t>
                              </m:r>
                              <m:r>
                                <a:rPr lang="en-US" altLang="zh-CN" b="0" i="1" smtClean="0">
                                  <a:solidFill>
                                    <a:schemeClr val="bg1"/>
                                  </a:solidFill>
                                  <a:latin typeface="Cambria Math" panose="02040503050406030204" pitchFamily="18" charset="0"/>
                                </a:rPr>
                                <m:t>2</m:t>
                              </m:r>
                            </m:sub>
                          </m:sSub>
                        </m:e>
                      </m:rad>
                    </m:oMath>
                  </m:oMathPara>
                </a14:m>
                <a:endParaRPr lang="zh-CN" altLang="en-US" dirty="0"/>
              </a:p>
            </p:txBody>
          </p:sp>
        </mc:Choice>
        <mc:Fallback xmlns="">
          <p:sp>
            <p:nvSpPr>
              <p:cNvPr id="16" name="Object 7">
                <a:extLst>
                  <a:ext uri="{FF2B5EF4-FFF2-40B4-BE49-F238E27FC236}">
                    <a16:creationId xmlns:a16="http://schemas.microsoft.com/office/drawing/2014/main" id="{9E7F58D7-B284-7E2A-1B27-3D57E297A44D}"/>
                  </a:ext>
                </a:extLst>
              </p:cNvPr>
              <p:cNvSpPr txBox="1">
                <a:spLocks noRot="1" noChangeAspect="1" noMove="1" noResize="1" noEditPoints="1" noAdjustHandles="1" noChangeArrowheads="1" noChangeShapeType="1" noTextEdit="1"/>
              </p:cNvSpPr>
              <p:nvPr/>
            </p:nvSpPr>
            <p:spPr bwMode="black">
              <a:xfrm>
                <a:off x="4043159" y="5769375"/>
                <a:ext cx="1584325" cy="485775"/>
              </a:xfrm>
              <a:prstGeom prst="rect">
                <a:avLst/>
              </a:prstGeom>
              <a:blipFill>
                <a:blip r:embed="rId19"/>
                <a:stretch>
                  <a:fillRect/>
                </a:stretch>
              </a:blipFill>
              <a:ln>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withEffect">
                                  <p:stCondLst>
                                    <p:cond delay="0"/>
                                  </p:stCondLst>
                                  <p:childTnLst>
                                    <p:set>
                                      <p:cBhvr>
                                        <p:cTn id="6" dur="1" fill="hold">
                                          <p:stCondLst>
                                            <p:cond delay="0"/>
                                          </p:stCondLst>
                                        </p:cTn>
                                        <p:tgtEl>
                                          <p:spTgt spid="75785"/>
                                        </p:tgtEl>
                                        <p:attrNameLst>
                                          <p:attrName>style.visibility</p:attrName>
                                        </p:attrNameLst>
                                      </p:cBhvr>
                                      <p:to>
                                        <p:strVal val="visible"/>
                                      </p:to>
                                    </p:set>
                                    <p:animEffect transition="in" filter="wipe(up)">
                                      <p:cBhvr>
                                        <p:cTn id="7" dur="2000"/>
                                        <p:tgtEl>
                                          <p:spTgt spid="757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75789"/>
                                        </p:tgtEl>
                                        <p:attrNameLst>
                                          <p:attrName>style.visibility</p:attrName>
                                        </p:attrNameLst>
                                      </p:cBhvr>
                                      <p:to>
                                        <p:strVal val="visible"/>
                                      </p:to>
                                    </p:set>
                                    <p:animEffect transition="in" filter="wipe(up)">
                                      <p:cBhvr>
                                        <p:cTn id="12" dur="2000"/>
                                        <p:tgtEl>
                                          <p:spTgt spid="7578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75790"/>
                                        </p:tgtEl>
                                        <p:attrNameLst>
                                          <p:attrName>style.visibility</p:attrName>
                                        </p:attrNameLst>
                                      </p:cBhvr>
                                      <p:to>
                                        <p:strVal val="visible"/>
                                      </p:to>
                                    </p:set>
                                    <p:animEffect transition="in" filter="wipe(up)">
                                      <p:cBhvr>
                                        <p:cTn id="17" dur="2000"/>
                                        <p:tgtEl>
                                          <p:spTgt spid="7579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75791"/>
                                        </p:tgtEl>
                                        <p:attrNameLst>
                                          <p:attrName>style.visibility</p:attrName>
                                        </p:attrNameLst>
                                      </p:cBhvr>
                                      <p:to>
                                        <p:strVal val="visible"/>
                                      </p:to>
                                    </p:set>
                                    <p:animEffect transition="in" filter="wipe(up)">
                                      <p:cBhvr>
                                        <p:cTn id="22" dur="2000"/>
                                        <p:tgtEl>
                                          <p:spTgt spid="7579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75778"/>
                                        </p:tgtEl>
                                        <p:attrNameLst>
                                          <p:attrName>style.visibility</p:attrName>
                                        </p:attrNameLst>
                                      </p:cBhvr>
                                      <p:to>
                                        <p:strVal val="visible"/>
                                      </p:to>
                                    </p:set>
                                    <p:animEffect transition="in" filter="wipe(up)">
                                      <p:cBhvr>
                                        <p:cTn id="27" dur="2000"/>
                                        <p:tgtEl>
                                          <p:spTgt spid="7577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75780"/>
                                        </p:tgtEl>
                                        <p:attrNameLst>
                                          <p:attrName>style.visibility</p:attrName>
                                        </p:attrNameLst>
                                      </p:cBhvr>
                                      <p:to>
                                        <p:strVal val="visible"/>
                                      </p:to>
                                    </p:set>
                                    <p:animEffect transition="in" filter="wipe(up)">
                                      <p:cBhvr>
                                        <p:cTn id="32" dur="2000"/>
                                        <p:tgtEl>
                                          <p:spTgt spid="7578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75799"/>
                                        </p:tgtEl>
                                        <p:attrNameLst>
                                          <p:attrName>style.visibility</p:attrName>
                                        </p:attrNameLst>
                                      </p:cBhvr>
                                      <p:to>
                                        <p:strVal val="visible"/>
                                      </p:to>
                                    </p:set>
                                    <p:animEffect transition="in" filter="wipe(up)">
                                      <p:cBhvr>
                                        <p:cTn id="37" dur="2000"/>
                                        <p:tgtEl>
                                          <p:spTgt spid="7579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75800"/>
                                        </p:tgtEl>
                                        <p:attrNameLst>
                                          <p:attrName>style.visibility</p:attrName>
                                        </p:attrNameLst>
                                      </p:cBhvr>
                                      <p:to>
                                        <p:strVal val="visible"/>
                                      </p:to>
                                    </p:set>
                                    <p:animEffect transition="in" filter="wipe(up)">
                                      <p:cBhvr>
                                        <p:cTn id="42" dur="2000"/>
                                        <p:tgtEl>
                                          <p:spTgt spid="75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778" grpId="0"/>
      <p:bldP spid="75790" grpId="0"/>
      <p:bldP spid="75799" grpId="0"/>
      <p:bldP spid="7580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4" name="Text Box 6">
            <a:extLst>
              <a:ext uri="{FF2B5EF4-FFF2-40B4-BE49-F238E27FC236}">
                <a16:creationId xmlns:a16="http://schemas.microsoft.com/office/drawing/2014/main" id="{5CB99A3F-CEA3-19E5-8446-269F0E150C6E}"/>
              </a:ext>
            </a:extLst>
          </p:cNvPr>
          <p:cNvSpPr txBox="1">
            <a:spLocks noChangeArrowheads="1"/>
          </p:cNvSpPr>
          <p:nvPr/>
        </p:nvSpPr>
        <p:spPr bwMode="auto">
          <a:xfrm>
            <a:off x="137828" y="3211530"/>
            <a:ext cx="5040114"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dirty="0">
                <a:solidFill>
                  <a:srgbClr val="FFFFFF"/>
                </a:solidFill>
                <a:latin typeface="Times New Roman" panose="02020603050405020304" pitchFamily="18" charset="0"/>
                <a:ea typeface="楷体_GB2312" pitchFamily="49" charset="-122"/>
              </a:rPr>
              <a:t>   </a:t>
            </a:r>
            <a:r>
              <a:rPr lang="zh-CN" altLang="en-US" b="1" dirty="0">
                <a:solidFill>
                  <a:srgbClr val="FFFF57"/>
                </a:solidFill>
              </a:rPr>
              <a:t>平行极化波</a:t>
            </a:r>
          </a:p>
          <a:p>
            <a:pPr algn="just" eaLnBrk="1" hangingPunct="1">
              <a:lnSpc>
                <a:spcPct val="130000"/>
              </a:lnSpc>
            </a:pPr>
            <a:r>
              <a:rPr lang="zh-CN" altLang="en-US" b="1" dirty="0">
                <a:solidFill>
                  <a:srgbClr val="FFFFFF"/>
                </a:solidFill>
                <a:ea typeface="楷体_GB2312" pitchFamily="49" charset="-122"/>
              </a:rPr>
              <a:t>     入射波的电场</a:t>
            </a:r>
            <a:r>
              <a:rPr lang="en-US" altLang="zh-CN" b="1" dirty="0">
                <a:solidFill>
                  <a:srgbClr val="FFFFFF"/>
                </a:solidFill>
                <a:ea typeface="楷体_GB2312" pitchFamily="49" charset="-122"/>
              </a:rPr>
              <a:t>//</a:t>
            </a:r>
            <a:r>
              <a:rPr lang="zh-CN" altLang="en-US" b="1" dirty="0">
                <a:solidFill>
                  <a:srgbClr val="FFFFFF"/>
                </a:solidFill>
                <a:ea typeface="楷体_GB2312" pitchFamily="49" charset="-122"/>
              </a:rPr>
              <a:t>入射面。</a:t>
            </a:r>
          </a:p>
          <a:p>
            <a:pPr algn="just" eaLnBrk="1" hangingPunct="1">
              <a:lnSpc>
                <a:spcPct val="130000"/>
              </a:lnSpc>
            </a:pPr>
            <a:r>
              <a:rPr lang="zh-CN" altLang="en-US" b="1" dirty="0">
                <a:solidFill>
                  <a:srgbClr val="FFFFFF"/>
                </a:solidFill>
                <a:ea typeface="楷体_GB2312" pitchFamily="49" charset="-122"/>
              </a:rPr>
              <a:t>     入射波的电场有</a:t>
            </a:r>
            <a:r>
              <a:rPr lang="en-US" altLang="zh-CN" b="1" dirty="0">
                <a:solidFill>
                  <a:srgbClr val="FFFFFF"/>
                </a:solidFill>
                <a:ea typeface="楷体_GB2312" pitchFamily="49" charset="-122"/>
              </a:rPr>
              <a:t>E</a:t>
            </a:r>
            <a:r>
              <a:rPr lang="en-US" altLang="zh-CN" b="1" baseline="-25000" dirty="0">
                <a:solidFill>
                  <a:srgbClr val="FFFFFF"/>
                </a:solidFill>
                <a:ea typeface="楷体_GB2312" pitchFamily="49" charset="-122"/>
              </a:rPr>
              <a:t>x</a:t>
            </a:r>
            <a:r>
              <a:rPr lang="zh-CN" altLang="en-US" b="1" dirty="0">
                <a:solidFill>
                  <a:srgbClr val="FFFFFF"/>
                </a:solidFill>
                <a:ea typeface="楷体_GB2312" pitchFamily="49" charset="-122"/>
              </a:rPr>
              <a:t>和</a:t>
            </a:r>
            <a:r>
              <a:rPr lang="en-US" altLang="zh-CN" b="1" dirty="0" err="1">
                <a:solidFill>
                  <a:srgbClr val="FFFFFF"/>
                </a:solidFill>
                <a:ea typeface="楷体_GB2312" pitchFamily="49" charset="-122"/>
              </a:rPr>
              <a:t>E</a:t>
            </a:r>
            <a:r>
              <a:rPr lang="en-US" altLang="zh-CN" b="1" baseline="-25000" dirty="0" err="1">
                <a:solidFill>
                  <a:srgbClr val="FFFFFF"/>
                </a:solidFill>
                <a:ea typeface="楷体_GB2312" pitchFamily="49" charset="-122"/>
              </a:rPr>
              <a:t>z</a:t>
            </a:r>
            <a:r>
              <a:rPr lang="zh-CN" altLang="en-US" b="1" dirty="0">
                <a:solidFill>
                  <a:srgbClr val="FFFFFF"/>
                </a:solidFill>
                <a:ea typeface="楷体_GB2312" pitchFamily="49" charset="-122"/>
              </a:rPr>
              <a:t>分量，磁场只有</a:t>
            </a:r>
            <a:r>
              <a:rPr lang="en-US" altLang="zh-CN" b="1" dirty="0">
                <a:solidFill>
                  <a:srgbClr val="FFFFFF"/>
                </a:solidFill>
                <a:ea typeface="楷体_GB2312" pitchFamily="49" charset="-122"/>
              </a:rPr>
              <a:t>H</a:t>
            </a:r>
            <a:r>
              <a:rPr lang="en-US" altLang="zh-CN" b="1" baseline="-25000" dirty="0">
                <a:solidFill>
                  <a:srgbClr val="FFFFFF"/>
                </a:solidFill>
                <a:ea typeface="楷体_GB2312" pitchFamily="49" charset="-122"/>
              </a:rPr>
              <a:t>y</a:t>
            </a:r>
            <a:r>
              <a:rPr lang="zh-CN" altLang="en-US" b="1" dirty="0">
                <a:solidFill>
                  <a:srgbClr val="FFFFFF"/>
                </a:solidFill>
                <a:ea typeface="楷体_GB2312" pitchFamily="49" charset="-122"/>
              </a:rPr>
              <a:t>分量。</a:t>
            </a:r>
            <a:endParaRPr kumimoji="1" lang="zh-CN" altLang="en-US" b="1" dirty="0">
              <a:solidFill>
                <a:srgbClr val="FFFFFF"/>
              </a:solidFill>
              <a:latin typeface="Times New Roman" panose="02020603050405020304" pitchFamily="18" charset="0"/>
              <a:ea typeface="楷体_GB2312" pitchFamily="49" charset="-122"/>
            </a:endParaRPr>
          </a:p>
        </p:txBody>
      </p:sp>
      <p:sp>
        <p:nvSpPr>
          <p:cNvPr id="124935" name="Text Box 7">
            <a:extLst>
              <a:ext uri="{FF2B5EF4-FFF2-40B4-BE49-F238E27FC236}">
                <a16:creationId xmlns:a16="http://schemas.microsoft.com/office/drawing/2014/main" id="{8256F19C-981F-B009-C7AF-C689DB32BDBD}"/>
              </a:ext>
            </a:extLst>
          </p:cNvPr>
          <p:cNvSpPr txBox="1">
            <a:spLocks noChangeArrowheads="1"/>
          </p:cNvSpPr>
          <p:nvPr/>
        </p:nvSpPr>
        <p:spPr bwMode="auto">
          <a:xfrm>
            <a:off x="137318" y="1209206"/>
            <a:ext cx="4956994" cy="1965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dirty="0">
                <a:solidFill>
                  <a:srgbClr val="FFFFFF"/>
                </a:solidFill>
                <a:latin typeface="Times New Roman" panose="02020603050405020304" pitchFamily="18" charset="0"/>
                <a:ea typeface="楷体_GB2312" pitchFamily="49" charset="-122"/>
              </a:rPr>
              <a:t>   </a:t>
            </a:r>
            <a:r>
              <a:rPr lang="zh-CN" altLang="en-US" b="1" dirty="0">
                <a:solidFill>
                  <a:srgbClr val="FFFF57"/>
                </a:solidFill>
              </a:rPr>
              <a:t>垂直极化波</a:t>
            </a:r>
            <a:endParaRPr lang="en-US" altLang="zh-CN" b="1" dirty="0">
              <a:solidFill>
                <a:srgbClr val="FFFF57"/>
              </a:solidFill>
            </a:endParaRPr>
          </a:p>
          <a:p>
            <a:pPr algn="just" eaLnBrk="1" hangingPunct="1">
              <a:lnSpc>
                <a:spcPct val="130000"/>
              </a:lnSpc>
            </a:pPr>
            <a:r>
              <a:rPr lang="zh-CN" altLang="en-US" b="1" dirty="0">
                <a:solidFill>
                  <a:srgbClr val="FFFFFF"/>
                </a:solidFill>
                <a:ea typeface="楷体_GB2312" pitchFamily="49" charset="-122"/>
              </a:rPr>
              <a:t>     入射波的电场</a:t>
            </a:r>
            <a:r>
              <a:rPr lang="zh-CN" altLang="en-US" b="1" dirty="0">
                <a:solidFill>
                  <a:srgbClr val="FFFFFF"/>
                </a:solidFill>
                <a:latin typeface="宋体" panose="02010600030101010101" pitchFamily="2" charset="-122"/>
              </a:rPr>
              <a:t>⊥</a:t>
            </a:r>
            <a:r>
              <a:rPr lang="zh-CN" altLang="en-US" b="1" dirty="0">
                <a:solidFill>
                  <a:srgbClr val="FFFFFF"/>
                </a:solidFill>
                <a:ea typeface="楷体_GB2312" pitchFamily="49" charset="-122"/>
              </a:rPr>
              <a:t>入射面。</a:t>
            </a:r>
          </a:p>
          <a:p>
            <a:pPr algn="just" eaLnBrk="1" hangingPunct="1">
              <a:lnSpc>
                <a:spcPct val="130000"/>
              </a:lnSpc>
            </a:pPr>
            <a:r>
              <a:rPr lang="zh-CN" altLang="en-US" b="1" dirty="0">
                <a:solidFill>
                  <a:srgbClr val="FFFFFF"/>
                </a:solidFill>
                <a:ea typeface="楷体_GB2312" pitchFamily="49" charset="-122"/>
              </a:rPr>
              <a:t>     入射波的电场只有</a:t>
            </a:r>
            <a:r>
              <a:rPr lang="en-US" altLang="zh-CN" b="1" dirty="0">
                <a:solidFill>
                  <a:srgbClr val="FFFFFF"/>
                </a:solidFill>
                <a:ea typeface="楷体_GB2312" pitchFamily="49" charset="-122"/>
              </a:rPr>
              <a:t>E</a:t>
            </a:r>
            <a:r>
              <a:rPr lang="en-US" altLang="zh-CN" b="1" baseline="-25000" dirty="0">
                <a:solidFill>
                  <a:srgbClr val="FFFFFF"/>
                </a:solidFill>
                <a:ea typeface="楷体_GB2312" pitchFamily="49" charset="-122"/>
              </a:rPr>
              <a:t>y</a:t>
            </a:r>
            <a:r>
              <a:rPr lang="zh-CN" altLang="en-US" b="1" dirty="0">
                <a:solidFill>
                  <a:srgbClr val="FFFFFF"/>
                </a:solidFill>
                <a:ea typeface="楷体_GB2312" pitchFamily="49" charset="-122"/>
              </a:rPr>
              <a:t>分量，磁场有</a:t>
            </a:r>
            <a:r>
              <a:rPr lang="en-US" altLang="zh-CN" b="1" dirty="0" err="1">
                <a:solidFill>
                  <a:srgbClr val="FFFFFF"/>
                </a:solidFill>
                <a:ea typeface="楷体_GB2312" pitchFamily="49" charset="-122"/>
              </a:rPr>
              <a:t>H</a:t>
            </a:r>
            <a:r>
              <a:rPr lang="en-US" altLang="zh-CN" b="1" baseline="-25000" dirty="0" err="1">
                <a:solidFill>
                  <a:srgbClr val="FFFFFF"/>
                </a:solidFill>
                <a:ea typeface="楷体_GB2312" pitchFamily="49" charset="-122"/>
              </a:rPr>
              <a:t>x</a:t>
            </a:r>
            <a:r>
              <a:rPr lang="zh-CN" altLang="en-US" b="1" dirty="0">
                <a:solidFill>
                  <a:srgbClr val="FFFFFF"/>
                </a:solidFill>
                <a:ea typeface="楷体_GB2312" pitchFamily="49" charset="-122"/>
              </a:rPr>
              <a:t>和</a:t>
            </a:r>
            <a:r>
              <a:rPr lang="en-US" altLang="zh-CN" b="1" dirty="0">
                <a:solidFill>
                  <a:srgbClr val="FFFFFF"/>
                </a:solidFill>
                <a:ea typeface="楷体_GB2312" pitchFamily="49" charset="-122"/>
              </a:rPr>
              <a:t>H</a:t>
            </a:r>
            <a:r>
              <a:rPr lang="en-US" altLang="zh-CN" b="1" baseline="-25000" dirty="0">
                <a:solidFill>
                  <a:srgbClr val="FFFFFF"/>
                </a:solidFill>
                <a:ea typeface="楷体_GB2312" pitchFamily="49" charset="-122"/>
              </a:rPr>
              <a:t>z</a:t>
            </a:r>
            <a:r>
              <a:rPr lang="zh-CN" altLang="en-US" b="1" dirty="0">
                <a:solidFill>
                  <a:srgbClr val="FFFFFF"/>
                </a:solidFill>
                <a:ea typeface="楷体_GB2312" pitchFamily="49" charset="-122"/>
              </a:rPr>
              <a:t>分量。</a:t>
            </a:r>
          </a:p>
        </p:txBody>
      </p:sp>
      <p:grpSp>
        <p:nvGrpSpPr>
          <p:cNvPr id="124936" name="Group 8">
            <a:extLst>
              <a:ext uri="{FF2B5EF4-FFF2-40B4-BE49-F238E27FC236}">
                <a16:creationId xmlns:a16="http://schemas.microsoft.com/office/drawing/2014/main" id="{5853B73C-7102-7EFE-7D92-F77FDAFC31AB}"/>
              </a:ext>
            </a:extLst>
          </p:cNvPr>
          <p:cNvGrpSpPr>
            <a:grpSpLocks/>
          </p:cNvGrpSpPr>
          <p:nvPr/>
        </p:nvGrpSpPr>
        <p:grpSpPr bwMode="auto">
          <a:xfrm>
            <a:off x="5388055" y="3869910"/>
            <a:ext cx="3736975" cy="2664689"/>
            <a:chOff x="3012" y="482"/>
            <a:chExt cx="2839" cy="2086"/>
          </a:xfrm>
        </p:grpSpPr>
        <p:sp>
          <p:nvSpPr>
            <p:cNvPr id="81928" name="Rectangle 9">
              <a:extLst>
                <a:ext uri="{FF2B5EF4-FFF2-40B4-BE49-F238E27FC236}">
                  <a16:creationId xmlns:a16="http://schemas.microsoft.com/office/drawing/2014/main" id="{0F6CA692-E4C1-B036-3C84-5C42886CFBEB}"/>
                </a:ext>
              </a:extLst>
            </p:cNvPr>
            <p:cNvSpPr>
              <a:spLocks noChangeArrowheads="1"/>
            </p:cNvSpPr>
            <p:nvPr/>
          </p:nvSpPr>
          <p:spPr bwMode="auto">
            <a:xfrm>
              <a:off x="3012" y="482"/>
              <a:ext cx="2771" cy="2086"/>
            </a:xfrm>
            <a:prstGeom prst="rect">
              <a:avLst/>
            </a:prstGeom>
            <a:solidFill>
              <a:srgbClr val="99CCFF"/>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1929" name="Text Box 10">
              <a:extLst>
                <a:ext uri="{FF2B5EF4-FFF2-40B4-BE49-F238E27FC236}">
                  <a16:creationId xmlns:a16="http://schemas.microsoft.com/office/drawing/2014/main" id="{E8BFC9F5-19D9-AD7A-9F33-D5FCEF7F1D3C}"/>
                </a:ext>
              </a:extLst>
            </p:cNvPr>
            <p:cNvSpPr txBox="1">
              <a:spLocks noChangeArrowheads="1"/>
            </p:cNvSpPr>
            <p:nvPr/>
          </p:nvSpPr>
          <p:spPr bwMode="auto">
            <a:xfrm>
              <a:off x="3162" y="2282"/>
              <a:ext cx="248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lnSpc>
                  <a:spcPct val="128000"/>
                </a:lnSpc>
                <a:spcBef>
                  <a:spcPct val="20000"/>
                </a:spcBef>
              </a:pPr>
              <a:r>
                <a:rPr lang="zh-CN" altLang="en-US" sz="1400" b="1">
                  <a:solidFill>
                    <a:srgbClr val="000000"/>
                  </a:solidFill>
                  <a:latin typeface="Times New Roman" panose="02020603050405020304" pitchFamily="18" charset="0"/>
                </a:rPr>
                <a:t>均匀平面波对理想介质分界面的斜入射</a:t>
              </a:r>
              <a:endParaRPr lang="zh-CN" altLang="en-US" sz="1400" b="1">
                <a:solidFill>
                  <a:srgbClr val="000000"/>
                </a:solidFill>
              </a:endParaRPr>
            </a:p>
          </p:txBody>
        </p:sp>
        <p:grpSp>
          <p:nvGrpSpPr>
            <p:cNvPr id="81930" name="Group 11">
              <a:extLst>
                <a:ext uri="{FF2B5EF4-FFF2-40B4-BE49-F238E27FC236}">
                  <a16:creationId xmlns:a16="http://schemas.microsoft.com/office/drawing/2014/main" id="{3638816B-00FF-AA38-A4E1-267452746C14}"/>
                </a:ext>
              </a:extLst>
            </p:cNvPr>
            <p:cNvGrpSpPr>
              <a:grpSpLocks/>
            </p:cNvGrpSpPr>
            <p:nvPr/>
          </p:nvGrpSpPr>
          <p:grpSpPr bwMode="auto">
            <a:xfrm>
              <a:off x="3314" y="1199"/>
              <a:ext cx="2537" cy="1145"/>
              <a:chOff x="3142" y="1242"/>
              <a:chExt cx="2537" cy="1071"/>
            </a:xfrm>
          </p:grpSpPr>
          <p:sp>
            <p:nvSpPr>
              <p:cNvPr id="82348" name="Rectangle 12">
                <a:extLst>
                  <a:ext uri="{FF2B5EF4-FFF2-40B4-BE49-F238E27FC236}">
                    <a16:creationId xmlns:a16="http://schemas.microsoft.com/office/drawing/2014/main" id="{D381F98F-406A-A154-C297-8B11855A7E66}"/>
                  </a:ext>
                </a:extLst>
              </p:cNvPr>
              <p:cNvSpPr>
                <a:spLocks noChangeArrowheads="1"/>
              </p:cNvSpPr>
              <p:nvPr/>
            </p:nvSpPr>
            <p:spPr bwMode="auto">
              <a:xfrm>
                <a:off x="5653" y="2196"/>
                <a:ext cx="26" cy="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a:solidFill>
                      <a:srgbClr val="000000"/>
                    </a:solidFill>
                    <a:latin typeface="Times New Roman" panose="02020603050405020304" pitchFamily="18" charset="0"/>
                  </a:rPr>
                  <a:t> </a:t>
                </a:r>
                <a:endParaRPr lang="zh-CN" altLang="en-US" sz="1400">
                  <a:solidFill>
                    <a:srgbClr val="000000"/>
                  </a:solidFill>
                </a:endParaRPr>
              </a:p>
            </p:txBody>
          </p:sp>
          <p:sp>
            <p:nvSpPr>
              <p:cNvPr id="82349" name="Freeform 13">
                <a:extLst>
                  <a:ext uri="{FF2B5EF4-FFF2-40B4-BE49-F238E27FC236}">
                    <a16:creationId xmlns:a16="http://schemas.microsoft.com/office/drawing/2014/main" id="{69842489-9AA6-4569-8A3F-588465B37477}"/>
                  </a:ext>
                </a:extLst>
              </p:cNvPr>
              <p:cNvSpPr>
                <a:spLocks/>
              </p:cNvSpPr>
              <p:nvPr/>
            </p:nvSpPr>
            <p:spPr bwMode="auto">
              <a:xfrm>
                <a:off x="3323" y="1242"/>
                <a:ext cx="146" cy="132"/>
              </a:xfrm>
              <a:custGeom>
                <a:avLst/>
                <a:gdLst>
                  <a:gd name="T0" fmla="*/ 9 w 146"/>
                  <a:gd name="T1" fmla="*/ 131 h 132"/>
                  <a:gd name="T2" fmla="*/ 0 w 146"/>
                  <a:gd name="T3" fmla="*/ 132 h 132"/>
                  <a:gd name="T4" fmla="*/ 137 w 146"/>
                  <a:gd name="T5" fmla="*/ 2 h 132"/>
                  <a:gd name="T6" fmla="*/ 146 w 146"/>
                  <a:gd name="T7" fmla="*/ 0 h 132"/>
                  <a:gd name="T8" fmla="*/ 9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1"/>
                    </a:moveTo>
                    <a:lnTo>
                      <a:pt x="0" y="132"/>
                    </a:lnTo>
                    <a:lnTo>
                      <a:pt x="137" y="2"/>
                    </a:lnTo>
                    <a:lnTo>
                      <a:pt x="146" y="0"/>
                    </a:lnTo>
                    <a:lnTo>
                      <a:pt x="9"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0" name="Line 14">
                <a:extLst>
                  <a:ext uri="{FF2B5EF4-FFF2-40B4-BE49-F238E27FC236}">
                    <a16:creationId xmlns:a16="http://schemas.microsoft.com/office/drawing/2014/main" id="{D6FB4C76-9C3E-64DA-DA6B-9554F003F971}"/>
                  </a:ext>
                </a:extLst>
              </p:cNvPr>
              <p:cNvSpPr>
                <a:spLocks noChangeShapeType="1"/>
              </p:cNvSpPr>
              <p:nvPr/>
            </p:nvSpPr>
            <p:spPr bwMode="auto">
              <a:xfrm flipV="1">
                <a:off x="3332" y="1242"/>
                <a:ext cx="137"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51" name="Freeform 15">
                <a:extLst>
                  <a:ext uri="{FF2B5EF4-FFF2-40B4-BE49-F238E27FC236}">
                    <a16:creationId xmlns:a16="http://schemas.microsoft.com/office/drawing/2014/main" id="{6875A06C-2F2D-9290-0DFF-3E203536FC3A}"/>
                  </a:ext>
                </a:extLst>
              </p:cNvPr>
              <p:cNvSpPr>
                <a:spLocks/>
              </p:cNvSpPr>
              <p:nvPr/>
            </p:nvSpPr>
            <p:spPr bwMode="auto">
              <a:xfrm>
                <a:off x="3327" y="1242"/>
                <a:ext cx="142" cy="132"/>
              </a:xfrm>
              <a:custGeom>
                <a:avLst/>
                <a:gdLst>
                  <a:gd name="T0" fmla="*/ 5 w 142"/>
                  <a:gd name="T1" fmla="*/ 131 h 132"/>
                  <a:gd name="T2" fmla="*/ 0 w 142"/>
                  <a:gd name="T3" fmla="*/ 132 h 132"/>
                  <a:gd name="T4" fmla="*/ 137 w 142"/>
                  <a:gd name="T5" fmla="*/ 2 h 132"/>
                  <a:gd name="T6" fmla="*/ 142 w 142"/>
                  <a:gd name="T7" fmla="*/ 0 h 132"/>
                  <a:gd name="T8" fmla="*/ 5 w 142"/>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2">
                    <a:moveTo>
                      <a:pt x="5" y="131"/>
                    </a:moveTo>
                    <a:lnTo>
                      <a:pt x="0" y="132"/>
                    </a:lnTo>
                    <a:lnTo>
                      <a:pt x="137" y="2"/>
                    </a:lnTo>
                    <a:lnTo>
                      <a:pt x="142" y="0"/>
                    </a:lnTo>
                    <a:lnTo>
                      <a:pt x="5"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2" name="Freeform 16">
                <a:extLst>
                  <a:ext uri="{FF2B5EF4-FFF2-40B4-BE49-F238E27FC236}">
                    <a16:creationId xmlns:a16="http://schemas.microsoft.com/office/drawing/2014/main" id="{6D3C0C2F-3737-B4E3-E88C-CDA8C66F0E63}"/>
                  </a:ext>
                </a:extLst>
              </p:cNvPr>
              <p:cNvSpPr>
                <a:spLocks/>
              </p:cNvSpPr>
              <p:nvPr/>
            </p:nvSpPr>
            <p:spPr bwMode="auto">
              <a:xfrm>
                <a:off x="3323" y="1244"/>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3" name="Freeform 17">
                <a:extLst>
                  <a:ext uri="{FF2B5EF4-FFF2-40B4-BE49-F238E27FC236}">
                    <a16:creationId xmlns:a16="http://schemas.microsoft.com/office/drawing/2014/main" id="{32BE2AC7-EE76-D403-74D5-0F551DEF9F16}"/>
                  </a:ext>
                </a:extLst>
              </p:cNvPr>
              <p:cNvSpPr>
                <a:spLocks/>
              </p:cNvSpPr>
              <p:nvPr/>
            </p:nvSpPr>
            <p:spPr bwMode="auto">
              <a:xfrm>
                <a:off x="3314" y="1244"/>
                <a:ext cx="146" cy="130"/>
              </a:xfrm>
              <a:custGeom>
                <a:avLst/>
                <a:gdLst>
                  <a:gd name="T0" fmla="*/ 9 w 146"/>
                  <a:gd name="T1" fmla="*/ 130 h 130"/>
                  <a:gd name="T2" fmla="*/ 0 w 146"/>
                  <a:gd name="T3" fmla="*/ 130 h 130"/>
                  <a:gd name="T4" fmla="*/ 137 w 146"/>
                  <a:gd name="T5" fmla="*/ 0 h 130"/>
                  <a:gd name="T6" fmla="*/ 146 w 146"/>
                  <a:gd name="T7" fmla="*/ 0 h 130"/>
                  <a:gd name="T8" fmla="*/ 9 w 146"/>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0">
                    <a:moveTo>
                      <a:pt x="9" y="130"/>
                    </a:moveTo>
                    <a:lnTo>
                      <a:pt x="0" y="130"/>
                    </a:lnTo>
                    <a:lnTo>
                      <a:pt x="137" y="0"/>
                    </a:lnTo>
                    <a:lnTo>
                      <a:pt x="146" y="0"/>
                    </a:lnTo>
                    <a:lnTo>
                      <a:pt x="9"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4" name="Line 18">
                <a:extLst>
                  <a:ext uri="{FF2B5EF4-FFF2-40B4-BE49-F238E27FC236}">
                    <a16:creationId xmlns:a16="http://schemas.microsoft.com/office/drawing/2014/main" id="{A2150098-CDE1-7747-70E1-87EFD62DC096}"/>
                  </a:ext>
                </a:extLst>
              </p:cNvPr>
              <p:cNvSpPr>
                <a:spLocks noChangeShapeType="1"/>
              </p:cNvSpPr>
              <p:nvPr/>
            </p:nvSpPr>
            <p:spPr bwMode="auto">
              <a:xfrm flipV="1">
                <a:off x="3323" y="1244"/>
                <a:ext cx="137" cy="130"/>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55" name="Freeform 19">
                <a:extLst>
                  <a:ext uri="{FF2B5EF4-FFF2-40B4-BE49-F238E27FC236}">
                    <a16:creationId xmlns:a16="http://schemas.microsoft.com/office/drawing/2014/main" id="{ACDFB8DD-D8E2-8664-36CA-EEF759F39263}"/>
                  </a:ext>
                </a:extLst>
              </p:cNvPr>
              <p:cNvSpPr>
                <a:spLocks/>
              </p:cNvSpPr>
              <p:nvPr/>
            </p:nvSpPr>
            <p:spPr bwMode="auto">
              <a:xfrm>
                <a:off x="3319" y="1244"/>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6" name="Freeform 20">
                <a:extLst>
                  <a:ext uri="{FF2B5EF4-FFF2-40B4-BE49-F238E27FC236}">
                    <a16:creationId xmlns:a16="http://schemas.microsoft.com/office/drawing/2014/main" id="{9F195846-6E42-CAA6-7360-B1005BB6F819}"/>
                  </a:ext>
                </a:extLst>
              </p:cNvPr>
              <p:cNvSpPr>
                <a:spLocks/>
              </p:cNvSpPr>
              <p:nvPr/>
            </p:nvSpPr>
            <p:spPr bwMode="auto">
              <a:xfrm>
                <a:off x="3317" y="1244"/>
                <a:ext cx="139" cy="130"/>
              </a:xfrm>
              <a:custGeom>
                <a:avLst/>
                <a:gdLst>
                  <a:gd name="T0" fmla="*/ 2 w 139"/>
                  <a:gd name="T1" fmla="*/ 130 h 130"/>
                  <a:gd name="T2" fmla="*/ 0 w 139"/>
                  <a:gd name="T3" fmla="*/ 130 h 130"/>
                  <a:gd name="T4" fmla="*/ 137 w 139"/>
                  <a:gd name="T5" fmla="*/ 0 h 130"/>
                  <a:gd name="T6" fmla="*/ 139 w 139"/>
                  <a:gd name="T7" fmla="*/ 0 h 130"/>
                  <a:gd name="T8" fmla="*/ 2 w 139"/>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0">
                    <a:moveTo>
                      <a:pt x="2" y="130"/>
                    </a:moveTo>
                    <a:lnTo>
                      <a:pt x="0" y="130"/>
                    </a:lnTo>
                    <a:lnTo>
                      <a:pt x="137" y="0"/>
                    </a:lnTo>
                    <a:lnTo>
                      <a:pt x="139" y="0"/>
                    </a:lnTo>
                    <a:lnTo>
                      <a:pt x="2"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7" name="Freeform 21">
                <a:extLst>
                  <a:ext uri="{FF2B5EF4-FFF2-40B4-BE49-F238E27FC236}">
                    <a16:creationId xmlns:a16="http://schemas.microsoft.com/office/drawing/2014/main" id="{5F9B4647-9A87-7535-A7EE-E21813922BA8}"/>
                  </a:ext>
                </a:extLst>
              </p:cNvPr>
              <p:cNvSpPr>
                <a:spLocks/>
              </p:cNvSpPr>
              <p:nvPr/>
            </p:nvSpPr>
            <p:spPr bwMode="auto">
              <a:xfrm>
                <a:off x="3314" y="1244"/>
                <a:ext cx="140" cy="130"/>
              </a:xfrm>
              <a:custGeom>
                <a:avLst/>
                <a:gdLst>
                  <a:gd name="T0" fmla="*/ 3 w 140"/>
                  <a:gd name="T1" fmla="*/ 130 h 130"/>
                  <a:gd name="T2" fmla="*/ 0 w 140"/>
                  <a:gd name="T3" fmla="*/ 130 h 130"/>
                  <a:gd name="T4" fmla="*/ 137 w 140"/>
                  <a:gd name="T5" fmla="*/ 0 h 130"/>
                  <a:gd name="T6" fmla="*/ 140 w 140"/>
                  <a:gd name="T7" fmla="*/ 0 h 130"/>
                  <a:gd name="T8" fmla="*/ 3 w 140"/>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0">
                    <a:moveTo>
                      <a:pt x="3" y="130"/>
                    </a:moveTo>
                    <a:lnTo>
                      <a:pt x="0" y="130"/>
                    </a:lnTo>
                    <a:lnTo>
                      <a:pt x="137" y="0"/>
                    </a:lnTo>
                    <a:lnTo>
                      <a:pt x="140" y="0"/>
                    </a:lnTo>
                    <a:lnTo>
                      <a:pt x="3"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8" name="Freeform 22">
                <a:extLst>
                  <a:ext uri="{FF2B5EF4-FFF2-40B4-BE49-F238E27FC236}">
                    <a16:creationId xmlns:a16="http://schemas.microsoft.com/office/drawing/2014/main" id="{A3B1B597-2022-3457-E796-8D0F81CBEF7C}"/>
                  </a:ext>
                </a:extLst>
              </p:cNvPr>
              <p:cNvSpPr>
                <a:spLocks/>
              </p:cNvSpPr>
              <p:nvPr/>
            </p:nvSpPr>
            <p:spPr bwMode="auto">
              <a:xfrm>
                <a:off x="3305" y="1244"/>
                <a:ext cx="146" cy="131"/>
              </a:xfrm>
              <a:custGeom>
                <a:avLst/>
                <a:gdLst>
                  <a:gd name="T0" fmla="*/ 9 w 146"/>
                  <a:gd name="T1" fmla="*/ 130 h 131"/>
                  <a:gd name="T2" fmla="*/ 0 w 146"/>
                  <a:gd name="T3" fmla="*/ 131 h 131"/>
                  <a:gd name="T4" fmla="*/ 137 w 146"/>
                  <a:gd name="T5" fmla="*/ 1 h 131"/>
                  <a:gd name="T6" fmla="*/ 146 w 146"/>
                  <a:gd name="T7" fmla="*/ 0 h 131"/>
                  <a:gd name="T8" fmla="*/ 9 w 146"/>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1">
                    <a:moveTo>
                      <a:pt x="9" y="130"/>
                    </a:moveTo>
                    <a:lnTo>
                      <a:pt x="0" y="131"/>
                    </a:lnTo>
                    <a:lnTo>
                      <a:pt x="137" y="1"/>
                    </a:lnTo>
                    <a:lnTo>
                      <a:pt x="146" y="0"/>
                    </a:lnTo>
                    <a:lnTo>
                      <a:pt x="9"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59" name="Line 23">
                <a:extLst>
                  <a:ext uri="{FF2B5EF4-FFF2-40B4-BE49-F238E27FC236}">
                    <a16:creationId xmlns:a16="http://schemas.microsoft.com/office/drawing/2014/main" id="{EE2BBCC4-E828-3F32-796C-7B99E09D4327}"/>
                  </a:ext>
                </a:extLst>
              </p:cNvPr>
              <p:cNvSpPr>
                <a:spLocks noChangeShapeType="1"/>
              </p:cNvSpPr>
              <p:nvPr/>
            </p:nvSpPr>
            <p:spPr bwMode="auto">
              <a:xfrm flipV="1">
                <a:off x="3314" y="1244"/>
                <a:ext cx="137" cy="130"/>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0" name="Freeform 24">
                <a:extLst>
                  <a:ext uri="{FF2B5EF4-FFF2-40B4-BE49-F238E27FC236}">
                    <a16:creationId xmlns:a16="http://schemas.microsoft.com/office/drawing/2014/main" id="{B5E17E75-FC9E-4E09-2D79-0614759742FE}"/>
                  </a:ext>
                </a:extLst>
              </p:cNvPr>
              <p:cNvSpPr>
                <a:spLocks/>
              </p:cNvSpPr>
              <p:nvPr/>
            </p:nvSpPr>
            <p:spPr bwMode="auto">
              <a:xfrm>
                <a:off x="3309" y="1244"/>
                <a:ext cx="142" cy="131"/>
              </a:xfrm>
              <a:custGeom>
                <a:avLst/>
                <a:gdLst>
                  <a:gd name="T0" fmla="*/ 5 w 142"/>
                  <a:gd name="T1" fmla="*/ 130 h 131"/>
                  <a:gd name="T2" fmla="*/ 0 w 142"/>
                  <a:gd name="T3" fmla="*/ 131 h 131"/>
                  <a:gd name="T4" fmla="*/ 138 w 142"/>
                  <a:gd name="T5" fmla="*/ 1 h 131"/>
                  <a:gd name="T6" fmla="*/ 142 w 142"/>
                  <a:gd name="T7" fmla="*/ 0 h 131"/>
                  <a:gd name="T8" fmla="*/ 5 w 142"/>
                  <a:gd name="T9" fmla="*/ 130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1">
                    <a:moveTo>
                      <a:pt x="5" y="130"/>
                    </a:moveTo>
                    <a:lnTo>
                      <a:pt x="0" y="131"/>
                    </a:lnTo>
                    <a:lnTo>
                      <a:pt x="138" y="1"/>
                    </a:lnTo>
                    <a:lnTo>
                      <a:pt x="142" y="0"/>
                    </a:lnTo>
                    <a:lnTo>
                      <a:pt x="5"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1" name="Freeform 25">
                <a:extLst>
                  <a:ext uri="{FF2B5EF4-FFF2-40B4-BE49-F238E27FC236}">
                    <a16:creationId xmlns:a16="http://schemas.microsoft.com/office/drawing/2014/main" id="{D93BD688-9323-5352-3B44-192C7F79F03A}"/>
                  </a:ext>
                </a:extLst>
              </p:cNvPr>
              <p:cNvSpPr>
                <a:spLocks/>
              </p:cNvSpPr>
              <p:nvPr/>
            </p:nvSpPr>
            <p:spPr bwMode="auto">
              <a:xfrm>
                <a:off x="3305" y="1245"/>
                <a:ext cx="142" cy="130"/>
              </a:xfrm>
              <a:custGeom>
                <a:avLst/>
                <a:gdLst>
                  <a:gd name="T0" fmla="*/ 4 w 142"/>
                  <a:gd name="T1" fmla="*/ 130 h 130"/>
                  <a:gd name="T2" fmla="*/ 0 w 142"/>
                  <a:gd name="T3" fmla="*/ 130 h 130"/>
                  <a:gd name="T4" fmla="*/ 137 w 142"/>
                  <a:gd name="T5" fmla="*/ 0 h 130"/>
                  <a:gd name="T6" fmla="*/ 142 w 142"/>
                  <a:gd name="T7" fmla="*/ 0 h 130"/>
                  <a:gd name="T8" fmla="*/ 4 w 142"/>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0">
                    <a:moveTo>
                      <a:pt x="4" y="130"/>
                    </a:moveTo>
                    <a:lnTo>
                      <a:pt x="0" y="130"/>
                    </a:lnTo>
                    <a:lnTo>
                      <a:pt x="137" y="0"/>
                    </a:lnTo>
                    <a:lnTo>
                      <a:pt x="142" y="0"/>
                    </a:lnTo>
                    <a:lnTo>
                      <a:pt x="4" y="130"/>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2" name="Freeform 26">
                <a:extLst>
                  <a:ext uri="{FF2B5EF4-FFF2-40B4-BE49-F238E27FC236}">
                    <a16:creationId xmlns:a16="http://schemas.microsoft.com/office/drawing/2014/main" id="{A1BFC97F-C6BC-B262-2311-F060545CCCCD}"/>
                  </a:ext>
                </a:extLst>
              </p:cNvPr>
              <p:cNvSpPr>
                <a:spLocks/>
              </p:cNvSpPr>
              <p:nvPr/>
            </p:nvSpPr>
            <p:spPr bwMode="auto">
              <a:xfrm>
                <a:off x="3303" y="1245"/>
                <a:ext cx="139" cy="133"/>
              </a:xfrm>
              <a:custGeom>
                <a:avLst/>
                <a:gdLst>
                  <a:gd name="T0" fmla="*/ 2 w 139"/>
                  <a:gd name="T1" fmla="*/ 130 h 133"/>
                  <a:gd name="T2" fmla="*/ 0 w 139"/>
                  <a:gd name="T3" fmla="*/ 133 h 133"/>
                  <a:gd name="T4" fmla="*/ 137 w 139"/>
                  <a:gd name="T5" fmla="*/ 2 h 133"/>
                  <a:gd name="T6" fmla="*/ 139 w 139"/>
                  <a:gd name="T7" fmla="*/ 0 h 133"/>
                  <a:gd name="T8" fmla="*/ 2 w 139"/>
                  <a:gd name="T9" fmla="*/ 130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3">
                    <a:moveTo>
                      <a:pt x="2" y="130"/>
                    </a:moveTo>
                    <a:lnTo>
                      <a:pt x="0" y="133"/>
                    </a:lnTo>
                    <a:lnTo>
                      <a:pt x="137" y="2"/>
                    </a:lnTo>
                    <a:lnTo>
                      <a:pt x="139" y="0"/>
                    </a:lnTo>
                    <a:lnTo>
                      <a:pt x="2" y="130"/>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3" name="Line 27">
                <a:extLst>
                  <a:ext uri="{FF2B5EF4-FFF2-40B4-BE49-F238E27FC236}">
                    <a16:creationId xmlns:a16="http://schemas.microsoft.com/office/drawing/2014/main" id="{043819A7-369F-B881-8699-2BC145162B3F}"/>
                  </a:ext>
                </a:extLst>
              </p:cNvPr>
              <p:cNvSpPr>
                <a:spLocks noChangeShapeType="1"/>
              </p:cNvSpPr>
              <p:nvPr/>
            </p:nvSpPr>
            <p:spPr bwMode="auto">
              <a:xfrm flipV="1">
                <a:off x="3305" y="1245"/>
                <a:ext cx="137" cy="130"/>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4" name="Freeform 28">
                <a:extLst>
                  <a:ext uri="{FF2B5EF4-FFF2-40B4-BE49-F238E27FC236}">
                    <a16:creationId xmlns:a16="http://schemas.microsoft.com/office/drawing/2014/main" id="{6244F756-ADAD-FEF6-2909-C8B468611DD7}"/>
                  </a:ext>
                </a:extLst>
              </p:cNvPr>
              <p:cNvSpPr>
                <a:spLocks/>
              </p:cNvSpPr>
              <p:nvPr/>
            </p:nvSpPr>
            <p:spPr bwMode="auto">
              <a:xfrm>
                <a:off x="3281" y="1633"/>
                <a:ext cx="144" cy="137"/>
              </a:xfrm>
              <a:custGeom>
                <a:avLst/>
                <a:gdLst>
                  <a:gd name="T0" fmla="*/ 6 w 144"/>
                  <a:gd name="T1" fmla="*/ 130 h 137"/>
                  <a:gd name="T2" fmla="*/ 0 w 144"/>
                  <a:gd name="T3" fmla="*/ 137 h 137"/>
                  <a:gd name="T4" fmla="*/ 137 w 144"/>
                  <a:gd name="T5" fmla="*/ 6 h 137"/>
                  <a:gd name="T6" fmla="*/ 144 w 144"/>
                  <a:gd name="T7" fmla="*/ 0 h 137"/>
                  <a:gd name="T8" fmla="*/ 6 w 144"/>
                  <a:gd name="T9" fmla="*/ 130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7">
                    <a:moveTo>
                      <a:pt x="6" y="130"/>
                    </a:moveTo>
                    <a:lnTo>
                      <a:pt x="0" y="137"/>
                    </a:lnTo>
                    <a:lnTo>
                      <a:pt x="137" y="6"/>
                    </a:lnTo>
                    <a:lnTo>
                      <a:pt x="144" y="0"/>
                    </a:lnTo>
                    <a:lnTo>
                      <a:pt x="6" y="130"/>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5" name="Line 29">
                <a:extLst>
                  <a:ext uri="{FF2B5EF4-FFF2-40B4-BE49-F238E27FC236}">
                    <a16:creationId xmlns:a16="http://schemas.microsoft.com/office/drawing/2014/main" id="{E320C771-28D3-E843-0233-8D22CB8F0AAA}"/>
                  </a:ext>
                </a:extLst>
              </p:cNvPr>
              <p:cNvSpPr>
                <a:spLocks noChangeShapeType="1"/>
              </p:cNvSpPr>
              <p:nvPr/>
            </p:nvSpPr>
            <p:spPr bwMode="auto">
              <a:xfrm flipV="1">
                <a:off x="3287" y="1633"/>
                <a:ext cx="138" cy="130"/>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6" name="Freeform 30">
                <a:extLst>
                  <a:ext uri="{FF2B5EF4-FFF2-40B4-BE49-F238E27FC236}">
                    <a16:creationId xmlns:a16="http://schemas.microsoft.com/office/drawing/2014/main" id="{B3FD66E1-6154-430E-8B04-0E24D47ADA1D}"/>
                  </a:ext>
                </a:extLst>
              </p:cNvPr>
              <p:cNvSpPr>
                <a:spLocks/>
              </p:cNvSpPr>
              <p:nvPr/>
            </p:nvSpPr>
            <p:spPr bwMode="auto">
              <a:xfrm>
                <a:off x="3275" y="1639"/>
                <a:ext cx="143" cy="134"/>
              </a:xfrm>
              <a:custGeom>
                <a:avLst/>
                <a:gdLst>
                  <a:gd name="T0" fmla="*/ 6 w 143"/>
                  <a:gd name="T1" fmla="*/ 131 h 134"/>
                  <a:gd name="T2" fmla="*/ 0 w 143"/>
                  <a:gd name="T3" fmla="*/ 134 h 134"/>
                  <a:gd name="T4" fmla="*/ 137 w 143"/>
                  <a:gd name="T5" fmla="*/ 4 h 134"/>
                  <a:gd name="T6" fmla="*/ 143 w 143"/>
                  <a:gd name="T7" fmla="*/ 0 h 134"/>
                  <a:gd name="T8" fmla="*/ 6 w 143"/>
                  <a:gd name="T9" fmla="*/ 131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4">
                    <a:moveTo>
                      <a:pt x="6" y="131"/>
                    </a:moveTo>
                    <a:lnTo>
                      <a:pt x="0" y="134"/>
                    </a:lnTo>
                    <a:lnTo>
                      <a:pt x="137" y="4"/>
                    </a:lnTo>
                    <a:lnTo>
                      <a:pt x="143" y="0"/>
                    </a:lnTo>
                    <a:lnTo>
                      <a:pt x="6"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7" name="Line 31">
                <a:extLst>
                  <a:ext uri="{FF2B5EF4-FFF2-40B4-BE49-F238E27FC236}">
                    <a16:creationId xmlns:a16="http://schemas.microsoft.com/office/drawing/2014/main" id="{8FD6BC36-F5DD-5CA2-6A7F-EF5B99CF745B}"/>
                  </a:ext>
                </a:extLst>
              </p:cNvPr>
              <p:cNvSpPr>
                <a:spLocks noChangeShapeType="1"/>
              </p:cNvSpPr>
              <p:nvPr/>
            </p:nvSpPr>
            <p:spPr bwMode="auto">
              <a:xfrm flipV="1">
                <a:off x="3281" y="1639"/>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68" name="Freeform 32">
                <a:extLst>
                  <a:ext uri="{FF2B5EF4-FFF2-40B4-BE49-F238E27FC236}">
                    <a16:creationId xmlns:a16="http://schemas.microsoft.com/office/drawing/2014/main" id="{B1F01BD5-0445-737E-7E1D-BDB8E71023AC}"/>
                  </a:ext>
                </a:extLst>
              </p:cNvPr>
              <p:cNvSpPr>
                <a:spLocks/>
              </p:cNvSpPr>
              <p:nvPr/>
            </p:nvSpPr>
            <p:spPr bwMode="auto">
              <a:xfrm>
                <a:off x="5313" y="1558"/>
                <a:ext cx="145" cy="215"/>
              </a:xfrm>
              <a:custGeom>
                <a:avLst/>
                <a:gdLst>
                  <a:gd name="T0" fmla="*/ 0 w 145"/>
                  <a:gd name="T1" fmla="*/ 215 h 215"/>
                  <a:gd name="T2" fmla="*/ 8 w 145"/>
                  <a:gd name="T3" fmla="*/ 130 h 215"/>
                  <a:gd name="T4" fmla="*/ 145 w 145"/>
                  <a:gd name="T5" fmla="*/ 0 h 215"/>
                  <a:gd name="T6" fmla="*/ 137 w 145"/>
                  <a:gd name="T7" fmla="*/ 85 h 215"/>
                  <a:gd name="T8" fmla="*/ 0 w 145"/>
                  <a:gd name="T9" fmla="*/ 215 h 21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15">
                    <a:moveTo>
                      <a:pt x="0" y="215"/>
                    </a:moveTo>
                    <a:lnTo>
                      <a:pt x="8" y="130"/>
                    </a:lnTo>
                    <a:lnTo>
                      <a:pt x="145" y="0"/>
                    </a:lnTo>
                    <a:lnTo>
                      <a:pt x="137" y="85"/>
                    </a:lnTo>
                    <a:lnTo>
                      <a:pt x="0" y="215"/>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69" name="Line 33">
                <a:extLst>
                  <a:ext uri="{FF2B5EF4-FFF2-40B4-BE49-F238E27FC236}">
                    <a16:creationId xmlns:a16="http://schemas.microsoft.com/office/drawing/2014/main" id="{68FEFE97-7B98-68DA-A7F7-EAD8F6DF6BB4}"/>
                  </a:ext>
                </a:extLst>
              </p:cNvPr>
              <p:cNvSpPr>
                <a:spLocks noChangeShapeType="1"/>
              </p:cNvSpPr>
              <p:nvPr/>
            </p:nvSpPr>
            <p:spPr bwMode="auto">
              <a:xfrm flipV="1">
                <a:off x="5313" y="1643"/>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0" name="Freeform 34">
                <a:extLst>
                  <a:ext uri="{FF2B5EF4-FFF2-40B4-BE49-F238E27FC236}">
                    <a16:creationId xmlns:a16="http://schemas.microsoft.com/office/drawing/2014/main" id="{E118908E-15F1-9CA0-7F6A-DB1F0D466D4F}"/>
                  </a:ext>
                </a:extLst>
              </p:cNvPr>
              <p:cNvSpPr>
                <a:spLocks/>
              </p:cNvSpPr>
              <p:nvPr/>
            </p:nvSpPr>
            <p:spPr bwMode="auto">
              <a:xfrm>
                <a:off x="5316" y="1539"/>
                <a:ext cx="142" cy="149"/>
              </a:xfrm>
              <a:custGeom>
                <a:avLst/>
                <a:gdLst>
                  <a:gd name="T0" fmla="*/ 5 w 142"/>
                  <a:gd name="T1" fmla="*/ 149 h 149"/>
                  <a:gd name="T2" fmla="*/ 0 w 142"/>
                  <a:gd name="T3" fmla="*/ 131 h 149"/>
                  <a:gd name="T4" fmla="*/ 137 w 142"/>
                  <a:gd name="T5" fmla="*/ 0 h 149"/>
                  <a:gd name="T6" fmla="*/ 142 w 142"/>
                  <a:gd name="T7" fmla="*/ 19 h 149"/>
                  <a:gd name="T8" fmla="*/ 5 w 142"/>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49">
                    <a:moveTo>
                      <a:pt x="5" y="149"/>
                    </a:moveTo>
                    <a:lnTo>
                      <a:pt x="0" y="131"/>
                    </a:lnTo>
                    <a:lnTo>
                      <a:pt x="137" y="0"/>
                    </a:lnTo>
                    <a:lnTo>
                      <a:pt x="142" y="19"/>
                    </a:lnTo>
                    <a:lnTo>
                      <a:pt x="5" y="149"/>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1" name="Line 35">
                <a:extLst>
                  <a:ext uri="{FF2B5EF4-FFF2-40B4-BE49-F238E27FC236}">
                    <a16:creationId xmlns:a16="http://schemas.microsoft.com/office/drawing/2014/main" id="{18713E3A-E54B-0D9B-CFA9-6C946535C6FA}"/>
                  </a:ext>
                </a:extLst>
              </p:cNvPr>
              <p:cNvSpPr>
                <a:spLocks noChangeShapeType="1"/>
              </p:cNvSpPr>
              <p:nvPr/>
            </p:nvSpPr>
            <p:spPr bwMode="auto">
              <a:xfrm flipV="1">
                <a:off x="5321" y="1558"/>
                <a:ext cx="137" cy="13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2" name="Freeform 36">
                <a:extLst>
                  <a:ext uri="{FF2B5EF4-FFF2-40B4-BE49-F238E27FC236}">
                    <a16:creationId xmlns:a16="http://schemas.microsoft.com/office/drawing/2014/main" id="{70E30E91-D6D1-3E02-31EF-3CE507F78512}"/>
                  </a:ext>
                </a:extLst>
              </p:cNvPr>
              <p:cNvSpPr>
                <a:spLocks/>
              </p:cNvSpPr>
              <p:nvPr/>
            </p:nvSpPr>
            <p:spPr bwMode="auto">
              <a:xfrm>
                <a:off x="5311" y="1519"/>
                <a:ext cx="142" cy="151"/>
              </a:xfrm>
              <a:custGeom>
                <a:avLst/>
                <a:gdLst>
                  <a:gd name="T0" fmla="*/ 5 w 142"/>
                  <a:gd name="T1" fmla="*/ 151 h 151"/>
                  <a:gd name="T2" fmla="*/ 0 w 142"/>
                  <a:gd name="T3" fmla="*/ 132 h 151"/>
                  <a:gd name="T4" fmla="*/ 137 w 142"/>
                  <a:gd name="T5" fmla="*/ 0 h 151"/>
                  <a:gd name="T6" fmla="*/ 142 w 142"/>
                  <a:gd name="T7" fmla="*/ 20 h 151"/>
                  <a:gd name="T8" fmla="*/ 5 w 142"/>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51">
                    <a:moveTo>
                      <a:pt x="5" y="151"/>
                    </a:moveTo>
                    <a:lnTo>
                      <a:pt x="0" y="132"/>
                    </a:lnTo>
                    <a:lnTo>
                      <a:pt x="137" y="0"/>
                    </a:lnTo>
                    <a:lnTo>
                      <a:pt x="142" y="20"/>
                    </a:lnTo>
                    <a:lnTo>
                      <a:pt x="5" y="151"/>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3" name="Line 37">
                <a:extLst>
                  <a:ext uri="{FF2B5EF4-FFF2-40B4-BE49-F238E27FC236}">
                    <a16:creationId xmlns:a16="http://schemas.microsoft.com/office/drawing/2014/main" id="{A25ED872-C6CC-FF6F-4A68-301AF774129D}"/>
                  </a:ext>
                </a:extLst>
              </p:cNvPr>
              <p:cNvSpPr>
                <a:spLocks noChangeShapeType="1"/>
              </p:cNvSpPr>
              <p:nvPr/>
            </p:nvSpPr>
            <p:spPr bwMode="auto">
              <a:xfrm flipV="1">
                <a:off x="5316" y="1539"/>
                <a:ext cx="137" cy="131"/>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4" name="Freeform 38">
                <a:extLst>
                  <a:ext uri="{FF2B5EF4-FFF2-40B4-BE49-F238E27FC236}">
                    <a16:creationId xmlns:a16="http://schemas.microsoft.com/office/drawing/2014/main" id="{D20F7D0B-376B-E610-10FF-D8B0F51E3B91}"/>
                  </a:ext>
                </a:extLst>
              </p:cNvPr>
              <p:cNvSpPr>
                <a:spLocks/>
              </p:cNvSpPr>
              <p:nvPr/>
            </p:nvSpPr>
            <p:spPr bwMode="auto">
              <a:xfrm>
                <a:off x="5307" y="1501"/>
                <a:ext cx="141" cy="150"/>
              </a:xfrm>
              <a:custGeom>
                <a:avLst/>
                <a:gdLst>
                  <a:gd name="T0" fmla="*/ 4 w 141"/>
                  <a:gd name="T1" fmla="*/ 150 h 150"/>
                  <a:gd name="T2" fmla="*/ 0 w 141"/>
                  <a:gd name="T3" fmla="*/ 131 h 150"/>
                  <a:gd name="T4" fmla="*/ 137 w 141"/>
                  <a:gd name="T5" fmla="*/ 0 h 150"/>
                  <a:gd name="T6" fmla="*/ 141 w 141"/>
                  <a:gd name="T7" fmla="*/ 18 h 150"/>
                  <a:gd name="T8" fmla="*/ 4 w 141"/>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50">
                    <a:moveTo>
                      <a:pt x="4" y="150"/>
                    </a:moveTo>
                    <a:lnTo>
                      <a:pt x="0" y="131"/>
                    </a:lnTo>
                    <a:lnTo>
                      <a:pt x="137" y="0"/>
                    </a:lnTo>
                    <a:lnTo>
                      <a:pt x="141" y="18"/>
                    </a:lnTo>
                    <a:lnTo>
                      <a:pt x="4" y="150"/>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5" name="Line 39">
                <a:extLst>
                  <a:ext uri="{FF2B5EF4-FFF2-40B4-BE49-F238E27FC236}">
                    <a16:creationId xmlns:a16="http://schemas.microsoft.com/office/drawing/2014/main" id="{B580B5BA-BA85-2D99-67BF-1A728AA59889}"/>
                  </a:ext>
                </a:extLst>
              </p:cNvPr>
              <p:cNvSpPr>
                <a:spLocks noChangeShapeType="1"/>
              </p:cNvSpPr>
              <p:nvPr/>
            </p:nvSpPr>
            <p:spPr bwMode="auto">
              <a:xfrm flipV="1">
                <a:off x="5311" y="1519"/>
                <a:ext cx="137" cy="132"/>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6" name="Freeform 40">
                <a:extLst>
                  <a:ext uri="{FF2B5EF4-FFF2-40B4-BE49-F238E27FC236}">
                    <a16:creationId xmlns:a16="http://schemas.microsoft.com/office/drawing/2014/main" id="{D9A77077-DD75-8BA1-9029-5F79C41A2D14}"/>
                  </a:ext>
                </a:extLst>
              </p:cNvPr>
              <p:cNvSpPr>
                <a:spLocks/>
              </p:cNvSpPr>
              <p:nvPr/>
            </p:nvSpPr>
            <p:spPr bwMode="auto">
              <a:xfrm>
                <a:off x="5304" y="1481"/>
                <a:ext cx="140" cy="151"/>
              </a:xfrm>
              <a:custGeom>
                <a:avLst/>
                <a:gdLst>
                  <a:gd name="T0" fmla="*/ 3 w 140"/>
                  <a:gd name="T1" fmla="*/ 151 h 151"/>
                  <a:gd name="T2" fmla="*/ 0 w 140"/>
                  <a:gd name="T3" fmla="*/ 131 h 151"/>
                  <a:gd name="T4" fmla="*/ 137 w 140"/>
                  <a:gd name="T5" fmla="*/ 0 h 151"/>
                  <a:gd name="T6" fmla="*/ 140 w 140"/>
                  <a:gd name="T7" fmla="*/ 20 h 151"/>
                  <a:gd name="T8" fmla="*/ 3 w 140"/>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1">
                    <a:moveTo>
                      <a:pt x="3" y="151"/>
                    </a:moveTo>
                    <a:lnTo>
                      <a:pt x="0" y="131"/>
                    </a:lnTo>
                    <a:lnTo>
                      <a:pt x="137" y="0"/>
                    </a:lnTo>
                    <a:lnTo>
                      <a:pt x="140" y="20"/>
                    </a:lnTo>
                    <a:lnTo>
                      <a:pt x="3" y="15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7" name="Line 41">
                <a:extLst>
                  <a:ext uri="{FF2B5EF4-FFF2-40B4-BE49-F238E27FC236}">
                    <a16:creationId xmlns:a16="http://schemas.microsoft.com/office/drawing/2014/main" id="{5D5C48E3-8856-E214-890B-4ED393950B90}"/>
                  </a:ext>
                </a:extLst>
              </p:cNvPr>
              <p:cNvSpPr>
                <a:spLocks noChangeShapeType="1"/>
              </p:cNvSpPr>
              <p:nvPr/>
            </p:nvSpPr>
            <p:spPr bwMode="auto">
              <a:xfrm flipV="1">
                <a:off x="5307" y="150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78" name="Freeform 42">
                <a:extLst>
                  <a:ext uri="{FF2B5EF4-FFF2-40B4-BE49-F238E27FC236}">
                    <a16:creationId xmlns:a16="http://schemas.microsoft.com/office/drawing/2014/main" id="{DD79B3EE-947E-1800-D04B-9E77BAB3589F}"/>
                  </a:ext>
                </a:extLst>
              </p:cNvPr>
              <p:cNvSpPr>
                <a:spLocks/>
              </p:cNvSpPr>
              <p:nvPr/>
            </p:nvSpPr>
            <p:spPr bwMode="auto">
              <a:xfrm>
                <a:off x="5302" y="1442"/>
                <a:ext cx="139" cy="170"/>
              </a:xfrm>
              <a:custGeom>
                <a:avLst/>
                <a:gdLst>
                  <a:gd name="T0" fmla="*/ 2 w 139"/>
                  <a:gd name="T1" fmla="*/ 170 h 170"/>
                  <a:gd name="T2" fmla="*/ 0 w 139"/>
                  <a:gd name="T3" fmla="*/ 130 h 170"/>
                  <a:gd name="T4" fmla="*/ 137 w 139"/>
                  <a:gd name="T5" fmla="*/ 0 h 170"/>
                  <a:gd name="T6" fmla="*/ 139 w 139"/>
                  <a:gd name="T7" fmla="*/ 39 h 170"/>
                  <a:gd name="T8" fmla="*/ 2 w 139"/>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0">
                    <a:moveTo>
                      <a:pt x="2" y="170"/>
                    </a:moveTo>
                    <a:lnTo>
                      <a:pt x="0" y="130"/>
                    </a:lnTo>
                    <a:lnTo>
                      <a:pt x="137" y="0"/>
                    </a:lnTo>
                    <a:lnTo>
                      <a:pt x="139" y="39"/>
                    </a:lnTo>
                    <a:lnTo>
                      <a:pt x="2"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79" name="Line 43">
                <a:extLst>
                  <a:ext uri="{FF2B5EF4-FFF2-40B4-BE49-F238E27FC236}">
                    <a16:creationId xmlns:a16="http://schemas.microsoft.com/office/drawing/2014/main" id="{9040DAA1-2E60-05AD-9F25-72B1A11B7419}"/>
                  </a:ext>
                </a:extLst>
              </p:cNvPr>
              <p:cNvSpPr>
                <a:spLocks noChangeShapeType="1"/>
              </p:cNvSpPr>
              <p:nvPr/>
            </p:nvSpPr>
            <p:spPr bwMode="auto">
              <a:xfrm flipV="1">
                <a:off x="5304" y="148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0" name="Freeform 44">
                <a:extLst>
                  <a:ext uri="{FF2B5EF4-FFF2-40B4-BE49-F238E27FC236}">
                    <a16:creationId xmlns:a16="http://schemas.microsoft.com/office/drawing/2014/main" id="{8578EB04-438E-C2A1-EADF-A02B089F8461}"/>
                  </a:ext>
                </a:extLst>
              </p:cNvPr>
              <p:cNvSpPr>
                <a:spLocks/>
              </p:cNvSpPr>
              <p:nvPr/>
            </p:nvSpPr>
            <p:spPr bwMode="auto">
              <a:xfrm>
                <a:off x="5302" y="1401"/>
                <a:ext cx="137" cy="171"/>
              </a:xfrm>
              <a:custGeom>
                <a:avLst/>
                <a:gdLst>
                  <a:gd name="T0" fmla="*/ 0 w 137"/>
                  <a:gd name="T1" fmla="*/ 171 h 171"/>
                  <a:gd name="T2" fmla="*/ 0 w 137"/>
                  <a:gd name="T3" fmla="*/ 131 h 171"/>
                  <a:gd name="T4" fmla="*/ 137 w 137"/>
                  <a:gd name="T5" fmla="*/ 0 h 171"/>
                  <a:gd name="T6" fmla="*/ 137 w 137"/>
                  <a:gd name="T7" fmla="*/ 41 h 171"/>
                  <a:gd name="T8" fmla="*/ 0 w 137"/>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7" h="171">
                    <a:moveTo>
                      <a:pt x="0" y="171"/>
                    </a:moveTo>
                    <a:lnTo>
                      <a:pt x="0" y="131"/>
                    </a:lnTo>
                    <a:lnTo>
                      <a:pt x="137" y="0"/>
                    </a:lnTo>
                    <a:lnTo>
                      <a:pt x="137" y="41"/>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1" name="Line 45">
                <a:extLst>
                  <a:ext uri="{FF2B5EF4-FFF2-40B4-BE49-F238E27FC236}">
                    <a16:creationId xmlns:a16="http://schemas.microsoft.com/office/drawing/2014/main" id="{BE4CD069-69C6-A2BF-2A88-2DAC9A4D6C76}"/>
                  </a:ext>
                </a:extLst>
              </p:cNvPr>
              <p:cNvSpPr>
                <a:spLocks noChangeShapeType="1"/>
              </p:cNvSpPr>
              <p:nvPr/>
            </p:nvSpPr>
            <p:spPr bwMode="auto">
              <a:xfrm flipV="1">
                <a:off x="5302" y="1442"/>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2" name="Freeform 46">
                <a:extLst>
                  <a:ext uri="{FF2B5EF4-FFF2-40B4-BE49-F238E27FC236}">
                    <a16:creationId xmlns:a16="http://schemas.microsoft.com/office/drawing/2014/main" id="{7AD678A7-E483-82F8-ED97-C3B5621F0361}"/>
                  </a:ext>
                </a:extLst>
              </p:cNvPr>
              <p:cNvSpPr>
                <a:spLocks/>
              </p:cNvSpPr>
              <p:nvPr/>
            </p:nvSpPr>
            <p:spPr bwMode="auto">
              <a:xfrm>
                <a:off x="5302" y="1361"/>
                <a:ext cx="139" cy="171"/>
              </a:xfrm>
              <a:custGeom>
                <a:avLst/>
                <a:gdLst>
                  <a:gd name="T0" fmla="*/ 0 w 139"/>
                  <a:gd name="T1" fmla="*/ 171 h 171"/>
                  <a:gd name="T2" fmla="*/ 2 w 139"/>
                  <a:gd name="T3" fmla="*/ 130 h 171"/>
                  <a:gd name="T4" fmla="*/ 139 w 139"/>
                  <a:gd name="T5" fmla="*/ 0 h 171"/>
                  <a:gd name="T6" fmla="*/ 137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2" y="130"/>
                    </a:lnTo>
                    <a:lnTo>
                      <a:pt x="139" y="0"/>
                    </a:lnTo>
                    <a:lnTo>
                      <a:pt x="137"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3" name="Line 47">
                <a:extLst>
                  <a:ext uri="{FF2B5EF4-FFF2-40B4-BE49-F238E27FC236}">
                    <a16:creationId xmlns:a16="http://schemas.microsoft.com/office/drawing/2014/main" id="{82FA6AAF-099D-DD35-FFF7-DCECE8894267}"/>
                  </a:ext>
                </a:extLst>
              </p:cNvPr>
              <p:cNvSpPr>
                <a:spLocks noChangeShapeType="1"/>
              </p:cNvSpPr>
              <p:nvPr/>
            </p:nvSpPr>
            <p:spPr bwMode="auto">
              <a:xfrm flipV="1">
                <a:off x="5302" y="140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4" name="Freeform 48">
                <a:extLst>
                  <a:ext uri="{FF2B5EF4-FFF2-40B4-BE49-F238E27FC236}">
                    <a16:creationId xmlns:a16="http://schemas.microsoft.com/office/drawing/2014/main" id="{B8640463-6546-C6A0-FAE3-2648C4D36F0F}"/>
                  </a:ext>
                </a:extLst>
              </p:cNvPr>
              <p:cNvSpPr>
                <a:spLocks/>
              </p:cNvSpPr>
              <p:nvPr/>
            </p:nvSpPr>
            <p:spPr bwMode="auto">
              <a:xfrm>
                <a:off x="5304" y="1321"/>
                <a:ext cx="140" cy="170"/>
              </a:xfrm>
              <a:custGeom>
                <a:avLst/>
                <a:gdLst>
                  <a:gd name="T0" fmla="*/ 0 w 140"/>
                  <a:gd name="T1" fmla="*/ 170 h 170"/>
                  <a:gd name="T2" fmla="*/ 3 w 140"/>
                  <a:gd name="T3" fmla="*/ 131 h 170"/>
                  <a:gd name="T4" fmla="*/ 140 w 140"/>
                  <a:gd name="T5" fmla="*/ 0 h 170"/>
                  <a:gd name="T6" fmla="*/ 137 w 140"/>
                  <a:gd name="T7" fmla="*/ 40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3" y="131"/>
                    </a:lnTo>
                    <a:lnTo>
                      <a:pt x="140" y="0"/>
                    </a:lnTo>
                    <a:lnTo>
                      <a:pt x="137" y="40"/>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5" name="Line 49">
                <a:extLst>
                  <a:ext uri="{FF2B5EF4-FFF2-40B4-BE49-F238E27FC236}">
                    <a16:creationId xmlns:a16="http://schemas.microsoft.com/office/drawing/2014/main" id="{385802DC-EAD4-F315-5F77-9EC85BEECFE3}"/>
                  </a:ext>
                </a:extLst>
              </p:cNvPr>
              <p:cNvSpPr>
                <a:spLocks noChangeShapeType="1"/>
              </p:cNvSpPr>
              <p:nvPr/>
            </p:nvSpPr>
            <p:spPr bwMode="auto">
              <a:xfrm flipV="1">
                <a:off x="5304" y="1361"/>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6" name="Freeform 50">
                <a:extLst>
                  <a:ext uri="{FF2B5EF4-FFF2-40B4-BE49-F238E27FC236}">
                    <a16:creationId xmlns:a16="http://schemas.microsoft.com/office/drawing/2014/main" id="{80341B57-D53F-5DFD-3441-B2D2338CA9EB}"/>
                  </a:ext>
                </a:extLst>
              </p:cNvPr>
              <p:cNvSpPr>
                <a:spLocks/>
              </p:cNvSpPr>
              <p:nvPr/>
            </p:nvSpPr>
            <p:spPr bwMode="auto">
              <a:xfrm>
                <a:off x="5307" y="1242"/>
                <a:ext cx="143" cy="210"/>
              </a:xfrm>
              <a:custGeom>
                <a:avLst/>
                <a:gdLst>
                  <a:gd name="T0" fmla="*/ 0 w 143"/>
                  <a:gd name="T1" fmla="*/ 210 h 210"/>
                  <a:gd name="T2" fmla="*/ 6 w 143"/>
                  <a:gd name="T3" fmla="*/ 131 h 210"/>
                  <a:gd name="T4" fmla="*/ 143 w 143"/>
                  <a:gd name="T5" fmla="*/ 0 h 210"/>
                  <a:gd name="T6" fmla="*/ 137 w 143"/>
                  <a:gd name="T7" fmla="*/ 79 h 210"/>
                  <a:gd name="T8" fmla="*/ 0 w 143"/>
                  <a:gd name="T9" fmla="*/ 21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10">
                    <a:moveTo>
                      <a:pt x="0" y="210"/>
                    </a:moveTo>
                    <a:lnTo>
                      <a:pt x="6" y="131"/>
                    </a:lnTo>
                    <a:lnTo>
                      <a:pt x="143" y="0"/>
                    </a:lnTo>
                    <a:lnTo>
                      <a:pt x="137" y="79"/>
                    </a:lnTo>
                    <a:lnTo>
                      <a:pt x="0" y="21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7" name="Line 51">
                <a:extLst>
                  <a:ext uri="{FF2B5EF4-FFF2-40B4-BE49-F238E27FC236}">
                    <a16:creationId xmlns:a16="http://schemas.microsoft.com/office/drawing/2014/main" id="{5A17F99C-BCE2-63F6-5E37-81862AB9B6BD}"/>
                  </a:ext>
                </a:extLst>
              </p:cNvPr>
              <p:cNvSpPr>
                <a:spLocks noChangeShapeType="1"/>
              </p:cNvSpPr>
              <p:nvPr/>
            </p:nvSpPr>
            <p:spPr bwMode="auto">
              <a:xfrm flipV="1">
                <a:off x="5307" y="1321"/>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88" name="Freeform 52">
                <a:extLst>
                  <a:ext uri="{FF2B5EF4-FFF2-40B4-BE49-F238E27FC236}">
                    <a16:creationId xmlns:a16="http://schemas.microsoft.com/office/drawing/2014/main" id="{244B04F5-B7C9-9E78-4891-64D499CE324B}"/>
                  </a:ext>
                </a:extLst>
              </p:cNvPr>
              <p:cNvSpPr>
                <a:spLocks/>
              </p:cNvSpPr>
              <p:nvPr/>
            </p:nvSpPr>
            <p:spPr bwMode="auto">
              <a:xfrm>
                <a:off x="3332" y="1242"/>
                <a:ext cx="2118" cy="131"/>
              </a:xfrm>
              <a:custGeom>
                <a:avLst/>
                <a:gdLst>
                  <a:gd name="T0" fmla="*/ 1981 w 2118"/>
                  <a:gd name="T1" fmla="*/ 131 h 131"/>
                  <a:gd name="T2" fmla="*/ 0 w 2118"/>
                  <a:gd name="T3" fmla="*/ 131 h 131"/>
                  <a:gd name="T4" fmla="*/ 137 w 2118"/>
                  <a:gd name="T5" fmla="*/ 0 h 131"/>
                  <a:gd name="T6" fmla="*/ 2118 w 2118"/>
                  <a:gd name="T7" fmla="*/ 0 h 131"/>
                  <a:gd name="T8" fmla="*/ 1981 w 211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1">
                    <a:moveTo>
                      <a:pt x="1981" y="131"/>
                    </a:moveTo>
                    <a:lnTo>
                      <a:pt x="0" y="131"/>
                    </a:lnTo>
                    <a:lnTo>
                      <a:pt x="137" y="0"/>
                    </a:lnTo>
                    <a:lnTo>
                      <a:pt x="2118" y="0"/>
                    </a:lnTo>
                    <a:lnTo>
                      <a:pt x="1981"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89" name="Line 53">
                <a:extLst>
                  <a:ext uri="{FF2B5EF4-FFF2-40B4-BE49-F238E27FC236}">
                    <a16:creationId xmlns:a16="http://schemas.microsoft.com/office/drawing/2014/main" id="{95A769D0-4AE8-5D0E-31F7-6AA2003053C0}"/>
                  </a:ext>
                </a:extLst>
              </p:cNvPr>
              <p:cNvSpPr>
                <a:spLocks noChangeShapeType="1"/>
              </p:cNvSpPr>
              <p:nvPr/>
            </p:nvSpPr>
            <p:spPr bwMode="auto">
              <a:xfrm flipV="1">
                <a:off x="5313" y="1242"/>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0" name="Freeform 54">
                <a:extLst>
                  <a:ext uri="{FF2B5EF4-FFF2-40B4-BE49-F238E27FC236}">
                    <a16:creationId xmlns:a16="http://schemas.microsoft.com/office/drawing/2014/main" id="{4799FC55-3187-DF7D-847A-75B42E251DF0}"/>
                  </a:ext>
                </a:extLst>
              </p:cNvPr>
              <p:cNvSpPr>
                <a:spLocks/>
              </p:cNvSpPr>
              <p:nvPr/>
            </p:nvSpPr>
            <p:spPr bwMode="auto">
              <a:xfrm>
                <a:off x="3274" y="1373"/>
                <a:ext cx="2047" cy="406"/>
              </a:xfrm>
              <a:custGeom>
                <a:avLst/>
                <a:gdLst>
                  <a:gd name="T0" fmla="*/ 49 w 2047"/>
                  <a:gd name="T1" fmla="*/ 1 h 406"/>
                  <a:gd name="T2" fmla="*/ 31 w 2047"/>
                  <a:gd name="T3" fmla="*/ 2 h 406"/>
                  <a:gd name="T4" fmla="*/ 26 w 2047"/>
                  <a:gd name="T5" fmla="*/ 7 h 406"/>
                  <a:gd name="T6" fmla="*/ 21 w 2047"/>
                  <a:gd name="T7" fmla="*/ 20 h 406"/>
                  <a:gd name="T8" fmla="*/ 18 w 2047"/>
                  <a:gd name="T9" fmla="*/ 47 h 406"/>
                  <a:gd name="T10" fmla="*/ 13 w 2047"/>
                  <a:gd name="T11" fmla="*/ 92 h 406"/>
                  <a:gd name="T12" fmla="*/ 7 w 2047"/>
                  <a:gd name="T13" fmla="*/ 151 h 406"/>
                  <a:gd name="T14" fmla="*/ 5 w 2047"/>
                  <a:gd name="T15" fmla="*/ 209 h 406"/>
                  <a:gd name="T16" fmla="*/ 9 w 2047"/>
                  <a:gd name="T17" fmla="*/ 299 h 406"/>
                  <a:gd name="T18" fmla="*/ 21 w 2047"/>
                  <a:gd name="T19" fmla="*/ 335 h 406"/>
                  <a:gd name="T20" fmla="*/ 26 w 2047"/>
                  <a:gd name="T21" fmla="*/ 362 h 406"/>
                  <a:gd name="T22" fmla="*/ 23 w 2047"/>
                  <a:gd name="T23" fmla="*/ 376 h 406"/>
                  <a:gd name="T24" fmla="*/ 14 w 2047"/>
                  <a:gd name="T25" fmla="*/ 390 h 406"/>
                  <a:gd name="T26" fmla="*/ 1 w 2047"/>
                  <a:gd name="T27" fmla="*/ 400 h 406"/>
                  <a:gd name="T28" fmla="*/ 5 w 2047"/>
                  <a:gd name="T29" fmla="*/ 400 h 406"/>
                  <a:gd name="T30" fmla="*/ 101 w 2047"/>
                  <a:gd name="T31" fmla="*/ 393 h 406"/>
                  <a:gd name="T32" fmla="*/ 179 w 2047"/>
                  <a:gd name="T33" fmla="*/ 390 h 406"/>
                  <a:gd name="T34" fmla="*/ 258 w 2047"/>
                  <a:gd name="T35" fmla="*/ 381 h 406"/>
                  <a:gd name="T36" fmla="*/ 303 w 2047"/>
                  <a:gd name="T37" fmla="*/ 372 h 406"/>
                  <a:gd name="T38" fmla="*/ 383 w 2047"/>
                  <a:gd name="T39" fmla="*/ 366 h 406"/>
                  <a:gd name="T40" fmla="*/ 559 w 2047"/>
                  <a:gd name="T41" fmla="*/ 361 h 406"/>
                  <a:gd name="T42" fmla="*/ 591 w 2047"/>
                  <a:gd name="T43" fmla="*/ 368 h 406"/>
                  <a:gd name="T44" fmla="*/ 657 w 2047"/>
                  <a:gd name="T45" fmla="*/ 387 h 406"/>
                  <a:gd name="T46" fmla="*/ 688 w 2047"/>
                  <a:gd name="T47" fmla="*/ 392 h 406"/>
                  <a:gd name="T48" fmla="*/ 831 w 2047"/>
                  <a:gd name="T49" fmla="*/ 402 h 406"/>
                  <a:gd name="T50" fmla="*/ 917 w 2047"/>
                  <a:gd name="T51" fmla="*/ 406 h 406"/>
                  <a:gd name="T52" fmla="*/ 965 w 2047"/>
                  <a:gd name="T53" fmla="*/ 399 h 406"/>
                  <a:gd name="T54" fmla="*/ 1234 w 2047"/>
                  <a:gd name="T55" fmla="*/ 389 h 406"/>
                  <a:gd name="T56" fmla="*/ 1465 w 2047"/>
                  <a:gd name="T57" fmla="*/ 384 h 406"/>
                  <a:gd name="T58" fmla="*/ 1510 w 2047"/>
                  <a:gd name="T59" fmla="*/ 379 h 406"/>
                  <a:gd name="T60" fmla="*/ 1576 w 2047"/>
                  <a:gd name="T61" fmla="*/ 371 h 406"/>
                  <a:gd name="T62" fmla="*/ 1620 w 2047"/>
                  <a:gd name="T63" fmla="*/ 372 h 406"/>
                  <a:gd name="T64" fmla="*/ 1643 w 2047"/>
                  <a:gd name="T65" fmla="*/ 377 h 406"/>
                  <a:gd name="T66" fmla="*/ 1784 w 2047"/>
                  <a:gd name="T67" fmla="*/ 393 h 406"/>
                  <a:gd name="T68" fmla="*/ 1967 w 2047"/>
                  <a:gd name="T69" fmla="*/ 400 h 406"/>
                  <a:gd name="T70" fmla="*/ 2000 w 2047"/>
                  <a:gd name="T71" fmla="*/ 387 h 406"/>
                  <a:gd name="T72" fmla="*/ 2015 w 2047"/>
                  <a:gd name="T73" fmla="*/ 384 h 406"/>
                  <a:gd name="T74" fmla="*/ 2021 w 2047"/>
                  <a:gd name="T75" fmla="*/ 386 h 406"/>
                  <a:gd name="T76" fmla="*/ 2033 w 2047"/>
                  <a:gd name="T77" fmla="*/ 395 h 406"/>
                  <a:gd name="T78" fmla="*/ 2047 w 2047"/>
                  <a:gd name="T79" fmla="*/ 315 h 406"/>
                  <a:gd name="T80" fmla="*/ 2037 w 2047"/>
                  <a:gd name="T81" fmla="*/ 278 h 406"/>
                  <a:gd name="T82" fmla="*/ 2030 w 2047"/>
                  <a:gd name="T83" fmla="*/ 239 h 406"/>
                  <a:gd name="T84" fmla="*/ 2028 w 2047"/>
                  <a:gd name="T85" fmla="*/ 159 h 406"/>
                  <a:gd name="T86" fmla="*/ 2033 w 2047"/>
                  <a:gd name="T87" fmla="*/ 79 h 406"/>
                  <a:gd name="T88" fmla="*/ 58 w 2047"/>
                  <a:gd name="T89" fmla="*/ 0 h 40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6">
                    <a:moveTo>
                      <a:pt x="58" y="0"/>
                    </a:moveTo>
                    <a:lnTo>
                      <a:pt x="49" y="1"/>
                    </a:lnTo>
                    <a:lnTo>
                      <a:pt x="40" y="1"/>
                    </a:lnTo>
                    <a:lnTo>
                      <a:pt x="31" y="2"/>
                    </a:lnTo>
                    <a:lnTo>
                      <a:pt x="29" y="5"/>
                    </a:lnTo>
                    <a:lnTo>
                      <a:pt x="26" y="7"/>
                    </a:lnTo>
                    <a:lnTo>
                      <a:pt x="22" y="13"/>
                    </a:lnTo>
                    <a:lnTo>
                      <a:pt x="21" y="20"/>
                    </a:lnTo>
                    <a:lnTo>
                      <a:pt x="18" y="33"/>
                    </a:lnTo>
                    <a:lnTo>
                      <a:pt x="18" y="47"/>
                    </a:lnTo>
                    <a:lnTo>
                      <a:pt x="17" y="61"/>
                    </a:lnTo>
                    <a:lnTo>
                      <a:pt x="13" y="92"/>
                    </a:lnTo>
                    <a:lnTo>
                      <a:pt x="9" y="122"/>
                    </a:lnTo>
                    <a:lnTo>
                      <a:pt x="7" y="151"/>
                    </a:lnTo>
                    <a:lnTo>
                      <a:pt x="5" y="180"/>
                    </a:lnTo>
                    <a:lnTo>
                      <a:pt x="5" y="209"/>
                    </a:lnTo>
                    <a:lnTo>
                      <a:pt x="7" y="238"/>
                    </a:lnTo>
                    <a:lnTo>
                      <a:pt x="9" y="299"/>
                    </a:lnTo>
                    <a:lnTo>
                      <a:pt x="16" y="317"/>
                    </a:lnTo>
                    <a:lnTo>
                      <a:pt x="21" y="335"/>
                    </a:lnTo>
                    <a:lnTo>
                      <a:pt x="26" y="353"/>
                    </a:lnTo>
                    <a:lnTo>
                      <a:pt x="26" y="362"/>
                    </a:lnTo>
                    <a:lnTo>
                      <a:pt x="26" y="370"/>
                    </a:lnTo>
                    <a:lnTo>
                      <a:pt x="23" y="376"/>
                    </a:lnTo>
                    <a:lnTo>
                      <a:pt x="21" y="382"/>
                    </a:lnTo>
                    <a:lnTo>
                      <a:pt x="14" y="390"/>
                    </a:lnTo>
                    <a:lnTo>
                      <a:pt x="7" y="397"/>
                    </a:lnTo>
                    <a:lnTo>
                      <a:pt x="1" y="400"/>
                    </a:lnTo>
                    <a:lnTo>
                      <a:pt x="0" y="402"/>
                    </a:lnTo>
                    <a:lnTo>
                      <a:pt x="5" y="400"/>
                    </a:lnTo>
                    <a:lnTo>
                      <a:pt x="41" y="392"/>
                    </a:lnTo>
                    <a:lnTo>
                      <a:pt x="101" y="393"/>
                    </a:lnTo>
                    <a:lnTo>
                      <a:pt x="141" y="393"/>
                    </a:lnTo>
                    <a:lnTo>
                      <a:pt x="179" y="390"/>
                    </a:lnTo>
                    <a:lnTo>
                      <a:pt x="236" y="384"/>
                    </a:lnTo>
                    <a:lnTo>
                      <a:pt x="258" y="381"/>
                    </a:lnTo>
                    <a:lnTo>
                      <a:pt x="280" y="376"/>
                    </a:lnTo>
                    <a:lnTo>
                      <a:pt x="303" y="372"/>
                    </a:lnTo>
                    <a:lnTo>
                      <a:pt x="325" y="370"/>
                    </a:lnTo>
                    <a:lnTo>
                      <a:pt x="383" y="366"/>
                    </a:lnTo>
                    <a:lnTo>
                      <a:pt x="441" y="365"/>
                    </a:lnTo>
                    <a:lnTo>
                      <a:pt x="559" y="361"/>
                    </a:lnTo>
                    <a:lnTo>
                      <a:pt x="575" y="365"/>
                    </a:lnTo>
                    <a:lnTo>
                      <a:pt x="591" y="368"/>
                    </a:lnTo>
                    <a:lnTo>
                      <a:pt x="624" y="378"/>
                    </a:lnTo>
                    <a:lnTo>
                      <a:pt x="657" y="387"/>
                    </a:lnTo>
                    <a:lnTo>
                      <a:pt x="673" y="390"/>
                    </a:lnTo>
                    <a:lnTo>
                      <a:pt x="688" y="392"/>
                    </a:lnTo>
                    <a:lnTo>
                      <a:pt x="771" y="397"/>
                    </a:lnTo>
                    <a:lnTo>
                      <a:pt x="831" y="402"/>
                    </a:lnTo>
                    <a:lnTo>
                      <a:pt x="897" y="406"/>
                    </a:lnTo>
                    <a:lnTo>
                      <a:pt x="917" y="406"/>
                    </a:lnTo>
                    <a:lnTo>
                      <a:pt x="938" y="404"/>
                    </a:lnTo>
                    <a:lnTo>
                      <a:pt x="965" y="399"/>
                    </a:lnTo>
                    <a:lnTo>
                      <a:pt x="1004" y="392"/>
                    </a:lnTo>
                    <a:lnTo>
                      <a:pt x="1234" y="389"/>
                    </a:lnTo>
                    <a:lnTo>
                      <a:pt x="1350" y="387"/>
                    </a:lnTo>
                    <a:lnTo>
                      <a:pt x="1465" y="384"/>
                    </a:lnTo>
                    <a:lnTo>
                      <a:pt x="1487" y="383"/>
                    </a:lnTo>
                    <a:lnTo>
                      <a:pt x="1510" y="379"/>
                    </a:lnTo>
                    <a:lnTo>
                      <a:pt x="1554" y="373"/>
                    </a:lnTo>
                    <a:lnTo>
                      <a:pt x="1576" y="371"/>
                    </a:lnTo>
                    <a:lnTo>
                      <a:pt x="1598" y="370"/>
                    </a:lnTo>
                    <a:lnTo>
                      <a:pt x="1620" y="372"/>
                    </a:lnTo>
                    <a:lnTo>
                      <a:pt x="1632" y="373"/>
                    </a:lnTo>
                    <a:lnTo>
                      <a:pt x="1643" y="377"/>
                    </a:lnTo>
                    <a:lnTo>
                      <a:pt x="1722" y="387"/>
                    </a:lnTo>
                    <a:lnTo>
                      <a:pt x="1784" y="393"/>
                    </a:lnTo>
                    <a:lnTo>
                      <a:pt x="1857" y="397"/>
                    </a:lnTo>
                    <a:lnTo>
                      <a:pt x="1967" y="400"/>
                    </a:lnTo>
                    <a:lnTo>
                      <a:pt x="1984" y="392"/>
                    </a:lnTo>
                    <a:lnTo>
                      <a:pt x="2000" y="387"/>
                    </a:lnTo>
                    <a:lnTo>
                      <a:pt x="2008" y="386"/>
                    </a:lnTo>
                    <a:lnTo>
                      <a:pt x="2015" y="384"/>
                    </a:lnTo>
                    <a:lnTo>
                      <a:pt x="2018" y="384"/>
                    </a:lnTo>
                    <a:lnTo>
                      <a:pt x="2021" y="386"/>
                    </a:lnTo>
                    <a:lnTo>
                      <a:pt x="2028" y="390"/>
                    </a:lnTo>
                    <a:lnTo>
                      <a:pt x="2033" y="395"/>
                    </a:lnTo>
                    <a:lnTo>
                      <a:pt x="2039" y="400"/>
                    </a:lnTo>
                    <a:lnTo>
                      <a:pt x="2047" y="315"/>
                    </a:lnTo>
                    <a:lnTo>
                      <a:pt x="2042" y="297"/>
                    </a:lnTo>
                    <a:lnTo>
                      <a:pt x="2037" y="278"/>
                    </a:lnTo>
                    <a:lnTo>
                      <a:pt x="2033" y="259"/>
                    </a:lnTo>
                    <a:lnTo>
                      <a:pt x="2030" y="239"/>
                    </a:lnTo>
                    <a:lnTo>
                      <a:pt x="2028" y="199"/>
                    </a:lnTo>
                    <a:lnTo>
                      <a:pt x="2028" y="159"/>
                    </a:lnTo>
                    <a:lnTo>
                      <a:pt x="2030" y="118"/>
                    </a:lnTo>
                    <a:lnTo>
                      <a:pt x="2033"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91" name="Line 55">
                <a:extLst>
                  <a:ext uri="{FF2B5EF4-FFF2-40B4-BE49-F238E27FC236}">
                    <a16:creationId xmlns:a16="http://schemas.microsoft.com/office/drawing/2014/main" id="{0C52F587-90BD-359B-AED9-F007FE4A2F29}"/>
                  </a:ext>
                </a:extLst>
              </p:cNvPr>
              <p:cNvSpPr>
                <a:spLocks noChangeShapeType="1"/>
              </p:cNvSpPr>
              <p:nvPr/>
            </p:nvSpPr>
            <p:spPr bwMode="auto">
              <a:xfrm flipH="1">
                <a:off x="3323" y="1373"/>
                <a:ext cx="9"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2" name="Line 56">
                <a:extLst>
                  <a:ext uri="{FF2B5EF4-FFF2-40B4-BE49-F238E27FC236}">
                    <a16:creationId xmlns:a16="http://schemas.microsoft.com/office/drawing/2014/main" id="{22C0EBF7-5426-92BB-048B-89AFE7FF7000}"/>
                  </a:ext>
                </a:extLst>
              </p:cNvPr>
              <p:cNvSpPr>
                <a:spLocks noChangeShapeType="1"/>
              </p:cNvSpPr>
              <p:nvPr/>
            </p:nvSpPr>
            <p:spPr bwMode="auto">
              <a:xfrm flipH="1">
                <a:off x="3314" y="1374"/>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3" name="Line 57">
                <a:extLst>
                  <a:ext uri="{FF2B5EF4-FFF2-40B4-BE49-F238E27FC236}">
                    <a16:creationId xmlns:a16="http://schemas.microsoft.com/office/drawing/2014/main" id="{69375FFB-087D-0E55-D1F3-30C57FC72B68}"/>
                  </a:ext>
                </a:extLst>
              </p:cNvPr>
              <p:cNvSpPr>
                <a:spLocks noChangeShapeType="1"/>
              </p:cNvSpPr>
              <p:nvPr/>
            </p:nvSpPr>
            <p:spPr bwMode="auto">
              <a:xfrm flipH="1">
                <a:off x="3305" y="1374"/>
                <a:ext cx="9"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4" name="Line 58">
                <a:extLst>
                  <a:ext uri="{FF2B5EF4-FFF2-40B4-BE49-F238E27FC236}">
                    <a16:creationId xmlns:a16="http://schemas.microsoft.com/office/drawing/2014/main" id="{CCDD0495-179D-81DC-9281-594B6220DB47}"/>
                  </a:ext>
                </a:extLst>
              </p:cNvPr>
              <p:cNvSpPr>
                <a:spLocks noChangeShapeType="1"/>
              </p:cNvSpPr>
              <p:nvPr/>
            </p:nvSpPr>
            <p:spPr bwMode="auto">
              <a:xfrm flipH="1">
                <a:off x="3303" y="1375"/>
                <a:ext cx="2" cy="3"/>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5" name="Line 59">
                <a:extLst>
                  <a:ext uri="{FF2B5EF4-FFF2-40B4-BE49-F238E27FC236}">
                    <a16:creationId xmlns:a16="http://schemas.microsoft.com/office/drawing/2014/main" id="{AFD99263-6E30-A4EE-7F6B-5EFD971243F3}"/>
                  </a:ext>
                </a:extLst>
              </p:cNvPr>
              <p:cNvSpPr>
                <a:spLocks noChangeShapeType="1"/>
              </p:cNvSpPr>
              <p:nvPr/>
            </p:nvSpPr>
            <p:spPr bwMode="auto">
              <a:xfrm flipH="1">
                <a:off x="3300" y="1378"/>
                <a:ext cx="3" cy="2"/>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6" name="Line 60">
                <a:extLst>
                  <a:ext uri="{FF2B5EF4-FFF2-40B4-BE49-F238E27FC236}">
                    <a16:creationId xmlns:a16="http://schemas.microsoft.com/office/drawing/2014/main" id="{87B1F134-7924-0E1A-9DB8-DEC7716623DC}"/>
                  </a:ext>
                </a:extLst>
              </p:cNvPr>
              <p:cNvSpPr>
                <a:spLocks noChangeShapeType="1"/>
              </p:cNvSpPr>
              <p:nvPr/>
            </p:nvSpPr>
            <p:spPr bwMode="auto">
              <a:xfrm flipH="1">
                <a:off x="3296" y="1380"/>
                <a:ext cx="4"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7" name="Line 61">
                <a:extLst>
                  <a:ext uri="{FF2B5EF4-FFF2-40B4-BE49-F238E27FC236}">
                    <a16:creationId xmlns:a16="http://schemas.microsoft.com/office/drawing/2014/main" id="{835A9D94-5643-71A6-B8A5-FCBEDFD9CF06}"/>
                  </a:ext>
                </a:extLst>
              </p:cNvPr>
              <p:cNvSpPr>
                <a:spLocks noChangeShapeType="1"/>
              </p:cNvSpPr>
              <p:nvPr/>
            </p:nvSpPr>
            <p:spPr bwMode="auto">
              <a:xfrm flipH="1">
                <a:off x="3295" y="1386"/>
                <a:ext cx="1" cy="7"/>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8" name="Line 62">
                <a:extLst>
                  <a:ext uri="{FF2B5EF4-FFF2-40B4-BE49-F238E27FC236}">
                    <a16:creationId xmlns:a16="http://schemas.microsoft.com/office/drawing/2014/main" id="{38228BF8-BCA0-AA2D-8FD4-911C4D0E3E66}"/>
                  </a:ext>
                </a:extLst>
              </p:cNvPr>
              <p:cNvSpPr>
                <a:spLocks noChangeShapeType="1"/>
              </p:cNvSpPr>
              <p:nvPr/>
            </p:nvSpPr>
            <p:spPr bwMode="auto">
              <a:xfrm flipH="1">
                <a:off x="3292" y="1393"/>
                <a:ext cx="3" cy="13"/>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99" name="Line 63">
                <a:extLst>
                  <a:ext uri="{FF2B5EF4-FFF2-40B4-BE49-F238E27FC236}">
                    <a16:creationId xmlns:a16="http://schemas.microsoft.com/office/drawing/2014/main" id="{D592297C-FD42-2569-0763-92B5A99E4E4E}"/>
                  </a:ext>
                </a:extLst>
              </p:cNvPr>
              <p:cNvSpPr>
                <a:spLocks noChangeShapeType="1"/>
              </p:cNvSpPr>
              <p:nvPr/>
            </p:nvSpPr>
            <p:spPr bwMode="auto">
              <a:xfrm>
                <a:off x="3292" y="1406"/>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0" name="Line 64">
                <a:extLst>
                  <a:ext uri="{FF2B5EF4-FFF2-40B4-BE49-F238E27FC236}">
                    <a16:creationId xmlns:a16="http://schemas.microsoft.com/office/drawing/2014/main" id="{8BA7CF18-3A16-4D19-BA9B-88D2DEC1A3AD}"/>
                  </a:ext>
                </a:extLst>
              </p:cNvPr>
              <p:cNvSpPr>
                <a:spLocks noChangeShapeType="1"/>
              </p:cNvSpPr>
              <p:nvPr/>
            </p:nvSpPr>
            <p:spPr bwMode="auto">
              <a:xfrm flipH="1">
                <a:off x="3291" y="1420"/>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1" name="Line 65">
                <a:extLst>
                  <a:ext uri="{FF2B5EF4-FFF2-40B4-BE49-F238E27FC236}">
                    <a16:creationId xmlns:a16="http://schemas.microsoft.com/office/drawing/2014/main" id="{433CA5C9-7098-405C-8936-6DE34C969ED6}"/>
                  </a:ext>
                </a:extLst>
              </p:cNvPr>
              <p:cNvSpPr>
                <a:spLocks noChangeShapeType="1"/>
              </p:cNvSpPr>
              <p:nvPr/>
            </p:nvSpPr>
            <p:spPr bwMode="auto">
              <a:xfrm flipH="1">
                <a:off x="3287" y="1434"/>
                <a:ext cx="4" cy="31"/>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2" name="Line 66">
                <a:extLst>
                  <a:ext uri="{FF2B5EF4-FFF2-40B4-BE49-F238E27FC236}">
                    <a16:creationId xmlns:a16="http://schemas.microsoft.com/office/drawing/2014/main" id="{A14DE15B-E486-6D1B-723E-5E93D9969BCF}"/>
                  </a:ext>
                </a:extLst>
              </p:cNvPr>
              <p:cNvSpPr>
                <a:spLocks noChangeShapeType="1"/>
              </p:cNvSpPr>
              <p:nvPr/>
            </p:nvSpPr>
            <p:spPr bwMode="auto">
              <a:xfrm flipH="1">
                <a:off x="3283" y="1465"/>
                <a:ext cx="4"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3" name="Line 67">
                <a:extLst>
                  <a:ext uri="{FF2B5EF4-FFF2-40B4-BE49-F238E27FC236}">
                    <a16:creationId xmlns:a16="http://schemas.microsoft.com/office/drawing/2014/main" id="{4406B744-C3C2-625C-DE70-D81B447D8B95}"/>
                  </a:ext>
                </a:extLst>
              </p:cNvPr>
              <p:cNvSpPr>
                <a:spLocks noChangeShapeType="1"/>
              </p:cNvSpPr>
              <p:nvPr/>
            </p:nvSpPr>
            <p:spPr bwMode="auto">
              <a:xfrm flipH="1">
                <a:off x="3281" y="1495"/>
                <a:ext cx="2" cy="2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4" name="Line 68">
                <a:extLst>
                  <a:ext uri="{FF2B5EF4-FFF2-40B4-BE49-F238E27FC236}">
                    <a16:creationId xmlns:a16="http://schemas.microsoft.com/office/drawing/2014/main" id="{A6F8E128-DB4A-680C-CD5B-254B127F8B30}"/>
                  </a:ext>
                </a:extLst>
              </p:cNvPr>
              <p:cNvSpPr>
                <a:spLocks noChangeShapeType="1"/>
              </p:cNvSpPr>
              <p:nvPr/>
            </p:nvSpPr>
            <p:spPr bwMode="auto">
              <a:xfrm flipH="1">
                <a:off x="3279" y="1523"/>
                <a:ext cx="2"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5" name="Line 69">
                <a:extLst>
                  <a:ext uri="{FF2B5EF4-FFF2-40B4-BE49-F238E27FC236}">
                    <a16:creationId xmlns:a16="http://schemas.microsoft.com/office/drawing/2014/main" id="{B85F2FBF-D951-0C4B-B6A5-552D1EBBD905}"/>
                  </a:ext>
                </a:extLst>
              </p:cNvPr>
              <p:cNvSpPr>
                <a:spLocks noChangeShapeType="1"/>
              </p:cNvSpPr>
              <p:nvPr/>
            </p:nvSpPr>
            <p:spPr bwMode="auto">
              <a:xfrm>
                <a:off x="3279" y="1553"/>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6" name="Line 70">
                <a:extLst>
                  <a:ext uri="{FF2B5EF4-FFF2-40B4-BE49-F238E27FC236}">
                    <a16:creationId xmlns:a16="http://schemas.microsoft.com/office/drawing/2014/main" id="{8422D491-5D62-F47B-A093-8A9A9C3826B8}"/>
                  </a:ext>
                </a:extLst>
              </p:cNvPr>
              <p:cNvSpPr>
                <a:spLocks noChangeShapeType="1"/>
              </p:cNvSpPr>
              <p:nvPr/>
            </p:nvSpPr>
            <p:spPr bwMode="auto">
              <a:xfrm>
                <a:off x="3279" y="1582"/>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7" name="Line 71">
                <a:extLst>
                  <a:ext uri="{FF2B5EF4-FFF2-40B4-BE49-F238E27FC236}">
                    <a16:creationId xmlns:a16="http://schemas.microsoft.com/office/drawing/2014/main" id="{6B74A41F-4F2E-7D7B-5F98-346AE7A796F1}"/>
                  </a:ext>
                </a:extLst>
              </p:cNvPr>
              <p:cNvSpPr>
                <a:spLocks noChangeShapeType="1"/>
              </p:cNvSpPr>
              <p:nvPr/>
            </p:nvSpPr>
            <p:spPr bwMode="auto">
              <a:xfrm>
                <a:off x="3279" y="1611"/>
                <a:ext cx="4" cy="61"/>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8" name="Line 72">
                <a:extLst>
                  <a:ext uri="{FF2B5EF4-FFF2-40B4-BE49-F238E27FC236}">
                    <a16:creationId xmlns:a16="http://schemas.microsoft.com/office/drawing/2014/main" id="{16D9DD45-9B58-AC25-14DF-D7FE863D2D02}"/>
                  </a:ext>
                </a:extLst>
              </p:cNvPr>
              <p:cNvSpPr>
                <a:spLocks noChangeShapeType="1"/>
              </p:cNvSpPr>
              <p:nvPr/>
            </p:nvSpPr>
            <p:spPr bwMode="auto">
              <a:xfrm>
                <a:off x="3283" y="1672"/>
                <a:ext cx="7"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09" name="Line 73">
                <a:extLst>
                  <a:ext uri="{FF2B5EF4-FFF2-40B4-BE49-F238E27FC236}">
                    <a16:creationId xmlns:a16="http://schemas.microsoft.com/office/drawing/2014/main" id="{BECB4A7B-6C1E-4DB4-230E-68EEACA603D8}"/>
                  </a:ext>
                </a:extLst>
              </p:cNvPr>
              <p:cNvSpPr>
                <a:spLocks noChangeShapeType="1"/>
              </p:cNvSpPr>
              <p:nvPr/>
            </p:nvSpPr>
            <p:spPr bwMode="auto">
              <a:xfrm>
                <a:off x="3290" y="1688"/>
                <a:ext cx="5" cy="20"/>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0" name="Line 74">
                <a:extLst>
                  <a:ext uri="{FF2B5EF4-FFF2-40B4-BE49-F238E27FC236}">
                    <a16:creationId xmlns:a16="http://schemas.microsoft.com/office/drawing/2014/main" id="{4B055F32-68F8-8A55-3592-97627537B858}"/>
                  </a:ext>
                </a:extLst>
              </p:cNvPr>
              <p:cNvSpPr>
                <a:spLocks noChangeShapeType="1"/>
              </p:cNvSpPr>
              <p:nvPr/>
            </p:nvSpPr>
            <p:spPr bwMode="auto">
              <a:xfrm>
                <a:off x="3295" y="1708"/>
                <a:ext cx="5" cy="18"/>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1" name="Line 75">
                <a:extLst>
                  <a:ext uri="{FF2B5EF4-FFF2-40B4-BE49-F238E27FC236}">
                    <a16:creationId xmlns:a16="http://schemas.microsoft.com/office/drawing/2014/main" id="{AC6EFD4C-982D-6FFE-3D8B-06ECBCA827EF}"/>
                  </a:ext>
                </a:extLst>
              </p:cNvPr>
              <p:cNvSpPr>
                <a:spLocks noChangeShapeType="1"/>
              </p:cNvSpPr>
              <p:nvPr/>
            </p:nvSpPr>
            <p:spPr bwMode="auto">
              <a:xfrm>
                <a:off x="3300" y="1726"/>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2" name="Line 76">
                <a:extLst>
                  <a:ext uri="{FF2B5EF4-FFF2-40B4-BE49-F238E27FC236}">
                    <a16:creationId xmlns:a16="http://schemas.microsoft.com/office/drawing/2014/main" id="{2DADCA89-9781-AE99-22AC-5D904EBF1FD0}"/>
                  </a:ext>
                </a:extLst>
              </p:cNvPr>
              <p:cNvSpPr>
                <a:spLocks noChangeShapeType="1"/>
              </p:cNvSpPr>
              <p:nvPr/>
            </p:nvSpPr>
            <p:spPr bwMode="auto">
              <a:xfrm>
                <a:off x="3300" y="1735"/>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3" name="Line 77">
                <a:extLst>
                  <a:ext uri="{FF2B5EF4-FFF2-40B4-BE49-F238E27FC236}">
                    <a16:creationId xmlns:a16="http://schemas.microsoft.com/office/drawing/2014/main" id="{FE4D1B52-AD81-362F-B95C-142AB045CC9C}"/>
                  </a:ext>
                </a:extLst>
              </p:cNvPr>
              <p:cNvSpPr>
                <a:spLocks noChangeShapeType="1"/>
              </p:cNvSpPr>
              <p:nvPr/>
            </p:nvSpPr>
            <p:spPr bwMode="auto">
              <a:xfrm flipH="1">
                <a:off x="3297" y="1743"/>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4" name="Line 78">
                <a:extLst>
                  <a:ext uri="{FF2B5EF4-FFF2-40B4-BE49-F238E27FC236}">
                    <a16:creationId xmlns:a16="http://schemas.microsoft.com/office/drawing/2014/main" id="{D3E244C8-4F65-473C-D46C-6CF1FF0636E1}"/>
                  </a:ext>
                </a:extLst>
              </p:cNvPr>
              <p:cNvSpPr>
                <a:spLocks noChangeShapeType="1"/>
              </p:cNvSpPr>
              <p:nvPr/>
            </p:nvSpPr>
            <p:spPr bwMode="auto">
              <a:xfrm flipH="1">
                <a:off x="3295" y="1749"/>
                <a:ext cx="2"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5" name="Line 79">
                <a:extLst>
                  <a:ext uri="{FF2B5EF4-FFF2-40B4-BE49-F238E27FC236}">
                    <a16:creationId xmlns:a16="http://schemas.microsoft.com/office/drawing/2014/main" id="{A921060D-EF8D-9A37-B5F6-D68CC408429C}"/>
                  </a:ext>
                </a:extLst>
              </p:cNvPr>
              <p:cNvSpPr>
                <a:spLocks noChangeShapeType="1"/>
              </p:cNvSpPr>
              <p:nvPr/>
            </p:nvSpPr>
            <p:spPr bwMode="auto">
              <a:xfrm flipH="1">
                <a:off x="3287" y="1755"/>
                <a:ext cx="8" cy="8"/>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6" name="Line 80">
                <a:extLst>
                  <a:ext uri="{FF2B5EF4-FFF2-40B4-BE49-F238E27FC236}">
                    <a16:creationId xmlns:a16="http://schemas.microsoft.com/office/drawing/2014/main" id="{FB6EF6EC-C837-AB24-50CF-7822A34C734E}"/>
                  </a:ext>
                </a:extLst>
              </p:cNvPr>
              <p:cNvSpPr>
                <a:spLocks noChangeShapeType="1"/>
              </p:cNvSpPr>
              <p:nvPr/>
            </p:nvSpPr>
            <p:spPr bwMode="auto">
              <a:xfrm flipH="1">
                <a:off x="3281" y="1763"/>
                <a:ext cx="6" cy="7"/>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7" name="Line 81">
                <a:extLst>
                  <a:ext uri="{FF2B5EF4-FFF2-40B4-BE49-F238E27FC236}">
                    <a16:creationId xmlns:a16="http://schemas.microsoft.com/office/drawing/2014/main" id="{AEC793F5-4C63-883B-DD40-CECBEBDB0622}"/>
                  </a:ext>
                </a:extLst>
              </p:cNvPr>
              <p:cNvSpPr>
                <a:spLocks noChangeShapeType="1"/>
              </p:cNvSpPr>
              <p:nvPr/>
            </p:nvSpPr>
            <p:spPr bwMode="auto">
              <a:xfrm flipH="1">
                <a:off x="3275" y="1770"/>
                <a:ext cx="6" cy="3"/>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8" name="Line 82">
                <a:extLst>
                  <a:ext uri="{FF2B5EF4-FFF2-40B4-BE49-F238E27FC236}">
                    <a16:creationId xmlns:a16="http://schemas.microsoft.com/office/drawing/2014/main" id="{B248491F-B969-E678-1504-46912CBF3AFF}"/>
                  </a:ext>
                </a:extLst>
              </p:cNvPr>
              <p:cNvSpPr>
                <a:spLocks noChangeShapeType="1"/>
              </p:cNvSpPr>
              <p:nvPr/>
            </p:nvSpPr>
            <p:spPr bwMode="auto">
              <a:xfrm flipH="1">
                <a:off x="3274" y="1773"/>
                <a:ext cx="1" cy="2"/>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19" name="Line 83">
                <a:extLst>
                  <a:ext uri="{FF2B5EF4-FFF2-40B4-BE49-F238E27FC236}">
                    <a16:creationId xmlns:a16="http://schemas.microsoft.com/office/drawing/2014/main" id="{5485D2B0-EAAD-3DD7-DC30-BD2FFB44B197}"/>
                  </a:ext>
                </a:extLst>
              </p:cNvPr>
              <p:cNvSpPr>
                <a:spLocks noChangeShapeType="1"/>
              </p:cNvSpPr>
              <p:nvPr/>
            </p:nvSpPr>
            <p:spPr bwMode="auto">
              <a:xfrm flipV="1">
                <a:off x="3274" y="1773"/>
                <a:ext cx="5" cy="2"/>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0" name="Line 84">
                <a:extLst>
                  <a:ext uri="{FF2B5EF4-FFF2-40B4-BE49-F238E27FC236}">
                    <a16:creationId xmlns:a16="http://schemas.microsoft.com/office/drawing/2014/main" id="{21F51174-413B-7A15-94CD-4FE0FDFE3BFA}"/>
                  </a:ext>
                </a:extLst>
              </p:cNvPr>
              <p:cNvSpPr>
                <a:spLocks noChangeShapeType="1"/>
              </p:cNvSpPr>
              <p:nvPr/>
            </p:nvSpPr>
            <p:spPr bwMode="auto">
              <a:xfrm flipV="1">
                <a:off x="3279" y="1765"/>
                <a:ext cx="36" cy="8"/>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1" name="Line 85">
                <a:extLst>
                  <a:ext uri="{FF2B5EF4-FFF2-40B4-BE49-F238E27FC236}">
                    <a16:creationId xmlns:a16="http://schemas.microsoft.com/office/drawing/2014/main" id="{29451482-8963-D1DC-C121-CCC8528A0DD6}"/>
                  </a:ext>
                </a:extLst>
              </p:cNvPr>
              <p:cNvSpPr>
                <a:spLocks noChangeShapeType="1"/>
              </p:cNvSpPr>
              <p:nvPr/>
            </p:nvSpPr>
            <p:spPr bwMode="auto">
              <a:xfrm>
                <a:off x="3315" y="1765"/>
                <a:ext cx="6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2" name="Line 86">
                <a:extLst>
                  <a:ext uri="{FF2B5EF4-FFF2-40B4-BE49-F238E27FC236}">
                    <a16:creationId xmlns:a16="http://schemas.microsoft.com/office/drawing/2014/main" id="{FEAC0E04-B8B9-3FF0-AE04-F621883D8094}"/>
                  </a:ext>
                </a:extLst>
              </p:cNvPr>
              <p:cNvSpPr>
                <a:spLocks noChangeShapeType="1"/>
              </p:cNvSpPr>
              <p:nvPr/>
            </p:nvSpPr>
            <p:spPr bwMode="auto">
              <a:xfrm flipV="1">
                <a:off x="3375" y="1765"/>
                <a:ext cx="40"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3" name="Line 87">
                <a:extLst>
                  <a:ext uri="{FF2B5EF4-FFF2-40B4-BE49-F238E27FC236}">
                    <a16:creationId xmlns:a16="http://schemas.microsoft.com/office/drawing/2014/main" id="{6739D7AA-5ED9-25DE-47DD-579DF639EE6A}"/>
                  </a:ext>
                </a:extLst>
              </p:cNvPr>
              <p:cNvSpPr>
                <a:spLocks noChangeShapeType="1"/>
              </p:cNvSpPr>
              <p:nvPr/>
            </p:nvSpPr>
            <p:spPr bwMode="auto">
              <a:xfrm flipV="1">
                <a:off x="3415" y="1763"/>
                <a:ext cx="38" cy="2"/>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4" name="Line 88">
                <a:extLst>
                  <a:ext uri="{FF2B5EF4-FFF2-40B4-BE49-F238E27FC236}">
                    <a16:creationId xmlns:a16="http://schemas.microsoft.com/office/drawing/2014/main" id="{9D96EF48-EC5C-7F00-46EA-D3CB7898ACC8}"/>
                  </a:ext>
                </a:extLst>
              </p:cNvPr>
              <p:cNvSpPr>
                <a:spLocks noChangeShapeType="1"/>
              </p:cNvSpPr>
              <p:nvPr/>
            </p:nvSpPr>
            <p:spPr bwMode="auto">
              <a:xfrm flipV="1">
                <a:off x="3453" y="1757"/>
                <a:ext cx="57"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5" name="Line 89">
                <a:extLst>
                  <a:ext uri="{FF2B5EF4-FFF2-40B4-BE49-F238E27FC236}">
                    <a16:creationId xmlns:a16="http://schemas.microsoft.com/office/drawing/2014/main" id="{FBC3BE35-6A0A-9314-8FD3-D3D085725AF4}"/>
                  </a:ext>
                </a:extLst>
              </p:cNvPr>
              <p:cNvSpPr>
                <a:spLocks noChangeShapeType="1"/>
              </p:cNvSpPr>
              <p:nvPr/>
            </p:nvSpPr>
            <p:spPr bwMode="auto">
              <a:xfrm flipV="1">
                <a:off x="3510" y="1754"/>
                <a:ext cx="22" cy="3"/>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6" name="Line 90">
                <a:extLst>
                  <a:ext uri="{FF2B5EF4-FFF2-40B4-BE49-F238E27FC236}">
                    <a16:creationId xmlns:a16="http://schemas.microsoft.com/office/drawing/2014/main" id="{E83DAFC8-D9E8-50C9-9E8A-C25E215F6854}"/>
                  </a:ext>
                </a:extLst>
              </p:cNvPr>
              <p:cNvSpPr>
                <a:spLocks noChangeShapeType="1"/>
              </p:cNvSpPr>
              <p:nvPr/>
            </p:nvSpPr>
            <p:spPr bwMode="auto">
              <a:xfrm flipV="1">
                <a:off x="3532" y="1749"/>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7" name="Line 91">
                <a:extLst>
                  <a:ext uri="{FF2B5EF4-FFF2-40B4-BE49-F238E27FC236}">
                    <a16:creationId xmlns:a16="http://schemas.microsoft.com/office/drawing/2014/main" id="{4724915D-661E-0A4F-9691-73AE956575C3}"/>
                  </a:ext>
                </a:extLst>
              </p:cNvPr>
              <p:cNvSpPr>
                <a:spLocks noChangeShapeType="1"/>
              </p:cNvSpPr>
              <p:nvPr/>
            </p:nvSpPr>
            <p:spPr bwMode="auto">
              <a:xfrm flipV="1">
                <a:off x="3554" y="1745"/>
                <a:ext cx="23"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8" name="Line 92">
                <a:extLst>
                  <a:ext uri="{FF2B5EF4-FFF2-40B4-BE49-F238E27FC236}">
                    <a16:creationId xmlns:a16="http://schemas.microsoft.com/office/drawing/2014/main" id="{4F69662F-9E50-1E66-DEA0-FE28646B3F06}"/>
                  </a:ext>
                </a:extLst>
              </p:cNvPr>
              <p:cNvSpPr>
                <a:spLocks noChangeShapeType="1"/>
              </p:cNvSpPr>
              <p:nvPr/>
            </p:nvSpPr>
            <p:spPr bwMode="auto">
              <a:xfrm flipV="1">
                <a:off x="3577" y="1743"/>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29" name="Line 93">
                <a:extLst>
                  <a:ext uri="{FF2B5EF4-FFF2-40B4-BE49-F238E27FC236}">
                    <a16:creationId xmlns:a16="http://schemas.microsoft.com/office/drawing/2014/main" id="{04CB87D2-3781-E1C2-0773-90346116CC04}"/>
                  </a:ext>
                </a:extLst>
              </p:cNvPr>
              <p:cNvSpPr>
                <a:spLocks noChangeShapeType="1"/>
              </p:cNvSpPr>
              <p:nvPr/>
            </p:nvSpPr>
            <p:spPr bwMode="auto">
              <a:xfrm flipV="1">
                <a:off x="3599" y="1739"/>
                <a:ext cx="58"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0" name="Line 94">
                <a:extLst>
                  <a:ext uri="{FF2B5EF4-FFF2-40B4-BE49-F238E27FC236}">
                    <a16:creationId xmlns:a16="http://schemas.microsoft.com/office/drawing/2014/main" id="{D56D98E4-2E8D-A70E-77F2-C18BA61CE867}"/>
                  </a:ext>
                </a:extLst>
              </p:cNvPr>
              <p:cNvSpPr>
                <a:spLocks noChangeShapeType="1"/>
              </p:cNvSpPr>
              <p:nvPr/>
            </p:nvSpPr>
            <p:spPr bwMode="auto">
              <a:xfrm flipV="1">
                <a:off x="3657" y="1738"/>
                <a:ext cx="58"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1" name="Line 95">
                <a:extLst>
                  <a:ext uri="{FF2B5EF4-FFF2-40B4-BE49-F238E27FC236}">
                    <a16:creationId xmlns:a16="http://schemas.microsoft.com/office/drawing/2014/main" id="{C3737211-7206-D9CE-8360-EAA507ABCE04}"/>
                  </a:ext>
                </a:extLst>
              </p:cNvPr>
              <p:cNvSpPr>
                <a:spLocks noChangeShapeType="1"/>
              </p:cNvSpPr>
              <p:nvPr/>
            </p:nvSpPr>
            <p:spPr bwMode="auto">
              <a:xfrm flipV="1">
                <a:off x="3715" y="1734"/>
                <a:ext cx="118"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2" name="Line 96">
                <a:extLst>
                  <a:ext uri="{FF2B5EF4-FFF2-40B4-BE49-F238E27FC236}">
                    <a16:creationId xmlns:a16="http://schemas.microsoft.com/office/drawing/2014/main" id="{1D3EA24D-2104-9FC6-2BB8-62C5AF2F4F92}"/>
                  </a:ext>
                </a:extLst>
              </p:cNvPr>
              <p:cNvSpPr>
                <a:spLocks noChangeShapeType="1"/>
              </p:cNvSpPr>
              <p:nvPr/>
            </p:nvSpPr>
            <p:spPr bwMode="auto">
              <a:xfrm>
                <a:off x="3833" y="1734"/>
                <a:ext cx="16"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3" name="Line 97">
                <a:extLst>
                  <a:ext uri="{FF2B5EF4-FFF2-40B4-BE49-F238E27FC236}">
                    <a16:creationId xmlns:a16="http://schemas.microsoft.com/office/drawing/2014/main" id="{F712977E-554A-1FB6-93AA-94A57BAC18CE}"/>
                  </a:ext>
                </a:extLst>
              </p:cNvPr>
              <p:cNvSpPr>
                <a:spLocks noChangeShapeType="1"/>
              </p:cNvSpPr>
              <p:nvPr/>
            </p:nvSpPr>
            <p:spPr bwMode="auto">
              <a:xfrm>
                <a:off x="3849" y="1738"/>
                <a:ext cx="16" cy="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4" name="Line 98">
                <a:extLst>
                  <a:ext uri="{FF2B5EF4-FFF2-40B4-BE49-F238E27FC236}">
                    <a16:creationId xmlns:a16="http://schemas.microsoft.com/office/drawing/2014/main" id="{615EC67B-796E-637C-6211-713DA0717DB5}"/>
                  </a:ext>
                </a:extLst>
              </p:cNvPr>
              <p:cNvSpPr>
                <a:spLocks noChangeShapeType="1"/>
              </p:cNvSpPr>
              <p:nvPr/>
            </p:nvSpPr>
            <p:spPr bwMode="auto">
              <a:xfrm>
                <a:off x="3865" y="1741"/>
                <a:ext cx="33"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5" name="Line 99">
                <a:extLst>
                  <a:ext uri="{FF2B5EF4-FFF2-40B4-BE49-F238E27FC236}">
                    <a16:creationId xmlns:a16="http://schemas.microsoft.com/office/drawing/2014/main" id="{56C3A02C-9987-D6C5-C25F-6591A142D78A}"/>
                  </a:ext>
                </a:extLst>
              </p:cNvPr>
              <p:cNvSpPr>
                <a:spLocks noChangeShapeType="1"/>
              </p:cNvSpPr>
              <p:nvPr/>
            </p:nvSpPr>
            <p:spPr bwMode="auto">
              <a:xfrm>
                <a:off x="3898" y="1751"/>
                <a:ext cx="33"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6" name="Line 100">
                <a:extLst>
                  <a:ext uri="{FF2B5EF4-FFF2-40B4-BE49-F238E27FC236}">
                    <a16:creationId xmlns:a16="http://schemas.microsoft.com/office/drawing/2014/main" id="{81B0368E-17B6-9DA5-B8E8-BC5CE74A5B31}"/>
                  </a:ext>
                </a:extLst>
              </p:cNvPr>
              <p:cNvSpPr>
                <a:spLocks noChangeShapeType="1"/>
              </p:cNvSpPr>
              <p:nvPr/>
            </p:nvSpPr>
            <p:spPr bwMode="auto">
              <a:xfrm>
                <a:off x="3931" y="1760"/>
                <a:ext cx="16" cy="3"/>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7" name="Line 101">
                <a:extLst>
                  <a:ext uri="{FF2B5EF4-FFF2-40B4-BE49-F238E27FC236}">
                    <a16:creationId xmlns:a16="http://schemas.microsoft.com/office/drawing/2014/main" id="{AA116809-1363-DE6E-BEAD-16C4688FE07B}"/>
                  </a:ext>
                </a:extLst>
              </p:cNvPr>
              <p:cNvSpPr>
                <a:spLocks noChangeShapeType="1"/>
              </p:cNvSpPr>
              <p:nvPr/>
            </p:nvSpPr>
            <p:spPr bwMode="auto">
              <a:xfrm>
                <a:off x="3947" y="1763"/>
                <a:ext cx="15" cy="2"/>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8" name="Line 102">
                <a:extLst>
                  <a:ext uri="{FF2B5EF4-FFF2-40B4-BE49-F238E27FC236}">
                    <a16:creationId xmlns:a16="http://schemas.microsoft.com/office/drawing/2014/main" id="{425F18F6-F18B-2F02-B5DB-AD9ED4630056}"/>
                  </a:ext>
                </a:extLst>
              </p:cNvPr>
              <p:cNvSpPr>
                <a:spLocks noChangeShapeType="1"/>
              </p:cNvSpPr>
              <p:nvPr/>
            </p:nvSpPr>
            <p:spPr bwMode="auto">
              <a:xfrm>
                <a:off x="3962" y="1765"/>
                <a:ext cx="83"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39" name="Line 103">
                <a:extLst>
                  <a:ext uri="{FF2B5EF4-FFF2-40B4-BE49-F238E27FC236}">
                    <a16:creationId xmlns:a16="http://schemas.microsoft.com/office/drawing/2014/main" id="{BEA0429C-2F13-5A2F-B9A9-45412A62C8E4}"/>
                  </a:ext>
                </a:extLst>
              </p:cNvPr>
              <p:cNvSpPr>
                <a:spLocks noChangeShapeType="1"/>
              </p:cNvSpPr>
              <p:nvPr/>
            </p:nvSpPr>
            <p:spPr bwMode="auto">
              <a:xfrm>
                <a:off x="4045" y="1770"/>
                <a:ext cx="60"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0" name="Line 104">
                <a:extLst>
                  <a:ext uri="{FF2B5EF4-FFF2-40B4-BE49-F238E27FC236}">
                    <a16:creationId xmlns:a16="http://schemas.microsoft.com/office/drawing/2014/main" id="{64E42259-D181-9962-4CE5-6DD10DD0F12D}"/>
                  </a:ext>
                </a:extLst>
              </p:cNvPr>
              <p:cNvSpPr>
                <a:spLocks noChangeShapeType="1"/>
              </p:cNvSpPr>
              <p:nvPr/>
            </p:nvSpPr>
            <p:spPr bwMode="auto">
              <a:xfrm>
                <a:off x="4105" y="1775"/>
                <a:ext cx="66"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1" name="Line 105">
                <a:extLst>
                  <a:ext uri="{FF2B5EF4-FFF2-40B4-BE49-F238E27FC236}">
                    <a16:creationId xmlns:a16="http://schemas.microsoft.com/office/drawing/2014/main" id="{CE8E1262-FC04-1897-05A9-94CAC6E186CE}"/>
                  </a:ext>
                </a:extLst>
              </p:cNvPr>
              <p:cNvSpPr>
                <a:spLocks noChangeShapeType="1"/>
              </p:cNvSpPr>
              <p:nvPr/>
            </p:nvSpPr>
            <p:spPr bwMode="auto">
              <a:xfrm>
                <a:off x="4171" y="1779"/>
                <a:ext cx="2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2" name="Line 106">
                <a:extLst>
                  <a:ext uri="{FF2B5EF4-FFF2-40B4-BE49-F238E27FC236}">
                    <a16:creationId xmlns:a16="http://schemas.microsoft.com/office/drawing/2014/main" id="{447E7271-D21D-473F-3AFB-D86304134E10}"/>
                  </a:ext>
                </a:extLst>
              </p:cNvPr>
              <p:cNvSpPr>
                <a:spLocks noChangeShapeType="1"/>
              </p:cNvSpPr>
              <p:nvPr/>
            </p:nvSpPr>
            <p:spPr bwMode="auto">
              <a:xfrm flipV="1">
                <a:off x="4191" y="1777"/>
                <a:ext cx="21" cy="2"/>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3" name="Line 107">
                <a:extLst>
                  <a:ext uri="{FF2B5EF4-FFF2-40B4-BE49-F238E27FC236}">
                    <a16:creationId xmlns:a16="http://schemas.microsoft.com/office/drawing/2014/main" id="{B8281BC0-723C-08CF-D9DB-6CC09B5D1115}"/>
                  </a:ext>
                </a:extLst>
              </p:cNvPr>
              <p:cNvSpPr>
                <a:spLocks noChangeShapeType="1"/>
              </p:cNvSpPr>
              <p:nvPr/>
            </p:nvSpPr>
            <p:spPr bwMode="auto">
              <a:xfrm flipV="1">
                <a:off x="4212" y="1772"/>
                <a:ext cx="27"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4" name="Line 108">
                <a:extLst>
                  <a:ext uri="{FF2B5EF4-FFF2-40B4-BE49-F238E27FC236}">
                    <a16:creationId xmlns:a16="http://schemas.microsoft.com/office/drawing/2014/main" id="{2548ED3A-7C78-95AB-0D28-AF338674F91E}"/>
                  </a:ext>
                </a:extLst>
              </p:cNvPr>
              <p:cNvSpPr>
                <a:spLocks noChangeShapeType="1"/>
              </p:cNvSpPr>
              <p:nvPr/>
            </p:nvSpPr>
            <p:spPr bwMode="auto">
              <a:xfrm flipV="1">
                <a:off x="4239" y="1765"/>
                <a:ext cx="39"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5" name="Line 109">
                <a:extLst>
                  <a:ext uri="{FF2B5EF4-FFF2-40B4-BE49-F238E27FC236}">
                    <a16:creationId xmlns:a16="http://schemas.microsoft.com/office/drawing/2014/main" id="{565B2F12-C2E7-FF4E-EB2A-20021BF95F61}"/>
                  </a:ext>
                </a:extLst>
              </p:cNvPr>
              <p:cNvSpPr>
                <a:spLocks noChangeShapeType="1"/>
              </p:cNvSpPr>
              <p:nvPr/>
            </p:nvSpPr>
            <p:spPr bwMode="auto">
              <a:xfrm flipV="1">
                <a:off x="4278" y="1762"/>
                <a:ext cx="230"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6" name="Line 110">
                <a:extLst>
                  <a:ext uri="{FF2B5EF4-FFF2-40B4-BE49-F238E27FC236}">
                    <a16:creationId xmlns:a16="http://schemas.microsoft.com/office/drawing/2014/main" id="{3BFB95F6-DE6B-178C-FA4F-71FFB696CD4E}"/>
                  </a:ext>
                </a:extLst>
              </p:cNvPr>
              <p:cNvSpPr>
                <a:spLocks noChangeShapeType="1"/>
              </p:cNvSpPr>
              <p:nvPr/>
            </p:nvSpPr>
            <p:spPr bwMode="auto">
              <a:xfrm flipV="1">
                <a:off x="4508" y="1760"/>
                <a:ext cx="116"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7" name="Line 111">
                <a:extLst>
                  <a:ext uri="{FF2B5EF4-FFF2-40B4-BE49-F238E27FC236}">
                    <a16:creationId xmlns:a16="http://schemas.microsoft.com/office/drawing/2014/main" id="{E9A4E3E5-2198-A243-0305-BC1C79A9C8A9}"/>
                  </a:ext>
                </a:extLst>
              </p:cNvPr>
              <p:cNvSpPr>
                <a:spLocks noChangeShapeType="1"/>
              </p:cNvSpPr>
              <p:nvPr/>
            </p:nvSpPr>
            <p:spPr bwMode="auto">
              <a:xfrm flipV="1">
                <a:off x="4624" y="1757"/>
                <a:ext cx="115"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8" name="Line 112">
                <a:extLst>
                  <a:ext uri="{FF2B5EF4-FFF2-40B4-BE49-F238E27FC236}">
                    <a16:creationId xmlns:a16="http://schemas.microsoft.com/office/drawing/2014/main" id="{B827F664-A768-0E31-7DEF-266F38771201}"/>
                  </a:ext>
                </a:extLst>
              </p:cNvPr>
              <p:cNvSpPr>
                <a:spLocks noChangeShapeType="1"/>
              </p:cNvSpPr>
              <p:nvPr/>
            </p:nvSpPr>
            <p:spPr bwMode="auto">
              <a:xfrm flipV="1">
                <a:off x="4739" y="1756"/>
                <a:ext cx="22" cy="1"/>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49" name="Line 113">
                <a:extLst>
                  <a:ext uri="{FF2B5EF4-FFF2-40B4-BE49-F238E27FC236}">
                    <a16:creationId xmlns:a16="http://schemas.microsoft.com/office/drawing/2014/main" id="{B29B0B51-1DD4-20E4-DC3D-F8EAAFBC82E8}"/>
                  </a:ext>
                </a:extLst>
              </p:cNvPr>
              <p:cNvSpPr>
                <a:spLocks noChangeShapeType="1"/>
              </p:cNvSpPr>
              <p:nvPr/>
            </p:nvSpPr>
            <p:spPr bwMode="auto">
              <a:xfrm flipV="1">
                <a:off x="4761" y="1752"/>
                <a:ext cx="22" cy="4"/>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0" name="Line 114">
                <a:extLst>
                  <a:ext uri="{FF2B5EF4-FFF2-40B4-BE49-F238E27FC236}">
                    <a16:creationId xmlns:a16="http://schemas.microsoft.com/office/drawing/2014/main" id="{0351AF3A-4202-7E79-F6F1-A2BFCC777792}"/>
                  </a:ext>
                </a:extLst>
              </p:cNvPr>
              <p:cNvSpPr>
                <a:spLocks noChangeShapeType="1"/>
              </p:cNvSpPr>
              <p:nvPr/>
            </p:nvSpPr>
            <p:spPr bwMode="auto">
              <a:xfrm flipV="1">
                <a:off x="4783" y="1746"/>
                <a:ext cx="45" cy="6"/>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1" name="Line 115">
                <a:extLst>
                  <a:ext uri="{FF2B5EF4-FFF2-40B4-BE49-F238E27FC236}">
                    <a16:creationId xmlns:a16="http://schemas.microsoft.com/office/drawing/2014/main" id="{DA9B8F0D-4C2B-F4D1-0F07-C9CCDCF50B13}"/>
                  </a:ext>
                </a:extLst>
              </p:cNvPr>
              <p:cNvSpPr>
                <a:spLocks noChangeShapeType="1"/>
              </p:cNvSpPr>
              <p:nvPr/>
            </p:nvSpPr>
            <p:spPr bwMode="auto">
              <a:xfrm flipV="1">
                <a:off x="4828" y="1744"/>
                <a:ext cx="22" cy="2"/>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2" name="Line 116">
                <a:extLst>
                  <a:ext uri="{FF2B5EF4-FFF2-40B4-BE49-F238E27FC236}">
                    <a16:creationId xmlns:a16="http://schemas.microsoft.com/office/drawing/2014/main" id="{BD281F99-46D8-860E-809F-E481AAED7521}"/>
                  </a:ext>
                </a:extLst>
              </p:cNvPr>
              <p:cNvSpPr>
                <a:spLocks noChangeShapeType="1"/>
              </p:cNvSpPr>
              <p:nvPr/>
            </p:nvSpPr>
            <p:spPr bwMode="auto">
              <a:xfrm flipV="1">
                <a:off x="4850" y="1743"/>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3" name="Line 117">
                <a:extLst>
                  <a:ext uri="{FF2B5EF4-FFF2-40B4-BE49-F238E27FC236}">
                    <a16:creationId xmlns:a16="http://schemas.microsoft.com/office/drawing/2014/main" id="{E0086F34-5189-7841-BAB6-05595AE06A57}"/>
                  </a:ext>
                </a:extLst>
              </p:cNvPr>
              <p:cNvSpPr>
                <a:spLocks noChangeShapeType="1"/>
              </p:cNvSpPr>
              <p:nvPr/>
            </p:nvSpPr>
            <p:spPr bwMode="auto">
              <a:xfrm>
                <a:off x="4872" y="1743"/>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4" name="Line 118">
                <a:extLst>
                  <a:ext uri="{FF2B5EF4-FFF2-40B4-BE49-F238E27FC236}">
                    <a16:creationId xmlns:a16="http://schemas.microsoft.com/office/drawing/2014/main" id="{DCBFD3B1-9447-9A8D-B768-BB719A9C892B}"/>
                  </a:ext>
                </a:extLst>
              </p:cNvPr>
              <p:cNvSpPr>
                <a:spLocks noChangeShapeType="1"/>
              </p:cNvSpPr>
              <p:nvPr/>
            </p:nvSpPr>
            <p:spPr bwMode="auto">
              <a:xfrm>
                <a:off x="4894" y="1745"/>
                <a:ext cx="12" cy="1"/>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5" name="Line 119">
                <a:extLst>
                  <a:ext uri="{FF2B5EF4-FFF2-40B4-BE49-F238E27FC236}">
                    <a16:creationId xmlns:a16="http://schemas.microsoft.com/office/drawing/2014/main" id="{394FC4DA-5E3C-3E01-29AB-253F26348B54}"/>
                  </a:ext>
                </a:extLst>
              </p:cNvPr>
              <p:cNvSpPr>
                <a:spLocks noChangeShapeType="1"/>
              </p:cNvSpPr>
              <p:nvPr/>
            </p:nvSpPr>
            <p:spPr bwMode="auto">
              <a:xfrm>
                <a:off x="4906" y="1746"/>
                <a:ext cx="11" cy="4"/>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6" name="Line 120">
                <a:extLst>
                  <a:ext uri="{FF2B5EF4-FFF2-40B4-BE49-F238E27FC236}">
                    <a16:creationId xmlns:a16="http://schemas.microsoft.com/office/drawing/2014/main" id="{BA2A2DB5-E454-2DB2-0DAB-B5CC2AD005E9}"/>
                  </a:ext>
                </a:extLst>
              </p:cNvPr>
              <p:cNvSpPr>
                <a:spLocks noChangeShapeType="1"/>
              </p:cNvSpPr>
              <p:nvPr/>
            </p:nvSpPr>
            <p:spPr bwMode="auto">
              <a:xfrm>
                <a:off x="4917" y="1750"/>
                <a:ext cx="78"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7" name="Line 121">
                <a:extLst>
                  <a:ext uri="{FF2B5EF4-FFF2-40B4-BE49-F238E27FC236}">
                    <a16:creationId xmlns:a16="http://schemas.microsoft.com/office/drawing/2014/main" id="{8FA05F11-EDFE-F19D-2C59-1B5A2BF13C66}"/>
                  </a:ext>
                </a:extLst>
              </p:cNvPr>
              <p:cNvSpPr>
                <a:spLocks noChangeShapeType="1"/>
              </p:cNvSpPr>
              <p:nvPr/>
            </p:nvSpPr>
            <p:spPr bwMode="auto">
              <a:xfrm>
                <a:off x="4995" y="1760"/>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8" name="Line 122">
                <a:extLst>
                  <a:ext uri="{FF2B5EF4-FFF2-40B4-BE49-F238E27FC236}">
                    <a16:creationId xmlns:a16="http://schemas.microsoft.com/office/drawing/2014/main" id="{B969F27A-93E1-07A2-81C1-04681B5A3730}"/>
                  </a:ext>
                </a:extLst>
              </p:cNvPr>
              <p:cNvSpPr>
                <a:spLocks noChangeShapeType="1"/>
              </p:cNvSpPr>
              <p:nvPr/>
            </p:nvSpPr>
            <p:spPr bwMode="auto">
              <a:xfrm>
                <a:off x="5057" y="1766"/>
                <a:ext cx="74"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59" name="Line 123">
                <a:extLst>
                  <a:ext uri="{FF2B5EF4-FFF2-40B4-BE49-F238E27FC236}">
                    <a16:creationId xmlns:a16="http://schemas.microsoft.com/office/drawing/2014/main" id="{0C5587F6-0651-65A6-ABB6-512C9FD7E839}"/>
                  </a:ext>
                </a:extLst>
              </p:cNvPr>
              <p:cNvSpPr>
                <a:spLocks noChangeShapeType="1"/>
              </p:cNvSpPr>
              <p:nvPr/>
            </p:nvSpPr>
            <p:spPr bwMode="auto">
              <a:xfrm>
                <a:off x="5131" y="1770"/>
                <a:ext cx="110" cy="3"/>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0" name="Line 124">
                <a:extLst>
                  <a:ext uri="{FF2B5EF4-FFF2-40B4-BE49-F238E27FC236}">
                    <a16:creationId xmlns:a16="http://schemas.microsoft.com/office/drawing/2014/main" id="{BC455ADA-266C-F362-B2E7-36FC2B111C8B}"/>
                  </a:ext>
                </a:extLst>
              </p:cNvPr>
              <p:cNvSpPr>
                <a:spLocks noChangeShapeType="1"/>
              </p:cNvSpPr>
              <p:nvPr/>
            </p:nvSpPr>
            <p:spPr bwMode="auto">
              <a:xfrm flipV="1">
                <a:off x="5241" y="1765"/>
                <a:ext cx="17" cy="8"/>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1" name="Line 125">
                <a:extLst>
                  <a:ext uri="{FF2B5EF4-FFF2-40B4-BE49-F238E27FC236}">
                    <a16:creationId xmlns:a16="http://schemas.microsoft.com/office/drawing/2014/main" id="{AAF1E61F-C382-BCB8-B945-C68E60741CD1}"/>
                  </a:ext>
                </a:extLst>
              </p:cNvPr>
              <p:cNvSpPr>
                <a:spLocks noChangeShapeType="1"/>
              </p:cNvSpPr>
              <p:nvPr/>
            </p:nvSpPr>
            <p:spPr bwMode="auto">
              <a:xfrm flipV="1">
                <a:off x="5258" y="1760"/>
                <a:ext cx="16"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2" name="Line 126">
                <a:extLst>
                  <a:ext uri="{FF2B5EF4-FFF2-40B4-BE49-F238E27FC236}">
                    <a16:creationId xmlns:a16="http://schemas.microsoft.com/office/drawing/2014/main" id="{48556398-1165-FAA3-AB0E-6BE2F70AEC00}"/>
                  </a:ext>
                </a:extLst>
              </p:cNvPr>
              <p:cNvSpPr>
                <a:spLocks noChangeShapeType="1"/>
              </p:cNvSpPr>
              <p:nvPr/>
            </p:nvSpPr>
            <p:spPr bwMode="auto">
              <a:xfrm flipV="1">
                <a:off x="5274" y="1759"/>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3" name="Line 127">
                <a:extLst>
                  <a:ext uri="{FF2B5EF4-FFF2-40B4-BE49-F238E27FC236}">
                    <a16:creationId xmlns:a16="http://schemas.microsoft.com/office/drawing/2014/main" id="{D28E1311-225F-FAEF-3E78-18360AE3C6D8}"/>
                  </a:ext>
                </a:extLst>
              </p:cNvPr>
              <p:cNvSpPr>
                <a:spLocks noChangeShapeType="1"/>
              </p:cNvSpPr>
              <p:nvPr/>
            </p:nvSpPr>
            <p:spPr bwMode="auto">
              <a:xfrm flipV="1">
                <a:off x="5282" y="1757"/>
                <a:ext cx="7" cy="2"/>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4" name="Line 128">
                <a:extLst>
                  <a:ext uri="{FF2B5EF4-FFF2-40B4-BE49-F238E27FC236}">
                    <a16:creationId xmlns:a16="http://schemas.microsoft.com/office/drawing/2014/main" id="{FBA78A37-5030-3AFB-AA6E-B4E57127419B}"/>
                  </a:ext>
                </a:extLst>
              </p:cNvPr>
              <p:cNvSpPr>
                <a:spLocks noChangeShapeType="1"/>
              </p:cNvSpPr>
              <p:nvPr/>
            </p:nvSpPr>
            <p:spPr bwMode="auto">
              <a:xfrm>
                <a:off x="5289" y="1757"/>
                <a:ext cx="3"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5" name="Line 129">
                <a:extLst>
                  <a:ext uri="{FF2B5EF4-FFF2-40B4-BE49-F238E27FC236}">
                    <a16:creationId xmlns:a16="http://schemas.microsoft.com/office/drawing/2014/main" id="{3B2FD621-D819-7F45-F04D-3735FA17B5F7}"/>
                  </a:ext>
                </a:extLst>
              </p:cNvPr>
              <p:cNvSpPr>
                <a:spLocks noChangeShapeType="1"/>
              </p:cNvSpPr>
              <p:nvPr/>
            </p:nvSpPr>
            <p:spPr bwMode="auto">
              <a:xfrm>
                <a:off x="5292" y="1757"/>
                <a:ext cx="3" cy="2"/>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6" name="Line 130">
                <a:extLst>
                  <a:ext uri="{FF2B5EF4-FFF2-40B4-BE49-F238E27FC236}">
                    <a16:creationId xmlns:a16="http://schemas.microsoft.com/office/drawing/2014/main" id="{5355DF11-4125-49E9-24A1-AD0310EB9EBE}"/>
                  </a:ext>
                </a:extLst>
              </p:cNvPr>
              <p:cNvSpPr>
                <a:spLocks noChangeShapeType="1"/>
              </p:cNvSpPr>
              <p:nvPr/>
            </p:nvSpPr>
            <p:spPr bwMode="auto">
              <a:xfrm>
                <a:off x="5295" y="1759"/>
                <a:ext cx="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7" name="Line 131">
                <a:extLst>
                  <a:ext uri="{FF2B5EF4-FFF2-40B4-BE49-F238E27FC236}">
                    <a16:creationId xmlns:a16="http://schemas.microsoft.com/office/drawing/2014/main" id="{B41FC923-4BD2-5703-9AAC-F6C122B4290A}"/>
                  </a:ext>
                </a:extLst>
              </p:cNvPr>
              <p:cNvSpPr>
                <a:spLocks noChangeShapeType="1"/>
              </p:cNvSpPr>
              <p:nvPr/>
            </p:nvSpPr>
            <p:spPr bwMode="auto">
              <a:xfrm>
                <a:off x="5302" y="1763"/>
                <a:ext cx="5"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8" name="Line 132">
                <a:extLst>
                  <a:ext uri="{FF2B5EF4-FFF2-40B4-BE49-F238E27FC236}">
                    <a16:creationId xmlns:a16="http://schemas.microsoft.com/office/drawing/2014/main" id="{153011C9-94E2-1646-FF63-E3353D49F902}"/>
                  </a:ext>
                </a:extLst>
              </p:cNvPr>
              <p:cNvSpPr>
                <a:spLocks noChangeShapeType="1"/>
              </p:cNvSpPr>
              <p:nvPr/>
            </p:nvSpPr>
            <p:spPr bwMode="auto">
              <a:xfrm>
                <a:off x="5307" y="1768"/>
                <a:ext cx="6"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69" name="Line 133">
                <a:extLst>
                  <a:ext uri="{FF2B5EF4-FFF2-40B4-BE49-F238E27FC236}">
                    <a16:creationId xmlns:a16="http://schemas.microsoft.com/office/drawing/2014/main" id="{C1E4FFFC-4BC3-8D3E-235C-A13B0CE2FFBD}"/>
                  </a:ext>
                </a:extLst>
              </p:cNvPr>
              <p:cNvSpPr>
                <a:spLocks noChangeShapeType="1"/>
              </p:cNvSpPr>
              <p:nvPr/>
            </p:nvSpPr>
            <p:spPr bwMode="auto">
              <a:xfrm flipV="1">
                <a:off x="5313" y="1688"/>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0" name="Line 134">
                <a:extLst>
                  <a:ext uri="{FF2B5EF4-FFF2-40B4-BE49-F238E27FC236}">
                    <a16:creationId xmlns:a16="http://schemas.microsoft.com/office/drawing/2014/main" id="{DD3C9C9F-8F6C-DD2A-5763-93769EAE699D}"/>
                  </a:ext>
                </a:extLst>
              </p:cNvPr>
              <p:cNvSpPr>
                <a:spLocks noChangeShapeType="1"/>
              </p:cNvSpPr>
              <p:nvPr/>
            </p:nvSpPr>
            <p:spPr bwMode="auto">
              <a:xfrm flipH="1" flipV="1">
                <a:off x="5316" y="1670"/>
                <a:ext cx="5" cy="18"/>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1" name="Line 135">
                <a:extLst>
                  <a:ext uri="{FF2B5EF4-FFF2-40B4-BE49-F238E27FC236}">
                    <a16:creationId xmlns:a16="http://schemas.microsoft.com/office/drawing/2014/main" id="{9F4B8F29-48F1-5097-2727-0AF3BC41169E}"/>
                  </a:ext>
                </a:extLst>
              </p:cNvPr>
              <p:cNvSpPr>
                <a:spLocks noChangeShapeType="1"/>
              </p:cNvSpPr>
              <p:nvPr/>
            </p:nvSpPr>
            <p:spPr bwMode="auto">
              <a:xfrm flipH="1" flipV="1">
                <a:off x="5311" y="1651"/>
                <a:ext cx="5" cy="19"/>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2" name="Line 136">
                <a:extLst>
                  <a:ext uri="{FF2B5EF4-FFF2-40B4-BE49-F238E27FC236}">
                    <a16:creationId xmlns:a16="http://schemas.microsoft.com/office/drawing/2014/main" id="{0025C364-8576-1E7B-DDBC-CBA1A57FC46C}"/>
                  </a:ext>
                </a:extLst>
              </p:cNvPr>
              <p:cNvSpPr>
                <a:spLocks noChangeShapeType="1"/>
              </p:cNvSpPr>
              <p:nvPr/>
            </p:nvSpPr>
            <p:spPr bwMode="auto">
              <a:xfrm flipH="1" flipV="1">
                <a:off x="5307" y="1632"/>
                <a:ext cx="4" cy="1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3" name="Line 137">
                <a:extLst>
                  <a:ext uri="{FF2B5EF4-FFF2-40B4-BE49-F238E27FC236}">
                    <a16:creationId xmlns:a16="http://schemas.microsoft.com/office/drawing/2014/main" id="{306FE510-DDA3-C02F-1761-5427CDD6B8BD}"/>
                  </a:ext>
                </a:extLst>
              </p:cNvPr>
              <p:cNvSpPr>
                <a:spLocks noChangeShapeType="1"/>
              </p:cNvSpPr>
              <p:nvPr/>
            </p:nvSpPr>
            <p:spPr bwMode="auto">
              <a:xfrm flipH="1" flipV="1">
                <a:off x="5304" y="1612"/>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4" name="Line 138">
                <a:extLst>
                  <a:ext uri="{FF2B5EF4-FFF2-40B4-BE49-F238E27FC236}">
                    <a16:creationId xmlns:a16="http://schemas.microsoft.com/office/drawing/2014/main" id="{917C25BB-47DD-7752-E13E-4C2B2F4F8EE8}"/>
                  </a:ext>
                </a:extLst>
              </p:cNvPr>
              <p:cNvSpPr>
                <a:spLocks noChangeShapeType="1"/>
              </p:cNvSpPr>
              <p:nvPr/>
            </p:nvSpPr>
            <p:spPr bwMode="auto">
              <a:xfrm flipH="1" flipV="1">
                <a:off x="5302" y="1572"/>
                <a:ext cx="2"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5" name="Line 139">
                <a:extLst>
                  <a:ext uri="{FF2B5EF4-FFF2-40B4-BE49-F238E27FC236}">
                    <a16:creationId xmlns:a16="http://schemas.microsoft.com/office/drawing/2014/main" id="{B46850FE-64F1-81DA-9F0C-718F4F493770}"/>
                  </a:ext>
                </a:extLst>
              </p:cNvPr>
              <p:cNvSpPr>
                <a:spLocks noChangeShapeType="1"/>
              </p:cNvSpPr>
              <p:nvPr/>
            </p:nvSpPr>
            <p:spPr bwMode="auto">
              <a:xfrm flipV="1">
                <a:off x="5302" y="1532"/>
                <a:ext cx="1"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6" name="Line 140">
                <a:extLst>
                  <a:ext uri="{FF2B5EF4-FFF2-40B4-BE49-F238E27FC236}">
                    <a16:creationId xmlns:a16="http://schemas.microsoft.com/office/drawing/2014/main" id="{DE8B1B93-DB06-EFF2-A1AB-32A5A62A3EEA}"/>
                  </a:ext>
                </a:extLst>
              </p:cNvPr>
              <p:cNvSpPr>
                <a:spLocks noChangeShapeType="1"/>
              </p:cNvSpPr>
              <p:nvPr/>
            </p:nvSpPr>
            <p:spPr bwMode="auto">
              <a:xfrm flipV="1">
                <a:off x="5302" y="1491"/>
                <a:ext cx="2"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7" name="Line 141">
                <a:extLst>
                  <a:ext uri="{FF2B5EF4-FFF2-40B4-BE49-F238E27FC236}">
                    <a16:creationId xmlns:a16="http://schemas.microsoft.com/office/drawing/2014/main" id="{D11540CB-D672-8C2D-849D-67E521D9484B}"/>
                  </a:ext>
                </a:extLst>
              </p:cNvPr>
              <p:cNvSpPr>
                <a:spLocks noChangeShapeType="1"/>
              </p:cNvSpPr>
              <p:nvPr/>
            </p:nvSpPr>
            <p:spPr bwMode="auto">
              <a:xfrm flipV="1">
                <a:off x="5304" y="1452"/>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8" name="Line 142">
                <a:extLst>
                  <a:ext uri="{FF2B5EF4-FFF2-40B4-BE49-F238E27FC236}">
                    <a16:creationId xmlns:a16="http://schemas.microsoft.com/office/drawing/2014/main" id="{4C22C4FB-4194-8574-DFC0-06F89160683B}"/>
                  </a:ext>
                </a:extLst>
              </p:cNvPr>
              <p:cNvSpPr>
                <a:spLocks noChangeShapeType="1"/>
              </p:cNvSpPr>
              <p:nvPr/>
            </p:nvSpPr>
            <p:spPr bwMode="auto">
              <a:xfrm flipV="1">
                <a:off x="5307" y="1373"/>
                <a:ext cx="6"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79" name="Line 143">
                <a:extLst>
                  <a:ext uri="{FF2B5EF4-FFF2-40B4-BE49-F238E27FC236}">
                    <a16:creationId xmlns:a16="http://schemas.microsoft.com/office/drawing/2014/main" id="{0DB3FD5E-9BC7-B870-AAEE-312D0A0CA747}"/>
                  </a:ext>
                </a:extLst>
              </p:cNvPr>
              <p:cNvSpPr>
                <a:spLocks noChangeShapeType="1"/>
              </p:cNvSpPr>
              <p:nvPr/>
            </p:nvSpPr>
            <p:spPr bwMode="auto">
              <a:xfrm flipH="1">
                <a:off x="3332" y="1373"/>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80" name="Freeform 144">
                <a:extLst>
                  <a:ext uri="{FF2B5EF4-FFF2-40B4-BE49-F238E27FC236}">
                    <a16:creationId xmlns:a16="http://schemas.microsoft.com/office/drawing/2014/main" id="{7B210930-D94C-7C7B-BE6C-000413F25844}"/>
                  </a:ext>
                </a:extLst>
              </p:cNvPr>
              <p:cNvSpPr>
                <a:spLocks/>
              </p:cNvSpPr>
              <p:nvPr/>
            </p:nvSpPr>
            <p:spPr bwMode="auto">
              <a:xfrm>
                <a:off x="3191" y="1365"/>
                <a:ext cx="146" cy="132"/>
              </a:xfrm>
              <a:custGeom>
                <a:avLst/>
                <a:gdLst>
                  <a:gd name="T0" fmla="*/ 9 w 146"/>
                  <a:gd name="T1" fmla="*/ 131 h 132"/>
                  <a:gd name="T2" fmla="*/ 0 w 146"/>
                  <a:gd name="T3" fmla="*/ 132 h 132"/>
                  <a:gd name="T4" fmla="*/ 137 w 146"/>
                  <a:gd name="T5" fmla="*/ 2 h 132"/>
                  <a:gd name="T6" fmla="*/ 146 w 146"/>
                  <a:gd name="T7" fmla="*/ 0 h 132"/>
                  <a:gd name="T8" fmla="*/ 9 w 146"/>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1"/>
                    </a:moveTo>
                    <a:lnTo>
                      <a:pt x="0" y="132"/>
                    </a:lnTo>
                    <a:lnTo>
                      <a:pt x="137" y="2"/>
                    </a:lnTo>
                    <a:lnTo>
                      <a:pt x="146" y="0"/>
                    </a:lnTo>
                    <a:lnTo>
                      <a:pt x="9"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1" name="Line 145">
                <a:extLst>
                  <a:ext uri="{FF2B5EF4-FFF2-40B4-BE49-F238E27FC236}">
                    <a16:creationId xmlns:a16="http://schemas.microsoft.com/office/drawing/2014/main" id="{2B24EF24-15A2-F14F-B471-4306E1AFC9CF}"/>
                  </a:ext>
                </a:extLst>
              </p:cNvPr>
              <p:cNvSpPr>
                <a:spLocks noChangeShapeType="1"/>
              </p:cNvSpPr>
              <p:nvPr/>
            </p:nvSpPr>
            <p:spPr bwMode="auto">
              <a:xfrm flipV="1">
                <a:off x="3200" y="1365"/>
                <a:ext cx="137"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82" name="Freeform 146">
                <a:extLst>
                  <a:ext uri="{FF2B5EF4-FFF2-40B4-BE49-F238E27FC236}">
                    <a16:creationId xmlns:a16="http://schemas.microsoft.com/office/drawing/2014/main" id="{6E7EBC3A-8096-EACF-922A-AF891E5A80E9}"/>
                  </a:ext>
                </a:extLst>
              </p:cNvPr>
              <p:cNvSpPr>
                <a:spLocks/>
              </p:cNvSpPr>
              <p:nvPr/>
            </p:nvSpPr>
            <p:spPr bwMode="auto">
              <a:xfrm>
                <a:off x="3196" y="1365"/>
                <a:ext cx="141" cy="132"/>
              </a:xfrm>
              <a:custGeom>
                <a:avLst/>
                <a:gdLst>
                  <a:gd name="T0" fmla="*/ 4 w 141"/>
                  <a:gd name="T1" fmla="*/ 131 h 132"/>
                  <a:gd name="T2" fmla="*/ 0 w 141"/>
                  <a:gd name="T3" fmla="*/ 132 h 132"/>
                  <a:gd name="T4" fmla="*/ 138 w 141"/>
                  <a:gd name="T5" fmla="*/ 2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8" y="2"/>
                    </a:lnTo>
                    <a:lnTo>
                      <a:pt x="141" y="0"/>
                    </a:lnTo>
                    <a:lnTo>
                      <a:pt x="4"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3" name="Freeform 147">
                <a:extLst>
                  <a:ext uri="{FF2B5EF4-FFF2-40B4-BE49-F238E27FC236}">
                    <a16:creationId xmlns:a16="http://schemas.microsoft.com/office/drawing/2014/main" id="{D2BB2278-420D-8D91-203E-D99FD761A15A}"/>
                  </a:ext>
                </a:extLst>
              </p:cNvPr>
              <p:cNvSpPr>
                <a:spLocks/>
              </p:cNvSpPr>
              <p:nvPr/>
            </p:nvSpPr>
            <p:spPr bwMode="auto">
              <a:xfrm>
                <a:off x="3191" y="1367"/>
                <a:ext cx="143" cy="130"/>
              </a:xfrm>
              <a:custGeom>
                <a:avLst/>
                <a:gdLst>
                  <a:gd name="T0" fmla="*/ 5 w 143"/>
                  <a:gd name="T1" fmla="*/ 130 h 130"/>
                  <a:gd name="T2" fmla="*/ 0 w 143"/>
                  <a:gd name="T3" fmla="*/ 130 h 130"/>
                  <a:gd name="T4" fmla="*/ 137 w 143"/>
                  <a:gd name="T5" fmla="*/ 0 h 130"/>
                  <a:gd name="T6" fmla="*/ 143 w 143"/>
                  <a:gd name="T7" fmla="*/ 0 h 130"/>
                  <a:gd name="T8" fmla="*/ 5 w 143"/>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0">
                    <a:moveTo>
                      <a:pt x="5" y="130"/>
                    </a:moveTo>
                    <a:lnTo>
                      <a:pt x="0" y="130"/>
                    </a:lnTo>
                    <a:lnTo>
                      <a:pt x="137" y="0"/>
                    </a:lnTo>
                    <a:lnTo>
                      <a:pt x="143" y="0"/>
                    </a:lnTo>
                    <a:lnTo>
                      <a:pt x="5"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4" name="Freeform 148">
                <a:extLst>
                  <a:ext uri="{FF2B5EF4-FFF2-40B4-BE49-F238E27FC236}">
                    <a16:creationId xmlns:a16="http://schemas.microsoft.com/office/drawing/2014/main" id="{3216C8C2-7058-F87C-58AC-A0D478EAE76D}"/>
                  </a:ext>
                </a:extLst>
              </p:cNvPr>
              <p:cNvSpPr>
                <a:spLocks/>
              </p:cNvSpPr>
              <p:nvPr/>
            </p:nvSpPr>
            <p:spPr bwMode="auto">
              <a:xfrm>
                <a:off x="3182" y="1367"/>
                <a:ext cx="146" cy="130"/>
              </a:xfrm>
              <a:custGeom>
                <a:avLst/>
                <a:gdLst>
                  <a:gd name="T0" fmla="*/ 9 w 146"/>
                  <a:gd name="T1" fmla="*/ 130 h 130"/>
                  <a:gd name="T2" fmla="*/ 0 w 146"/>
                  <a:gd name="T3" fmla="*/ 130 h 130"/>
                  <a:gd name="T4" fmla="*/ 137 w 146"/>
                  <a:gd name="T5" fmla="*/ 0 h 130"/>
                  <a:gd name="T6" fmla="*/ 146 w 146"/>
                  <a:gd name="T7" fmla="*/ 0 h 130"/>
                  <a:gd name="T8" fmla="*/ 9 w 146"/>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0">
                    <a:moveTo>
                      <a:pt x="9" y="130"/>
                    </a:moveTo>
                    <a:lnTo>
                      <a:pt x="0" y="130"/>
                    </a:lnTo>
                    <a:lnTo>
                      <a:pt x="137" y="0"/>
                    </a:lnTo>
                    <a:lnTo>
                      <a:pt x="146" y="0"/>
                    </a:lnTo>
                    <a:lnTo>
                      <a:pt x="9"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5" name="Line 149">
                <a:extLst>
                  <a:ext uri="{FF2B5EF4-FFF2-40B4-BE49-F238E27FC236}">
                    <a16:creationId xmlns:a16="http://schemas.microsoft.com/office/drawing/2014/main" id="{14DEE494-AA0A-B50F-6AD2-3D1DF4FB505C}"/>
                  </a:ext>
                </a:extLst>
              </p:cNvPr>
              <p:cNvSpPr>
                <a:spLocks noChangeShapeType="1"/>
              </p:cNvSpPr>
              <p:nvPr/>
            </p:nvSpPr>
            <p:spPr bwMode="auto">
              <a:xfrm flipV="1">
                <a:off x="3191" y="1367"/>
                <a:ext cx="137" cy="130"/>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86" name="Freeform 150">
                <a:extLst>
                  <a:ext uri="{FF2B5EF4-FFF2-40B4-BE49-F238E27FC236}">
                    <a16:creationId xmlns:a16="http://schemas.microsoft.com/office/drawing/2014/main" id="{24E7A197-C532-8431-63DC-1A0F39C9A88B}"/>
                  </a:ext>
                </a:extLst>
              </p:cNvPr>
              <p:cNvSpPr>
                <a:spLocks/>
              </p:cNvSpPr>
              <p:nvPr/>
            </p:nvSpPr>
            <p:spPr bwMode="auto">
              <a:xfrm>
                <a:off x="3189" y="1367"/>
                <a:ext cx="139" cy="130"/>
              </a:xfrm>
              <a:custGeom>
                <a:avLst/>
                <a:gdLst>
                  <a:gd name="T0" fmla="*/ 2 w 139"/>
                  <a:gd name="T1" fmla="*/ 130 h 130"/>
                  <a:gd name="T2" fmla="*/ 0 w 139"/>
                  <a:gd name="T3" fmla="*/ 130 h 130"/>
                  <a:gd name="T4" fmla="*/ 137 w 139"/>
                  <a:gd name="T5" fmla="*/ 0 h 130"/>
                  <a:gd name="T6" fmla="*/ 139 w 139"/>
                  <a:gd name="T7" fmla="*/ 0 h 130"/>
                  <a:gd name="T8" fmla="*/ 2 w 139"/>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30">
                    <a:moveTo>
                      <a:pt x="2" y="130"/>
                    </a:moveTo>
                    <a:lnTo>
                      <a:pt x="0" y="130"/>
                    </a:lnTo>
                    <a:lnTo>
                      <a:pt x="137" y="0"/>
                    </a:lnTo>
                    <a:lnTo>
                      <a:pt x="139" y="0"/>
                    </a:lnTo>
                    <a:lnTo>
                      <a:pt x="2" y="130"/>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7" name="Freeform 151">
                <a:extLst>
                  <a:ext uri="{FF2B5EF4-FFF2-40B4-BE49-F238E27FC236}">
                    <a16:creationId xmlns:a16="http://schemas.microsoft.com/office/drawing/2014/main" id="{364E16F2-3CF0-8611-C71A-DF5F6E7B215D}"/>
                  </a:ext>
                </a:extLst>
              </p:cNvPr>
              <p:cNvSpPr>
                <a:spLocks/>
              </p:cNvSpPr>
              <p:nvPr/>
            </p:nvSpPr>
            <p:spPr bwMode="auto">
              <a:xfrm>
                <a:off x="3185" y="1367"/>
                <a:ext cx="141" cy="130"/>
              </a:xfrm>
              <a:custGeom>
                <a:avLst/>
                <a:gdLst>
                  <a:gd name="T0" fmla="*/ 4 w 141"/>
                  <a:gd name="T1" fmla="*/ 130 h 130"/>
                  <a:gd name="T2" fmla="*/ 0 w 141"/>
                  <a:gd name="T3" fmla="*/ 130 h 130"/>
                  <a:gd name="T4" fmla="*/ 137 w 141"/>
                  <a:gd name="T5" fmla="*/ 0 h 130"/>
                  <a:gd name="T6" fmla="*/ 141 w 141"/>
                  <a:gd name="T7" fmla="*/ 0 h 130"/>
                  <a:gd name="T8" fmla="*/ 4 w 141"/>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0">
                    <a:moveTo>
                      <a:pt x="4" y="130"/>
                    </a:moveTo>
                    <a:lnTo>
                      <a:pt x="0" y="130"/>
                    </a:lnTo>
                    <a:lnTo>
                      <a:pt x="137" y="0"/>
                    </a:lnTo>
                    <a:lnTo>
                      <a:pt x="141" y="0"/>
                    </a:lnTo>
                    <a:lnTo>
                      <a:pt x="4" y="130"/>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8" name="Freeform 152">
                <a:extLst>
                  <a:ext uri="{FF2B5EF4-FFF2-40B4-BE49-F238E27FC236}">
                    <a16:creationId xmlns:a16="http://schemas.microsoft.com/office/drawing/2014/main" id="{2972BD03-5E42-20BE-9228-92F1EE177BB9}"/>
                  </a:ext>
                </a:extLst>
              </p:cNvPr>
              <p:cNvSpPr>
                <a:spLocks/>
              </p:cNvSpPr>
              <p:nvPr/>
            </p:nvSpPr>
            <p:spPr bwMode="auto">
              <a:xfrm>
                <a:off x="3182" y="1367"/>
                <a:ext cx="140" cy="130"/>
              </a:xfrm>
              <a:custGeom>
                <a:avLst/>
                <a:gdLst>
                  <a:gd name="T0" fmla="*/ 3 w 140"/>
                  <a:gd name="T1" fmla="*/ 130 h 130"/>
                  <a:gd name="T2" fmla="*/ 0 w 140"/>
                  <a:gd name="T3" fmla="*/ 130 h 130"/>
                  <a:gd name="T4" fmla="*/ 137 w 140"/>
                  <a:gd name="T5" fmla="*/ 0 h 130"/>
                  <a:gd name="T6" fmla="*/ 140 w 140"/>
                  <a:gd name="T7" fmla="*/ 0 h 130"/>
                  <a:gd name="T8" fmla="*/ 3 w 140"/>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0">
                    <a:moveTo>
                      <a:pt x="3" y="130"/>
                    </a:moveTo>
                    <a:lnTo>
                      <a:pt x="0" y="130"/>
                    </a:lnTo>
                    <a:lnTo>
                      <a:pt x="137" y="0"/>
                    </a:lnTo>
                    <a:lnTo>
                      <a:pt x="140" y="0"/>
                    </a:lnTo>
                    <a:lnTo>
                      <a:pt x="3"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89" name="Freeform 153">
                <a:extLst>
                  <a:ext uri="{FF2B5EF4-FFF2-40B4-BE49-F238E27FC236}">
                    <a16:creationId xmlns:a16="http://schemas.microsoft.com/office/drawing/2014/main" id="{D0E7CDE2-FE29-923A-2AB6-85E491B301DB}"/>
                  </a:ext>
                </a:extLst>
              </p:cNvPr>
              <p:cNvSpPr>
                <a:spLocks/>
              </p:cNvSpPr>
              <p:nvPr/>
            </p:nvSpPr>
            <p:spPr bwMode="auto">
              <a:xfrm>
                <a:off x="3174" y="1367"/>
                <a:ext cx="145" cy="132"/>
              </a:xfrm>
              <a:custGeom>
                <a:avLst/>
                <a:gdLst>
                  <a:gd name="T0" fmla="*/ 8 w 145"/>
                  <a:gd name="T1" fmla="*/ 130 h 132"/>
                  <a:gd name="T2" fmla="*/ 0 w 145"/>
                  <a:gd name="T3" fmla="*/ 132 h 132"/>
                  <a:gd name="T4" fmla="*/ 138 w 145"/>
                  <a:gd name="T5" fmla="*/ 1 h 132"/>
                  <a:gd name="T6" fmla="*/ 145 w 145"/>
                  <a:gd name="T7" fmla="*/ 0 h 132"/>
                  <a:gd name="T8" fmla="*/ 8 w 145"/>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8" y="130"/>
                    </a:moveTo>
                    <a:lnTo>
                      <a:pt x="0" y="132"/>
                    </a:lnTo>
                    <a:lnTo>
                      <a:pt x="138" y="1"/>
                    </a:lnTo>
                    <a:lnTo>
                      <a:pt x="145" y="0"/>
                    </a:lnTo>
                    <a:lnTo>
                      <a:pt x="8"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0" name="Line 154">
                <a:extLst>
                  <a:ext uri="{FF2B5EF4-FFF2-40B4-BE49-F238E27FC236}">
                    <a16:creationId xmlns:a16="http://schemas.microsoft.com/office/drawing/2014/main" id="{58BF2B9E-E16C-8CB6-E96A-7CC0C607B6F5}"/>
                  </a:ext>
                </a:extLst>
              </p:cNvPr>
              <p:cNvSpPr>
                <a:spLocks noChangeShapeType="1"/>
              </p:cNvSpPr>
              <p:nvPr/>
            </p:nvSpPr>
            <p:spPr bwMode="auto">
              <a:xfrm flipV="1">
                <a:off x="3182" y="1367"/>
                <a:ext cx="137" cy="130"/>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1" name="Freeform 155">
                <a:extLst>
                  <a:ext uri="{FF2B5EF4-FFF2-40B4-BE49-F238E27FC236}">
                    <a16:creationId xmlns:a16="http://schemas.microsoft.com/office/drawing/2014/main" id="{C7EB7081-7B25-3E5A-4EFB-C31BFB933CA1}"/>
                  </a:ext>
                </a:extLst>
              </p:cNvPr>
              <p:cNvSpPr>
                <a:spLocks/>
              </p:cNvSpPr>
              <p:nvPr/>
            </p:nvSpPr>
            <p:spPr bwMode="auto">
              <a:xfrm>
                <a:off x="3178" y="1367"/>
                <a:ext cx="141" cy="132"/>
              </a:xfrm>
              <a:custGeom>
                <a:avLst/>
                <a:gdLst>
                  <a:gd name="T0" fmla="*/ 4 w 141"/>
                  <a:gd name="T1" fmla="*/ 130 h 132"/>
                  <a:gd name="T2" fmla="*/ 0 w 141"/>
                  <a:gd name="T3" fmla="*/ 132 h 132"/>
                  <a:gd name="T4" fmla="*/ 137 w 141"/>
                  <a:gd name="T5" fmla="*/ 1 h 132"/>
                  <a:gd name="T6" fmla="*/ 141 w 141"/>
                  <a:gd name="T7" fmla="*/ 0 h 132"/>
                  <a:gd name="T8" fmla="*/ 4 w 141"/>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0"/>
                    </a:moveTo>
                    <a:lnTo>
                      <a:pt x="0" y="132"/>
                    </a:lnTo>
                    <a:lnTo>
                      <a:pt x="137" y="1"/>
                    </a:lnTo>
                    <a:lnTo>
                      <a:pt x="141" y="0"/>
                    </a:lnTo>
                    <a:lnTo>
                      <a:pt x="4" y="130"/>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2" name="Freeform 156">
                <a:extLst>
                  <a:ext uri="{FF2B5EF4-FFF2-40B4-BE49-F238E27FC236}">
                    <a16:creationId xmlns:a16="http://schemas.microsoft.com/office/drawing/2014/main" id="{D6D5BAE1-4491-5FF4-69D8-075A68BD2A51}"/>
                  </a:ext>
                </a:extLst>
              </p:cNvPr>
              <p:cNvSpPr>
                <a:spLocks/>
              </p:cNvSpPr>
              <p:nvPr/>
            </p:nvSpPr>
            <p:spPr bwMode="auto">
              <a:xfrm>
                <a:off x="3174" y="1368"/>
                <a:ext cx="141" cy="131"/>
              </a:xfrm>
              <a:custGeom>
                <a:avLst/>
                <a:gdLst>
                  <a:gd name="T0" fmla="*/ 4 w 141"/>
                  <a:gd name="T1" fmla="*/ 131 h 131"/>
                  <a:gd name="T2" fmla="*/ 0 w 141"/>
                  <a:gd name="T3" fmla="*/ 131 h 131"/>
                  <a:gd name="T4" fmla="*/ 138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8" y="0"/>
                    </a:lnTo>
                    <a:lnTo>
                      <a:pt x="141" y="0"/>
                    </a:lnTo>
                    <a:lnTo>
                      <a:pt x="4"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3" name="Freeform 157">
                <a:extLst>
                  <a:ext uri="{FF2B5EF4-FFF2-40B4-BE49-F238E27FC236}">
                    <a16:creationId xmlns:a16="http://schemas.microsoft.com/office/drawing/2014/main" id="{0FD15D05-ACEF-6502-2734-6332E83A3404}"/>
                  </a:ext>
                </a:extLst>
              </p:cNvPr>
              <p:cNvSpPr>
                <a:spLocks/>
              </p:cNvSpPr>
              <p:nvPr/>
            </p:nvSpPr>
            <p:spPr bwMode="auto">
              <a:xfrm>
                <a:off x="3171" y="1368"/>
                <a:ext cx="141" cy="133"/>
              </a:xfrm>
              <a:custGeom>
                <a:avLst/>
                <a:gdLst>
                  <a:gd name="T0" fmla="*/ 3 w 141"/>
                  <a:gd name="T1" fmla="*/ 131 h 133"/>
                  <a:gd name="T2" fmla="*/ 0 w 141"/>
                  <a:gd name="T3" fmla="*/ 133 h 133"/>
                  <a:gd name="T4" fmla="*/ 137 w 141"/>
                  <a:gd name="T5" fmla="*/ 2 h 133"/>
                  <a:gd name="T6" fmla="*/ 141 w 141"/>
                  <a:gd name="T7" fmla="*/ 0 h 133"/>
                  <a:gd name="T8" fmla="*/ 3 w 141"/>
                  <a:gd name="T9" fmla="*/ 131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3">
                    <a:moveTo>
                      <a:pt x="3" y="131"/>
                    </a:moveTo>
                    <a:lnTo>
                      <a:pt x="0" y="133"/>
                    </a:lnTo>
                    <a:lnTo>
                      <a:pt x="137" y="2"/>
                    </a:lnTo>
                    <a:lnTo>
                      <a:pt x="141" y="0"/>
                    </a:lnTo>
                    <a:lnTo>
                      <a:pt x="3" y="131"/>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4" name="Line 158">
                <a:extLst>
                  <a:ext uri="{FF2B5EF4-FFF2-40B4-BE49-F238E27FC236}">
                    <a16:creationId xmlns:a16="http://schemas.microsoft.com/office/drawing/2014/main" id="{67F89DAA-A582-33C7-CFD0-2340CF9F831F}"/>
                  </a:ext>
                </a:extLst>
              </p:cNvPr>
              <p:cNvSpPr>
                <a:spLocks noChangeShapeType="1"/>
              </p:cNvSpPr>
              <p:nvPr/>
            </p:nvSpPr>
            <p:spPr bwMode="auto">
              <a:xfrm flipV="1">
                <a:off x="3174" y="1368"/>
                <a:ext cx="138" cy="131"/>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5" name="Freeform 159">
                <a:extLst>
                  <a:ext uri="{FF2B5EF4-FFF2-40B4-BE49-F238E27FC236}">
                    <a16:creationId xmlns:a16="http://schemas.microsoft.com/office/drawing/2014/main" id="{72F5AD3B-7071-22A1-6A3B-1D9CA3FC5834}"/>
                  </a:ext>
                </a:extLst>
              </p:cNvPr>
              <p:cNvSpPr>
                <a:spLocks/>
              </p:cNvSpPr>
              <p:nvPr/>
            </p:nvSpPr>
            <p:spPr bwMode="auto">
              <a:xfrm>
                <a:off x="3149" y="1756"/>
                <a:ext cx="144" cy="137"/>
              </a:xfrm>
              <a:custGeom>
                <a:avLst/>
                <a:gdLst>
                  <a:gd name="T0" fmla="*/ 7 w 144"/>
                  <a:gd name="T1" fmla="*/ 131 h 137"/>
                  <a:gd name="T2" fmla="*/ 0 w 144"/>
                  <a:gd name="T3" fmla="*/ 137 h 137"/>
                  <a:gd name="T4" fmla="*/ 137 w 144"/>
                  <a:gd name="T5" fmla="*/ 6 h 137"/>
                  <a:gd name="T6" fmla="*/ 144 w 144"/>
                  <a:gd name="T7" fmla="*/ 0 h 137"/>
                  <a:gd name="T8" fmla="*/ 7 w 144"/>
                  <a:gd name="T9" fmla="*/ 131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7">
                    <a:moveTo>
                      <a:pt x="7" y="131"/>
                    </a:moveTo>
                    <a:lnTo>
                      <a:pt x="0" y="137"/>
                    </a:lnTo>
                    <a:lnTo>
                      <a:pt x="137" y="6"/>
                    </a:lnTo>
                    <a:lnTo>
                      <a:pt x="144" y="0"/>
                    </a:lnTo>
                    <a:lnTo>
                      <a:pt x="7" y="131"/>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6" name="Line 160">
                <a:extLst>
                  <a:ext uri="{FF2B5EF4-FFF2-40B4-BE49-F238E27FC236}">
                    <a16:creationId xmlns:a16="http://schemas.microsoft.com/office/drawing/2014/main" id="{5EE4F0C9-BDE7-1F4B-8FE6-13866350800D}"/>
                  </a:ext>
                </a:extLst>
              </p:cNvPr>
              <p:cNvSpPr>
                <a:spLocks noChangeShapeType="1"/>
              </p:cNvSpPr>
              <p:nvPr/>
            </p:nvSpPr>
            <p:spPr bwMode="auto">
              <a:xfrm flipV="1">
                <a:off x="3156" y="1756"/>
                <a:ext cx="137" cy="131"/>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7" name="Freeform 161">
                <a:extLst>
                  <a:ext uri="{FF2B5EF4-FFF2-40B4-BE49-F238E27FC236}">
                    <a16:creationId xmlns:a16="http://schemas.microsoft.com/office/drawing/2014/main" id="{E17E0D3D-93E2-D1D6-1430-8680B926370D}"/>
                  </a:ext>
                </a:extLst>
              </p:cNvPr>
              <p:cNvSpPr>
                <a:spLocks/>
              </p:cNvSpPr>
              <p:nvPr/>
            </p:nvSpPr>
            <p:spPr bwMode="auto">
              <a:xfrm>
                <a:off x="3143" y="1762"/>
                <a:ext cx="143" cy="135"/>
              </a:xfrm>
              <a:custGeom>
                <a:avLst/>
                <a:gdLst>
                  <a:gd name="T0" fmla="*/ 6 w 143"/>
                  <a:gd name="T1" fmla="*/ 131 h 135"/>
                  <a:gd name="T2" fmla="*/ 0 w 143"/>
                  <a:gd name="T3" fmla="*/ 135 h 135"/>
                  <a:gd name="T4" fmla="*/ 138 w 143"/>
                  <a:gd name="T5" fmla="*/ 4 h 135"/>
                  <a:gd name="T6" fmla="*/ 143 w 143"/>
                  <a:gd name="T7" fmla="*/ 0 h 135"/>
                  <a:gd name="T8" fmla="*/ 6 w 143"/>
                  <a:gd name="T9" fmla="*/ 131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5">
                    <a:moveTo>
                      <a:pt x="6" y="131"/>
                    </a:moveTo>
                    <a:lnTo>
                      <a:pt x="0" y="135"/>
                    </a:lnTo>
                    <a:lnTo>
                      <a:pt x="138" y="4"/>
                    </a:lnTo>
                    <a:lnTo>
                      <a:pt x="143" y="0"/>
                    </a:lnTo>
                    <a:lnTo>
                      <a:pt x="6"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498" name="Line 162">
                <a:extLst>
                  <a:ext uri="{FF2B5EF4-FFF2-40B4-BE49-F238E27FC236}">
                    <a16:creationId xmlns:a16="http://schemas.microsoft.com/office/drawing/2014/main" id="{5A038EE1-70F9-9725-4D67-D1348A6AB160}"/>
                  </a:ext>
                </a:extLst>
              </p:cNvPr>
              <p:cNvSpPr>
                <a:spLocks noChangeShapeType="1"/>
              </p:cNvSpPr>
              <p:nvPr/>
            </p:nvSpPr>
            <p:spPr bwMode="auto">
              <a:xfrm flipV="1">
                <a:off x="3149" y="1762"/>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499" name="Freeform 163">
                <a:extLst>
                  <a:ext uri="{FF2B5EF4-FFF2-40B4-BE49-F238E27FC236}">
                    <a16:creationId xmlns:a16="http://schemas.microsoft.com/office/drawing/2014/main" id="{58A93C11-D1C2-FF12-202A-3953C7AB27B7}"/>
                  </a:ext>
                </a:extLst>
              </p:cNvPr>
              <p:cNvSpPr>
                <a:spLocks/>
              </p:cNvSpPr>
              <p:nvPr/>
            </p:nvSpPr>
            <p:spPr bwMode="auto">
              <a:xfrm>
                <a:off x="5181" y="1681"/>
                <a:ext cx="146" cy="216"/>
              </a:xfrm>
              <a:custGeom>
                <a:avLst/>
                <a:gdLst>
                  <a:gd name="T0" fmla="*/ 0 w 146"/>
                  <a:gd name="T1" fmla="*/ 216 h 216"/>
                  <a:gd name="T2" fmla="*/ 8 w 146"/>
                  <a:gd name="T3" fmla="*/ 131 h 216"/>
                  <a:gd name="T4" fmla="*/ 146 w 146"/>
                  <a:gd name="T5" fmla="*/ 0 h 216"/>
                  <a:gd name="T6" fmla="*/ 137 w 146"/>
                  <a:gd name="T7" fmla="*/ 85 h 216"/>
                  <a:gd name="T8" fmla="*/ 0 w 146"/>
                  <a:gd name="T9" fmla="*/ 216 h 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216">
                    <a:moveTo>
                      <a:pt x="0" y="216"/>
                    </a:moveTo>
                    <a:lnTo>
                      <a:pt x="8" y="131"/>
                    </a:lnTo>
                    <a:lnTo>
                      <a:pt x="146" y="0"/>
                    </a:lnTo>
                    <a:lnTo>
                      <a:pt x="137" y="85"/>
                    </a:lnTo>
                    <a:lnTo>
                      <a:pt x="0" y="21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00" name="Line 164">
                <a:extLst>
                  <a:ext uri="{FF2B5EF4-FFF2-40B4-BE49-F238E27FC236}">
                    <a16:creationId xmlns:a16="http://schemas.microsoft.com/office/drawing/2014/main" id="{A7A1C6D9-3164-F865-B6F4-50ABC6CCFCA3}"/>
                  </a:ext>
                </a:extLst>
              </p:cNvPr>
              <p:cNvSpPr>
                <a:spLocks noChangeShapeType="1"/>
              </p:cNvSpPr>
              <p:nvPr/>
            </p:nvSpPr>
            <p:spPr bwMode="auto">
              <a:xfrm flipV="1">
                <a:off x="5181" y="1766"/>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1" name="Freeform 165">
                <a:extLst>
                  <a:ext uri="{FF2B5EF4-FFF2-40B4-BE49-F238E27FC236}">
                    <a16:creationId xmlns:a16="http://schemas.microsoft.com/office/drawing/2014/main" id="{87AF2BD0-7FE8-C4E8-09BC-0702C02C2FF1}"/>
                  </a:ext>
                </a:extLst>
              </p:cNvPr>
              <p:cNvSpPr>
                <a:spLocks/>
              </p:cNvSpPr>
              <p:nvPr/>
            </p:nvSpPr>
            <p:spPr bwMode="auto">
              <a:xfrm>
                <a:off x="5184" y="1662"/>
                <a:ext cx="143" cy="150"/>
              </a:xfrm>
              <a:custGeom>
                <a:avLst/>
                <a:gdLst>
                  <a:gd name="T0" fmla="*/ 5 w 143"/>
                  <a:gd name="T1" fmla="*/ 150 h 150"/>
                  <a:gd name="T2" fmla="*/ 0 w 143"/>
                  <a:gd name="T3" fmla="*/ 131 h 150"/>
                  <a:gd name="T4" fmla="*/ 137 w 143"/>
                  <a:gd name="T5" fmla="*/ 0 h 150"/>
                  <a:gd name="T6" fmla="*/ 143 w 143"/>
                  <a:gd name="T7" fmla="*/ 19 h 150"/>
                  <a:gd name="T8" fmla="*/ 5 w 143"/>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50">
                    <a:moveTo>
                      <a:pt x="5" y="150"/>
                    </a:moveTo>
                    <a:lnTo>
                      <a:pt x="0" y="131"/>
                    </a:lnTo>
                    <a:lnTo>
                      <a:pt x="137" y="0"/>
                    </a:lnTo>
                    <a:lnTo>
                      <a:pt x="143" y="19"/>
                    </a:lnTo>
                    <a:lnTo>
                      <a:pt x="5" y="150"/>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02" name="Line 166">
                <a:extLst>
                  <a:ext uri="{FF2B5EF4-FFF2-40B4-BE49-F238E27FC236}">
                    <a16:creationId xmlns:a16="http://schemas.microsoft.com/office/drawing/2014/main" id="{F8FBEEB0-7F42-136D-4197-40475A79256E}"/>
                  </a:ext>
                </a:extLst>
              </p:cNvPr>
              <p:cNvSpPr>
                <a:spLocks noChangeShapeType="1"/>
              </p:cNvSpPr>
              <p:nvPr/>
            </p:nvSpPr>
            <p:spPr bwMode="auto">
              <a:xfrm flipV="1">
                <a:off x="5189" y="1681"/>
                <a:ext cx="138"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3" name="Freeform 167">
                <a:extLst>
                  <a:ext uri="{FF2B5EF4-FFF2-40B4-BE49-F238E27FC236}">
                    <a16:creationId xmlns:a16="http://schemas.microsoft.com/office/drawing/2014/main" id="{915E24CF-8A98-E74E-BDD6-9943100C16AD}"/>
                  </a:ext>
                </a:extLst>
              </p:cNvPr>
              <p:cNvSpPr>
                <a:spLocks/>
              </p:cNvSpPr>
              <p:nvPr/>
            </p:nvSpPr>
            <p:spPr bwMode="auto">
              <a:xfrm>
                <a:off x="5179" y="1643"/>
                <a:ext cx="142" cy="150"/>
              </a:xfrm>
              <a:custGeom>
                <a:avLst/>
                <a:gdLst>
                  <a:gd name="T0" fmla="*/ 5 w 142"/>
                  <a:gd name="T1" fmla="*/ 150 h 150"/>
                  <a:gd name="T2" fmla="*/ 0 w 142"/>
                  <a:gd name="T3" fmla="*/ 132 h 150"/>
                  <a:gd name="T4" fmla="*/ 137 w 142"/>
                  <a:gd name="T5" fmla="*/ 0 h 150"/>
                  <a:gd name="T6" fmla="*/ 142 w 142"/>
                  <a:gd name="T7" fmla="*/ 19 h 150"/>
                  <a:gd name="T8" fmla="*/ 5 w 142"/>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50">
                    <a:moveTo>
                      <a:pt x="5" y="150"/>
                    </a:moveTo>
                    <a:lnTo>
                      <a:pt x="0" y="132"/>
                    </a:lnTo>
                    <a:lnTo>
                      <a:pt x="137" y="0"/>
                    </a:lnTo>
                    <a:lnTo>
                      <a:pt x="142" y="19"/>
                    </a:lnTo>
                    <a:lnTo>
                      <a:pt x="5" y="150"/>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04" name="Line 168">
                <a:extLst>
                  <a:ext uri="{FF2B5EF4-FFF2-40B4-BE49-F238E27FC236}">
                    <a16:creationId xmlns:a16="http://schemas.microsoft.com/office/drawing/2014/main" id="{B22D54F9-14C4-8A83-CE81-B9AD3C73ABBD}"/>
                  </a:ext>
                </a:extLst>
              </p:cNvPr>
              <p:cNvSpPr>
                <a:spLocks noChangeShapeType="1"/>
              </p:cNvSpPr>
              <p:nvPr/>
            </p:nvSpPr>
            <p:spPr bwMode="auto">
              <a:xfrm flipV="1">
                <a:off x="5184" y="1662"/>
                <a:ext cx="137" cy="131"/>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5" name="Freeform 169">
                <a:extLst>
                  <a:ext uri="{FF2B5EF4-FFF2-40B4-BE49-F238E27FC236}">
                    <a16:creationId xmlns:a16="http://schemas.microsoft.com/office/drawing/2014/main" id="{D9E1FDEC-84CA-B13F-616D-0B1969CE9A4D}"/>
                  </a:ext>
                </a:extLst>
              </p:cNvPr>
              <p:cNvSpPr>
                <a:spLocks/>
              </p:cNvSpPr>
              <p:nvPr/>
            </p:nvSpPr>
            <p:spPr bwMode="auto">
              <a:xfrm>
                <a:off x="5176" y="1624"/>
                <a:ext cx="140" cy="151"/>
              </a:xfrm>
              <a:custGeom>
                <a:avLst/>
                <a:gdLst>
                  <a:gd name="T0" fmla="*/ 3 w 140"/>
                  <a:gd name="T1" fmla="*/ 151 h 151"/>
                  <a:gd name="T2" fmla="*/ 0 w 140"/>
                  <a:gd name="T3" fmla="*/ 131 h 151"/>
                  <a:gd name="T4" fmla="*/ 137 w 140"/>
                  <a:gd name="T5" fmla="*/ 0 h 151"/>
                  <a:gd name="T6" fmla="*/ 140 w 140"/>
                  <a:gd name="T7" fmla="*/ 19 h 151"/>
                  <a:gd name="T8" fmla="*/ 3 w 140"/>
                  <a:gd name="T9" fmla="*/ 151 h 15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1">
                    <a:moveTo>
                      <a:pt x="3" y="151"/>
                    </a:moveTo>
                    <a:lnTo>
                      <a:pt x="0" y="131"/>
                    </a:lnTo>
                    <a:lnTo>
                      <a:pt x="137" y="0"/>
                    </a:lnTo>
                    <a:lnTo>
                      <a:pt x="140" y="19"/>
                    </a:lnTo>
                    <a:lnTo>
                      <a:pt x="3" y="151"/>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06" name="Line 170">
                <a:extLst>
                  <a:ext uri="{FF2B5EF4-FFF2-40B4-BE49-F238E27FC236}">
                    <a16:creationId xmlns:a16="http://schemas.microsoft.com/office/drawing/2014/main" id="{9454ABB7-FDF0-1A5A-7C30-76EAEDCFD087}"/>
                  </a:ext>
                </a:extLst>
              </p:cNvPr>
              <p:cNvSpPr>
                <a:spLocks noChangeShapeType="1"/>
              </p:cNvSpPr>
              <p:nvPr/>
            </p:nvSpPr>
            <p:spPr bwMode="auto">
              <a:xfrm flipV="1">
                <a:off x="5179" y="1643"/>
                <a:ext cx="137" cy="132"/>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7" name="Freeform 171">
                <a:extLst>
                  <a:ext uri="{FF2B5EF4-FFF2-40B4-BE49-F238E27FC236}">
                    <a16:creationId xmlns:a16="http://schemas.microsoft.com/office/drawing/2014/main" id="{22363824-FD6E-CDAC-3891-E921638A1810}"/>
                  </a:ext>
                </a:extLst>
              </p:cNvPr>
              <p:cNvSpPr>
                <a:spLocks/>
              </p:cNvSpPr>
              <p:nvPr/>
            </p:nvSpPr>
            <p:spPr bwMode="auto">
              <a:xfrm>
                <a:off x="5173" y="1605"/>
                <a:ext cx="140" cy="150"/>
              </a:xfrm>
              <a:custGeom>
                <a:avLst/>
                <a:gdLst>
                  <a:gd name="T0" fmla="*/ 3 w 140"/>
                  <a:gd name="T1" fmla="*/ 150 h 150"/>
                  <a:gd name="T2" fmla="*/ 0 w 140"/>
                  <a:gd name="T3" fmla="*/ 130 h 150"/>
                  <a:gd name="T4" fmla="*/ 138 w 140"/>
                  <a:gd name="T5" fmla="*/ 0 h 150"/>
                  <a:gd name="T6" fmla="*/ 140 w 140"/>
                  <a:gd name="T7" fmla="*/ 19 h 150"/>
                  <a:gd name="T8" fmla="*/ 3 w 140"/>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0">
                    <a:moveTo>
                      <a:pt x="3" y="150"/>
                    </a:moveTo>
                    <a:lnTo>
                      <a:pt x="0" y="130"/>
                    </a:lnTo>
                    <a:lnTo>
                      <a:pt x="138" y="0"/>
                    </a:lnTo>
                    <a:lnTo>
                      <a:pt x="140" y="19"/>
                    </a:lnTo>
                    <a:lnTo>
                      <a:pt x="3" y="15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08" name="Line 172">
                <a:extLst>
                  <a:ext uri="{FF2B5EF4-FFF2-40B4-BE49-F238E27FC236}">
                    <a16:creationId xmlns:a16="http://schemas.microsoft.com/office/drawing/2014/main" id="{4A7AF4D8-2574-2E05-6EE2-8729C98CD933}"/>
                  </a:ext>
                </a:extLst>
              </p:cNvPr>
              <p:cNvSpPr>
                <a:spLocks noChangeShapeType="1"/>
              </p:cNvSpPr>
              <p:nvPr/>
            </p:nvSpPr>
            <p:spPr bwMode="auto">
              <a:xfrm flipV="1">
                <a:off x="5176" y="162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09" name="Freeform 173">
                <a:extLst>
                  <a:ext uri="{FF2B5EF4-FFF2-40B4-BE49-F238E27FC236}">
                    <a16:creationId xmlns:a16="http://schemas.microsoft.com/office/drawing/2014/main" id="{92DCA14D-87DA-F54A-B7DF-E2BF2CBF7060}"/>
                  </a:ext>
                </a:extLst>
              </p:cNvPr>
              <p:cNvSpPr>
                <a:spLocks/>
              </p:cNvSpPr>
              <p:nvPr/>
            </p:nvSpPr>
            <p:spPr bwMode="auto">
              <a:xfrm>
                <a:off x="5171" y="1565"/>
                <a:ext cx="140" cy="170"/>
              </a:xfrm>
              <a:custGeom>
                <a:avLst/>
                <a:gdLst>
                  <a:gd name="T0" fmla="*/ 2 w 140"/>
                  <a:gd name="T1" fmla="*/ 170 h 170"/>
                  <a:gd name="T2" fmla="*/ 0 w 140"/>
                  <a:gd name="T3" fmla="*/ 131 h 170"/>
                  <a:gd name="T4" fmla="*/ 137 w 140"/>
                  <a:gd name="T5" fmla="*/ 0 h 170"/>
                  <a:gd name="T6" fmla="*/ 140 w 140"/>
                  <a:gd name="T7" fmla="*/ 40 h 170"/>
                  <a:gd name="T8" fmla="*/ 2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2" y="170"/>
                    </a:moveTo>
                    <a:lnTo>
                      <a:pt x="0" y="131"/>
                    </a:lnTo>
                    <a:lnTo>
                      <a:pt x="137" y="0"/>
                    </a:lnTo>
                    <a:lnTo>
                      <a:pt x="140" y="40"/>
                    </a:lnTo>
                    <a:lnTo>
                      <a:pt x="2"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10" name="Line 174">
                <a:extLst>
                  <a:ext uri="{FF2B5EF4-FFF2-40B4-BE49-F238E27FC236}">
                    <a16:creationId xmlns:a16="http://schemas.microsoft.com/office/drawing/2014/main" id="{3FDE4E3C-678A-96E6-8763-D5EA36D542A6}"/>
                  </a:ext>
                </a:extLst>
              </p:cNvPr>
              <p:cNvSpPr>
                <a:spLocks noChangeShapeType="1"/>
              </p:cNvSpPr>
              <p:nvPr/>
            </p:nvSpPr>
            <p:spPr bwMode="auto">
              <a:xfrm flipV="1">
                <a:off x="5173" y="1605"/>
                <a:ext cx="138"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1" name="Freeform 175">
                <a:extLst>
                  <a:ext uri="{FF2B5EF4-FFF2-40B4-BE49-F238E27FC236}">
                    <a16:creationId xmlns:a16="http://schemas.microsoft.com/office/drawing/2014/main" id="{6F8EC758-701E-F3DA-983D-3CE85F6710C0}"/>
                  </a:ext>
                </a:extLst>
              </p:cNvPr>
              <p:cNvSpPr>
                <a:spLocks/>
              </p:cNvSpPr>
              <p:nvPr/>
            </p:nvSpPr>
            <p:spPr bwMode="auto">
              <a:xfrm>
                <a:off x="5170" y="1524"/>
                <a:ext cx="138" cy="172"/>
              </a:xfrm>
              <a:custGeom>
                <a:avLst/>
                <a:gdLst>
                  <a:gd name="T0" fmla="*/ 1 w 138"/>
                  <a:gd name="T1" fmla="*/ 172 h 172"/>
                  <a:gd name="T2" fmla="*/ 0 w 138"/>
                  <a:gd name="T3" fmla="*/ 131 h 172"/>
                  <a:gd name="T4" fmla="*/ 138 w 138"/>
                  <a:gd name="T5" fmla="*/ 0 h 172"/>
                  <a:gd name="T6" fmla="*/ 138 w 138"/>
                  <a:gd name="T7" fmla="*/ 41 h 172"/>
                  <a:gd name="T8" fmla="*/ 1 w 138"/>
                  <a:gd name="T9" fmla="*/ 172 h 1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72">
                    <a:moveTo>
                      <a:pt x="1" y="172"/>
                    </a:moveTo>
                    <a:lnTo>
                      <a:pt x="0" y="131"/>
                    </a:lnTo>
                    <a:lnTo>
                      <a:pt x="138" y="0"/>
                    </a:lnTo>
                    <a:lnTo>
                      <a:pt x="138" y="41"/>
                    </a:lnTo>
                    <a:lnTo>
                      <a:pt x="1" y="172"/>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12" name="Line 176">
                <a:extLst>
                  <a:ext uri="{FF2B5EF4-FFF2-40B4-BE49-F238E27FC236}">
                    <a16:creationId xmlns:a16="http://schemas.microsoft.com/office/drawing/2014/main" id="{5EA28935-8B60-4474-FC94-9E139449ED34}"/>
                  </a:ext>
                </a:extLst>
              </p:cNvPr>
              <p:cNvSpPr>
                <a:spLocks noChangeShapeType="1"/>
              </p:cNvSpPr>
              <p:nvPr/>
            </p:nvSpPr>
            <p:spPr bwMode="auto">
              <a:xfrm flipV="1">
                <a:off x="5171" y="1565"/>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3" name="Freeform 177">
                <a:extLst>
                  <a:ext uri="{FF2B5EF4-FFF2-40B4-BE49-F238E27FC236}">
                    <a16:creationId xmlns:a16="http://schemas.microsoft.com/office/drawing/2014/main" id="{232BCBFE-616D-33C3-F532-1D16773F2FB5}"/>
                  </a:ext>
                </a:extLst>
              </p:cNvPr>
              <p:cNvSpPr>
                <a:spLocks/>
              </p:cNvSpPr>
              <p:nvPr/>
            </p:nvSpPr>
            <p:spPr bwMode="auto">
              <a:xfrm>
                <a:off x="5170" y="1484"/>
                <a:ext cx="139" cy="171"/>
              </a:xfrm>
              <a:custGeom>
                <a:avLst/>
                <a:gdLst>
                  <a:gd name="T0" fmla="*/ 0 w 139"/>
                  <a:gd name="T1" fmla="*/ 171 h 171"/>
                  <a:gd name="T2" fmla="*/ 2 w 139"/>
                  <a:gd name="T3" fmla="*/ 130 h 171"/>
                  <a:gd name="T4" fmla="*/ 139 w 139"/>
                  <a:gd name="T5" fmla="*/ 0 h 171"/>
                  <a:gd name="T6" fmla="*/ 138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2" y="130"/>
                    </a:lnTo>
                    <a:lnTo>
                      <a:pt x="139" y="0"/>
                    </a:lnTo>
                    <a:lnTo>
                      <a:pt x="138"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14" name="Line 178">
                <a:extLst>
                  <a:ext uri="{FF2B5EF4-FFF2-40B4-BE49-F238E27FC236}">
                    <a16:creationId xmlns:a16="http://schemas.microsoft.com/office/drawing/2014/main" id="{ABA5A653-B1F1-505C-E0F1-1FA48F915F2A}"/>
                  </a:ext>
                </a:extLst>
              </p:cNvPr>
              <p:cNvSpPr>
                <a:spLocks noChangeShapeType="1"/>
              </p:cNvSpPr>
              <p:nvPr/>
            </p:nvSpPr>
            <p:spPr bwMode="auto">
              <a:xfrm flipV="1">
                <a:off x="5170" y="1524"/>
                <a:ext cx="138"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5" name="Freeform 179">
                <a:extLst>
                  <a:ext uri="{FF2B5EF4-FFF2-40B4-BE49-F238E27FC236}">
                    <a16:creationId xmlns:a16="http://schemas.microsoft.com/office/drawing/2014/main" id="{1522B256-344C-EDA9-DACC-E8D93EEACA38}"/>
                  </a:ext>
                </a:extLst>
              </p:cNvPr>
              <p:cNvSpPr>
                <a:spLocks/>
              </p:cNvSpPr>
              <p:nvPr/>
            </p:nvSpPr>
            <p:spPr bwMode="auto">
              <a:xfrm>
                <a:off x="5172" y="1444"/>
                <a:ext cx="140" cy="170"/>
              </a:xfrm>
              <a:custGeom>
                <a:avLst/>
                <a:gdLst>
                  <a:gd name="T0" fmla="*/ 0 w 140"/>
                  <a:gd name="T1" fmla="*/ 170 h 170"/>
                  <a:gd name="T2" fmla="*/ 3 w 140"/>
                  <a:gd name="T3" fmla="*/ 131 h 170"/>
                  <a:gd name="T4" fmla="*/ 140 w 140"/>
                  <a:gd name="T5" fmla="*/ 0 h 170"/>
                  <a:gd name="T6" fmla="*/ 137 w 140"/>
                  <a:gd name="T7" fmla="*/ 40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3" y="131"/>
                    </a:lnTo>
                    <a:lnTo>
                      <a:pt x="140" y="0"/>
                    </a:lnTo>
                    <a:lnTo>
                      <a:pt x="137" y="40"/>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16" name="Line 180">
                <a:extLst>
                  <a:ext uri="{FF2B5EF4-FFF2-40B4-BE49-F238E27FC236}">
                    <a16:creationId xmlns:a16="http://schemas.microsoft.com/office/drawing/2014/main" id="{BBCA0962-6B43-ADD5-FD20-0B38F9E21626}"/>
                  </a:ext>
                </a:extLst>
              </p:cNvPr>
              <p:cNvSpPr>
                <a:spLocks noChangeShapeType="1"/>
              </p:cNvSpPr>
              <p:nvPr/>
            </p:nvSpPr>
            <p:spPr bwMode="auto">
              <a:xfrm flipV="1">
                <a:off x="5172" y="1484"/>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7" name="Freeform 181">
                <a:extLst>
                  <a:ext uri="{FF2B5EF4-FFF2-40B4-BE49-F238E27FC236}">
                    <a16:creationId xmlns:a16="http://schemas.microsoft.com/office/drawing/2014/main" id="{0F82CE6A-720F-6A39-1B72-BED425181158}"/>
                  </a:ext>
                </a:extLst>
              </p:cNvPr>
              <p:cNvSpPr>
                <a:spLocks/>
              </p:cNvSpPr>
              <p:nvPr/>
            </p:nvSpPr>
            <p:spPr bwMode="auto">
              <a:xfrm>
                <a:off x="5175" y="1365"/>
                <a:ext cx="143" cy="210"/>
              </a:xfrm>
              <a:custGeom>
                <a:avLst/>
                <a:gdLst>
                  <a:gd name="T0" fmla="*/ 0 w 143"/>
                  <a:gd name="T1" fmla="*/ 210 h 210"/>
                  <a:gd name="T2" fmla="*/ 6 w 143"/>
                  <a:gd name="T3" fmla="*/ 131 h 210"/>
                  <a:gd name="T4" fmla="*/ 143 w 143"/>
                  <a:gd name="T5" fmla="*/ 0 h 210"/>
                  <a:gd name="T6" fmla="*/ 137 w 143"/>
                  <a:gd name="T7" fmla="*/ 79 h 210"/>
                  <a:gd name="T8" fmla="*/ 0 w 143"/>
                  <a:gd name="T9" fmla="*/ 210 h 21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210">
                    <a:moveTo>
                      <a:pt x="0" y="210"/>
                    </a:moveTo>
                    <a:lnTo>
                      <a:pt x="6" y="131"/>
                    </a:lnTo>
                    <a:lnTo>
                      <a:pt x="143" y="0"/>
                    </a:lnTo>
                    <a:lnTo>
                      <a:pt x="137" y="79"/>
                    </a:lnTo>
                    <a:lnTo>
                      <a:pt x="0" y="21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18" name="Line 182">
                <a:extLst>
                  <a:ext uri="{FF2B5EF4-FFF2-40B4-BE49-F238E27FC236}">
                    <a16:creationId xmlns:a16="http://schemas.microsoft.com/office/drawing/2014/main" id="{528956AE-88AD-C581-4AED-AFFC9DD9CFCC}"/>
                  </a:ext>
                </a:extLst>
              </p:cNvPr>
              <p:cNvSpPr>
                <a:spLocks noChangeShapeType="1"/>
              </p:cNvSpPr>
              <p:nvPr/>
            </p:nvSpPr>
            <p:spPr bwMode="auto">
              <a:xfrm flipV="1">
                <a:off x="5175" y="1444"/>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19" name="Freeform 183">
                <a:extLst>
                  <a:ext uri="{FF2B5EF4-FFF2-40B4-BE49-F238E27FC236}">
                    <a16:creationId xmlns:a16="http://schemas.microsoft.com/office/drawing/2014/main" id="{99EE2441-7042-BC1C-C1FA-649F765C6680}"/>
                  </a:ext>
                </a:extLst>
              </p:cNvPr>
              <p:cNvSpPr>
                <a:spLocks/>
              </p:cNvSpPr>
              <p:nvPr/>
            </p:nvSpPr>
            <p:spPr bwMode="auto">
              <a:xfrm>
                <a:off x="3200" y="1365"/>
                <a:ext cx="2118" cy="131"/>
              </a:xfrm>
              <a:custGeom>
                <a:avLst/>
                <a:gdLst>
                  <a:gd name="T0" fmla="*/ 1981 w 2118"/>
                  <a:gd name="T1" fmla="*/ 131 h 131"/>
                  <a:gd name="T2" fmla="*/ 0 w 2118"/>
                  <a:gd name="T3" fmla="*/ 131 h 131"/>
                  <a:gd name="T4" fmla="*/ 137 w 2118"/>
                  <a:gd name="T5" fmla="*/ 0 h 131"/>
                  <a:gd name="T6" fmla="*/ 2118 w 2118"/>
                  <a:gd name="T7" fmla="*/ 0 h 131"/>
                  <a:gd name="T8" fmla="*/ 1981 w 211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1">
                    <a:moveTo>
                      <a:pt x="1981" y="131"/>
                    </a:moveTo>
                    <a:lnTo>
                      <a:pt x="0" y="131"/>
                    </a:lnTo>
                    <a:lnTo>
                      <a:pt x="137" y="0"/>
                    </a:lnTo>
                    <a:lnTo>
                      <a:pt x="2118" y="0"/>
                    </a:lnTo>
                    <a:lnTo>
                      <a:pt x="1981"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20" name="Line 184">
                <a:extLst>
                  <a:ext uri="{FF2B5EF4-FFF2-40B4-BE49-F238E27FC236}">
                    <a16:creationId xmlns:a16="http://schemas.microsoft.com/office/drawing/2014/main" id="{E234958E-0300-8B93-9731-C7829DBBD94D}"/>
                  </a:ext>
                </a:extLst>
              </p:cNvPr>
              <p:cNvSpPr>
                <a:spLocks noChangeShapeType="1"/>
              </p:cNvSpPr>
              <p:nvPr/>
            </p:nvSpPr>
            <p:spPr bwMode="auto">
              <a:xfrm flipV="1">
                <a:off x="5181" y="1365"/>
                <a:ext cx="137" cy="131"/>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1" name="Freeform 185">
                <a:extLst>
                  <a:ext uri="{FF2B5EF4-FFF2-40B4-BE49-F238E27FC236}">
                    <a16:creationId xmlns:a16="http://schemas.microsoft.com/office/drawing/2014/main" id="{9CAB2A0A-F9BF-BC21-CCAC-915AAEE5CC5F}"/>
                  </a:ext>
                </a:extLst>
              </p:cNvPr>
              <p:cNvSpPr>
                <a:spLocks/>
              </p:cNvSpPr>
              <p:nvPr/>
            </p:nvSpPr>
            <p:spPr bwMode="auto">
              <a:xfrm>
                <a:off x="3142" y="1496"/>
                <a:ext cx="2047" cy="407"/>
              </a:xfrm>
              <a:custGeom>
                <a:avLst/>
                <a:gdLst>
                  <a:gd name="T0" fmla="*/ 49 w 2047"/>
                  <a:gd name="T1" fmla="*/ 1 h 407"/>
                  <a:gd name="T2" fmla="*/ 32 w 2047"/>
                  <a:gd name="T3" fmla="*/ 3 h 407"/>
                  <a:gd name="T4" fmla="*/ 26 w 2047"/>
                  <a:gd name="T5" fmla="*/ 7 h 407"/>
                  <a:gd name="T6" fmla="*/ 21 w 2047"/>
                  <a:gd name="T7" fmla="*/ 20 h 407"/>
                  <a:gd name="T8" fmla="*/ 18 w 2047"/>
                  <a:gd name="T9" fmla="*/ 47 h 407"/>
                  <a:gd name="T10" fmla="*/ 13 w 2047"/>
                  <a:gd name="T11" fmla="*/ 92 h 407"/>
                  <a:gd name="T12" fmla="*/ 8 w 2047"/>
                  <a:gd name="T13" fmla="*/ 150 h 407"/>
                  <a:gd name="T14" fmla="*/ 5 w 2047"/>
                  <a:gd name="T15" fmla="*/ 210 h 407"/>
                  <a:gd name="T16" fmla="*/ 9 w 2047"/>
                  <a:gd name="T17" fmla="*/ 299 h 407"/>
                  <a:gd name="T18" fmla="*/ 22 w 2047"/>
                  <a:gd name="T19" fmla="*/ 335 h 407"/>
                  <a:gd name="T20" fmla="*/ 26 w 2047"/>
                  <a:gd name="T21" fmla="*/ 362 h 407"/>
                  <a:gd name="T22" fmla="*/ 23 w 2047"/>
                  <a:gd name="T23" fmla="*/ 376 h 407"/>
                  <a:gd name="T24" fmla="*/ 14 w 2047"/>
                  <a:gd name="T25" fmla="*/ 391 h 407"/>
                  <a:gd name="T26" fmla="*/ 1 w 2047"/>
                  <a:gd name="T27" fmla="*/ 401 h 407"/>
                  <a:gd name="T28" fmla="*/ 5 w 2047"/>
                  <a:gd name="T29" fmla="*/ 401 h 407"/>
                  <a:gd name="T30" fmla="*/ 102 w 2047"/>
                  <a:gd name="T31" fmla="*/ 393 h 407"/>
                  <a:gd name="T32" fmla="*/ 180 w 2047"/>
                  <a:gd name="T33" fmla="*/ 391 h 407"/>
                  <a:gd name="T34" fmla="*/ 259 w 2047"/>
                  <a:gd name="T35" fmla="*/ 381 h 407"/>
                  <a:gd name="T36" fmla="*/ 303 w 2047"/>
                  <a:gd name="T37" fmla="*/ 372 h 407"/>
                  <a:gd name="T38" fmla="*/ 383 w 2047"/>
                  <a:gd name="T39" fmla="*/ 366 h 407"/>
                  <a:gd name="T40" fmla="*/ 559 w 2047"/>
                  <a:gd name="T41" fmla="*/ 361 h 407"/>
                  <a:gd name="T42" fmla="*/ 591 w 2047"/>
                  <a:gd name="T43" fmla="*/ 368 h 407"/>
                  <a:gd name="T44" fmla="*/ 657 w 2047"/>
                  <a:gd name="T45" fmla="*/ 387 h 407"/>
                  <a:gd name="T46" fmla="*/ 688 w 2047"/>
                  <a:gd name="T47" fmla="*/ 392 h 407"/>
                  <a:gd name="T48" fmla="*/ 831 w 2047"/>
                  <a:gd name="T49" fmla="*/ 402 h 407"/>
                  <a:gd name="T50" fmla="*/ 917 w 2047"/>
                  <a:gd name="T51" fmla="*/ 407 h 407"/>
                  <a:gd name="T52" fmla="*/ 965 w 2047"/>
                  <a:gd name="T53" fmla="*/ 399 h 407"/>
                  <a:gd name="T54" fmla="*/ 1234 w 2047"/>
                  <a:gd name="T55" fmla="*/ 389 h 407"/>
                  <a:gd name="T56" fmla="*/ 1465 w 2047"/>
                  <a:gd name="T57" fmla="*/ 385 h 407"/>
                  <a:gd name="T58" fmla="*/ 1510 w 2047"/>
                  <a:gd name="T59" fmla="*/ 380 h 407"/>
                  <a:gd name="T60" fmla="*/ 1576 w 2047"/>
                  <a:gd name="T61" fmla="*/ 371 h 407"/>
                  <a:gd name="T62" fmla="*/ 1620 w 2047"/>
                  <a:gd name="T63" fmla="*/ 372 h 407"/>
                  <a:gd name="T64" fmla="*/ 1643 w 2047"/>
                  <a:gd name="T65" fmla="*/ 377 h 407"/>
                  <a:gd name="T66" fmla="*/ 1784 w 2047"/>
                  <a:gd name="T67" fmla="*/ 393 h 407"/>
                  <a:gd name="T68" fmla="*/ 1967 w 2047"/>
                  <a:gd name="T69" fmla="*/ 401 h 407"/>
                  <a:gd name="T70" fmla="*/ 2000 w 2047"/>
                  <a:gd name="T71" fmla="*/ 387 h 407"/>
                  <a:gd name="T72" fmla="*/ 2015 w 2047"/>
                  <a:gd name="T73" fmla="*/ 385 h 407"/>
                  <a:gd name="T74" fmla="*/ 2022 w 2047"/>
                  <a:gd name="T75" fmla="*/ 386 h 407"/>
                  <a:gd name="T76" fmla="*/ 2034 w 2047"/>
                  <a:gd name="T77" fmla="*/ 396 h 407"/>
                  <a:gd name="T78" fmla="*/ 2047 w 2047"/>
                  <a:gd name="T79" fmla="*/ 316 h 407"/>
                  <a:gd name="T80" fmla="*/ 2037 w 2047"/>
                  <a:gd name="T81" fmla="*/ 277 h 407"/>
                  <a:gd name="T82" fmla="*/ 2031 w 2047"/>
                  <a:gd name="T83" fmla="*/ 239 h 407"/>
                  <a:gd name="T84" fmla="*/ 2028 w 2047"/>
                  <a:gd name="T85" fmla="*/ 159 h 407"/>
                  <a:gd name="T86" fmla="*/ 2033 w 2047"/>
                  <a:gd name="T87" fmla="*/ 79 h 407"/>
                  <a:gd name="T88" fmla="*/ 58 w 2047"/>
                  <a:gd name="T89" fmla="*/ 0 h 40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7">
                    <a:moveTo>
                      <a:pt x="58" y="0"/>
                    </a:moveTo>
                    <a:lnTo>
                      <a:pt x="49" y="1"/>
                    </a:lnTo>
                    <a:lnTo>
                      <a:pt x="40" y="1"/>
                    </a:lnTo>
                    <a:lnTo>
                      <a:pt x="32" y="3"/>
                    </a:lnTo>
                    <a:lnTo>
                      <a:pt x="29" y="5"/>
                    </a:lnTo>
                    <a:lnTo>
                      <a:pt x="26" y="7"/>
                    </a:lnTo>
                    <a:lnTo>
                      <a:pt x="22" y="14"/>
                    </a:lnTo>
                    <a:lnTo>
                      <a:pt x="21" y="20"/>
                    </a:lnTo>
                    <a:lnTo>
                      <a:pt x="19" y="33"/>
                    </a:lnTo>
                    <a:lnTo>
                      <a:pt x="18" y="47"/>
                    </a:lnTo>
                    <a:lnTo>
                      <a:pt x="18" y="62"/>
                    </a:lnTo>
                    <a:lnTo>
                      <a:pt x="13" y="92"/>
                    </a:lnTo>
                    <a:lnTo>
                      <a:pt x="10" y="122"/>
                    </a:lnTo>
                    <a:lnTo>
                      <a:pt x="8" y="150"/>
                    </a:lnTo>
                    <a:lnTo>
                      <a:pt x="7" y="180"/>
                    </a:lnTo>
                    <a:lnTo>
                      <a:pt x="5" y="210"/>
                    </a:lnTo>
                    <a:lnTo>
                      <a:pt x="7" y="238"/>
                    </a:lnTo>
                    <a:lnTo>
                      <a:pt x="9" y="299"/>
                    </a:lnTo>
                    <a:lnTo>
                      <a:pt x="16" y="316"/>
                    </a:lnTo>
                    <a:lnTo>
                      <a:pt x="22" y="335"/>
                    </a:lnTo>
                    <a:lnTo>
                      <a:pt x="26" y="354"/>
                    </a:lnTo>
                    <a:lnTo>
                      <a:pt x="26" y="362"/>
                    </a:lnTo>
                    <a:lnTo>
                      <a:pt x="26" y="370"/>
                    </a:lnTo>
                    <a:lnTo>
                      <a:pt x="23" y="376"/>
                    </a:lnTo>
                    <a:lnTo>
                      <a:pt x="21" y="382"/>
                    </a:lnTo>
                    <a:lnTo>
                      <a:pt x="14" y="391"/>
                    </a:lnTo>
                    <a:lnTo>
                      <a:pt x="7" y="397"/>
                    </a:lnTo>
                    <a:lnTo>
                      <a:pt x="1" y="401"/>
                    </a:lnTo>
                    <a:lnTo>
                      <a:pt x="0" y="402"/>
                    </a:lnTo>
                    <a:lnTo>
                      <a:pt x="5" y="401"/>
                    </a:lnTo>
                    <a:lnTo>
                      <a:pt x="41" y="392"/>
                    </a:lnTo>
                    <a:lnTo>
                      <a:pt x="102" y="393"/>
                    </a:lnTo>
                    <a:lnTo>
                      <a:pt x="141" y="392"/>
                    </a:lnTo>
                    <a:lnTo>
                      <a:pt x="180" y="391"/>
                    </a:lnTo>
                    <a:lnTo>
                      <a:pt x="236" y="385"/>
                    </a:lnTo>
                    <a:lnTo>
                      <a:pt x="259" y="381"/>
                    </a:lnTo>
                    <a:lnTo>
                      <a:pt x="281" y="376"/>
                    </a:lnTo>
                    <a:lnTo>
                      <a:pt x="303" y="372"/>
                    </a:lnTo>
                    <a:lnTo>
                      <a:pt x="325" y="370"/>
                    </a:lnTo>
                    <a:lnTo>
                      <a:pt x="383" y="366"/>
                    </a:lnTo>
                    <a:lnTo>
                      <a:pt x="443" y="365"/>
                    </a:lnTo>
                    <a:lnTo>
                      <a:pt x="559" y="361"/>
                    </a:lnTo>
                    <a:lnTo>
                      <a:pt x="575" y="365"/>
                    </a:lnTo>
                    <a:lnTo>
                      <a:pt x="591" y="368"/>
                    </a:lnTo>
                    <a:lnTo>
                      <a:pt x="625" y="378"/>
                    </a:lnTo>
                    <a:lnTo>
                      <a:pt x="657" y="387"/>
                    </a:lnTo>
                    <a:lnTo>
                      <a:pt x="674" y="391"/>
                    </a:lnTo>
                    <a:lnTo>
                      <a:pt x="688" y="392"/>
                    </a:lnTo>
                    <a:lnTo>
                      <a:pt x="773" y="397"/>
                    </a:lnTo>
                    <a:lnTo>
                      <a:pt x="831" y="402"/>
                    </a:lnTo>
                    <a:lnTo>
                      <a:pt x="897" y="407"/>
                    </a:lnTo>
                    <a:lnTo>
                      <a:pt x="917" y="407"/>
                    </a:lnTo>
                    <a:lnTo>
                      <a:pt x="938" y="404"/>
                    </a:lnTo>
                    <a:lnTo>
                      <a:pt x="965" y="399"/>
                    </a:lnTo>
                    <a:lnTo>
                      <a:pt x="1004" y="392"/>
                    </a:lnTo>
                    <a:lnTo>
                      <a:pt x="1234" y="389"/>
                    </a:lnTo>
                    <a:lnTo>
                      <a:pt x="1350" y="387"/>
                    </a:lnTo>
                    <a:lnTo>
                      <a:pt x="1465" y="385"/>
                    </a:lnTo>
                    <a:lnTo>
                      <a:pt x="1488" y="383"/>
                    </a:lnTo>
                    <a:lnTo>
                      <a:pt x="1510" y="380"/>
                    </a:lnTo>
                    <a:lnTo>
                      <a:pt x="1554" y="373"/>
                    </a:lnTo>
                    <a:lnTo>
                      <a:pt x="1576" y="371"/>
                    </a:lnTo>
                    <a:lnTo>
                      <a:pt x="1598" y="370"/>
                    </a:lnTo>
                    <a:lnTo>
                      <a:pt x="1620" y="372"/>
                    </a:lnTo>
                    <a:lnTo>
                      <a:pt x="1632" y="373"/>
                    </a:lnTo>
                    <a:lnTo>
                      <a:pt x="1643" y="377"/>
                    </a:lnTo>
                    <a:lnTo>
                      <a:pt x="1722" y="387"/>
                    </a:lnTo>
                    <a:lnTo>
                      <a:pt x="1784" y="393"/>
                    </a:lnTo>
                    <a:lnTo>
                      <a:pt x="1857" y="397"/>
                    </a:lnTo>
                    <a:lnTo>
                      <a:pt x="1967" y="401"/>
                    </a:lnTo>
                    <a:lnTo>
                      <a:pt x="1985" y="392"/>
                    </a:lnTo>
                    <a:lnTo>
                      <a:pt x="2000" y="387"/>
                    </a:lnTo>
                    <a:lnTo>
                      <a:pt x="2008" y="386"/>
                    </a:lnTo>
                    <a:lnTo>
                      <a:pt x="2015" y="385"/>
                    </a:lnTo>
                    <a:lnTo>
                      <a:pt x="2019" y="385"/>
                    </a:lnTo>
                    <a:lnTo>
                      <a:pt x="2022" y="386"/>
                    </a:lnTo>
                    <a:lnTo>
                      <a:pt x="2028" y="391"/>
                    </a:lnTo>
                    <a:lnTo>
                      <a:pt x="2034" y="396"/>
                    </a:lnTo>
                    <a:lnTo>
                      <a:pt x="2039" y="401"/>
                    </a:lnTo>
                    <a:lnTo>
                      <a:pt x="2047" y="316"/>
                    </a:lnTo>
                    <a:lnTo>
                      <a:pt x="2042" y="297"/>
                    </a:lnTo>
                    <a:lnTo>
                      <a:pt x="2037" y="277"/>
                    </a:lnTo>
                    <a:lnTo>
                      <a:pt x="2034" y="259"/>
                    </a:lnTo>
                    <a:lnTo>
                      <a:pt x="2031" y="239"/>
                    </a:lnTo>
                    <a:lnTo>
                      <a:pt x="2028" y="200"/>
                    </a:lnTo>
                    <a:lnTo>
                      <a:pt x="2028" y="159"/>
                    </a:lnTo>
                    <a:lnTo>
                      <a:pt x="2030" y="118"/>
                    </a:lnTo>
                    <a:lnTo>
                      <a:pt x="2033"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522" name="Line 186">
                <a:extLst>
                  <a:ext uri="{FF2B5EF4-FFF2-40B4-BE49-F238E27FC236}">
                    <a16:creationId xmlns:a16="http://schemas.microsoft.com/office/drawing/2014/main" id="{15EBDFDB-9AB5-A8A4-F94B-368FF930E109}"/>
                  </a:ext>
                </a:extLst>
              </p:cNvPr>
              <p:cNvSpPr>
                <a:spLocks noChangeShapeType="1"/>
              </p:cNvSpPr>
              <p:nvPr/>
            </p:nvSpPr>
            <p:spPr bwMode="auto">
              <a:xfrm flipH="1">
                <a:off x="3191" y="1496"/>
                <a:ext cx="9" cy="1"/>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3" name="Line 187">
                <a:extLst>
                  <a:ext uri="{FF2B5EF4-FFF2-40B4-BE49-F238E27FC236}">
                    <a16:creationId xmlns:a16="http://schemas.microsoft.com/office/drawing/2014/main" id="{98AA6461-D873-F7C9-AFD7-166DEAEE0099}"/>
                  </a:ext>
                </a:extLst>
              </p:cNvPr>
              <p:cNvSpPr>
                <a:spLocks noChangeShapeType="1"/>
              </p:cNvSpPr>
              <p:nvPr/>
            </p:nvSpPr>
            <p:spPr bwMode="auto">
              <a:xfrm flipH="1">
                <a:off x="3182" y="1497"/>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4" name="Line 188">
                <a:extLst>
                  <a:ext uri="{FF2B5EF4-FFF2-40B4-BE49-F238E27FC236}">
                    <a16:creationId xmlns:a16="http://schemas.microsoft.com/office/drawing/2014/main" id="{60E172BA-4681-BBAA-3E20-E2E126EB1F61}"/>
                  </a:ext>
                </a:extLst>
              </p:cNvPr>
              <p:cNvSpPr>
                <a:spLocks noChangeShapeType="1"/>
              </p:cNvSpPr>
              <p:nvPr/>
            </p:nvSpPr>
            <p:spPr bwMode="auto">
              <a:xfrm flipH="1">
                <a:off x="3174" y="1497"/>
                <a:ext cx="8" cy="2"/>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5" name="Line 189">
                <a:extLst>
                  <a:ext uri="{FF2B5EF4-FFF2-40B4-BE49-F238E27FC236}">
                    <a16:creationId xmlns:a16="http://schemas.microsoft.com/office/drawing/2014/main" id="{28C00D6E-0BA7-DA2E-49EE-77AF0FAE10C4}"/>
                  </a:ext>
                </a:extLst>
              </p:cNvPr>
              <p:cNvSpPr>
                <a:spLocks noChangeShapeType="1"/>
              </p:cNvSpPr>
              <p:nvPr/>
            </p:nvSpPr>
            <p:spPr bwMode="auto">
              <a:xfrm flipH="1">
                <a:off x="3171" y="1499"/>
                <a:ext cx="3" cy="2"/>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6" name="Line 190">
                <a:extLst>
                  <a:ext uri="{FF2B5EF4-FFF2-40B4-BE49-F238E27FC236}">
                    <a16:creationId xmlns:a16="http://schemas.microsoft.com/office/drawing/2014/main" id="{32E74218-503C-D878-EFAF-93A49DCD32AE}"/>
                  </a:ext>
                </a:extLst>
              </p:cNvPr>
              <p:cNvSpPr>
                <a:spLocks noChangeShapeType="1"/>
              </p:cNvSpPr>
              <p:nvPr/>
            </p:nvSpPr>
            <p:spPr bwMode="auto">
              <a:xfrm flipH="1">
                <a:off x="3168" y="1501"/>
                <a:ext cx="3" cy="2"/>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7" name="Line 191">
                <a:extLst>
                  <a:ext uri="{FF2B5EF4-FFF2-40B4-BE49-F238E27FC236}">
                    <a16:creationId xmlns:a16="http://schemas.microsoft.com/office/drawing/2014/main" id="{EA5598A3-C6A1-C1E3-3863-E0AD8D06EF0C}"/>
                  </a:ext>
                </a:extLst>
              </p:cNvPr>
              <p:cNvSpPr>
                <a:spLocks noChangeShapeType="1"/>
              </p:cNvSpPr>
              <p:nvPr/>
            </p:nvSpPr>
            <p:spPr bwMode="auto">
              <a:xfrm flipH="1">
                <a:off x="3164" y="1503"/>
                <a:ext cx="4" cy="7"/>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8" name="Line 192">
                <a:extLst>
                  <a:ext uri="{FF2B5EF4-FFF2-40B4-BE49-F238E27FC236}">
                    <a16:creationId xmlns:a16="http://schemas.microsoft.com/office/drawing/2014/main" id="{2526A963-ACA3-8090-B8B5-626DFCA7FC19}"/>
                  </a:ext>
                </a:extLst>
              </p:cNvPr>
              <p:cNvSpPr>
                <a:spLocks noChangeShapeType="1"/>
              </p:cNvSpPr>
              <p:nvPr/>
            </p:nvSpPr>
            <p:spPr bwMode="auto">
              <a:xfrm flipH="1">
                <a:off x="3163" y="1510"/>
                <a:ext cx="1" cy="6"/>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29" name="Line 193">
                <a:extLst>
                  <a:ext uri="{FF2B5EF4-FFF2-40B4-BE49-F238E27FC236}">
                    <a16:creationId xmlns:a16="http://schemas.microsoft.com/office/drawing/2014/main" id="{986066B2-AEDB-AC11-7875-B5BDC1E77A99}"/>
                  </a:ext>
                </a:extLst>
              </p:cNvPr>
              <p:cNvSpPr>
                <a:spLocks noChangeShapeType="1"/>
              </p:cNvSpPr>
              <p:nvPr/>
            </p:nvSpPr>
            <p:spPr bwMode="auto">
              <a:xfrm flipH="1">
                <a:off x="3161" y="1516"/>
                <a:ext cx="2" cy="13"/>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0" name="Line 194">
                <a:extLst>
                  <a:ext uri="{FF2B5EF4-FFF2-40B4-BE49-F238E27FC236}">
                    <a16:creationId xmlns:a16="http://schemas.microsoft.com/office/drawing/2014/main" id="{9BCFB28C-080A-AA3F-48A1-91EE3E39FB29}"/>
                  </a:ext>
                </a:extLst>
              </p:cNvPr>
              <p:cNvSpPr>
                <a:spLocks noChangeShapeType="1"/>
              </p:cNvSpPr>
              <p:nvPr/>
            </p:nvSpPr>
            <p:spPr bwMode="auto">
              <a:xfrm flipH="1">
                <a:off x="3160" y="1529"/>
                <a:ext cx="1"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1" name="Line 195">
                <a:extLst>
                  <a:ext uri="{FF2B5EF4-FFF2-40B4-BE49-F238E27FC236}">
                    <a16:creationId xmlns:a16="http://schemas.microsoft.com/office/drawing/2014/main" id="{DFACA72D-3EE6-EE5B-8394-7DEAACB36791}"/>
                  </a:ext>
                </a:extLst>
              </p:cNvPr>
              <p:cNvSpPr>
                <a:spLocks noChangeShapeType="1"/>
              </p:cNvSpPr>
              <p:nvPr/>
            </p:nvSpPr>
            <p:spPr bwMode="auto">
              <a:xfrm>
                <a:off x="3160" y="1543"/>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2" name="Line 196">
                <a:extLst>
                  <a:ext uri="{FF2B5EF4-FFF2-40B4-BE49-F238E27FC236}">
                    <a16:creationId xmlns:a16="http://schemas.microsoft.com/office/drawing/2014/main" id="{2F97BC44-5635-CDD6-A866-E2BF9F54F490}"/>
                  </a:ext>
                </a:extLst>
              </p:cNvPr>
              <p:cNvSpPr>
                <a:spLocks noChangeShapeType="1"/>
              </p:cNvSpPr>
              <p:nvPr/>
            </p:nvSpPr>
            <p:spPr bwMode="auto">
              <a:xfrm flipH="1">
                <a:off x="3155" y="1558"/>
                <a:ext cx="5"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3" name="Line 197">
                <a:extLst>
                  <a:ext uri="{FF2B5EF4-FFF2-40B4-BE49-F238E27FC236}">
                    <a16:creationId xmlns:a16="http://schemas.microsoft.com/office/drawing/2014/main" id="{12AEEEF3-2D4D-D959-87B8-AD7635074922}"/>
                  </a:ext>
                </a:extLst>
              </p:cNvPr>
              <p:cNvSpPr>
                <a:spLocks noChangeShapeType="1"/>
              </p:cNvSpPr>
              <p:nvPr/>
            </p:nvSpPr>
            <p:spPr bwMode="auto">
              <a:xfrm flipH="1">
                <a:off x="3152" y="1588"/>
                <a:ext cx="3" cy="30"/>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4" name="Line 198">
                <a:extLst>
                  <a:ext uri="{FF2B5EF4-FFF2-40B4-BE49-F238E27FC236}">
                    <a16:creationId xmlns:a16="http://schemas.microsoft.com/office/drawing/2014/main" id="{B5012868-BB80-C974-68D8-19F7D2A78828}"/>
                  </a:ext>
                </a:extLst>
              </p:cNvPr>
              <p:cNvSpPr>
                <a:spLocks noChangeShapeType="1"/>
              </p:cNvSpPr>
              <p:nvPr/>
            </p:nvSpPr>
            <p:spPr bwMode="auto">
              <a:xfrm flipH="1">
                <a:off x="3150" y="1618"/>
                <a:ext cx="2" cy="2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5" name="Line 199">
                <a:extLst>
                  <a:ext uri="{FF2B5EF4-FFF2-40B4-BE49-F238E27FC236}">
                    <a16:creationId xmlns:a16="http://schemas.microsoft.com/office/drawing/2014/main" id="{7E99F232-34EE-08B8-5503-5F7886F97016}"/>
                  </a:ext>
                </a:extLst>
              </p:cNvPr>
              <p:cNvSpPr>
                <a:spLocks noChangeShapeType="1"/>
              </p:cNvSpPr>
              <p:nvPr/>
            </p:nvSpPr>
            <p:spPr bwMode="auto">
              <a:xfrm flipH="1">
                <a:off x="3149" y="1646"/>
                <a:ext cx="1"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6" name="Line 200">
                <a:extLst>
                  <a:ext uri="{FF2B5EF4-FFF2-40B4-BE49-F238E27FC236}">
                    <a16:creationId xmlns:a16="http://schemas.microsoft.com/office/drawing/2014/main" id="{D0D18034-87EB-2D83-FAAA-6FA7B91B1DA7}"/>
                  </a:ext>
                </a:extLst>
              </p:cNvPr>
              <p:cNvSpPr>
                <a:spLocks noChangeShapeType="1"/>
              </p:cNvSpPr>
              <p:nvPr/>
            </p:nvSpPr>
            <p:spPr bwMode="auto">
              <a:xfrm flipH="1">
                <a:off x="3147" y="1676"/>
                <a:ext cx="2"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7" name="Line 201">
                <a:extLst>
                  <a:ext uri="{FF2B5EF4-FFF2-40B4-BE49-F238E27FC236}">
                    <a16:creationId xmlns:a16="http://schemas.microsoft.com/office/drawing/2014/main" id="{55A67E78-BD2C-5EC3-B467-FCB45F0D07EB}"/>
                  </a:ext>
                </a:extLst>
              </p:cNvPr>
              <p:cNvSpPr>
                <a:spLocks noChangeShapeType="1"/>
              </p:cNvSpPr>
              <p:nvPr/>
            </p:nvSpPr>
            <p:spPr bwMode="auto">
              <a:xfrm>
                <a:off x="3147" y="1706"/>
                <a:ext cx="2" cy="28"/>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8" name="Line 202">
                <a:extLst>
                  <a:ext uri="{FF2B5EF4-FFF2-40B4-BE49-F238E27FC236}">
                    <a16:creationId xmlns:a16="http://schemas.microsoft.com/office/drawing/2014/main" id="{2115DF80-3ED7-A2BB-1291-F850AF271CFB}"/>
                  </a:ext>
                </a:extLst>
              </p:cNvPr>
              <p:cNvSpPr>
                <a:spLocks noChangeShapeType="1"/>
              </p:cNvSpPr>
              <p:nvPr/>
            </p:nvSpPr>
            <p:spPr bwMode="auto">
              <a:xfrm>
                <a:off x="3149" y="1734"/>
                <a:ext cx="2" cy="61"/>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39" name="Line 203">
                <a:extLst>
                  <a:ext uri="{FF2B5EF4-FFF2-40B4-BE49-F238E27FC236}">
                    <a16:creationId xmlns:a16="http://schemas.microsoft.com/office/drawing/2014/main" id="{2B0A1F59-555E-4438-6972-44E763E58671}"/>
                  </a:ext>
                </a:extLst>
              </p:cNvPr>
              <p:cNvSpPr>
                <a:spLocks noChangeShapeType="1"/>
              </p:cNvSpPr>
              <p:nvPr/>
            </p:nvSpPr>
            <p:spPr bwMode="auto">
              <a:xfrm>
                <a:off x="3151" y="1795"/>
                <a:ext cx="7" cy="17"/>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0" name="Line 204">
                <a:extLst>
                  <a:ext uri="{FF2B5EF4-FFF2-40B4-BE49-F238E27FC236}">
                    <a16:creationId xmlns:a16="http://schemas.microsoft.com/office/drawing/2014/main" id="{8A7B7B6A-2ADE-0023-E6FF-16F33A88ED78}"/>
                  </a:ext>
                </a:extLst>
              </p:cNvPr>
              <p:cNvSpPr>
                <a:spLocks noChangeShapeType="1"/>
              </p:cNvSpPr>
              <p:nvPr/>
            </p:nvSpPr>
            <p:spPr bwMode="auto">
              <a:xfrm>
                <a:off x="3158" y="1812"/>
                <a:ext cx="6" cy="19"/>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1" name="Line 205">
                <a:extLst>
                  <a:ext uri="{FF2B5EF4-FFF2-40B4-BE49-F238E27FC236}">
                    <a16:creationId xmlns:a16="http://schemas.microsoft.com/office/drawing/2014/main" id="{EF513557-2395-38E3-E6A0-610313B2AD6D}"/>
                  </a:ext>
                </a:extLst>
              </p:cNvPr>
              <p:cNvSpPr>
                <a:spLocks noChangeShapeType="1"/>
              </p:cNvSpPr>
              <p:nvPr/>
            </p:nvSpPr>
            <p:spPr bwMode="auto">
              <a:xfrm>
                <a:off x="3164" y="1831"/>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2" name="Line 206">
                <a:extLst>
                  <a:ext uri="{FF2B5EF4-FFF2-40B4-BE49-F238E27FC236}">
                    <a16:creationId xmlns:a16="http://schemas.microsoft.com/office/drawing/2014/main" id="{931464E6-E9D7-2518-41F9-FD29207A7984}"/>
                  </a:ext>
                </a:extLst>
              </p:cNvPr>
              <p:cNvSpPr>
                <a:spLocks noChangeShapeType="1"/>
              </p:cNvSpPr>
              <p:nvPr/>
            </p:nvSpPr>
            <p:spPr bwMode="auto">
              <a:xfrm>
                <a:off x="3168" y="1850"/>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3" name="Line 207">
                <a:extLst>
                  <a:ext uri="{FF2B5EF4-FFF2-40B4-BE49-F238E27FC236}">
                    <a16:creationId xmlns:a16="http://schemas.microsoft.com/office/drawing/2014/main" id="{5A615672-58F1-C643-3F35-38613D8D1287}"/>
                  </a:ext>
                </a:extLst>
              </p:cNvPr>
              <p:cNvSpPr>
                <a:spLocks noChangeShapeType="1"/>
              </p:cNvSpPr>
              <p:nvPr/>
            </p:nvSpPr>
            <p:spPr bwMode="auto">
              <a:xfrm>
                <a:off x="3168" y="1858"/>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4" name="Line 208">
                <a:extLst>
                  <a:ext uri="{FF2B5EF4-FFF2-40B4-BE49-F238E27FC236}">
                    <a16:creationId xmlns:a16="http://schemas.microsoft.com/office/drawing/2014/main" id="{222334C0-5FEB-B7C7-0ADD-81871EE5CD41}"/>
                  </a:ext>
                </a:extLst>
              </p:cNvPr>
              <p:cNvSpPr>
                <a:spLocks noChangeShapeType="1"/>
              </p:cNvSpPr>
              <p:nvPr/>
            </p:nvSpPr>
            <p:spPr bwMode="auto">
              <a:xfrm flipH="1">
                <a:off x="3165" y="1866"/>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5" name="Line 209">
                <a:extLst>
                  <a:ext uri="{FF2B5EF4-FFF2-40B4-BE49-F238E27FC236}">
                    <a16:creationId xmlns:a16="http://schemas.microsoft.com/office/drawing/2014/main" id="{2495179B-45B3-CD68-132B-A9152DB6C5B5}"/>
                  </a:ext>
                </a:extLst>
              </p:cNvPr>
              <p:cNvSpPr>
                <a:spLocks noChangeShapeType="1"/>
              </p:cNvSpPr>
              <p:nvPr/>
            </p:nvSpPr>
            <p:spPr bwMode="auto">
              <a:xfrm flipH="1">
                <a:off x="3163" y="1872"/>
                <a:ext cx="2"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6" name="Line 210">
                <a:extLst>
                  <a:ext uri="{FF2B5EF4-FFF2-40B4-BE49-F238E27FC236}">
                    <a16:creationId xmlns:a16="http://schemas.microsoft.com/office/drawing/2014/main" id="{0CCB404D-36AE-C24F-A171-BF1C9C1A8B9F}"/>
                  </a:ext>
                </a:extLst>
              </p:cNvPr>
              <p:cNvSpPr>
                <a:spLocks noChangeShapeType="1"/>
              </p:cNvSpPr>
              <p:nvPr/>
            </p:nvSpPr>
            <p:spPr bwMode="auto">
              <a:xfrm flipH="1">
                <a:off x="3156" y="1878"/>
                <a:ext cx="7"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547" name="Line 211">
                <a:extLst>
                  <a:ext uri="{FF2B5EF4-FFF2-40B4-BE49-F238E27FC236}">
                    <a16:creationId xmlns:a16="http://schemas.microsoft.com/office/drawing/2014/main" id="{DF93CE1D-1279-4CA7-DD0A-BD1F3D5550FC}"/>
                  </a:ext>
                </a:extLst>
              </p:cNvPr>
              <p:cNvSpPr>
                <a:spLocks noChangeShapeType="1"/>
              </p:cNvSpPr>
              <p:nvPr/>
            </p:nvSpPr>
            <p:spPr bwMode="auto">
              <a:xfrm flipH="1">
                <a:off x="3149" y="1887"/>
                <a:ext cx="7"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81931" name="Group 212">
              <a:extLst>
                <a:ext uri="{FF2B5EF4-FFF2-40B4-BE49-F238E27FC236}">
                  <a16:creationId xmlns:a16="http://schemas.microsoft.com/office/drawing/2014/main" id="{7183905F-22F7-440E-0090-D374235EE9F7}"/>
                </a:ext>
              </a:extLst>
            </p:cNvPr>
            <p:cNvGrpSpPr>
              <a:grpSpLocks/>
            </p:cNvGrpSpPr>
            <p:nvPr/>
          </p:nvGrpSpPr>
          <p:grpSpPr bwMode="auto">
            <a:xfrm>
              <a:off x="3143" y="1463"/>
              <a:ext cx="2226" cy="575"/>
              <a:chOff x="2971" y="1489"/>
              <a:chExt cx="2226" cy="538"/>
            </a:xfrm>
          </p:grpSpPr>
          <p:sp>
            <p:nvSpPr>
              <p:cNvPr id="82148" name="Line 213">
                <a:extLst>
                  <a:ext uri="{FF2B5EF4-FFF2-40B4-BE49-F238E27FC236}">
                    <a16:creationId xmlns:a16="http://schemas.microsoft.com/office/drawing/2014/main" id="{227529CC-ED95-22D1-A69E-857849DDA8EC}"/>
                  </a:ext>
                </a:extLst>
              </p:cNvPr>
              <p:cNvSpPr>
                <a:spLocks noChangeShapeType="1"/>
              </p:cNvSpPr>
              <p:nvPr/>
            </p:nvSpPr>
            <p:spPr bwMode="auto">
              <a:xfrm flipH="1">
                <a:off x="3143" y="1893"/>
                <a:ext cx="6"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49" name="Line 214">
                <a:extLst>
                  <a:ext uri="{FF2B5EF4-FFF2-40B4-BE49-F238E27FC236}">
                    <a16:creationId xmlns:a16="http://schemas.microsoft.com/office/drawing/2014/main" id="{FE9FFD4A-6292-5FD2-5BFE-58A53E530D86}"/>
                  </a:ext>
                </a:extLst>
              </p:cNvPr>
              <p:cNvSpPr>
                <a:spLocks noChangeShapeType="1"/>
              </p:cNvSpPr>
              <p:nvPr/>
            </p:nvSpPr>
            <p:spPr bwMode="auto">
              <a:xfrm flipH="1">
                <a:off x="3142" y="1897"/>
                <a:ext cx="1"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0" name="Line 215">
                <a:extLst>
                  <a:ext uri="{FF2B5EF4-FFF2-40B4-BE49-F238E27FC236}">
                    <a16:creationId xmlns:a16="http://schemas.microsoft.com/office/drawing/2014/main" id="{58AADC5C-D5D1-E27D-3723-B624880B09D9}"/>
                  </a:ext>
                </a:extLst>
              </p:cNvPr>
              <p:cNvSpPr>
                <a:spLocks noChangeShapeType="1"/>
              </p:cNvSpPr>
              <p:nvPr/>
            </p:nvSpPr>
            <p:spPr bwMode="auto">
              <a:xfrm flipV="1">
                <a:off x="3142" y="1897"/>
                <a:ext cx="5"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1" name="Line 216">
                <a:extLst>
                  <a:ext uri="{FF2B5EF4-FFF2-40B4-BE49-F238E27FC236}">
                    <a16:creationId xmlns:a16="http://schemas.microsoft.com/office/drawing/2014/main" id="{61B5335E-E3DC-5DA8-DF62-B90610C71E04}"/>
                  </a:ext>
                </a:extLst>
              </p:cNvPr>
              <p:cNvSpPr>
                <a:spLocks noChangeShapeType="1"/>
              </p:cNvSpPr>
              <p:nvPr/>
            </p:nvSpPr>
            <p:spPr bwMode="auto">
              <a:xfrm flipV="1">
                <a:off x="3147" y="1888"/>
                <a:ext cx="36" cy="9"/>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2" name="Line 217">
                <a:extLst>
                  <a:ext uri="{FF2B5EF4-FFF2-40B4-BE49-F238E27FC236}">
                    <a16:creationId xmlns:a16="http://schemas.microsoft.com/office/drawing/2014/main" id="{8940AB4E-B9E4-BC28-0C76-CA067467AD04}"/>
                  </a:ext>
                </a:extLst>
              </p:cNvPr>
              <p:cNvSpPr>
                <a:spLocks noChangeShapeType="1"/>
              </p:cNvSpPr>
              <p:nvPr/>
            </p:nvSpPr>
            <p:spPr bwMode="auto">
              <a:xfrm>
                <a:off x="3183" y="1888"/>
                <a:ext cx="6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3" name="Line 218">
                <a:extLst>
                  <a:ext uri="{FF2B5EF4-FFF2-40B4-BE49-F238E27FC236}">
                    <a16:creationId xmlns:a16="http://schemas.microsoft.com/office/drawing/2014/main" id="{C239AA5B-3947-E946-4B6E-EC4D0944C250}"/>
                  </a:ext>
                </a:extLst>
              </p:cNvPr>
              <p:cNvSpPr>
                <a:spLocks noChangeShapeType="1"/>
              </p:cNvSpPr>
              <p:nvPr/>
            </p:nvSpPr>
            <p:spPr bwMode="auto">
              <a:xfrm flipV="1">
                <a:off x="3244" y="1888"/>
                <a:ext cx="39"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4" name="Line 219">
                <a:extLst>
                  <a:ext uri="{FF2B5EF4-FFF2-40B4-BE49-F238E27FC236}">
                    <a16:creationId xmlns:a16="http://schemas.microsoft.com/office/drawing/2014/main" id="{93962F6D-C7F3-6EC2-D56E-576C66242110}"/>
                  </a:ext>
                </a:extLst>
              </p:cNvPr>
              <p:cNvSpPr>
                <a:spLocks noChangeShapeType="1"/>
              </p:cNvSpPr>
              <p:nvPr/>
            </p:nvSpPr>
            <p:spPr bwMode="auto">
              <a:xfrm flipV="1">
                <a:off x="3283" y="1887"/>
                <a:ext cx="39" cy="1"/>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5" name="Line 220">
                <a:extLst>
                  <a:ext uri="{FF2B5EF4-FFF2-40B4-BE49-F238E27FC236}">
                    <a16:creationId xmlns:a16="http://schemas.microsoft.com/office/drawing/2014/main" id="{594430FA-8E45-F76C-413F-3E123B3158B5}"/>
                  </a:ext>
                </a:extLst>
              </p:cNvPr>
              <p:cNvSpPr>
                <a:spLocks noChangeShapeType="1"/>
              </p:cNvSpPr>
              <p:nvPr/>
            </p:nvSpPr>
            <p:spPr bwMode="auto">
              <a:xfrm flipV="1">
                <a:off x="3322" y="1881"/>
                <a:ext cx="56"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6" name="Line 221">
                <a:extLst>
                  <a:ext uri="{FF2B5EF4-FFF2-40B4-BE49-F238E27FC236}">
                    <a16:creationId xmlns:a16="http://schemas.microsoft.com/office/drawing/2014/main" id="{6FC8BF87-CE9C-04DE-D6D9-F189E4E56112}"/>
                  </a:ext>
                </a:extLst>
              </p:cNvPr>
              <p:cNvSpPr>
                <a:spLocks noChangeShapeType="1"/>
              </p:cNvSpPr>
              <p:nvPr/>
            </p:nvSpPr>
            <p:spPr bwMode="auto">
              <a:xfrm flipV="1">
                <a:off x="3378" y="1877"/>
                <a:ext cx="23"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7" name="Line 222">
                <a:extLst>
                  <a:ext uri="{FF2B5EF4-FFF2-40B4-BE49-F238E27FC236}">
                    <a16:creationId xmlns:a16="http://schemas.microsoft.com/office/drawing/2014/main" id="{64C69AFA-00AE-99D3-5F94-6557A68A5081}"/>
                  </a:ext>
                </a:extLst>
              </p:cNvPr>
              <p:cNvSpPr>
                <a:spLocks noChangeShapeType="1"/>
              </p:cNvSpPr>
              <p:nvPr/>
            </p:nvSpPr>
            <p:spPr bwMode="auto">
              <a:xfrm flipV="1">
                <a:off x="3401" y="1872"/>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8" name="Line 223">
                <a:extLst>
                  <a:ext uri="{FF2B5EF4-FFF2-40B4-BE49-F238E27FC236}">
                    <a16:creationId xmlns:a16="http://schemas.microsoft.com/office/drawing/2014/main" id="{F47DAD5A-8995-0E7E-4268-0177DF9FCFA2}"/>
                  </a:ext>
                </a:extLst>
              </p:cNvPr>
              <p:cNvSpPr>
                <a:spLocks noChangeShapeType="1"/>
              </p:cNvSpPr>
              <p:nvPr/>
            </p:nvSpPr>
            <p:spPr bwMode="auto">
              <a:xfrm flipV="1">
                <a:off x="3423" y="1868"/>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59" name="Line 224">
                <a:extLst>
                  <a:ext uri="{FF2B5EF4-FFF2-40B4-BE49-F238E27FC236}">
                    <a16:creationId xmlns:a16="http://schemas.microsoft.com/office/drawing/2014/main" id="{24D60A70-585F-A860-DD56-4E6AEF9D2862}"/>
                  </a:ext>
                </a:extLst>
              </p:cNvPr>
              <p:cNvSpPr>
                <a:spLocks noChangeShapeType="1"/>
              </p:cNvSpPr>
              <p:nvPr/>
            </p:nvSpPr>
            <p:spPr bwMode="auto">
              <a:xfrm flipV="1">
                <a:off x="3445" y="1866"/>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0" name="Line 225">
                <a:extLst>
                  <a:ext uri="{FF2B5EF4-FFF2-40B4-BE49-F238E27FC236}">
                    <a16:creationId xmlns:a16="http://schemas.microsoft.com/office/drawing/2014/main" id="{3CCAF299-4439-1571-8CBE-3C8F7CC2E549}"/>
                  </a:ext>
                </a:extLst>
              </p:cNvPr>
              <p:cNvSpPr>
                <a:spLocks noChangeShapeType="1"/>
              </p:cNvSpPr>
              <p:nvPr/>
            </p:nvSpPr>
            <p:spPr bwMode="auto">
              <a:xfrm flipV="1">
                <a:off x="3467" y="1862"/>
                <a:ext cx="58"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1" name="Line 226">
                <a:extLst>
                  <a:ext uri="{FF2B5EF4-FFF2-40B4-BE49-F238E27FC236}">
                    <a16:creationId xmlns:a16="http://schemas.microsoft.com/office/drawing/2014/main" id="{B29B3760-6FFF-9A3A-0E88-4B41D743DB1F}"/>
                  </a:ext>
                </a:extLst>
              </p:cNvPr>
              <p:cNvSpPr>
                <a:spLocks noChangeShapeType="1"/>
              </p:cNvSpPr>
              <p:nvPr/>
            </p:nvSpPr>
            <p:spPr bwMode="auto">
              <a:xfrm flipV="1">
                <a:off x="3525" y="1861"/>
                <a:ext cx="60"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2" name="Line 227">
                <a:extLst>
                  <a:ext uri="{FF2B5EF4-FFF2-40B4-BE49-F238E27FC236}">
                    <a16:creationId xmlns:a16="http://schemas.microsoft.com/office/drawing/2014/main" id="{9102B4A5-AB27-BD4A-7ADB-8C3794D5C1D8}"/>
                  </a:ext>
                </a:extLst>
              </p:cNvPr>
              <p:cNvSpPr>
                <a:spLocks noChangeShapeType="1"/>
              </p:cNvSpPr>
              <p:nvPr/>
            </p:nvSpPr>
            <p:spPr bwMode="auto">
              <a:xfrm flipV="1">
                <a:off x="3585" y="1857"/>
                <a:ext cx="116"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3" name="Line 228">
                <a:extLst>
                  <a:ext uri="{FF2B5EF4-FFF2-40B4-BE49-F238E27FC236}">
                    <a16:creationId xmlns:a16="http://schemas.microsoft.com/office/drawing/2014/main" id="{7D46D184-6D31-C61B-F8C0-A0D0CB6A74C0}"/>
                  </a:ext>
                </a:extLst>
              </p:cNvPr>
              <p:cNvSpPr>
                <a:spLocks noChangeShapeType="1"/>
              </p:cNvSpPr>
              <p:nvPr/>
            </p:nvSpPr>
            <p:spPr bwMode="auto">
              <a:xfrm>
                <a:off x="3701" y="1857"/>
                <a:ext cx="16"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4" name="Line 229">
                <a:extLst>
                  <a:ext uri="{FF2B5EF4-FFF2-40B4-BE49-F238E27FC236}">
                    <a16:creationId xmlns:a16="http://schemas.microsoft.com/office/drawing/2014/main" id="{DB12FD1C-38B5-A95A-90BF-9AA09F834B09}"/>
                  </a:ext>
                </a:extLst>
              </p:cNvPr>
              <p:cNvSpPr>
                <a:spLocks noChangeShapeType="1"/>
              </p:cNvSpPr>
              <p:nvPr/>
            </p:nvSpPr>
            <p:spPr bwMode="auto">
              <a:xfrm>
                <a:off x="3717" y="1861"/>
                <a:ext cx="16" cy="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5" name="Line 230">
                <a:extLst>
                  <a:ext uri="{FF2B5EF4-FFF2-40B4-BE49-F238E27FC236}">
                    <a16:creationId xmlns:a16="http://schemas.microsoft.com/office/drawing/2014/main" id="{6B498B22-85F4-D882-6199-FD095210E08F}"/>
                  </a:ext>
                </a:extLst>
              </p:cNvPr>
              <p:cNvSpPr>
                <a:spLocks noChangeShapeType="1"/>
              </p:cNvSpPr>
              <p:nvPr/>
            </p:nvSpPr>
            <p:spPr bwMode="auto">
              <a:xfrm>
                <a:off x="3733" y="1864"/>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6" name="Line 231">
                <a:extLst>
                  <a:ext uri="{FF2B5EF4-FFF2-40B4-BE49-F238E27FC236}">
                    <a16:creationId xmlns:a16="http://schemas.microsoft.com/office/drawing/2014/main" id="{3A482BEF-0518-9ABB-16A9-D2EB84FA8893}"/>
                  </a:ext>
                </a:extLst>
              </p:cNvPr>
              <p:cNvSpPr>
                <a:spLocks noChangeShapeType="1"/>
              </p:cNvSpPr>
              <p:nvPr/>
            </p:nvSpPr>
            <p:spPr bwMode="auto">
              <a:xfrm>
                <a:off x="3767" y="1874"/>
                <a:ext cx="32"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7" name="Line 232">
                <a:extLst>
                  <a:ext uri="{FF2B5EF4-FFF2-40B4-BE49-F238E27FC236}">
                    <a16:creationId xmlns:a16="http://schemas.microsoft.com/office/drawing/2014/main" id="{27D1A21B-107C-6267-D96E-FBD810AA2532}"/>
                  </a:ext>
                </a:extLst>
              </p:cNvPr>
              <p:cNvSpPr>
                <a:spLocks noChangeShapeType="1"/>
              </p:cNvSpPr>
              <p:nvPr/>
            </p:nvSpPr>
            <p:spPr bwMode="auto">
              <a:xfrm>
                <a:off x="3799" y="1883"/>
                <a:ext cx="17"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8" name="Line 233">
                <a:extLst>
                  <a:ext uri="{FF2B5EF4-FFF2-40B4-BE49-F238E27FC236}">
                    <a16:creationId xmlns:a16="http://schemas.microsoft.com/office/drawing/2014/main" id="{065D9AF2-7A2B-0D37-FC7A-0122E0D09FED}"/>
                  </a:ext>
                </a:extLst>
              </p:cNvPr>
              <p:cNvSpPr>
                <a:spLocks noChangeShapeType="1"/>
              </p:cNvSpPr>
              <p:nvPr/>
            </p:nvSpPr>
            <p:spPr bwMode="auto">
              <a:xfrm>
                <a:off x="3816" y="1887"/>
                <a:ext cx="14" cy="1"/>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69" name="Line 234">
                <a:extLst>
                  <a:ext uri="{FF2B5EF4-FFF2-40B4-BE49-F238E27FC236}">
                    <a16:creationId xmlns:a16="http://schemas.microsoft.com/office/drawing/2014/main" id="{553D4D2E-4524-30D0-611D-FC4C2F664438}"/>
                  </a:ext>
                </a:extLst>
              </p:cNvPr>
              <p:cNvSpPr>
                <a:spLocks noChangeShapeType="1"/>
              </p:cNvSpPr>
              <p:nvPr/>
            </p:nvSpPr>
            <p:spPr bwMode="auto">
              <a:xfrm>
                <a:off x="3830" y="1888"/>
                <a:ext cx="85"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0" name="Line 235">
                <a:extLst>
                  <a:ext uri="{FF2B5EF4-FFF2-40B4-BE49-F238E27FC236}">
                    <a16:creationId xmlns:a16="http://schemas.microsoft.com/office/drawing/2014/main" id="{D33715B2-95D6-9808-98A7-1F02C4A290CC}"/>
                  </a:ext>
                </a:extLst>
              </p:cNvPr>
              <p:cNvSpPr>
                <a:spLocks noChangeShapeType="1"/>
              </p:cNvSpPr>
              <p:nvPr/>
            </p:nvSpPr>
            <p:spPr bwMode="auto">
              <a:xfrm>
                <a:off x="3915" y="1893"/>
                <a:ext cx="58"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1" name="Line 236">
                <a:extLst>
                  <a:ext uri="{FF2B5EF4-FFF2-40B4-BE49-F238E27FC236}">
                    <a16:creationId xmlns:a16="http://schemas.microsoft.com/office/drawing/2014/main" id="{448A85F7-F5A2-CD31-1A3B-C358CA3D5AC8}"/>
                  </a:ext>
                </a:extLst>
              </p:cNvPr>
              <p:cNvSpPr>
                <a:spLocks noChangeShapeType="1"/>
              </p:cNvSpPr>
              <p:nvPr/>
            </p:nvSpPr>
            <p:spPr bwMode="auto">
              <a:xfrm>
                <a:off x="3973" y="1898"/>
                <a:ext cx="66"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2" name="Line 237">
                <a:extLst>
                  <a:ext uri="{FF2B5EF4-FFF2-40B4-BE49-F238E27FC236}">
                    <a16:creationId xmlns:a16="http://schemas.microsoft.com/office/drawing/2014/main" id="{B8168C07-6339-E749-B389-8756122C1470}"/>
                  </a:ext>
                </a:extLst>
              </p:cNvPr>
              <p:cNvSpPr>
                <a:spLocks noChangeShapeType="1"/>
              </p:cNvSpPr>
              <p:nvPr/>
            </p:nvSpPr>
            <p:spPr bwMode="auto">
              <a:xfrm>
                <a:off x="4039" y="1903"/>
                <a:ext cx="20"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3" name="Line 238">
                <a:extLst>
                  <a:ext uri="{FF2B5EF4-FFF2-40B4-BE49-F238E27FC236}">
                    <a16:creationId xmlns:a16="http://schemas.microsoft.com/office/drawing/2014/main" id="{E6D332FC-B5AD-EF63-9F41-D989CE522889}"/>
                  </a:ext>
                </a:extLst>
              </p:cNvPr>
              <p:cNvSpPr>
                <a:spLocks noChangeShapeType="1"/>
              </p:cNvSpPr>
              <p:nvPr/>
            </p:nvSpPr>
            <p:spPr bwMode="auto">
              <a:xfrm flipV="1">
                <a:off x="4059" y="1900"/>
                <a:ext cx="21" cy="3"/>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4" name="Line 239">
                <a:extLst>
                  <a:ext uri="{FF2B5EF4-FFF2-40B4-BE49-F238E27FC236}">
                    <a16:creationId xmlns:a16="http://schemas.microsoft.com/office/drawing/2014/main" id="{DE43FA14-B5B5-4AAA-BC78-3AB68978A86D}"/>
                  </a:ext>
                </a:extLst>
              </p:cNvPr>
              <p:cNvSpPr>
                <a:spLocks noChangeShapeType="1"/>
              </p:cNvSpPr>
              <p:nvPr/>
            </p:nvSpPr>
            <p:spPr bwMode="auto">
              <a:xfrm flipV="1">
                <a:off x="4080" y="1895"/>
                <a:ext cx="27"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5" name="Line 240">
                <a:extLst>
                  <a:ext uri="{FF2B5EF4-FFF2-40B4-BE49-F238E27FC236}">
                    <a16:creationId xmlns:a16="http://schemas.microsoft.com/office/drawing/2014/main" id="{1E6FE378-F88D-531A-EC27-F351B92A4862}"/>
                  </a:ext>
                </a:extLst>
              </p:cNvPr>
              <p:cNvSpPr>
                <a:spLocks noChangeShapeType="1"/>
              </p:cNvSpPr>
              <p:nvPr/>
            </p:nvSpPr>
            <p:spPr bwMode="auto">
              <a:xfrm flipV="1">
                <a:off x="4107" y="1888"/>
                <a:ext cx="39"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6" name="Line 241">
                <a:extLst>
                  <a:ext uri="{FF2B5EF4-FFF2-40B4-BE49-F238E27FC236}">
                    <a16:creationId xmlns:a16="http://schemas.microsoft.com/office/drawing/2014/main" id="{21A6FBA5-4D2C-936D-ABE9-CD142E892925}"/>
                  </a:ext>
                </a:extLst>
              </p:cNvPr>
              <p:cNvSpPr>
                <a:spLocks noChangeShapeType="1"/>
              </p:cNvSpPr>
              <p:nvPr/>
            </p:nvSpPr>
            <p:spPr bwMode="auto">
              <a:xfrm flipV="1">
                <a:off x="4146" y="1885"/>
                <a:ext cx="230"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7" name="Line 242">
                <a:extLst>
                  <a:ext uri="{FF2B5EF4-FFF2-40B4-BE49-F238E27FC236}">
                    <a16:creationId xmlns:a16="http://schemas.microsoft.com/office/drawing/2014/main" id="{56906DA8-E834-1447-E3D8-05D23A201793}"/>
                  </a:ext>
                </a:extLst>
              </p:cNvPr>
              <p:cNvSpPr>
                <a:spLocks noChangeShapeType="1"/>
              </p:cNvSpPr>
              <p:nvPr/>
            </p:nvSpPr>
            <p:spPr bwMode="auto">
              <a:xfrm flipV="1">
                <a:off x="4376" y="1883"/>
                <a:ext cx="116"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8" name="Line 243">
                <a:extLst>
                  <a:ext uri="{FF2B5EF4-FFF2-40B4-BE49-F238E27FC236}">
                    <a16:creationId xmlns:a16="http://schemas.microsoft.com/office/drawing/2014/main" id="{886773CF-67FD-C3CF-2D27-A9AD9E371EEF}"/>
                  </a:ext>
                </a:extLst>
              </p:cNvPr>
              <p:cNvSpPr>
                <a:spLocks noChangeShapeType="1"/>
              </p:cNvSpPr>
              <p:nvPr/>
            </p:nvSpPr>
            <p:spPr bwMode="auto">
              <a:xfrm flipV="1">
                <a:off x="4492" y="1881"/>
                <a:ext cx="115"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79" name="Line 244">
                <a:extLst>
                  <a:ext uri="{FF2B5EF4-FFF2-40B4-BE49-F238E27FC236}">
                    <a16:creationId xmlns:a16="http://schemas.microsoft.com/office/drawing/2014/main" id="{668F895D-BE47-EBB9-9E0D-A06B33EDF73C}"/>
                  </a:ext>
                </a:extLst>
              </p:cNvPr>
              <p:cNvSpPr>
                <a:spLocks noChangeShapeType="1"/>
              </p:cNvSpPr>
              <p:nvPr/>
            </p:nvSpPr>
            <p:spPr bwMode="auto">
              <a:xfrm flipV="1">
                <a:off x="4607" y="1879"/>
                <a:ext cx="23"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0" name="Line 245">
                <a:extLst>
                  <a:ext uri="{FF2B5EF4-FFF2-40B4-BE49-F238E27FC236}">
                    <a16:creationId xmlns:a16="http://schemas.microsoft.com/office/drawing/2014/main" id="{3FB126E3-2A36-1102-35BB-875D9AA23543}"/>
                  </a:ext>
                </a:extLst>
              </p:cNvPr>
              <p:cNvSpPr>
                <a:spLocks noChangeShapeType="1"/>
              </p:cNvSpPr>
              <p:nvPr/>
            </p:nvSpPr>
            <p:spPr bwMode="auto">
              <a:xfrm flipV="1">
                <a:off x="4630" y="1876"/>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1" name="Line 246">
                <a:extLst>
                  <a:ext uri="{FF2B5EF4-FFF2-40B4-BE49-F238E27FC236}">
                    <a16:creationId xmlns:a16="http://schemas.microsoft.com/office/drawing/2014/main" id="{9A3A45C2-AD59-61EA-14DD-3FCB737E859E}"/>
                  </a:ext>
                </a:extLst>
              </p:cNvPr>
              <p:cNvSpPr>
                <a:spLocks noChangeShapeType="1"/>
              </p:cNvSpPr>
              <p:nvPr/>
            </p:nvSpPr>
            <p:spPr bwMode="auto">
              <a:xfrm flipV="1">
                <a:off x="4652" y="1869"/>
                <a:ext cx="44" cy="7"/>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2" name="Line 247">
                <a:extLst>
                  <a:ext uri="{FF2B5EF4-FFF2-40B4-BE49-F238E27FC236}">
                    <a16:creationId xmlns:a16="http://schemas.microsoft.com/office/drawing/2014/main" id="{B3B7FB42-8F2C-0662-C270-734473BFE840}"/>
                  </a:ext>
                </a:extLst>
              </p:cNvPr>
              <p:cNvSpPr>
                <a:spLocks noChangeShapeType="1"/>
              </p:cNvSpPr>
              <p:nvPr/>
            </p:nvSpPr>
            <p:spPr bwMode="auto">
              <a:xfrm flipV="1">
                <a:off x="4696" y="1867"/>
                <a:ext cx="22" cy="2"/>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3" name="Line 248">
                <a:extLst>
                  <a:ext uri="{FF2B5EF4-FFF2-40B4-BE49-F238E27FC236}">
                    <a16:creationId xmlns:a16="http://schemas.microsoft.com/office/drawing/2014/main" id="{73CFA26D-E01A-43C8-9275-B1D702E18B76}"/>
                  </a:ext>
                </a:extLst>
              </p:cNvPr>
              <p:cNvSpPr>
                <a:spLocks noChangeShapeType="1"/>
              </p:cNvSpPr>
              <p:nvPr/>
            </p:nvSpPr>
            <p:spPr bwMode="auto">
              <a:xfrm flipV="1">
                <a:off x="4718" y="1866"/>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4" name="Line 249">
                <a:extLst>
                  <a:ext uri="{FF2B5EF4-FFF2-40B4-BE49-F238E27FC236}">
                    <a16:creationId xmlns:a16="http://schemas.microsoft.com/office/drawing/2014/main" id="{C8FD7674-0D54-2751-E4C6-4FAB58776E93}"/>
                  </a:ext>
                </a:extLst>
              </p:cNvPr>
              <p:cNvSpPr>
                <a:spLocks noChangeShapeType="1"/>
              </p:cNvSpPr>
              <p:nvPr/>
            </p:nvSpPr>
            <p:spPr bwMode="auto">
              <a:xfrm>
                <a:off x="4740" y="1866"/>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5" name="Line 250">
                <a:extLst>
                  <a:ext uri="{FF2B5EF4-FFF2-40B4-BE49-F238E27FC236}">
                    <a16:creationId xmlns:a16="http://schemas.microsoft.com/office/drawing/2014/main" id="{DE993B93-5358-E372-CDAF-0B59B261C26F}"/>
                  </a:ext>
                </a:extLst>
              </p:cNvPr>
              <p:cNvSpPr>
                <a:spLocks noChangeShapeType="1"/>
              </p:cNvSpPr>
              <p:nvPr/>
            </p:nvSpPr>
            <p:spPr bwMode="auto">
              <a:xfrm>
                <a:off x="4762" y="1868"/>
                <a:ext cx="12" cy="1"/>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6" name="Line 251">
                <a:extLst>
                  <a:ext uri="{FF2B5EF4-FFF2-40B4-BE49-F238E27FC236}">
                    <a16:creationId xmlns:a16="http://schemas.microsoft.com/office/drawing/2014/main" id="{8BDCEC43-B937-B45C-A3EF-8EC7A36A0604}"/>
                  </a:ext>
                </a:extLst>
              </p:cNvPr>
              <p:cNvSpPr>
                <a:spLocks noChangeShapeType="1"/>
              </p:cNvSpPr>
              <p:nvPr/>
            </p:nvSpPr>
            <p:spPr bwMode="auto">
              <a:xfrm>
                <a:off x="4774" y="1869"/>
                <a:ext cx="11" cy="4"/>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7" name="Line 252">
                <a:extLst>
                  <a:ext uri="{FF2B5EF4-FFF2-40B4-BE49-F238E27FC236}">
                    <a16:creationId xmlns:a16="http://schemas.microsoft.com/office/drawing/2014/main" id="{C47D0AAF-9D5F-175A-B3EF-AC81650D2B23}"/>
                  </a:ext>
                </a:extLst>
              </p:cNvPr>
              <p:cNvSpPr>
                <a:spLocks noChangeShapeType="1"/>
              </p:cNvSpPr>
              <p:nvPr/>
            </p:nvSpPr>
            <p:spPr bwMode="auto">
              <a:xfrm>
                <a:off x="4785" y="1873"/>
                <a:ext cx="79"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8" name="Line 253">
                <a:extLst>
                  <a:ext uri="{FF2B5EF4-FFF2-40B4-BE49-F238E27FC236}">
                    <a16:creationId xmlns:a16="http://schemas.microsoft.com/office/drawing/2014/main" id="{8D3C59F1-DA9B-7F5A-E22C-70C453BC8A3F}"/>
                  </a:ext>
                </a:extLst>
              </p:cNvPr>
              <p:cNvSpPr>
                <a:spLocks noChangeShapeType="1"/>
              </p:cNvSpPr>
              <p:nvPr/>
            </p:nvSpPr>
            <p:spPr bwMode="auto">
              <a:xfrm>
                <a:off x="4864" y="1883"/>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89" name="Line 254">
                <a:extLst>
                  <a:ext uri="{FF2B5EF4-FFF2-40B4-BE49-F238E27FC236}">
                    <a16:creationId xmlns:a16="http://schemas.microsoft.com/office/drawing/2014/main" id="{5A841942-E3D4-4933-8A4E-5D91C2E2FBA7}"/>
                  </a:ext>
                </a:extLst>
              </p:cNvPr>
              <p:cNvSpPr>
                <a:spLocks noChangeShapeType="1"/>
              </p:cNvSpPr>
              <p:nvPr/>
            </p:nvSpPr>
            <p:spPr bwMode="auto">
              <a:xfrm>
                <a:off x="4926" y="1889"/>
                <a:ext cx="73"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0" name="Line 255">
                <a:extLst>
                  <a:ext uri="{FF2B5EF4-FFF2-40B4-BE49-F238E27FC236}">
                    <a16:creationId xmlns:a16="http://schemas.microsoft.com/office/drawing/2014/main" id="{F5B0F0AB-5FA5-2B76-6C66-D537C19024B9}"/>
                  </a:ext>
                </a:extLst>
              </p:cNvPr>
              <p:cNvSpPr>
                <a:spLocks noChangeShapeType="1"/>
              </p:cNvSpPr>
              <p:nvPr/>
            </p:nvSpPr>
            <p:spPr bwMode="auto">
              <a:xfrm>
                <a:off x="4999" y="1893"/>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1" name="Line 256">
                <a:extLst>
                  <a:ext uri="{FF2B5EF4-FFF2-40B4-BE49-F238E27FC236}">
                    <a16:creationId xmlns:a16="http://schemas.microsoft.com/office/drawing/2014/main" id="{171C89B6-8CB2-0752-AA7A-A5822CE1AA62}"/>
                  </a:ext>
                </a:extLst>
              </p:cNvPr>
              <p:cNvSpPr>
                <a:spLocks noChangeShapeType="1"/>
              </p:cNvSpPr>
              <p:nvPr/>
            </p:nvSpPr>
            <p:spPr bwMode="auto">
              <a:xfrm flipV="1">
                <a:off x="5109" y="1888"/>
                <a:ext cx="18"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2" name="Line 257">
                <a:extLst>
                  <a:ext uri="{FF2B5EF4-FFF2-40B4-BE49-F238E27FC236}">
                    <a16:creationId xmlns:a16="http://schemas.microsoft.com/office/drawing/2014/main" id="{B4C81C49-B9E4-B4A1-4CFC-049419DD770D}"/>
                  </a:ext>
                </a:extLst>
              </p:cNvPr>
              <p:cNvSpPr>
                <a:spLocks noChangeShapeType="1"/>
              </p:cNvSpPr>
              <p:nvPr/>
            </p:nvSpPr>
            <p:spPr bwMode="auto">
              <a:xfrm flipV="1">
                <a:off x="5127" y="1883"/>
                <a:ext cx="15"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3" name="Line 258">
                <a:extLst>
                  <a:ext uri="{FF2B5EF4-FFF2-40B4-BE49-F238E27FC236}">
                    <a16:creationId xmlns:a16="http://schemas.microsoft.com/office/drawing/2014/main" id="{75FA95C9-F780-98B0-FF23-DE96EB5F8C1C}"/>
                  </a:ext>
                </a:extLst>
              </p:cNvPr>
              <p:cNvSpPr>
                <a:spLocks noChangeShapeType="1"/>
              </p:cNvSpPr>
              <p:nvPr/>
            </p:nvSpPr>
            <p:spPr bwMode="auto">
              <a:xfrm flipV="1">
                <a:off x="5142" y="1882"/>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4" name="Line 259">
                <a:extLst>
                  <a:ext uri="{FF2B5EF4-FFF2-40B4-BE49-F238E27FC236}">
                    <a16:creationId xmlns:a16="http://schemas.microsoft.com/office/drawing/2014/main" id="{1BD2323D-4BE0-05AA-A92E-A9F4F8EE9C70}"/>
                  </a:ext>
                </a:extLst>
              </p:cNvPr>
              <p:cNvSpPr>
                <a:spLocks noChangeShapeType="1"/>
              </p:cNvSpPr>
              <p:nvPr/>
            </p:nvSpPr>
            <p:spPr bwMode="auto">
              <a:xfrm flipV="1">
                <a:off x="5150" y="1881"/>
                <a:ext cx="7"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5" name="Line 260">
                <a:extLst>
                  <a:ext uri="{FF2B5EF4-FFF2-40B4-BE49-F238E27FC236}">
                    <a16:creationId xmlns:a16="http://schemas.microsoft.com/office/drawing/2014/main" id="{040DEB28-7FFB-2061-F6C7-C518CE5A69C0}"/>
                  </a:ext>
                </a:extLst>
              </p:cNvPr>
              <p:cNvSpPr>
                <a:spLocks noChangeShapeType="1"/>
              </p:cNvSpPr>
              <p:nvPr/>
            </p:nvSpPr>
            <p:spPr bwMode="auto">
              <a:xfrm>
                <a:off x="5157" y="1881"/>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6" name="Line 261">
                <a:extLst>
                  <a:ext uri="{FF2B5EF4-FFF2-40B4-BE49-F238E27FC236}">
                    <a16:creationId xmlns:a16="http://schemas.microsoft.com/office/drawing/2014/main" id="{0B4940ED-AB6F-5298-4EBF-AC1FE8A5C702}"/>
                  </a:ext>
                </a:extLst>
              </p:cNvPr>
              <p:cNvSpPr>
                <a:spLocks noChangeShapeType="1"/>
              </p:cNvSpPr>
              <p:nvPr/>
            </p:nvSpPr>
            <p:spPr bwMode="auto">
              <a:xfrm>
                <a:off x="5161" y="1881"/>
                <a:ext cx="3"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7" name="Line 262">
                <a:extLst>
                  <a:ext uri="{FF2B5EF4-FFF2-40B4-BE49-F238E27FC236}">
                    <a16:creationId xmlns:a16="http://schemas.microsoft.com/office/drawing/2014/main" id="{B42F4265-E7CF-2648-1FDD-31C7CC6D5E23}"/>
                  </a:ext>
                </a:extLst>
              </p:cNvPr>
              <p:cNvSpPr>
                <a:spLocks noChangeShapeType="1"/>
              </p:cNvSpPr>
              <p:nvPr/>
            </p:nvSpPr>
            <p:spPr bwMode="auto">
              <a:xfrm>
                <a:off x="5164" y="1882"/>
                <a:ext cx="6"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8" name="Line 263">
                <a:extLst>
                  <a:ext uri="{FF2B5EF4-FFF2-40B4-BE49-F238E27FC236}">
                    <a16:creationId xmlns:a16="http://schemas.microsoft.com/office/drawing/2014/main" id="{768D2D48-2E16-A367-DB33-30C46529AC1A}"/>
                  </a:ext>
                </a:extLst>
              </p:cNvPr>
              <p:cNvSpPr>
                <a:spLocks noChangeShapeType="1"/>
              </p:cNvSpPr>
              <p:nvPr/>
            </p:nvSpPr>
            <p:spPr bwMode="auto">
              <a:xfrm>
                <a:off x="5170" y="1887"/>
                <a:ext cx="6"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199" name="Line 264">
                <a:extLst>
                  <a:ext uri="{FF2B5EF4-FFF2-40B4-BE49-F238E27FC236}">
                    <a16:creationId xmlns:a16="http://schemas.microsoft.com/office/drawing/2014/main" id="{BD17B5B4-7144-9EAB-D8BA-32439A6C487D}"/>
                  </a:ext>
                </a:extLst>
              </p:cNvPr>
              <p:cNvSpPr>
                <a:spLocks noChangeShapeType="1"/>
              </p:cNvSpPr>
              <p:nvPr/>
            </p:nvSpPr>
            <p:spPr bwMode="auto">
              <a:xfrm>
                <a:off x="5176" y="1892"/>
                <a:ext cx="5"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0" name="Line 265">
                <a:extLst>
                  <a:ext uri="{FF2B5EF4-FFF2-40B4-BE49-F238E27FC236}">
                    <a16:creationId xmlns:a16="http://schemas.microsoft.com/office/drawing/2014/main" id="{062ACC9F-4F0E-4519-5024-6163635AF6C4}"/>
                  </a:ext>
                </a:extLst>
              </p:cNvPr>
              <p:cNvSpPr>
                <a:spLocks noChangeShapeType="1"/>
              </p:cNvSpPr>
              <p:nvPr/>
            </p:nvSpPr>
            <p:spPr bwMode="auto">
              <a:xfrm flipV="1">
                <a:off x="5181" y="1812"/>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1" name="Line 266">
                <a:extLst>
                  <a:ext uri="{FF2B5EF4-FFF2-40B4-BE49-F238E27FC236}">
                    <a16:creationId xmlns:a16="http://schemas.microsoft.com/office/drawing/2014/main" id="{73DF8B53-0B26-E03F-149A-0647C398F55E}"/>
                  </a:ext>
                </a:extLst>
              </p:cNvPr>
              <p:cNvSpPr>
                <a:spLocks noChangeShapeType="1"/>
              </p:cNvSpPr>
              <p:nvPr/>
            </p:nvSpPr>
            <p:spPr bwMode="auto">
              <a:xfrm flipH="1" flipV="1">
                <a:off x="5184" y="1793"/>
                <a:ext cx="5" cy="19"/>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2" name="Line 267">
                <a:extLst>
                  <a:ext uri="{FF2B5EF4-FFF2-40B4-BE49-F238E27FC236}">
                    <a16:creationId xmlns:a16="http://schemas.microsoft.com/office/drawing/2014/main" id="{A9A67005-6C53-11B3-180E-E8376AF490C4}"/>
                  </a:ext>
                </a:extLst>
              </p:cNvPr>
              <p:cNvSpPr>
                <a:spLocks noChangeShapeType="1"/>
              </p:cNvSpPr>
              <p:nvPr/>
            </p:nvSpPr>
            <p:spPr bwMode="auto">
              <a:xfrm flipH="1" flipV="1">
                <a:off x="5179" y="1773"/>
                <a:ext cx="5" cy="20"/>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3" name="Line 268">
                <a:extLst>
                  <a:ext uri="{FF2B5EF4-FFF2-40B4-BE49-F238E27FC236}">
                    <a16:creationId xmlns:a16="http://schemas.microsoft.com/office/drawing/2014/main" id="{1732ED1A-3406-23CE-8425-FAAA7922400C}"/>
                  </a:ext>
                </a:extLst>
              </p:cNvPr>
              <p:cNvSpPr>
                <a:spLocks noChangeShapeType="1"/>
              </p:cNvSpPr>
              <p:nvPr/>
            </p:nvSpPr>
            <p:spPr bwMode="auto">
              <a:xfrm flipH="1" flipV="1">
                <a:off x="5176" y="1755"/>
                <a:ext cx="3" cy="18"/>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4" name="Line 269">
                <a:extLst>
                  <a:ext uri="{FF2B5EF4-FFF2-40B4-BE49-F238E27FC236}">
                    <a16:creationId xmlns:a16="http://schemas.microsoft.com/office/drawing/2014/main" id="{AAADD477-D6F0-D594-125A-5C326237FEBA}"/>
                  </a:ext>
                </a:extLst>
              </p:cNvPr>
              <p:cNvSpPr>
                <a:spLocks noChangeShapeType="1"/>
              </p:cNvSpPr>
              <p:nvPr/>
            </p:nvSpPr>
            <p:spPr bwMode="auto">
              <a:xfrm flipH="1" flipV="1">
                <a:off x="5173" y="1735"/>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5" name="Line 270">
                <a:extLst>
                  <a:ext uri="{FF2B5EF4-FFF2-40B4-BE49-F238E27FC236}">
                    <a16:creationId xmlns:a16="http://schemas.microsoft.com/office/drawing/2014/main" id="{2F1F0360-15D7-EFCE-4C31-66776D5816B7}"/>
                  </a:ext>
                </a:extLst>
              </p:cNvPr>
              <p:cNvSpPr>
                <a:spLocks noChangeShapeType="1"/>
              </p:cNvSpPr>
              <p:nvPr/>
            </p:nvSpPr>
            <p:spPr bwMode="auto">
              <a:xfrm flipH="1" flipV="1">
                <a:off x="5170" y="1696"/>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6" name="Line 271">
                <a:extLst>
                  <a:ext uri="{FF2B5EF4-FFF2-40B4-BE49-F238E27FC236}">
                    <a16:creationId xmlns:a16="http://schemas.microsoft.com/office/drawing/2014/main" id="{8DEFF2A5-FC91-08D1-A3B1-0F2ABE631F5A}"/>
                  </a:ext>
                </a:extLst>
              </p:cNvPr>
              <p:cNvSpPr>
                <a:spLocks noChangeShapeType="1"/>
              </p:cNvSpPr>
              <p:nvPr/>
            </p:nvSpPr>
            <p:spPr bwMode="auto">
              <a:xfrm flipV="1">
                <a:off x="5170" y="1655"/>
                <a:ext cx="1"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7" name="Line 272">
                <a:extLst>
                  <a:ext uri="{FF2B5EF4-FFF2-40B4-BE49-F238E27FC236}">
                    <a16:creationId xmlns:a16="http://schemas.microsoft.com/office/drawing/2014/main" id="{910DFE8F-2864-BC05-ECA2-E3FED38777F2}"/>
                  </a:ext>
                </a:extLst>
              </p:cNvPr>
              <p:cNvSpPr>
                <a:spLocks noChangeShapeType="1"/>
              </p:cNvSpPr>
              <p:nvPr/>
            </p:nvSpPr>
            <p:spPr bwMode="auto">
              <a:xfrm flipV="1">
                <a:off x="5170" y="1614"/>
                <a:ext cx="2"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8" name="Line 273">
                <a:extLst>
                  <a:ext uri="{FF2B5EF4-FFF2-40B4-BE49-F238E27FC236}">
                    <a16:creationId xmlns:a16="http://schemas.microsoft.com/office/drawing/2014/main" id="{63B84A63-03E6-CB91-F99A-0DC1EA809812}"/>
                  </a:ext>
                </a:extLst>
              </p:cNvPr>
              <p:cNvSpPr>
                <a:spLocks noChangeShapeType="1"/>
              </p:cNvSpPr>
              <p:nvPr/>
            </p:nvSpPr>
            <p:spPr bwMode="auto">
              <a:xfrm flipV="1">
                <a:off x="5172" y="1575"/>
                <a:ext cx="3"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09" name="Line 274">
                <a:extLst>
                  <a:ext uri="{FF2B5EF4-FFF2-40B4-BE49-F238E27FC236}">
                    <a16:creationId xmlns:a16="http://schemas.microsoft.com/office/drawing/2014/main" id="{B5624ECE-276E-D50D-333D-9053D1E2B321}"/>
                  </a:ext>
                </a:extLst>
              </p:cNvPr>
              <p:cNvSpPr>
                <a:spLocks noChangeShapeType="1"/>
              </p:cNvSpPr>
              <p:nvPr/>
            </p:nvSpPr>
            <p:spPr bwMode="auto">
              <a:xfrm flipV="1">
                <a:off x="5175" y="1496"/>
                <a:ext cx="6"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0" name="Line 275">
                <a:extLst>
                  <a:ext uri="{FF2B5EF4-FFF2-40B4-BE49-F238E27FC236}">
                    <a16:creationId xmlns:a16="http://schemas.microsoft.com/office/drawing/2014/main" id="{B6FC70F2-D088-1CAB-BEB6-6CACF8DB22B4}"/>
                  </a:ext>
                </a:extLst>
              </p:cNvPr>
              <p:cNvSpPr>
                <a:spLocks noChangeShapeType="1"/>
              </p:cNvSpPr>
              <p:nvPr/>
            </p:nvSpPr>
            <p:spPr bwMode="auto">
              <a:xfrm flipH="1">
                <a:off x="3200" y="1496"/>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1" name="Freeform 276">
                <a:extLst>
                  <a:ext uri="{FF2B5EF4-FFF2-40B4-BE49-F238E27FC236}">
                    <a16:creationId xmlns:a16="http://schemas.microsoft.com/office/drawing/2014/main" id="{7DFB6F67-F69F-4444-718D-E72BC43A345E}"/>
                  </a:ext>
                </a:extLst>
              </p:cNvPr>
              <p:cNvSpPr>
                <a:spLocks/>
              </p:cNvSpPr>
              <p:nvPr/>
            </p:nvSpPr>
            <p:spPr bwMode="auto">
              <a:xfrm>
                <a:off x="3062" y="1489"/>
                <a:ext cx="146" cy="132"/>
              </a:xfrm>
              <a:custGeom>
                <a:avLst/>
                <a:gdLst>
                  <a:gd name="T0" fmla="*/ 9 w 146"/>
                  <a:gd name="T1" fmla="*/ 130 h 132"/>
                  <a:gd name="T2" fmla="*/ 0 w 146"/>
                  <a:gd name="T3" fmla="*/ 132 h 132"/>
                  <a:gd name="T4" fmla="*/ 137 w 146"/>
                  <a:gd name="T5" fmla="*/ 1 h 132"/>
                  <a:gd name="T6" fmla="*/ 146 w 146"/>
                  <a:gd name="T7" fmla="*/ 0 h 132"/>
                  <a:gd name="T8" fmla="*/ 9 w 146"/>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9" y="130"/>
                    </a:moveTo>
                    <a:lnTo>
                      <a:pt x="0" y="132"/>
                    </a:lnTo>
                    <a:lnTo>
                      <a:pt x="137" y="1"/>
                    </a:lnTo>
                    <a:lnTo>
                      <a:pt x="146" y="0"/>
                    </a:lnTo>
                    <a:lnTo>
                      <a:pt x="9"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2" name="Line 277">
                <a:extLst>
                  <a:ext uri="{FF2B5EF4-FFF2-40B4-BE49-F238E27FC236}">
                    <a16:creationId xmlns:a16="http://schemas.microsoft.com/office/drawing/2014/main" id="{3095133F-CE12-361A-FB65-4FE29BD8B68B}"/>
                  </a:ext>
                </a:extLst>
              </p:cNvPr>
              <p:cNvSpPr>
                <a:spLocks noChangeShapeType="1"/>
              </p:cNvSpPr>
              <p:nvPr/>
            </p:nvSpPr>
            <p:spPr bwMode="auto">
              <a:xfrm flipV="1">
                <a:off x="3071" y="1489"/>
                <a:ext cx="137" cy="130"/>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3" name="Freeform 278">
                <a:extLst>
                  <a:ext uri="{FF2B5EF4-FFF2-40B4-BE49-F238E27FC236}">
                    <a16:creationId xmlns:a16="http://schemas.microsoft.com/office/drawing/2014/main" id="{5D784483-5D53-EFB6-FB4D-84036080EAEB}"/>
                  </a:ext>
                </a:extLst>
              </p:cNvPr>
              <p:cNvSpPr>
                <a:spLocks/>
              </p:cNvSpPr>
              <p:nvPr/>
            </p:nvSpPr>
            <p:spPr bwMode="auto">
              <a:xfrm>
                <a:off x="3067" y="1489"/>
                <a:ext cx="141" cy="132"/>
              </a:xfrm>
              <a:custGeom>
                <a:avLst/>
                <a:gdLst>
                  <a:gd name="T0" fmla="*/ 4 w 141"/>
                  <a:gd name="T1" fmla="*/ 130 h 132"/>
                  <a:gd name="T2" fmla="*/ 0 w 141"/>
                  <a:gd name="T3" fmla="*/ 132 h 132"/>
                  <a:gd name="T4" fmla="*/ 137 w 141"/>
                  <a:gd name="T5" fmla="*/ 1 h 132"/>
                  <a:gd name="T6" fmla="*/ 141 w 141"/>
                  <a:gd name="T7" fmla="*/ 0 h 132"/>
                  <a:gd name="T8" fmla="*/ 4 w 141"/>
                  <a:gd name="T9" fmla="*/ 130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0"/>
                    </a:moveTo>
                    <a:lnTo>
                      <a:pt x="0" y="132"/>
                    </a:lnTo>
                    <a:lnTo>
                      <a:pt x="137" y="1"/>
                    </a:lnTo>
                    <a:lnTo>
                      <a:pt x="141" y="0"/>
                    </a:lnTo>
                    <a:lnTo>
                      <a:pt x="4" y="130"/>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4" name="Freeform 279">
                <a:extLst>
                  <a:ext uri="{FF2B5EF4-FFF2-40B4-BE49-F238E27FC236}">
                    <a16:creationId xmlns:a16="http://schemas.microsoft.com/office/drawing/2014/main" id="{121A9DF9-112D-42B1-2B1E-BCE79618A09B}"/>
                  </a:ext>
                </a:extLst>
              </p:cNvPr>
              <p:cNvSpPr>
                <a:spLocks/>
              </p:cNvSpPr>
              <p:nvPr/>
            </p:nvSpPr>
            <p:spPr bwMode="auto">
              <a:xfrm>
                <a:off x="3062" y="1490"/>
                <a:ext cx="142" cy="131"/>
              </a:xfrm>
              <a:custGeom>
                <a:avLst/>
                <a:gdLst>
                  <a:gd name="T0" fmla="*/ 5 w 142"/>
                  <a:gd name="T1" fmla="*/ 131 h 131"/>
                  <a:gd name="T2" fmla="*/ 0 w 142"/>
                  <a:gd name="T3" fmla="*/ 131 h 131"/>
                  <a:gd name="T4" fmla="*/ 137 w 142"/>
                  <a:gd name="T5" fmla="*/ 0 h 131"/>
                  <a:gd name="T6" fmla="*/ 142 w 142"/>
                  <a:gd name="T7" fmla="*/ 0 h 131"/>
                  <a:gd name="T8" fmla="*/ 5 w 142"/>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1">
                    <a:moveTo>
                      <a:pt x="5" y="131"/>
                    </a:moveTo>
                    <a:lnTo>
                      <a:pt x="0" y="131"/>
                    </a:lnTo>
                    <a:lnTo>
                      <a:pt x="137" y="0"/>
                    </a:lnTo>
                    <a:lnTo>
                      <a:pt x="142" y="0"/>
                    </a:lnTo>
                    <a:lnTo>
                      <a:pt x="5"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5" name="Freeform 280">
                <a:extLst>
                  <a:ext uri="{FF2B5EF4-FFF2-40B4-BE49-F238E27FC236}">
                    <a16:creationId xmlns:a16="http://schemas.microsoft.com/office/drawing/2014/main" id="{C4505520-F7E8-45C8-E09A-54B0F531BCDE}"/>
                  </a:ext>
                </a:extLst>
              </p:cNvPr>
              <p:cNvSpPr>
                <a:spLocks/>
              </p:cNvSpPr>
              <p:nvPr/>
            </p:nvSpPr>
            <p:spPr bwMode="auto">
              <a:xfrm>
                <a:off x="3053" y="1490"/>
                <a:ext cx="146" cy="131"/>
              </a:xfrm>
              <a:custGeom>
                <a:avLst/>
                <a:gdLst>
                  <a:gd name="T0" fmla="*/ 9 w 146"/>
                  <a:gd name="T1" fmla="*/ 131 h 131"/>
                  <a:gd name="T2" fmla="*/ 0 w 146"/>
                  <a:gd name="T3" fmla="*/ 131 h 131"/>
                  <a:gd name="T4" fmla="*/ 137 w 146"/>
                  <a:gd name="T5" fmla="*/ 0 h 131"/>
                  <a:gd name="T6" fmla="*/ 146 w 146"/>
                  <a:gd name="T7" fmla="*/ 0 h 131"/>
                  <a:gd name="T8" fmla="*/ 9 w 146"/>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1">
                    <a:moveTo>
                      <a:pt x="9" y="131"/>
                    </a:moveTo>
                    <a:lnTo>
                      <a:pt x="0" y="131"/>
                    </a:lnTo>
                    <a:lnTo>
                      <a:pt x="137" y="0"/>
                    </a:lnTo>
                    <a:lnTo>
                      <a:pt x="146" y="0"/>
                    </a:lnTo>
                    <a:lnTo>
                      <a:pt x="9"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6" name="Line 281">
                <a:extLst>
                  <a:ext uri="{FF2B5EF4-FFF2-40B4-BE49-F238E27FC236}">
                    <a16:creationId xmlns:a16="http://schemas.microsoft.com/office/drawing/2014/main" id="{FF0CFE79-5E1D-2B64-9F9D-0458F737A516}"/>
                  </a:ext>
                </a:extLst>
              </p:cNvPr>
              <p:cNvSpPr>
                <a:spLocks noChangeShapeType="1"/>
              </p:cNvSpPr>
              <p:nvPr/>
            </p:nvSpPr>
            <p:spPr bwMode="auto">
              <a:xfrm flipV="1">
                <a:off x="3062" y="1490"/>
                <a:ext cx="137" cy="131"/>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7" name="Freeform 282">
                <a:extLst>
                  <a:ext uri="{FF2B5EF4-FFF2-40B4-BE49-F238E27FC236}">
                    <a16:creationId xmlns:a16="http://schemas.microsoft.com/office/drawing/2014/main" id="{B4B32102-0F8C-21FF-8724-7451E8D9709F}"/>
                  </a:ext>
                </a:extLst>
              </p:cNvPr>
              <p:cNvSpPr>
                <a:spLocks/>
              </p:cNvSpPr>
              <p:nvPr/>
            </p:nvSpPr>
            <p:spPr bwMode="auto">
              <a:xfrm>
                <a:off x="3059" y="1490"/>
                <a:ext cx="140" cy="131"/>
              </a:xfrm>
              <a:custGeom>
                <a:avLst/>
                <a:gdLst>
                  <a:gd name="T0" fmla="*/ 3 w 140"/>
                  <a:gd name="T1" fmla="*/ 131 h 131"/>
                  <a:gd name="T2" fmla="*/ 0 w 140"/>
                  <a:gd name="T3" fmla="*/ 131 h 131"/>
                  <a:gd name="T4" fmla="*/ 137 w 140"/>
                  <a:gd name="T5" fmla="*/ 0 h 131"/>
                  <a:gd name="T6" fmla="*/ 140 w 140"/>
                  <a:gd name="T7" fmla="*/ 0 h 131"/>
                  <a:gd name="T8" fmla="*/ 3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3" y="131"/>
                    </a:moveTo>
                    <a:lnTo>
                      <a:pt x="0" y="131"/>
                    </a:lnTo>
                    <a:lnTo>
                      <a:pt x="137" y="0"/>
                    </a:lnTo>
                    <a:lnTo>
                      <a:pt x="140" y="0"/>
                    </a:lnTo>
                    <a:lnTo>
                      <a:pt x="3"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8" name="Freeform 283">
                <a:extLst>
                  <a:ext uri="{FF2B5EF4-FFF2-40B4-BE49-F238E27FC236}">
                    <a16:creationId xmlns:a16="http://schemas.microsoft.com/office/drawing/2014/main" id="{6ED0D9AF-B1E4-3846-D02B-966213AC452A}"/>
                  </a:ext>
                </a:extLst>
              </p:cNvPr>
              <p:cNvSpPr>
                <a:spLocks/>
              </p:cNvSpPr>
              <p:nvPr/>
            </p:nvSpPr>
            <p:spPr bwMode="auto">
              <a:xfrm>
                <a:off x="3055" y="1490"/>
                <a:ext cx="141" cy="131"/>
              </a:xfrm>
              <a:custGeom>
                <a:avLst/>
                <a:gdLst>
                  <a:gd name="T0" fmla="*/ 4 w 141"/>
                  <a:gd name="T1" fmla="*/ 131 h 131"/>
                  <a:gd name="T2" fmla="*/ 0 w 141"/>
                  <a:gd name="T3" fmla="*/ 131 h 131"/>
                  <a:gd name="T4" fmla="*/ 138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8" y="0"/>
                    </a:lnTo>
                    <a:lnTo>
                      <a:pt x="141" y="0"/>
                    </a:lnTo>
                    <a:lnTo>
                      <a:pt x="4"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19" name="Freeform 284">
                <a:extLst>
                  <a:ext uri="{FF2B5EF4-FFF2-40B4-BE49-F238E27FC236}">
                    <a16:creationId xmlns:a16="http://schemas.microsoft.com/office/drawing/2014/main" id="{51F08586-8E53-04D1-50D4-5A31EC558D76}"/>
                  </a:ext>
                </a:extLst>
              </p:cNvPr>
              <p:cNvSpPr>
                <a:spLocks/>
              </p:cNvSpPr>
              <p:nvPr/>
            </p:nvSpPr>
            <p:spPr bwMode="auto">
              <a:xfrm>
                <a:off x="3053" y="1490"/>
                <a:ext cx="140" cy="131"/>
              </a:xfrm>
              <a:custGeom>
                <a:avLst/>
                <a:gdLst>
                  <a:gd name="T0" fmla="*/ 2 w 140"/>
                  <a:gd name="T1" fmla="*/ 131 h 131"/>
                  <a:gd name="T2" fmla="*/ 0 w 140"/>
                  <a:gd name="T3" fmla="*/ 131 h 131"/>
                  <a:gd name="T4" fmla="*/ 137 w 140"/>
                  <a:gd name="T5" fmla="*/ 0 h 131"/>
                  <a:gd name="T6" fmla="*/ 140 w 140"/>
                  <a:gd name="T7" fmla="*/ 0 h 131"/>
                  <a:gd name="T8" fmla="*/ 2 w 140"/>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2" y="131"/>
                    </a:moveTo>
                    <a:lnTo>
                      <a:pt x="0" y="131"/>
                    </a:lnTo>
                    <a:lnTo>
                      <a:pt x="137" y="0"/>
                    </a:lnTo>
                    <a:lnTo>
                      <a:pt x="140" y="0"/>
                    </a:lnTo>
                    <a:lnTo>
                      <a:pt x="2"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0" name="Freeform 285">
                <a:extLst>
                  <a:ext uri="{FF2B5EF4-FFF2-40B4-BE49-F238E27FC236}">
                    <a16:creationId xmlns:a16="http://schemas.microsoft.com/office/drawing/2014/main" id="{482CB1CB-27D2-B7B8-9FAF-E82B9F29F2AB}"/>
                  </a:ext>
                </a:extLst>
              </p:cNvPr>
              <p:cNvSpPr>
                <a:spLocks/>
              </p:cNvSpPr>
              <p:nvPr/>
            </p:nvSpPr>
            <p:spPr bwMode="auto">
              <a:xfrm>
                <a:off x="3045" y="1490"/>
                <a:ext cx="145" cy="132"/>
              </a:xfrm>
              <a:custGeom>
                <a:avLst/>
                <a:gdLst>
                  <a:gd name="T0" fmla="*/ 8 w 145"/>
                  <a:gd name="T1" fmla="*/ 131 h 132"/>
                  <a:gd name="T2" fmla="*/ 0 w 145"/>
                  <a:gd name="T3" fmla="*/ 132 h 132"/>
                  <a:gd name="T4" fmla="*/ 137 w 145"/>
                  <a:gd name="T5" fmla="*/ 1 h 132"/>
                  <a:gd name="T6" fmla="*/ 145 w 145"/>
                  <a:gd name="T7" fmla="*/ 0 h 132"/>
                  <a:gd name="T8" fmla="*/ 8 w 145"/>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8" y="131"/>
                    </a:moveTo>
                    <a:lnTo>
                      <a:pt x="0" y="132"/>
                    </a:lnTo>
                    <a:lnTo>
                      <a:pt x="137" y="1"/>
                    </a:lnTo>
                    <a:lnTo>
                      <a:pt x="145" y="0"/>
                    </a:lnTo>
                    <a:lnTo>
                      <a:pt x="8"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1" name="Line 286">
                <a:extLst>
                  <a:ext uri="{FF2B5EF4-FFF2-40B4-BE49-F238E27FC236}">
                    <a16:creationId xmlns:a16="http://schemas.microsoft.com/office/drawing/2014/main" id="{8423CDD8-A10E-6DE6-E7B9-28D8817A292A}"/>
                  </a:ext>
                </a:extLst>
              </p:cNvPr>
              <p:cNvSpPr>
                <a:spLocks noChangeShapeType="1"/>
              </p:cNvSpPr>
              <p:nvPr/>
            </p:nvSpPr>
            <p:spPr bwMode="auto">
              <a:xfrm flipV="1">
                <a:off x="3053" y="1490"/>
                <a:ext cx="137" cy="131"/>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2" name="Freeform 287">
                <a:extLst>
                  <a:ext uri="{FF2B5EF4-FFF2-40B4-BE49-F238E27FC236}">
                    <a16:creationId xmlns:a16="http://schemas.microsoft.com/office/drawing/2014/main" id="{86135B37-12AC-2697-69B6-A4D4E359FA04}"/>
                  </a:ext>
                </a:extLst>
              </p:cNvPr>
              <p:cNvSpPr>
                <a:spLocks/>
              </p:cNvSpPr>
              <p:nvPr/>
            </p:nvSpPr>
            <p:spPr bwMode="auto">
              <a:xfrm>
                <a:off x="3049" y="1490"/>
                <a:ext cx="141" cy="132"/>
              </a:xfrm>
              <a:custGeom>
                <a:avLst/>
                <a:gdLst>
                  <a:gd name="T0" fmla="*/ 4 w 141"/>
                  <a:gd name="T1" fmla="*/ 131 h 132"/>
                  <a:gd name="T2" fmla="*/ 0 w 141"/>
                  <a:gd name="T3" fmla="*/ 132 h 132"/>
                  <a:gd name="T4" fmla="*/ 137 w 141"/>
                  <a:gd name="T5" fmla="*/ 1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7" y="1"/>
                    </a:lnTo>
                    <a:lnTo>
                      <a:pt x="141" y="0"/>
                    </a:lnTo>
                    <a:lnTo>
                      <a:pt x="4"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3" name="Freeform 288">
                <a:extLst>
                  <a:ext uri="{FF2B5EF4-FFF2-40B4-BE49-F238E27FC236}">
                    <a16:creationId xmlns:a16="http://schemas.microsoft.com/office/drawing/2014/main" id="{F764861D-F34D-9C94-5CE9-DB734A83AA6A}"/>
                  </a:ext>
                </a:extLst>
              </p:cNvPr>
              <p:cNvSpPr>
                <a:spLocks/>
              </p:cNvSpPr>
              <p:nvPr/>
            </p:nvSpPr>
            <p:spPr bwMode="auto">
              <a:xfrm>
                <a:off x="3045" y="1491"/>
                <a:ext cx="141" cy="131"/>
              </a:xfrm>
              <a:custGeom>
                <a:avLst/>
                <a:gdLst>
                  <a:gd name="T0" fmla="*/ 4 w 141"/>
                  <a:gd name="T1" fmla="*/ 131 h 131"/>
                  <a:gd name="T2" fmla="*/ 0 w 141"/>
                  <a:gd name="T3" fmla="*/ 131 h 131"/>
                  <a:gd name="T4" fmla="*/ 137 w 141"/>
                  <a:gd name="T5" fmla="*/ 0 h 131"/>
                  <a:gd name="T6" fmla="*/ 141 w 141"/>
                  <a:gd name="T7" fmla="*/ 0 h 131"/>
                  <a:gd name="T8" fmla="*/ 4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7" y="0"/>
                    </a:lnTo>
                    <a:lnTo>
                      <a:pt x="141" y="0"/>
                    </a:lnTo>
                    <a:lnTo>
                      <a:pt x="4"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4" name="Freeform 289">
                <a:extLst>
                  <a:ext uri="{FF2B5EF4-FFF2-40B4-BE49-F238E27FC236}">
                    <a16:creationId xmlns:a16="http://schemas.microsoft.com/office/drawing/2014/main" id="{A0CFAE90-3724-2767-9916-5F77A56F21DA}"/>
                  </a:ext>
                </a:extLst>
              </p:cNvPr>
              <p:cNvSpPr>
                <a:spLocks/>
              </p:cNvSpPr>
              <p:nvPr/>
            </p:nvSpPr>
            <p:spPr bwMode="auto">
              <a:xfrm>
                <a:off x="3041" y="1491"/>
                <a:ext cx="141" cy="133"/>
              </a:xfrm>
              <a:custGeom>
                <a:avLst/>
                <a:gdLst>
                  <a:gd name="T0" fmla="*/ 4 w 141"/>
                  <a:gd name="T1" fmla="*/ 131 h 133"/>
                  <a:gd name="T2" fmla="*/ 0 w 141"/>
                  <a:gd name="T3" fmla="*/ 133 h 133"/>
                  <a:gd name="T4" fmla="*/ 137 w 141"/>
                  <a:gd name="T5" fmla="*/ 3 h 133"/>
                  <a:gd name="T6" fmla="*/ 141 w 141"/>
                  <a:gd name="T7" fmla="*/ 0 h 133"/>
                  <a:gd name="T8" fmla="*/ 4 w 141"/>
                  <a:gd name="T9" fmla="*/ 131 h 13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3">
                    <a:moveTo>
                      <a:pt x="4" y="131"/>
                    </a:moveTo>
                    <a:lnTo>
                      <a:pt x="0" y="133"/>
                    </a:lnTo>
                    <a:lnTo>
                      <a:pt x="137" y="3"/>
                    </a:lnTo>
                    <a:lnTo>
                      <a:pt x="141" y="0"/>
                    </a:lnTo>
                    <a:lnTo>
                      <a:pt x="4" y="131"/>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5" name="Line 290">
                <a:extLst>
                  <a:ext uri="{FF2B5EF4-FFF2-40B4-BE49-F238E27FC236}">
                    <a16:creationId xmlns:a16="http://schemas.microsoft.com/office/drawing/2014/main" id="{47ED1F8B-9166-CF0F-4330-1F38665B4935}"/>
                  </a:ext>
                </a:extLst>
              </p:cNvPr>
              <p:cNvSpPr>
                <a:spLocks noChangeShapeType="1"/>
              </p:cNvSpPr>
              <p:nvPr/>
            </p:nvSpPr>
            <p:spPr bwMode="auto">
              <a:xfrm flipV="1">
                <a:off x="3045" y="1491"/>
                <a:ext cx="137" cy="131"/>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6" name="Freeform 291">
                <a:extLst>
                  <a:ext uri="{FF2B5EF4-FFF2-40B4-BE49-F238E27FC236}">
                    <a16:creationId xmlns:a16="http://schemas.microsoft.com/office/drawing/2014/main" id="{9B775F51-6C6C-638C-70C6-066313B985B2}"/>
                  </a:ext>
                </a:extLst>
              </p:cNvPr>
              <p:cNvSpPr>
                <a:spLocks/>
              </p:cNvSpPr>
              <p:nvPr/>
            </p:nvSpPr>
            <p:spPr bwMode="auto">
              <a:xfrm>
                <a:off x="3019" y="1879"/>
                <a:ext cx="145" cy="137"/>
              </a:xfrm>
              <a:custGeom>
                <a:avLst/>
                <a:gdLst>
                  <a:gd name="T0" fmla="*/ 8 w 145"/>
                  <a:gd name="T1" fmla="*/ 131 h 137"/>
                  <a:gd name="T2" fmla="*/ 0 w 145"/>
                  <a:gd name="T3" fmla="*/ 137 h 137"/>
                  <a:gd name="T4" fmla="*/ 137 w 145"/>
                  <a:gd name="T5" fmla="*/ 6 h 137"/>
                  <a:gd name="T6" fmla="*/ 145 w 145"/>
                  <a:gd name="T7" fmla="*/ 0 h 137"/>
                  <a:gd name="T8" fmla="*/ 8 w 145"/>
                  <a:gd name="T9" fmla="*/ 131 h 13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7">
                    <a:moveTo>
                      <a:pt x="8" y="131"/>
                    </a:moveTo>
                    <a:lnTo>
                      <a:pt x="0" y="137"/>
                    </a:lnTo>
                    <a:lnTo>
                      <a:pt x="137" y="6"/>
                    </a:lnTo>
                    <a:lnTo>
                      <a:pt x="145" y="0"/>
                    </a:lnTo>
                    <a:lnTo>
                      <a:pt x="8" y="131"/>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7" name="Line 292">
                <a:extLst>
                  <a:ext uri="{FF2B5EF4-FFF2-40B4-BE49-F238E27FC236}">
                    <a16:creationId xmlns:a16="http://schemas.microsoft.com/office/drawing/2014/main" id="{85209581-75D0-728B-5347-0AEC4ED1D527}"/>
                  </a:ext>
                </a:extLst>
              </p:cNvPr>
              <p:cNvSpPr>
                <a:spLocks noChangeShapeType="1"/>
              </p:cNvSpPr>
              <p:nvPr/>
            </p:nvSpPr>
            <p:spPr bwMode="auto">
              <a:xfrm flipV="1">
                <a:off x="3027" y="1879"/>
                <a:ext cx="137" cy="131"/>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8" name="Freeform 293">
                <a:extLst>
                  <a:ext uri="{FF2B5EF4-FFF2-40B4-BE49-F238E27FC236}">
                    <a16:creationId xmlns:a16="http://schemas.microsoft.com/office/drawing/2014/main" id="{1C2808E5-9852-4C6F-36ED-7443623F80D2}"/>
                  </a:ext>
                </a:extLst>
              </p:cNvPr>
              <p:cNvSpPr>
                <a:spLocks/>
              </p:cNvSpPr>
              <p:nvPr/>
            </p:nvSpPr>
            <p:spPr bwMode="auto">
              <a:xfrm>
                <a:off x="3014" y="1885"/>
                <a:ext cx="142" cy="135"/>
              </a:xfrm>
              <a:custGeom>
                <a:avLst/>
                <a:gdLst>
                  <a:gd name="T0" fmla="*/ 5 w 142"/>
                  <a:gd name="T1" fmla="*/ 131 h 135"/>
                  <a:gd name="T2" fmla="*/ 0 w 142"/>
                  <a:gd name="T3" fmla="*/ 135 h 135"/>
                  <a:gd name="T4" fmla="*/ 137 w 142"/>
                  <a:gd name="T5" fmla="*/ 4 h 135"/>
                  <a:gd name="T6" fmla="*/ 142 w 142"/>
                  <a:gd name="T7" fmla="*/ 0 h 135"/>
                  <a:gd name="T8" fmla="*/ 5 w 142"/>
                  <a:gd name="T9" fmla="*/ 131 h 13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5">
                    <a:moveTo>
                      <a:pt x="5" y="131"/>
                    </a:moveTo>
                    <a:lnTo>
                      <a:pt x="0" y="135"/>
                    </a:lnTo>
                    <a:lnTo>
                      <a:pt x="137" y="4"/>
                    </a:lnTo>
                    <a:lnTo>
                      <a:pt x="142" y="0"/>
                    </a:lnTo>
                    <a:lnTo>
                      <a:pt x="5" y="131"/>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29" name="Line 294">
                <a:extLst>
                  <a:ext uri="{FF2B5EF4-FFF2-40B4-BE49-F238E27FC236}">
                    <a16:creationId xmlns:a16="http://schemas.microsoft.com/office/drawing/2014/main" id="{F1BACB49-12FF-813C-590D-C22EC5E2107F}"/>
                  </a:ext>
                </a:extLst>
              </p:cNvPr>
              <p:cNvSpPr>
                <a:spLocks noChangeShapeType="1"/>
              </p:cNvSpPr>
              <p:nvPr/>
            </p:nvSpPr>
            <p:spPr bwMode="auto">
              <a:xfrm flipV="1">
                <a:off x="3019" y="1885"/>
                <a:ext cx="137" cy="131"/>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0" name="Freeform 295">
                <a:extLst>
                  <a:ext uri="{FF2B5EF4-FFF2-40B4-BE49-F238E27FC236}">
                    <a16:creationId xmlns:a16="http://schemas.microsoft.com/office/drawing/2014/main" id="{0140240B-0D74-63AA-7DA8-8B90E10034F1}"/>
                  </a:ext>
                </a:extLst>
              </p:cNvPr>
              <p:cNvSpPr>
                <a:spLocks/>
              </p:cNvSpPr>
              <p:nvPr/>
            </p:nvSpPr>
            <p:spPr bwMode="auto">
              <a:xfrm>
                <a:off x="5052" y="1804"/>
                <a:ext cx="145" cy="216"/>
              </a:xfrm>
              <a:custGeom>
                <a:avLst/>
                <a:gdLst>
                  <a:gd name="T0" fmla="*/ 0 w 145"/>
                  <a:gd name="T1" fmla="*/ 216 h 216"/>
                  <a:gd name="T2" fmla="*/ 8 w 145"/>
                  <a:gd name="T3" fmla="*/ 131 h 216"/>
                  <a:gd name="T4" fmla="*/ 145 w 145"/>
                  <a:gd name="T5" fmla="*/ 0 h 216"/>
                  <a:gd name="T6" fmla="*/ 137 w 145"/>
                  <a:gd name="T7" fmla="*/ 84 h 216"/>
                  <a:gd name="T8" fmla="*/ 0 w 145"/>
                  <a:gd name="T9" fmla="*/ 216 h 21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216">
                    <a:moveTo>
                      <a:pt x="0" y="216"/>
                    </a:moveTo>
                    <a:lnTo>
                      <a:pt x="8" y="131"/>
                    </a:lnTo>
                    <a:lnTo>
                      <a:pt x="145" y="0"/>
                    </a:lnTo>
                    <a:lnTo>
                      <a:pt x="137" y="84"/>
                    </a:lnTo>
                    <a:lnTo>
                      <a:pt x="0" y="21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1" name="Line 296">
                <a:extLst>
                  <a:ext uri="{FF2B5EF4-FFF2-40B4-BE49-F238E27FC236}">
                    <a16:creationId xmlns:a16="http://schemas.microsoft.com/office/drawing/2014/main" id="{3FD6642B-FCB3-7E87-AE2B-804E7E0B211A}"/>
                  </a:ext>
                </a:extLst>
              </p:cNvPr>
              <p:cNvSpPr>
                <a:spLocks noChangeShapeType="1"/>
              </p:cNvSpPr>
              <p:nvPr/>
            </p:nvSpPr>
            <p:spPr bwMode="auto">
              <a:xfrm flipV="1">
                <a:off x="5052" y="1888"/>
                <a:ext cx="137" cy="132"/>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2" name="Freeform 297">
                <a:extLst>
                  <a:ext uri="{FF2B5EF4-FFF2-40B4-BE49-F238E27FC236}">
                    <a16:creationId xmlns:a16="http://schemas.microsoft.com/office/drawing/2014/main" id="{8EFEC357-A9A4-56E3-EE97-B2C7024409EB}"/>
                  </a:ext>
                </a:extLst>
              </p:cNvPr>
              <p:cNvSpPr>
                <a:spLocks/>
              </p:cNvSpPr>
              <p:nvPr/>
            </p:nvSpPr>
            <p:spPr bwMode="auto">
              <a:xfrm>
                <a:off x="5054" y="1786"/>
                <a:ext cx="143" cy="149"/>
              </a:xfrm>
              <a:custGeom>
                <a:avLst/>
                <a:gdLst>
                  <a:gd name="T0" fmla="*/ 6 w 143"/>
                  <a:gd name="T1" fmla="*/ 149 h 149"/>
                  <a:gd name="T2" fmla="*/ 0 w 143"/>
                  <a:gd name="T3" fmla="*/ 130 h 149"/>
                  <a:gd name="T4" fmla="*/ 138 w 143"/>
                  <a:gd name="T5" fmla="*/ 0 h 149"/>
                  <a:gd name="T6" fmla="*/ 143 w 143"/>
                  <a:gd name="T7" fmla="*/ 18 h 149"/>
                  <a:gd name="T8" fmla="*/ 6 w 143"/>
                  <a:gd name="T9" fmla="*/ 149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49">
                    <a:moveTo>
                      <a:pt x="6" y="149"/>
                    </a:moveTo>
                    <a:lnTo>
                      <a:pt x="0" y="130"/>
                    </a:lnTo>
                    <a:lnTo>
                      <a:pt x="138" y="0"/>
                    </a:lnTo>
                    <a:lnTo>
                      <a:pt x="143" y="18"/>
                    </a:lnTo>
                    <a:lnTo>
                      <a:pt x="6" y="149"/>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3" name="Line 298">
                <a:extLst>
                  <a:ext uri="{FF2B5EF4-FFF2-40B4-BE49-F238E27FC236}">
                    <a16:creationId xmlns:a16="http://schemas.microsoft.com/office/drawing/2014/main" id="{D7D2FAE5-8D33-8234-56EA-0905B9995904}"/>
                  </a:ext>
                </a:extLst>
              </p:cNvPr>
              <p:cNvSpPr>
                <a:spLocks noChangeShapeType="1"/>
              </p:cNvSpPr>
              <p:nvPr/>
            </p:nvSpPr>
            <p:spPr bwMode="auto">
              <a:xfrm flipV="1">
                <a:off x="5060" y="1804"/>
                <a:ext cx="137" cy="131"/>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4" name="Freeform 299">
                <a:extLst>
                  <a:ext uri="{FF2B5EF4-FFF2-40B4-BE49-F238E27FC236}">
                    <a16:creationId xmlns:a16="http://schemas.microsoft.com/office/drawing/2014/main" id="{2F1B38CC-4DAF-53A8-31F2-AD66D7C885FF}"/>
                  </a:ext>
                </a:extLst>
              </p:cNvPr>
              <p:cNvSpPr>
                <a:spLocks/>
              </p:cNvSpPr>
              <p:nvPr/>
            </p:nvSpPr>
            <p:spPr bwMode="auto">
              <a:xfrm>
                <a:off x="5049" y="1766"/>
                <a:ext cx="143" cy="150"/>
              </a:xfrm>
              <a:custGeom>
                <a:avLst/>
                <a:gdLst>
                  <a:gd name="T0" fmla="*/ 5 w 143"/>
                  <a:gd name="T1" fmla="*/ 150 h 150"/>
                  <a:gd name="T2" fmla="*/ 0 w 143"/>
                  <a:gd name="T3" fmla="*/ 131 h 150"/>
                  <a:gd name="T4" fmla="*/ 137 w 143"/>
                  <a:gd name="T5" fmla="*/ 0 h 150"/>
                  <a:gd name="T6" fmla="*/ 143 w 143"/>
                  <a:gd name="T7" fmla="*/ 20 h 150"/>
                  <a:gd name="T8" fmla="*/ 5 w 143"/>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50">
                    <a:moveTo>
                      <a:pt x="5" y="150"/>
                    </a:moveTo>
                    <a:lnTo>
                      <a:pt x="0" y="131"/>
                    </a:lnTo>
                    <a:lnTo>
                      <a:pt x="137" y="0"/>
                    </a:lnTo>
                    <a:lnTo>
                      <a:pt x="143" y="20"/>
                    </a:lnTo>
                    <a:lnTo>
                      <a:pt x="5" y="150"/>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5" name="Line 300">
                <a:extLst>
                  <a:ext uri="{FF2B5EF4-FFF2-40B4-BE49-F238E27FC236}">
                    <a16:creationId xmlns:a16="http://schemas.microsoft.com/office/drawing/2014/main" id="{16B10346-1729-41EC-308B-E9824EAE5644}"/>
                  </a:ext>
                </a:extLst>
              </p:cNvPr>
              <p:cNvSpPr>
                <a:spLocks noChangeShapeType="1"/>
              </p:cNvSpPr>
              <p:nvPr/>
            </p:nvSpPr>
            <p:spPr bwMode="auto">
              <a:xfrm flipV="1">
                <a:off x="5054" y="1786"/>
                <a:ext cx="138" cy="130"/>
              </a:xfrm>
              <a:prstGeom prst="line">
                <a:avLst/>
              </a:prstGeom>
              <a:noFill/>
              <a:ln w="1588">
                <a:solidFill>
                  <a:srgbClr val="59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6" name="Freeform 301">
                <a:extLst>
                  <a:ext uri="{FF2B5EF4-FFF2-40B4-BE49-F238E27FC236}">
                    <a16:creationId xmlns:a16="http://schemas.microsoft.com/office/drawing/2014/main" id="{9A2DAC71-CBAC-1DDD-F6A3-65EF05D670C8}"/>
                  </a:ext>
                </a:extLst>
              </p:cNvPr>
              <p:cNvSpPr>
                <a:spLocks/>
              </p:cNvSpPr>
              <p:nvPr/>
            </p:nvSpPr>
            <p:spPr bwMode="auto">
              <a:xfrm>
                <a:off x="5047" y="1747"/>
                <a:ext cx="139" cy="150"/>
              </a:xfrm>
              <a:custGeom>
                <a:avLst/>
                <a:gdLst>
                  <a:gd name="T0" fmla="*/ 2 w 139"/>
                  <a:gd name="T1" fmla="*/ 150 h 150"/>
                  <a:gd name="T2" fmla="*/ 0 w 139"/>
                  <a:gd name="T3" fmla="*/ 131 h 150"/>
                  <a:gd name="T4" fmla="*/ 137 w 139"/>
                  <a:gd name="T5" fmla="*/ 0 h 150"/>
                  <a:gd name="T6" fmla="*/ 139 w 139"/>
                  <a:gd name="T7" fmla="*/ 19 h 150"/>
                  <a:gd name="T8" fmla="*/ 2 w 139"/>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50">
                    <a:moveTo>
                      <a:pt x="2" y="150"/>
                    </a:moveTo>
                    <a:lnTo>
                      <a:pt x="0" y="131"/>
                    </a:lnTo>
                    <a:lnTo>
                      <a:pt x="137" y="0"/>
                    </a:lnTo>
                    <a:lnTo>
                      <a:pt x="139" y="19"/>
                    </a:lnTo>
                    <a:lnTo>
                      <a:pt x="2" y="150"/>
                    </a:lnTo>
                    <a:close/>
                  </a:path>
                </a:pathLst>
              </a:custGeom>
              <a:solidFill>
                <a:srgbClr val="5AB3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7" name="Line 302">
                <a:extLst>
                  <a:ext uri="{FF2B5EF4-FFF2-40B4-BE49-F238E27FC236}">
                    <a16:creationId xmlns:a16="http://schemas.microsoft.com/office/drawing/2014/main" id="{5ED434C9-B6A2-A397-C049-96E35E824F2A}"/>
                  </a:ext>
                </a:extLst>
              </p:cNvPr>
              <p:cNvSpPr>
                <a:spLocks noChangeShapeType="1"/>
              </p:cNvSpPr>
              <p:nvPr/>
            </p:nvSpPr>
            <p:spPr bwMode="auto">
              <a:xfrm flipV="1">
                <a:off x="5049" y="1766"/>
                <a:ext cx="137" cy="131"/>
              </a:xfrm>
              <a:prstGeom prst="line">
                <a:avLst/>
              </a:prstGeom>
              <a:noFill/>
              <a:ln w="1588">
                <a:solidFill>
                  <a:srgbClr val="5AB3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8" name="Freeform 303">
                <a:extLst>
                  <a:ext uri="{FF2B5EF4-FFF2-40B4-BE49-F238E27FC236}">
                    <a16:creationId xmlns:a16="http://schemas.microsoft.com/office/drawing/2014/main" id="{2DC9FC24-86C2-E838-9C3D-77EE65D66D7F}"/>
                  </a:ext>
                </a:extLst>
              </p:cNvPr>
              <p:cNvSpPr>
                <a:spLocks/>
              </p:cNvSpPr>
              <p:nvPr/>
            </p:nvSpPr>
            <p:spPr bwMode="auto">
              <a:xfrm>
                <a:off x="5044" y="1728"/>
                <a:ext cx="140" cy="150"/>
              </a:xfrm>
              <a:custGeom>
                <a:avLst/>
                <a:gdLst>
                  <a:gd name="T0" fmla="*/ 3 w 140"/>
                  <a:gd name="T1" fmla="*/ 150 h 150"/>
                  <a:gd name="T2" fmla="*/ 0 w 140"/>
                  <a:gd name="T3" fmla="*/ 130 h 150"/>
                  <a:gd name="T4" fmla="*/ 137 w 140"/>
                  <a:gd name="T5" fmla="*/ 0 h 150"/>
                  <a:gd name="T6" fmla="*/ 140 w 140"/>
                  <a:gd name="T7" fmla="*/ 19 h 150"/>
                  <a:gd name="T8" fmla="*/ 3 w 140"/>
                  <a:gd name="T9" fmla="*/ 150 h 15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50">
                    <a:moveTo>
                      <a:pt x="3" y="150"/>
                    </a:moveTo>
                    <a:lnTo>
                      <a:pt x="0" y="130"/>
                    </a:lnTo>
                    <a:lnTo>
                      <a:pt x="137" y="0"/>
                    </a:lnTo>
                    <a:lnTo>
                      <a:pt x="140" y="19"/>
                    </a:lnTo>
                    <a:lnTo>
                      <a:pt x="3" y="15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39" name="Line 304">
                <a:extLst>
                  <a:ext uri="{FF2B5EF4-FFF2-40B4-BE49-F238E27FC236}">
                    <a16:creationId xmlns:a16="http://schemas.microsoft.com/office/drawing/2014/main" id="{29D754D8-9157-EED4-8490-AF98C93A8FAF}"/>
                  </a:ext>
                </a:extLst>
              </p:cNvPr>
              <p:cNvSpPr>
                <a:spLocks noChangeShapeType="1"/>
              </p:cNvSpPr>
              <p:nvPr/>
            </p:nvSpPr>
            <p:spPr bwMode="auto">
              <a:xfrm flipV="1">
                <a:off x="5047" y="1747"/>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0" name="Freeform 305">
                <a:extLst>
                  <a:ext uri="{FF2B5EF4-FFF2-40B4-BE49-F238E27FC236}">
                    <a16:creationId xmlns:a16="http://schemas.microsoft.com/office/drawing/2014/main" id="{88E68071-9D8A-015C-67B9-99E2D3F0861F}"/>
                  </a:ext>
                </a:extLst>
              </p:cNvPr>
              <p:cNvSpPr>
                <a:spLocks/>
              </p:cNvSpPr>
              <p:nvPr/>
            </p:nvSpPr>
            <p:spPr bwMode="auto">
              <a:xfrm>
                <a:off x="5040" y="1688"/>
                <a:ext cx="141" cy="170"/>
              </a:xfrm>
              <a:custGeom>
                <a:avLst/>
                <a:gdLst>
                  <a:gd name="T0" fmla="*/ 4 w 141"/>
                  <a:gd name="T1" fmla="*/ 170 h 170"/>
                  <a:gd name="T2" fmla="*/ 0 w 141"/>
                  <a:gd name="T3" fmla="*/ 131 h 170"/>
                  <a:gd name="T4" fmla="*/ 139 w 141"/>
                  <a:gd name="T5" fmla="*/ 0 h 170"/>
                  <a:gd name="T6" fmla="*/ 141 w 141"/>
                  <a:gd name="T7" fmla="*/ 40 h 170"/>
                  <a:gd name="T8" fmla="*/ 4 w 141"/>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70">
                    <a:moveTo>
                      <a:pt x="4" y="170"/>
                    </a:moveTo>
                    <a:lnTo>
                      <a:pt x="0" y="131"/>
                    </a:lnTo>
                    <a:lnTo>
                      <a:pt x="139" y="0"/>
                    </a:lnTo>
                    <a:lnTo>
                      <a:pt x="141" y="40"/>
                    </a:lnTo>
                    <a:lnTo>
                      <a:pt x="4"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1" name="Line 306">
                <a:extLst>
                  <a:ext uri="{FF2B5EF4-FFF2-40B4-BE49-F238E27FC236}">
                    <a16:creationId xmlns:a16="http://schemas.microsoft.com/office/drawing/2014/main" id="{35D7A3CC-EB3C-A51E-6843-E20A69D7F6DE}"/>
                  </a:ext>
                </a:extLst>
              </p:cNvPr>
              <p:cNvSpPr>
                <a:spLocks noChangeShapeType="1"/>
              </p:cNvSpPr>
              <p:nvPr/>
            </p:nvSpPr>
            <p:spPr bwMode="auto">
              <a:xfrm flipV="1">
                <a:off x="5044" y="1728"/>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2" name="Freeform 307">
                <a:extLst>
                  <a:ext uri="{FF2B5EF4-FFF2-40B4-BE49-F238E27FC236}">
                    <a16:creationId xmlns:a16="http://schemas.microsoft.com/office/drawing/2014/main" id="{2DB569EE-3162-38E5-4E84-A02BF6BAC337}"/>
                  </a:ext>
                </a:extLst>
              </p:cNvPr>
              <p:cNvSpPr>
                <a:spLocks/>
              </p:cNvSpPr>
              <p:nvPr/>
            </p:nvSpPr>
            <p:spPr bwMode="auto">
              <a:xfrm>
                <a:off x="5040" y="1648"/>
                <a:ext cx="139" cy="171"/>
              </a:xfrm>
              <a:custGeom>
                <a:avLst/>
                <a:gdLst>
                  <a:gd name="T0" fmla="*/ 0 w 139"/>
                  <a:gd name="T1" fmla="*/ 171 h 171"/>
                  <a:gd name="T2" fmla="*/ 0 w 139"/>
                  <a:gd name="T3" fmla="*/ 130 h 171"/>
                  <a:gd name="T4" fmla="*/ 137 w 139"/>
                  <a:gd name="T5" fmla="*/ 0 h 171"/>
                  <a:gd name="T6" fmla="*/ 139 w 139"/>
                  <a:gd name="T7" fmla="*/ 40 h 171"/>
                  <a:gd name="T8" fmla="*/ 0 w 139"/>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71">
                    <a:moveTo>
                      <a:pt x="0" y="171"/>
                    </a:moveTo>
                    <a:lnTo>
                      <a:pt x="0" y="130"/>
                    </a:lnTo>
                    <a:lnTo>
                      <a:pt x="137" y="0"/>
                    </a:lnTo>
                    <a:lnTo>
                      <a:pt x="139" y="40"/>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3" name="Line 308">
                <a:extLst>
                  <a:ext uri="{FF2B5EF4-FFF2-40B4-BE49-F238E27FC236}">
                    <a16:creationId xmlns:a16="http://schemas.microsoft.com/office/drawing/2014/main" id="{77688C92-868F-F577-5D03-9A059037ED48}"/>
                  </a:ext>
                </a:extLst>
              </p:cNvPr>
              <p:cNvSpPr>
                <a:spLocks noChangeShapeType="1"/>
              </p:cNvSpPr>
              <p:nvPr/>
            </p:nvSpPr>
            <p:spPr bwMode="auto">
              <a:xfrm flipV="1">
                <a:off x="5040" y="1688"/>
                <a:ext cx="139"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4" name="Freeform 309">
                <a:extLst>
                  <a:ext uri="{FF2B5EF4-FFF2-40B4-BE49-F238E27FC236}">
                    <a16:creationId xmlns:a16="http://schemas.microsoft.com/office/drawing/2014/main" id="{A6B7163B-FAD4-F6FC-2BC4-8889FE256455}"/>
                  </a:ext>
                </a:extLst>
              </p:cNvPr>
              <p:cNvSpPr>
                <a:spLocks/>
              </p:cNvSpPr>
              <p:nvPr/>
            </p:nvSpPr>
            <p:spPr bwMode="auto">
              <a:xfrm>
                <a:off x="5040" y="1607"/>
                <a:ext cx="140" cy="171"/>
              </a:xfrm>
              <a:custGeom>
                <a:avLst/>
                <a:gdLst>
                  <a:gd name="T0" fmla="*/ 0 w 140"/>
                  <a:gd name="T1" fmla="*/ 171 h 171"/>
                  <a:gd name="T2" fmla="*/ 3 w 140"/>
                  <a:gd name="T3" fmla="*/ 131 h 171"/>
                  <a:gd name="T4" fmla="*/ 140 w 140"/>
                  <a:gd name="T5" fmla="*/ 0 h 171"/>
                  <a:gd name="T6" fmla="*/ 137 w 140"/>
                  <a:gd name="T7" fmla="*/ 41 h 171"/>
                  <a:gd name="T8" fmla="*/ 0 w 140"/>
                  <a:gd name="T9" fmla="*/ 171 h 17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1">
                    <a:moveTo>
                      <a:pt x="0" y="171"/>
                    </a:moveTo>
                    <a:lnTo>
                      <a:pt x="3" y="131"/>
                    </a:lnTo>
                    <a:lnTo>
                      <a:pt x="140" y="0"/>
                    </a:lnTo>
                    <a:lnTo>
                      <a:pt x="137" y="41"/>
                    </a:lnTo>
                    <a:lnTo>
                      <a:pt x="0" y="171"/>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5" name="Line 310">
                <a:extLst>
                  <a:ext uri="{FF2B5EF4-FFF2-40B4-BE49-F238E27FC236}">
                    <a16:creationId xmlns:a16="http://schemas.microsoft.com/office/drawing/2014/main" id="{6730EDA8-846E-C8F0-6D4C-438BD4ABB3CD}"/>
                  </a:ext>
                </a:extLst>
              </p:cNvPr>
              <p:cNvSpPr>
                <a:spLocks noChangeShapeType="1"/>
              </p:cNvSpPr>
              <p:nvPr/>
            </p:nvSpPr>
            <p:spPr bwMode="auto">
              <a:xfrm flipV="1">
                <a:off x="5040" y="1648"/>
                <a:ext cx="137"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6" name="Freeform 311">
                <a:extLst>
                  <a:ext uri="{FF2B5EF4-FFF2-40B4-BE49-F238E27FC236}">
                    <a16:creationId xmlns:a16="http://schemas.microsoft.com/office/drawing/2014/main" id="{41B7B239-4E5C-E2B0-8540-768C6850094B}"/>
                  </a:ext>
                </a:extLst>
              </p:cNvPr>
              <p:cNvSpPr>
                <a:spLocks/>
              </p:cNvSpPr>
              <p:nvPr/>
            </p:nvSpPr>
            <p:spPr bwMode="auto">
              <a:xfrm>
                <a:off x="5043" y="1568"/>
                <a:ext cx="140" cy="170"/>
              </a:xfrm>
              <a:custGeom>
                <a:avLst/>
                <a:gdLst>
                  <a:gd name="T0" fmla="*/ 0 w 140"/>
                  <a:gd name="T1" fmla="*/ 170 h 170"/>
                  <a:gd name="T2" fmla="*/ 2 w 140"/>
                  <a:gd name="T3" fmla="*/ 130 h 170"/>
                  <a:gd name="T4" fmla="*/ 140 w 140"/>
                  <a:gd name="T5" fmla="*/ 0 h 170"/>
                  <a:gd name="T6" fmla="*/ 137 w 140"/>
                  <a:gd name="T7" fmla="*/ 39 h 170"/>
                  <a:gd name="T8" fmla="*/ 0 w 140"/>
                  <a:gd name="T9" fmla="*/ 170 h 17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70">
                    <a:moveTo>
                      <a:pt x="0" y="170"/>
                    </a:moveTo>
                    <a:lnTo>
                      <a:pt x="2" y="130"/>
                    </a:lnTo>
                    <a:lnTo>
                      <a:pt x="140" y="0"/>
                    </a:lnTo>
                    <a:lnTo>
                      <a:pt x="137" y="39"/>
                    </a:lnTo>
                    <a:lnTo>
                      <a:pt x="0" y="170"/>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7" name="Line 312">
                <a:extLst>
                  <a:ext uri="{FF2B5EF4-FFF2-40B4-BE49-F238E27FC236}">
                    <a16:creationId xmlns:a16="http://schemas.microsoft.com/office/drawing/2014/main" id="{EADA4391-FCB8-34E6-A943-1671202D4BE1}"/>
                  </a:ext>
                </a:extLst>
              </p:cNvPr>
              <p:cNvSpPr>
                <a:spLocks noChangeShapeType="1"/>
              </p:cNvSpPr>
              <p:nvPr/>
            </p:nvSpPr>
            <p:spPr bwMode="auto">
              <a:xfrm flipV="1">
                <a:off x="5043" y="1607"/>
                <a:ext cx="137" cy="13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8" name="Freeform 313">
                <a:extLst>
                  <a:ext uri="{FF2B5EF4-FFF2-40B4-BE49-F238E27FC236}">
                    <a16:creationId xmlns:a16="http://schemas.microsoft.com/office/drawing/2014/main" id="{6D53C66C-F007-88CA-129C-5719C6B6C2DB}"/>
                  </a:ext>
                </a:extLst>
              </p:cNvPr>
              <p:cNvSpPr>
                <a:spLocks/>
              </p:cNvSpPr>
              <p:nvPr/>
            </p:nvSpPr>
            <p:spPr bwMode="auto">
              <a:xfrm>
                <a:off x="5045" y="1489"/>
                <a:ext cx="144" cy="209"/>
              </a:xfrm>
              <a:custGeom>
                <a:avLst/>
                <a:gdLst>
                  <a:gd name="T0" fmla="*/ 0 w 144"/>
                  <a:gd name="T1" fmla="*/ 209 h 209"/>
                  <a:gd name="T2" fmla="*/ 7 w 144"/>
                  <a:gd name="T3" fmla="*/ 130 h 209"/>
                  <a:gd name="T4" fmla="*/ 144 w 144"/>
                  <a:gd name="T5" fmla="*/ 0 h 209"/>
                  <a:gd name="T6" fmla="*/ 138 w 144"/>
                  <a:gd name="T7" fmla="*/ 79 h 209"/>
                  <a:gd name="T8" fmla="*/ 0 w 144"/>
                  <a:gd name="T9" fmla="*/ 209 h 20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209">
                    <a:moveTo>
                      <a:pt x="0" y="209"/>
                    </a:moveTo>
                    <a:lnTo>
                      <a:pt x="7" y="130"/>
                    </a:lnTo>
                    <a:lnTo>
                      <a:pt x="144" y="0"/>
                    </a:lnTo>
                    <a:lnTo>
                      <a:pt x="138" y="79"/>
                    </a:lnTo>
                    <a:lnTo>
                      <a:pt x="0" y="20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49" name="Line 314">
                <a:extLst>
                  <a:ext uri="{FF2B5EF4-FFF2-40B4-BE49-F238E27FC236}">
                    <a16:creationId xmlns:a16="http://schemas.microsoft.com/office/drawing/2014/main" id="{4165597D-E374-A589-EBD8-26F46D5973B8}"/>
                  </a:ext>
                </a:extLst>
              </p:cNvPr>
              <p:cNvSpPr>
                <a:spLocks noChangeShapeType="1"/>
              </p:cNvSpPr>
              <p:nvPr/>
            </p:nvSpPr>
            <p:spPr bwMode="auto">
              <a:xfrm flipV="1">
                <a:off x="5045" y="1568"/>
                <a:ext cx="138" cy="13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0" name="Freeform 315">
                <a:extLst>
                  <a:ext uri="{FF2B5EF4-FFF2-40B4-BE49-F238E27FC236}">
                    <a16:creationId xmlns:a16="http://schemas.microsoft.com/office/drawing/2014/main" id="{714D6702-9EF1-B2EA-C297-3598322DD231}"/>
                  </a:ext>
                </a:extLst>
              </p:cNvPr>
              <p:cNvSpPr>
                <a:spLocks/>
              </p:cNvSpPr>
              <p:nvPr/>
            </p:nvSpPr>
            <p:spPr bwMode="auto">
              <a:xfrm>
                <a:off x="3071" y="1489"/>
                <a:ext cx="2118" cy="130"/>
              </a:xfrm>
              <a:custGeom>
                <a:avLst/>
                <a:gdLst>
                  <a:gd name="T0" fmla="*/ 1981 w 2118"/>
                  <a:gd name="T1" fmla="*/ 130 h 130"/>
                  <a:gd name="T2" fmla="*/ 0 w 2118"/>
                  <a:gd name="T3" fmla="*/ 130 h 130"/>
                  <a:gd name="T4" fmla="*/ 137 w 2118"/>
                  <a:gd name="T5" fmla="*/ 0 h 130"/>
                  <a:gd name="T6" fmla="*/ 2118 w 2118"/>
                  <a:gd name="T7" fmla="*/ 0 h 130"/>
                  <a:gd name="T8" fmla="*/ 1981 w 2118"/>
                  <a:gd name="T9" fmla="*/ 130 h 13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18" h="130">
                    <a:moveTo>
                      <a:pt x="1981" y="130"/>
                    </a:moveTo>
                    <a:lnTo>
                      <a:pt x="0" y="130"/>
                    </a:lnTo>
                    <a:lnTo>
                      <a:pt x="137" y="0"/>
                    </a:lnTo>
                    <a:lnTo>
                      <a:pt x="2118" y="0"/>
                    </a:lnTo>
                    <a:lnTo>
                      <a:pt x="1981" y="130"/>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51" name="Line 316">
                <a:extLst>
                  <a:ext uri="{FF2B5EF4-FFF2-40B4-BE49-F238E27FC236}">
                    <a16:creationId xmlns:a16="http://schemas.microsoft.com/office/drawing/2014/main" id="{7B24066A-938D-2FA3-F5FB-3650F2198553}"/>
                  </a:ext>
                </a:extLst>
              </p:cNvPr>
              <p:cNvSpPr>
                <a:spLocks noChangeShapeType="1"/>
              </p:cNvSpPr>
              <p:nvPr/>
            </p:nvSpPr>
            <p:spPr bwMode="auto">
              <a:xfrm flipV="1">
                <a:off x="5052" y="1489"/>
                <a:ext cx="137" cy="130"/>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2" name="Freeform 317">
                <a:extLst>
                  <a:ext uri="{FF2B5EF4-FFF2-40B4-BE49-F238E27FC236}">
                    <a16:creationId xmlns:a16="http://schemas.microsoft.com/office/drawing/2014/main" id="{EB44B1E2-7EC9-2049-12FF-7DA5C72B0DA5}"/>
                  </a:ext>
                </a:extLst>
              </p:cNvPr>
              <p:cNvSpPr>
                <a:spLocks/>
              </p:cNvSpPr>
              <p:nvPr/>
            </p:nvSpPr>
            <p:spPr bwMode="auto">
              <a:xfrm>
                <a:off x="3013" y="1619"/>
                <a:ext cx="2047" cy="407"/>
              </a:xfrm>
              <a:custGeom>
                <a:avLst/>
                <a:gdLst>
                  <a:gd name="T0" fmla="*/ 49 w 2047"/>
                  <a:gd name="T1" fmla="*/ 2 h 407"/>
                  <a:gd name="T2" fmla="*/ 32 w 2047"/>
                  <a:gd name="T3" fmla="*/ 3 h 407"/>
                  <a:gd name="T4" fmla="*/ 26 w 2047"/>
                  <a:gd name="T5" fmla="*/ 8 h 407"/>
                  <a:gd name="T6" fmla="*/ 20 w 2047"/>
                  <a:gd name="T7" fmla="*/ 20 h 407"/>
                  <a:gd name="T8" fmla="*/ 18 w 2047"/>
                  <a:gd name="T9" fmla="*/ 47 h 407"/>
                  <a:gd name="T10" fmla="*/ 13 w 2047"/>
                  <a:gd name="T11" fmla="*/ 93 h 407"/>
                  <a:gd name="T12" fmla="*/ 7 w 2047"/>
                  <a:gd name="T13" fmla="*/ 151 h 407"/>
                  <a:gd name="T14" fmla="*/ 5 w 2047"/>
                  <a:gd name="T15" fmla="*/ 210 h 407"/>
                  <a:gd name="T16" fmla="*/ 9 w 2047"/>
                  <a:gd name="T17" fmla="*/ 300 h 407"/>
                  <a:gd name="T18" fmla="*/ 22 w 2047"/>
                  <a:gd name="T19" fmla="*/ 335 h 407"/>
                  <a:gd name="T20" fmla="*/ 26 w 2047"/>
                  <a:gd name="T21" fmla="*/ 363 h 407"/>
                  <a:gd name="T22" fmla="*/ 23 w 2047"/>
                  <a:gd name="T23" fmla="*/ 376 h 407"/>
                  <a:gd name="T24" fmla="*/ 14 w 2047"/>
                  <a:gd name="T25" fmla="*/ 391 h 407"/>
                  <a:gd name="T26" fmla="*/ 1 w 2047"/>
                  <a:gd name="T27" fmla="*/ 401 h 407"/>
                  <a:gd name="T28" fmla="*/ 5 w 2047"/>
                  <a:gd name="T29" fmla="*/ 401 h 407"/>
                  <a:gd name="T30" fmla="*/ 102 w 2047"/>
                  <a:gd name="T31" fmla="*/ 393 h 407"/>
                  <a:gd name="T32" fmla="*/ 180 w 2047"/>
                  <a:gd name="T33" fmla="*/ 391 h 407"/>
                  <a:gd name="T34" fmla="*/ 258 w 2047"/>
                  <a:gd name="T35" fmla="*/ 381 h 407"/>
                  <a:gd name="T36" fmla="*/ 302 w 2047"/>
                  <a:gd name="T37" fmla="*/ 372 h 407"/>
                  <a:gd name="T38" fmla="*/ 383 w 2047"/>
                  <a:gd name="T39" fmla="*/ 366 h 407"/>
                  <a:gd name="T40" fmla="*/ 559 w 2047"/>
                  <a:gd name="T41" fmla="*/ 361 h 407"/>
                  <a:gd name="T42" fmla="*/ 591 w 2047"/>
                  <a:gd name="T43" fmla="*/ 369 h 407"/>
                  <a:gd name="T44" fmla="*/ 657 w 2047"/>
                  <a:gd name="T45" fmla="*/ 387 h 407"/>
                  <a:gd name="T46" fmla="*/ 688 w 2047"/>
                  <a:gd name="T47" fmla="*/ 392 h 407"/>
                  <a:gd name="T48" fmla="*/ 830 w 2047"/>
                  <a:gd name="T49" fmla="*/ 402 h 407"/>
                  <a:gd name="T50" fmla="*/ 917 w 2047"/>
                  <a:gd name="T51" fmla="*/ 407 h 407"/>
                  <a:gd name="T52" fmla="*/ 965 w 2047"/>
                  <a:gd name="T53" fmla="*/ 400 h 407"/>
                  <a:gd name="T54" fmla="*/ 1234 w 2047"/>
                  <a:gd name="T55" fmla="*/ 390 h 407"/>
                  <a:gd name="T56" fmla="*/ 1464 w 2047"/>
                  <a:gd name="T57" fmla="*/ 385 h 407"/>
                  <a:gd name="T58" fmla="*/ 1510 w 2047"/>
                  <a:gd name="T59" fmla="*/ 380 h 407"/>
                  <a:gd name="T60" fmla="*/ 1576 w 2047"/>
                  <a:gd name="T61" fmla="*/ 371 h 407"/>
                  <a:gd name="T62" fmla="*/ 1620 w 2047"/>
                  <a:gd name="T63" fmla="*/ 372 h 407"/>
                  <a:gd name="T64" fmla="*/ 1643 w 2047"/>
                  <a:gd name="T65" fmla="*/ 377 h 407"/>
                  <a:gd name="T66" fmla="*/ 1784 w 2047"/>
                  <a:gd name="T67" fmla="*/ 393 h 407"/>
                  <a:gd name="T68" fmla="*/ 1966 w 2047"/>
                  <a:gd name="T69" fmla="*/ 401 h 407"/>
                  <a:gd name="T70" fmla="*/ 2000 w 2047"/>
                  <a:gd name="T71" fmla="*/ 387 h 407"/>
                  <a:gd name="T72" fmla="*/ 2014 w 2047"/>
                  <a:gd name="T73" fmla="*/ 385 h 407"/>
                  <a:gd name="T74" fmla="*/ 2022 w 2047"/>
                  <a:gd name="T75" fmla="*/ 386 h 407"/>
                  <a:gd name="T76" fmla="*/ 2034 w 2047"/>
                  <a:gd name="T77" fmla="*/ 396 h 407"/>
                  <a:gd name="T78" fmla="*/ 2047 w 2047"/>
                  <a:gd name="T79" fmla="*/ 316 h 407"/>
                  <a:gd name="T80" fmla="*/ 2036 w 2047"/>
                  <a:gd name="T81" fmla="*/ 278 h 407"/>
                  <a:gd name="T82" fmla="*/ 2031 w 2047"/>
                  <a:gd name="T83" fmla="*/ 239 h 407"/>
                  <a:gd name="T84" fmla="*/ 2027 w 2047"/>
                  <a:gd name="T85" fmla="*/ 159 h 407"/>
                  <a:gd name="T86" fmla="*/ 2032 w 2047"/>
                  <a:gd name="T87" fmla="*/ 79 h 407"/>
                  <a:gd name="T88" fmla="*/ 58 w 2047"/>
                  <a:gd name="T89" fmla="*/ 0 h 407"/>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2047" h="407">
                    <a:moveTo>
                      <a:pt x="58" y="0"/>
                    </a:moveTo>
                    <a:lnTo>
                      <a:pt x="49" y="2"/>
                    </a:lnTo>
                    <a:lnTo>
                      <a:pt x="40" y="2"/>
                    </a:lnTo>
                    <a:lnTo>
                      <a:pt x="32" y="3"/>
                    </a:lnTo>
                    <a:lnTo>
                      <a:pt x="28" y="5"/>
                    </a:lnTo>
                    <a:lnTo>
                      <a:pt x="26" y="8"/>
                    </a:lnTo>
                    <a:lnTo>
                      <a:pt x="22" y="14"/>
                    </a:lnTo>
                    <a:lnTo>
                      <a:pt x="20" y="20"/>
                    </a:lnTo>
                    <a:lnTo>
                      <a:pt x="19" y="34"/>
                    </a:lnTo>
                    <a:lnTo>
                      <a:pt x="18" y="47"/>
                    </a:lnTo>
                    <a:lnTo>
                      <a:pt x="18" y="62"/>
                    </a:lnTo>
                    <a:lnTo>
                      <a:pt x="13" y="93"/>
                    </a:lnTo>
                    <a:lnTo>
                      <a:pt x="10" y="122"/>
                    </a:lnTo>
                    <a:lnTo>
                      <a:pt x="7" y="151"/>
                    </a:lnTo>
                    <a:lnTo>
                      <a:pt x="6" y="180"/>
                    </a:lnTo>
                    <a:lnTo>
                      <a:pt x="5" y="210"/>
                    </a:lnTo>
                    <a:lnTo>
                      <a:pt x="6" y="238"/>
                    </a:lnTo>
                    <a:lnTo>
                      <a:pt x="9" y="300"/>
                    </a:lnTo>
                    <a:lnTo>
                      <a:pt x="15" y="316"/>
                    </a:lnTo>
                    <a:lnTo>
                      <a:pt x="22" y="335"/>
                    </a:lnTo>
                    <a:lnTo>
                      <a:pt x="26" y="354"/>
                    </a:lnTo>
                    <a:lnTo>
                      <a:pt x="26" y="363"/>
                    </a:lnTo>
                    <a:lnTo>
                      <a:pt x="26" y="370"/>
                    </a:lnTo>
                    <a:lnTo>
                      <a:pt x="23" y="376"/>
                    </a:lnTo>
                    <a:lnTo>
                      <a:pt x="20" y="382"/>
                    </a:lnTo>
                    <a:lnTo>
                      <a:pt x="14" y="391"/>
                    </a:lnTo>
                    <a:lnTo>
                      <a:pt x="6" y="397"/>
                    </a:lnTo>
                    <a:lnTo>
                      <a:pt x="1" y="401"/>
                    </a:lnTo>
                    <a:lnTo>
                      <a:pt x="0" y="402"/>
                    </a:lnTo>
                    <a:lnTo>
                      <a:pt x="5" y="401"/>
                    </a:lnTo>
                    <a:lnTo>
                      <a:pt x="41" y="392"/>
                    </a:lnTo>
                    <a:lnTo>
                      <a:pt x="102" y="393"/>
                    </a:lnTo>
                    <a:lnTo>
                      <a:pt x="141" y="392"/>
                    </a:lnTo>
                    <a:lnTo>
                      <a:pt x="180" y="391"/>
                    </a:lnTo>
                    <a:lnTo>
                      <a:pt x="235" y="385"/>
                    </a:lnTo>
                    <a:lnTo>
                      <a:pt x="258" y="381"/>
                    </a:lnTo>
                    <a:lnTo>
                      <a:pt x="280" y="376"/>
                    </a:lnTo>
                    <a:lnTo>
                      <a:pt x="302" y="372"/>
                    </a:lnTo>
                    <a:lnTo>
                      <a:pt x="324" y="370"/>
                    </a:lnTo>
                    <a:lnTo>
                      <a:pt x="383" y="366"/>
                    </a:lnTo>
                    <a:lnTo>
                      <a:pt x="442" y="365"/>
                    </a:lnTo>
                    <a:lnTo>
                      <a:pt x="559" y="361"/>
                    </a:lnTo>
                    <a:lnTo>
                      <a:pt x="574" y="365"/>
                    </a:lnTo>
                    <a:lnTo>
                      <a:pt x="591" y="369"/>
                    </a:lnTo>
                    <a:lnTo>
                      <a:pt x="625" y="379"/>
                    </a:lnTo>
                    <a:lnTo>
                      <a:pt x="657" y="387"/>
                    </a:lnTo>
                    <a:lnTo>
                      <a:pt x="674" y="391"/>
                    </a:lnTo>
                    <a:lnTo>
                      <a:pt x="688" y="392"/>
                    </a:lnTo>
                    <a:lnTo>
                      <a:pt x="772" y="397"/>
                    </a:lnTo>
                    <a:lnTo>
                      <a:pt x="830" y="402"/>
                    </a:lnTo>
                    <a:lnTo>
                      <a:pt x="896" y="407"/>
                    </a:lnTo>
                    <a:lnTo>
                      <a:pt x="917" y="407"/>
                    </a:lnTo>
                    <a:lnTo>
                      <a:pt x="938" y="404"/>
                    </a:lnTo>
                    <a:lnTo>
                      <a:pt x="965" y="400"/>
                    </a:lnTo>
                    <a:lnTo>
                      <a:pt x="1004" y="392"/>
                    </a:lnTo>
                    <a:lnTo>
                      <a:pt x="1234" y="390"/>
                    </a:lnTo>
                    <a:lnTo>
                      <a:pt x="1349" y="387"/>
                    </a:lnTo>
                    <a:lnTo>
                      <a:pt x="1464" y="385"/>
                    </a:lnTo>
                    <a:lnTo>
                      <a:pt x="1488" y="383"/>
                    </a:lnTo>
                    <a:lnTo>
                      <a:pt x="1510" y="380"/>
                    </a:lnTo>
                    <a:lnTo>
                      <a:pt x="1554" y="374"/>
                    </a:lnTo>
                    <a:lnTo>
                      <a:pt x="1576" y="371"/>
                    </a:lnTo>
                    <a:lnTo>
                      <a:pt x="1598" y="370"/>
                    </a:lnTo>
                    <a:lnTo>
                      <a:pt x="1620" y="372"/>
                    </a:lnTo>
                    <a:lnTo>
                      <a:pt x="1631" y="374"/>
                    </a:lnTo>
                    <a:lnTo>
                      <a:pt x="1643" y="377"/>
                    </a:lnTo>
                    <a:lnTo>
                      <a:pt x="1722" y="387"/>
                    </a:lnTo>
                    <a:lnTo>
                      <a:pt x="1784" y="393"/>
                    </a:lnTo>
                    <a:lnTo>
                      <a:pt x="1856" y="397"/>
                    </a:lnTo>
                    <a:lnTo>
                      <a:pt x="1966" y="401"/>
                    </a:lnTo>
                    <a:lnTo>
                      <a:pt x="1984" y="392"/>
                    </a:lnTo>
                    <a:lnTo>
                      <a:pt x="2000" y="387"/>
                    </a:lnTo>
                    <a:lnTo>
                      <a:pt x="2008" y="386"/>
                    </a:lnTo>
                    <a:lnTo>
                      <a:pt x="2014" y="385"/>
                    </a:lnTo>
                    <a:lnTo>
                      <a:pt x="2018" y="385"/>
                    </a:lnTo>
                    <a:lnTo>
                      <a:pt x="2022" y="386"/>
                    </a:lnTo>
                    <a:lnTo>
                      <a:pt x="2027" y="391"/>
                    </a:lnTo>
                    <a:lnTo>
                      <a:pt x="2034" y="396"/>
                    </a:lnTo>
                    <a:lnTo>
                      <a:pt x="2039" y="401"/>
                    </a:lnTo>
                    <a:lnTo>
                      <a:pt x="2047" y="316"/>
                    </a:lnTo>
                    <a:lnTo>
                      <a:pt x="2041" y="297"/>
                    </a:lnTo>
                    <a:lnTo>
                      <a:pt x="2036" y="278"/>
                    </a:lnTo>
                    <a:lnTo>
                      <a:pt x="2034" y="259"/>
                    </a:lnTo>
                    <a:lnTo>
                      <a:pt x="2031" y="239"/>
                    </a:lnTo>
                    <a:lnTo>
                      <a:pt x="2027" y="200"/>
                    </a:lnTo>
                    <a:lnTo>
                      <a:pt x="2027" y="159"/>
                    </a:lnTo>
                    <a:lnTo>
                      <a:pt x="2030" y="119"/>
                    </a:lnTo>
                    <a:lnTo>
                      <a:pt x="2032" y="79"/>
                    </a:lnTo>
                    <a:lnTo>
                      <a:pt x="2039" y="0"/>
                    </a:lnTo>
                    <a:lnTo>
                      <a:pt x="58"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253" name="Line 318">
                <a:extLst>
                  <a:ext uri="{FF2B5EF4-FFF2-40B4-BE49-F238E27FC236}">
                    <a16:creationId xmlns:a16="http://schemas.microsoft.com/office/drawing/2014/main" id="{7DAA10DA-9F6C-27B7-2440-84A970AF27A3}"/>
                  </a:ext>
                </a:extLst>
              </p:cNvPr>
              <p:cNvSpPr>
                <a:spLocks noChangeShapeType="1"/>
              </p:cNvSpPr>
              <p:nvPr/>
            </p:nvSpPr>
            <p:spPr bwMode="auto">
              <a:xfrm flipH="1">
                <a:off x="3062" y="1619"/>
                <a:ext cx="9" cy="2"/>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4" name="Line 319">
                <a:extLst>
                  <a:ext uri="{FF2B5EF4-FFF2-40B4-BE49-F238E27FC236}">
                    <a16:creationId xmlns:a16="http://schemas.microsoft.com/office/drawing/2014/main" id="{ABE2EB26-1DA1-1199-AE94-93F1EEBEB68B}"/>
                  </a:ext>
                </a:extLst>
              </p:cNvPr>
              <p:cNvSpPr>
                <a:spLocks noChangeShapeType="1"/>
              </p:cNvSpPr>
              <p:nvPr/>
            </p:nvSpPr>
            <p:spPr bwMode="auto">
              <a:xfrm flipH="1">
                <a:off x="3053" y="1621"/>
                <a:ext cx="9"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5" name="Line 320">
                <a:extLst>
                  <a:ext uri="{FF2B5EF4-FFF2-40B4-BE49-F238E27FC236}">
                    <a16:creationId xmlns:a16="http://schemas.microsoft.com/office/drawing/2014/main" id="{8EE790F0-9544-7D45-05A5-CC04AC94D3CD}"/>
                  </a:ext>
                </a:extLst>
              </p:cNvPr>
              <p:cNvSpPr>
                <a:spLocks noChangeShapeType="1"/>
              </p:cNvSpPr>
              <p:nvPr/>
            </p:nvSpPr>
            <p:spPr bwMode="auto">
              <a:xfrm flipH="1">
                <a:off x="3045" y="1621"/>
                <a:ext cx="8"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6" name="Line 321">
                <a:extLst>
                  <a:ext uri="{FF2B5EF4-FFF2-40B4-BE49-F238E27FC236}">
                    <a16:creationId xmlns:a16="http://schemas.microsoft.com/office/drawing/2014/main" id="{4F4D315F-03E2-E3D5-B17C-DDA5B554E2C1}"/>
                  </a:ext>
                </a:extLst>
              </p:cNvPr>
              <p:cNvSpPr>
                <a:spLocks noChangeShapeType="1"/>
              </p:cNvSpPr>
              <p:nvPr/>
            </p:nvSpPr>
            <p:spPr bwMode="auto">
              <a:xfrm flipH="1">
                <a:off x="3041" y="1622"/>
                <a:ext cx="4" cy="2"/>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7" name="Line 322">
                <a:extLst>
                  <a:ext uri="{FF2B5EF4-FFF2-40B4-BE49-F238E27FC236}">
                    <a16:creationId xmlns:a16="http://schemas.microsoft.com/office/drawing/2014/main" id="{8D6BC9F1-712F-9023-5A8B-E5FD89EB77BD}"/>
                  </a:ext>
                </a:extLst>
              </p:cNvPr>
              <p:cNvSpPr>
                <a:spLocks noChangeShapeType="1"/>
              </p:cNvSpPr>
              <p:nvPr/>
            </p:nvSpPr>
            <p:spPr bwMode="auto">
              <a:xfrm flipH="1">
                <a:off x="3039" y="1624"/>
                <a:ext cx="2" cy="3"/>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8" name="Line 323">
                <a:extLst>
                  <a:ext uri="{FF2B5EF4-FFF2-40B4-BE49-F238E27FC236}">
                    <a16:creationId xmlns:a16="http://schemas.microsoft.com/office/drawing/2014/main" id="{4AE3D42F-128E-15B9-8BD9-B16DAA4A4190}"/>
                  </a:ext>
                </a:extLst>
              </p:cNvPr>
              <p:cNvSpPr>
                <a:spLocks noChangeShapeType="1"/>
              </p:cNvSpPr>
              <p:nvPr/>
            </p:nvSpPr>
            <p:spPr bwMode="auto">
              <a:xfrm flipH="1">
                <a:off x="3035" y="1627"/>
                <a:ext cx="4"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9" name="Line 324">
                <a:extLst>
                  <a:ext uri="{FF2B5EF4-FFF2-40B4-BE49-F238E27FC236}">
                    <a16:creationId xmlns:a16="http://schemas.microsoft.com/office/drawing/2014/main" id="{A510DCF6-40F8-6A76-A047-0901576C3DA1}"/>
                  </a:ext>
                </a:extLst>
              </p:cNvPr>
              <p:cNvSpPr>
                <a:spLocks noChangeShapeType="1"/>
              </p:cNvSpPr>
              <p:nvPr/>
            </p:nvSpPr>
            <p:spPr bwMode="auto">
              <a:xfrm flipH="1">
                <a:off x="3033" y="1633"/>
                <a:ext cx="2" cy="6"/>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0" name="Line 325">
                <a:extLst>
                  <a:ext uri="{FF2B5EF4-FFF2-40B4-BE49-F238E27FC236}">
                    <a16:creationId xmlns:a16="http://schemas.microsoft.com/office/drawing/2014/main" id="{6346468F-70BF-8746-4616-D5B768B14D7D}"/>
                  </a:ext>
                </a:extLst>
              </p:cNvPr>
              <p:cNvSpPr>
                <a:spLocks noChangeShapeType="1"/>
              </p:cNvSpPr>
              <p:nvPr/>
            </p:nvSpPr>
            <p:spPr bwMode="auto">
              <a:xfrm flipH="1">
                <a:off x="3032" y="1639"/>
                <a:ext cx="1" cy="14"/>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1" name="Line 326">
                <a:extLst>
                  <a:ext uri="{FF2B5EF4-FFF2-40B4-BE49-F238E27FC236}">
                    <a16:creationId xmlns:a16="http://schemas.microsoft.com/office/drawing/2014/main" id="{9151DEDE-CEF6-A114-82DD-02AFAA3AC431}"/>
                  </a:ext>
                </a:extLst>
              </p:cNvPr>
              <p:cNvSpPr>
                <a:spLocks noChangeShapeType="1"/>
              </p:cNvSpPr>
              <p:nvPr/>
            </p:nvSpPr>
            <p:spPr bwMode="auto">
              <a:xfrm flipH="1">
                <a:off x="3031" y="1653"/>
                <a:ext cx="1" cy="13"/>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2" name="Line 327">
                <a:extLst>
                  <a:ext uri="{FF2B5EF4-FFF2-40B4-BE49-F238E27FC236}">
                    <a16:creationId xmlns:a16="http://schemas.microsoft.com/office/drawing/2014/main" id="{9BE5CEC1-58AF-DEB9-869F-29EFCCF7CFF2}"/>
                  </a:ext>
                </a:extLst>
              </p:cNvPr>
              <p:cNvSpPr>
                <a:spLocks noChangeShapeType="1"/>
              </p:cNvSpPr>
              <p:nvPr/>
            </p:nvSpPr>
            <p:spPr bwMode="auto">
              <a:xfrm>
                <a:off x="3031" y="1666"/>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3" name="Line 328">
                <a:extLst>
                  <a:ext uri="{FF2B5EF4-FFF2-40B4-BE49-F238E27FC236}">
                    <a16:creationId xmlns:a16="http://schemas.microsoft.com/office/drawing/2014/main" id="{BD5E8F11-34BE-AAA0-FC40-DD1E557FF23F}"/>
                  </a:ext>
                </a:extLst>
              </p:cNvPr>
              <p:cNvSpPr>
                <a:spLocks noChangeShapeType="1"/>
              </p:cNvSpPr>
              <p:nvPr/>
            </p:nvSpPr>
            <p:spPr bwMode="auto">
              <a:xfrm flipH="1">
                <a:off x="3026" y="1681"/>
                <a:ext cx="5" cy="31"/>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4" name="Line 329">
                <a:extLst>
                  <a:ext uri="{FF2B5EF4-FFF2-40B4-BE49-F238E27FC236}">
                    <a16:creationId xmlns:a16="http://schemas.microsoft.com/office/drawing/2014/main" id="{10A166BE-EE2C-4E5F-ED67-F61E64CEE544}"/>
                  </a:ext>
                </a:extLst>
              </p:cNvPr>
              <p:cNvSpPr>
                <a:spLocks noChangeShapeType="1"/>
              </p:cNvSpPr>
              <p:nvPr/>
            </p:nvSpPr>
            <p:spPr bwMode="auto">
              <a:xfrm flipH="1">
                <a:off x="3023" y="1712"/>
                <a:ext cx="3" cy="2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5" name="Line 330">
                <a:extLst>
                  <a:ext uri="{FF2B5EF4-FFF2-40B4-BE49-F238E27FC236}">
                    <a16:creationId xmlns:a16="http://schemas.microsoft.com/office/drawing/2014/main" id="{00A1D929-7D8C-A632-1083-3F94F500E385}"/>
                  </a:ext>
                </a:extLst>
              </p:cNvPr>
              <p:cNvSpPr>
                <a:spLocks noChangeShapeType="1"/>
              </p:cNvSpPr>
              <p:nvPr/>
            </p:nvSpPr>
            <p:spPr bwMode="auto">
              <a:xfrm flipH="1">
                <a:off x="3020" y="1741"/>
                <a:ext cx="3" cy="2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6" name="Line 331">
                <a:extLst>
                  <a:ext uri="{FF2B5EF4-FFF2-40B4-BE49-F238E27FC236}">
                    <a16:creationId xmlns:a16="http://schemas.microsoft.com/office/drawing/2014/main" id="{D577798C-A150-E373-9EE5-3982820CA9AB}"/>
                  </a:ext>
                </a:extLst>
              </p:cNvPr>
              <p:cNvSpPr>
                <a:spLocks noChangeShapeType="1"/>
              </p:cNvSpPr>
              <p:nvPr/>
            </p:nvSpPr>
            <p:spPr bwMode="auto">
              <a:xfrm flipH="1">
                <a:off x="3019" y="1770"/>
                <a:ext cx="1" cy="29"/>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7" name="Line 332">
                <a:extLst>
                  <a:ext uri="{FF2B5EF4-FFF2-40B4-BE49-F238E27FC236}">
                    <a16:creationId xmlns:a16="http://schemas.microsoft.com/office/drawing/2014/main" id="{EF81116F-54B0-79A0-11AC-52C0FAB44CBE}"/>
                  </a:ext>
                </a:extLst>
              </p:cNvPr>
              <p:cNvSpPr>
                <a:spLocks noChangeShapeType="1"/>
              </p:cNvSpPr>
              <p:nvPr/>
            </p:nvSpPr>
            <p:spPr bwMode="auto">
              <a:xfrm flipH="1">
                <a:off x="3018" y="1799"/>
                <a:ext cx="1" cy="30"/>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8" name="Line 333">
                <a:extLst>
                  <a:ext uri="{FF2B5EF4-FFF2-40B4-BE49-F238E27FC236}">
                    <a16:creationId xmlns:a16="http://schemas.microsoft.com/office/drawing/2014/main" id="{09F47B91-178B-1487-3B0E-8A6A37303111}"/>
                  </a:ext>
                </a:extLst>
              </p:cNvPr>
              <p:cNvSpPr>
                <a:spLocks noChangeShapeType="1"/>
              </p:cNvSpPr>
              <p:nvPr/>
            </p:nvSpPr>
            <p:spPr bwMode="auto">
              <a:xfrm>
                <a:off x="3018" y="1829"/>
                <a:ext cx="1" cy="28"/>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9" name="Line 334">
                <a:extLst>
                  <a:ext uri="{FF2B5EF4-FFF2-40B4-BE49-F238E27FC236}">
                    <a16:creationId xmlns:a16="http://schemas.microsoft.com/office/drawing/2014/main" id="{83F3B96B-6170-AFFC-CB46-4EF5ABE308D3}"/>
                  </a:ext>
                </a:extLst>
              </p:cNvPr>
              <p:cNvSpPr>
                <a:spLocks noChangeShapeType="1"/>
              </p:cNvSpPr>
              <p:nvPr/>
            </p:nvSpPr>
            <p:spPr bwMode="auto">
              <a:xfrm>
                <a:off x="3019" y="1857"/>
                <a:ext cx="3" cy="62"/>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0" name="Line 335">
                <a:extLst>
                  <a:ext uri="{FF2B5EF4-FFF2-40B4-BE49-F238E27FC236}">
                    <a16:creationId xmlns:a16="http://schemas.microsoft.com/office/drawing/2014/main" id="{D57EA447-5BD1-6AC1-DAEB-0879AF8DEBC4}"/>
                  </a:ext>
                </a:extLst>
              </p:cNvPr>
              <p:cNvSpPr>
                <a:spLocks noChangeShapeType="1"/>
              </p:cNvSpPr>
              <p:nvPr/>
            </p:nvSpPr>
            <p:spPr bwMode="auto">
              <a:xfrm>
                <a:off x="3022" y="1919"/>
                <a:ext cx="6"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1" name="Line 336">
                <a:extLst>
                  <a:ext uri="{FF2B5EF4-FFF2-40B4-BE49-F238E27FC236}">
                    <a16:creationId xmlns:a16="http://schemas.microsoft.com/office/drawing/2014/main" id="{678A740A-39CF-5F3E-FE6E-F83556FD4261}"/>
                  </a:ext>
                </a:extLst>
              </p:cNvPr>
              <p:cNvSpPr>
                <a:spLocks noChangeShapeType="1"/>
              </p:cNvSpPr>
              <p:nvPr/>
            </p:nvSpPr>
            <p:spPr bwMode="auto">
              <a:xfrm>
                <a:off x="3028" y="1935"/>
                <a:ext cx="7" cy="19"/>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2" name="Line 337">
                <a:extLst>
                  <a:ext uri="{FF2B5EF4-FFF2-40B4-BE49-F238E27FC236}">
                    <a16:creationId xmlns:a16="http://schemas.microsoft.com/office/drawing/2014/main" id="{4D9C8168-01BA-5D66-EE96-3D09AB319A10}"/>
                  </a:ext>
                </a:extLst>
              </p:cNvPr>
              <p:cNvSpPr>
                <a:spLocks noChangeShapeType="1"/>
              </p:cNvSpPr>
              <p:nvPr/>
            </p:nvSpPr>
            <p:spPr bwMode="auto">
              <a:xfrm>
                <a:off x="3035" y="1954"/>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3" name="Line 338">
                <a:extLst>
                  <a:ext uri="{FF2B5EF4-FFF2-40B4-BE49-F238E27FC236}">
                    <a16:creationId xmlns:a16="http://schemas.microsoft.com/office/drawing/2014/main" id="{9F9122AF-B1D6-78F7-24C3-14304E53E6ED}"/>
                  </a:ext>
                </a:extLst>
              </p:cNvPr>
              <p:cNvSpPr>
                <a:spLocks noChangeShapeType="1"/>
              </p:cNvSpPr>
              <p:nvPr/>
            </p:nvSpPr>
            <p:spPr bwMode="auto">
              <a:xfrm>
                <a:off x="3039" y="1973"/>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4" name="Line 339">
                <a:extLst>
                  <a:ext uri="{FF2B5EF4-FFF2-40B4-BE49-F238E27FC236}">
                    <a16:creationId xmlns:a16="http://schemas.microsoft.com/office/drawing/2014/main" id="{D8097C64-B0E3-707D-5CAE-09DC6244BF5E}"/>
                  </a:ext>
                </a:extLst>
              </p:cNvPr>
              <p:cNvSpPr>
                <a:spLocks noChangeShapeType="1"/>
              </p:cNvSpPr>
              <p:nvPr/>
            </p:nvSpPr>
            <p:spPr bwMode="auto">
              <a:xfrm>
                <a:off x="3039" y="1982"/>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5" name="Line 340">
                <a:extLst>
                  <a:ext uri="{FF2B5EF4-FFF2-40B4-BE49-F238E27FC236}">
                    <a16:creationId xmlns:a16="http://schemas.microsoft.com/office/drawing/2014/main" id="{B7D9DC8C-E197-DC4B-A711-EDD1E9E66A98}"/>
                  </a:ext>
                </a:extLst>
              </p:cNvPr>
              <p:cNvSpPr>
                <a:spLocks noChangeShapeType="1"/>
              </p:cNvSpPr>
              <p:nvPr/>
            </p:nvSpPr>
            <p:spPr bwMode="auto">
              <a:xfrm flipH="1">
                <a:off x="3036" y="1989"/>
                <a:ext cx="3" cy="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6" name="Line 341">
                <a:extLst>
                  <a:ext uri="{FF2B5EF4-FFF2-40B4-BE49-F238E27FC236}">
                    <a16:creationId xmlns:a16="http://schemas.microsoft.com/office/drawing/2014/main" id="{7F4FCF14-E913-8400-CB80-147A1F987984}"/>
                  </a:ext>
                </a:extLst>
              </p:cNvPr>
              <p:cNvSpPr>
                <a:spLocks noChangeShapeType="1"/>
              </p:cNvSpPr>
              <p:nvPr/>
            </p:nvSpPr>
            <p:spPr bwMode="auto">
              <a:xfrm flipH="1">
                <a:off x="3033" y="1995"/>
                <a:ext cx="3"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7" name="Line 342">
                <a:extLst>
                  <a:ext uri="{FF2B5EF4-FFF2-40B4-BE49-F238E27FC236}">
                    <a16:creationId xmlns:a16="http://schemas.microsoft.com/office/drawing/2014/main" id="{D78382D7-B350-03BF-7E1B-02C4D3F12C61}"/>
                  </a:ext>
                </a:extLst>
              </p:cNvPr>
              <p:cNvSpPr>
                <a:spLocks noChangeShapeType="1"/>
              </p:cNvSpPr>
              <p:nvPr/>
            </p:nvSpPr>
            <p:spPr bwMode="auto">
              <a:xfrm flipH="1">
                <a:off x="3027" y="2001"/>
                <a:ext cx="6"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8" name="Line 343">
                <a:extLst>
                  <a:ext uri="{FF2B5EF4-FFF2-40B4-BE49-F238E27FC236}">
                    <a16:creationId xmlns:a16="http://schemas.microsoft.com/office/drawing/2014/main" id="{7CEA4D47-38E4-E28D-BB89-054865FE40D4}"/>
                  </a:ext>
                </a:extLst>
              </p:cNvPr>
              <p:cNvSpPr>
                <a:spLocks noChangeShapeType="1"/>
              </p:cNvSpPr>
              <p:nvPr/>
            </p:nvSpPr>
            <p:spPr bwMode="auto">
              <a:xfrm flipH="1">
                <a:off x="3019" y="2010"/>
                <a:ext cx="8"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9" name="Line 344">
                <a:extLst>
                  <a:ext uri="{FF2B5EF4-FFF2-40B4-BE49-F238E27FC236}">
                    <a16:creationId xmlns:a16="http://schemas.microsoft.com/office/drawing/2014/main" id="{CA44F10A-2CB0-78F7-3349-B59FE725F89D}"/>
                  </a:ext>
                </a:extLst>
              </p:cNvPr>
              <p:cNvSpPr>
                <a:spLocks noChangeShapeType="1"/>
              </p:cNvSpPr>
              <p:nvPr/>
            </p:nvSpPr>
            <p:spPr bwMode="auto">
              <a:xfrm flipH="1">
                <a:off x="3014" y="2016"/>
                <a:ext cx="5"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0" name="Line 345">
                <a:extLst>
                  <a:ext uri="{FF2B5EF4-FFF2-40B4-BE49-F238E27FC236}">
                    <a16:creationId xmlns:a16="http://schemas.microsoft.com/office/drawing/2014/main" id="{1710A543-1696-7B91-1DC6-4CF11436FFAD}"/>
                  </a:ext>
                </a:extLst>
              </p:cNvPr>
              <p:cNvSpPr>
                <a:spLocks noChangeShapeType="1"/>
              </p:cNvSpPr>
              <p:nvPr/>
            </p:nvSpPr>
            <p:spPr bwMode="auto">
              <a:xfrm flipH="1">
                <a:off x="3013" y="2020"/>
                <a:ext cx="1"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1" name="Line 346">
                <a:extLst>
                  <a:ext uri="{FF2B5EF4-FFF2-40B4-BE49-F238E27FC236}">
                    <a16:creationId xmlns:a16="http://schemas.microsoft.com/office/drawing/2014/main" id="{3CEEA0BC-7BE0-828A-786D-7B5850DD027F}"/>
                  </a:ext>
                </a:extLst>
              </p:cNvPr>
              <p:cNvSpPr>
                <a:spLocks noChangeShapeType="1"/>
              </p:cNvSpPr>
              <p:nvPr/>
            </p:nvSpPr>
            <p:spPr bwMode="auto">
              <a:xfrm flipV="1">
                <a:off x="3013" y="2020"/>
                <a:ext cx="5"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2" name="Line 347">
                <a:extLst>
                  <a:ext uri="{FF2B5EF4-FFF2-40B4-BE49-F238E27FC236}">
                    <a16:creationId xmlns:a16="http://schemas.microsoft.com/office/drawing/2014/main" id="{6837E7D8-42B2-112C-02ED-DBE39EFE754A}"/>
                  </a:ext>
                </a:extLst>
              </p:cNvPr>
              <p:cNvSpPr>
                <a:spLocks noChangeShapeType="1"/>
              </p:cNvSpPr>
              <p:nvPr/>
            </p:nvSpPr>
            <p:spPr bwMode="auto">
              <a:xfrm flipV="1">
                <a:off x="3018" y="2011"/>
                <a:ext cx="36" cy="9"/>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3" name="Line 348">
                <a:extLst>
                  <a:ext uri="{FF2B5EF4-FFF2-40B4-BE49-F238E27FC236}">
                    <a16:creationId xmlns:a16="http://schemas.microsoft.com/office/drawing/2014/main" id="{322C0796-0559-7A31-C5B1-BD32898BEDC2}"/>
                  </a:ext>
                </a:extLst>
              </p:cNvPr>
              <p:cNvSpPr>
                <a:spLocks noChangeShapeType="1"/>
              </p:cNvSpPr>
              <p:nvPr/>
            </p:nvSpPr>
            <p:spPr bwMode="auto">
              <a:xfrm>
                <a:off x="3054" y="2011"/>
                <a:ext cx="6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4" name="Line 349">
                <a:extLst>
                  <a:ext uri="{FF2B5EF4-FFF2-40B4-BE49-F238E27FC236}">
                    <a16:creationId xmlns:a16="http://schemas.microsoft.com/office/drawing/2014/main" id="{DFCB57FB-AA7E-4A01-4678-D6BC2FFAA4D6}"/>
                  </a:ext>
                </a:extLst>
              </p:cNvPr>
              <p:cNvSpPr>
                <a:spLocks noChangeShapeType="1"/>
              </p:cNvSpPr>
              <p:nvPr/>
            </p:nvSpPr>
            <p:spPr bwMode="auto">
              <a:xfrm flipV="1">
                <a:off x="3115" y="2011"/>
                <a:ext cx="39"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5" name="Line 350">
                <a:extLst>
                  <a:ext uri="{FF2B5EF4-FFF2-40B4-BE49-F238E27FC236}">
                    <a16:creationId xmlns:a16="http://schemas.microsoft.com/office/drawing/2014/main" id="{7B929CA6-2C13-3130-B687-C814902EA695}"/>
                  </a:ext>
                </a:extLst>
              </p:cNvPr>
              <p:cNvSpPr>
                <a:spLocks noChangeShapeType="1"/>
              </p:cNvSpPr>
              <p:nvPr/>
            </p:nvSpPr>
            <p:spPr bwMode="auto">
              <a:xfrm flipV="1">
                <a:off x="3154" y="2010"/>
                <a:ext cx="39" cy="1"/>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6" name="Line 351">
                <a:extLst>
                  <a:ext uri="{FF2B5EF4-FFF2-40B4-BE49-F238E27FC236}">
                    <a16:creationId xmlns:a16="http://schemas.microsoft.com/office/drawing/2014/main" id="{D4E08C92-7961-7F9A-E326-10C8E5D4E39C}"/>
                  </a:ext>
                </a:extLst>
              </p:cNvPr>
              <p:cNvSpPr>
                <a:spLocks noChangeShapeType="1"/>
              </p:cNvSpPr>
              <p:nvPr/>
            </p:nvSpPr>
            <p:spPr bwMode="auto">
              <a:xfrm flipV="1">
                <a:off x="3193" y="2004"/>
                <a:ext cx="55" cy="6"/>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7" name="Line 352">
                <a:extLst>
                  <a:ext uri="{FF2B5EF4-FFF2-40B4-BE49-F238E27FC236}">
                    <a16:creationId xmlns:a16="http://schemas.microsoft.com/office/drawing/2014/main" id="{4D79F141-5639-9ACD-EBCE-2562E0A3D4D8}"/>
                  </a:ext>
                </a:extLst>
              </p:cNvPr>
              <p:cNvSpPr>
                <a:spLocks noChangeShapeType="1"/>
              </p:cNvSpPr>
              <p:nvPr/>
            </p:nvSpPr>
            <p:spPr bwMode="auto">
              <a:xfrm flipV="1">
                <a:off x="3248" y="2000"/>
                <a:ext cx="23"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8" name="Line 353">
                <a:extLst>
                  <a:ext uri="{FF2B5EF4-FFF2-40B4-BE49-F238E27FC236}">
                    <a16:creationId xmlns:a16="http://schemas.microsoft.com/office/drawing/2014/main" id="{55326EB3-A27F-D7CF-F341-6E3413F75710}"/>
                  </a:ext>
                </a:extLst>
              </p:cNvPr>
              <p:cNvSpPr>
                <a:spLocks noChangeShapeType="1"/>
              </p:cNvSpPr>
              <p:nvPr/>
            </p:nvSpPr>
            <p:spPr bwMode="auto">
              <a:xfrm flipV="1">
                <a:off x="3271" y="1995"/>
                <a:ext cx="22" cy="5"/>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9" name="Line 354">
                <a:extLst>
                  <a:ext uri="{FF2B5EF4-FFF2-40B4-BE49-F238E27FC236}">
                    <a16:creationId xmlns:a16="http://schemas.microsoft.com/office/drawing/2014/main" id="{2A9BC2AC-EFD5-1062-E194-3118605FFEF1}"/>
                  </a:ext>
                </a:extLst>
              </p:cNvPr>
              <p:cNvSpPr>
                <a:spLocks noChangeShapeType="1"/>
              </p:cNvSpPr>
              <p:nvPr/>
            </p:nvSpPr>
            <p:spPr bwMode="auto">
              <a:xfrm flipV="1">
                <a:off x="3293" y="1991"/>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0" name="Line 355">
                <a:extLst>
                  <a:ext uri="{FF2B5EF4-FFF2-40B4-BE49-F238E27FC236}">
                    <a16:creationId xmlns:a16="http://schemas.microsoft.com/office/drawing/2014/main" id="{E95C1D89-32B7-6E0F-9BEA-F19BA5B623B4}"/>
                  </a:ext>
                </a:extLst>
              </p:cNvPr>
              <p:cNvSpPr>
                <a:spLocks noChangeShapeType="1"/>
              </p:cNvSpPr>
              <p:nvPr/>
            </p:nvSpPr>
            <p:spPr bwMode="auto">
              <a:xfrm flipV="1">
                <a:off x="3315" y="1989"/>
                <a:ext cx="22" cy="2"/>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1" name="Line 356">
                <a:extLst>
                  <a:ext uri="{FF2B5EF4-FFF2-40B4-BE49-F238E27FC236}">
                    <a16:creationId xmlns:a16="http://schemas.microsoft.com/office/drawing/2014/main" id="{F3232F92-2866-DC6E-6025-89C1A8240146}"/>
                  </a:ext>
                </a:extLst>
              </p:cNvPr>
              <p:cNvSpPr>
                <a:spLocks noChangeShapeType="1"/>
              </p:cNvSpPr>
              <p:nvPr/>
            </p:nvSpPr>
            <p:spPr bwMode="auto">
              <a:xfrm flipV="1">
                <a:off x="3337" y="1985"/>
                <a:ext cx="59"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2" name="Line 357">
                <a:extLst>
                  <a:ext uri="{FF2B5EF4-FFF2-40B4-BE49-F238E27FC236}">
                    <a16:creationId xmlns:a16="http://schemas.microsoft.com/office/drawing/2014/main" id="{25108895-9EB2-A38F-4919-F2600517CB70}"/>
                  </a:ext>
                </a:extLst>
              </p:cNvPr>
              <p:cNvSpPr>
                <a:spLocks noChangeShapeType="1"/>
              </p:cNvSpPr>
              <p:nvPr/>
            </p:nvSpPr>
            <p:spPr bwMode="auto">
              <a:xfrm flipV="1">
                <a:off x="3396" y="1984"/>
                <a:ext cx="59"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3" name="Line 358">
                <a:extLst>
                  <a:ext uri="{FF2B5EF4-FFF2-40B4-BE49-F238E27FC236}">
                    <a16:creationId xmlns:a16="http://schemas.microsoft.com/office/drawing/2014/main" id="{254C8F3B-44FF-DF07-4830-3DB33FE798C2}"/>
                  </a:ext>
                </a:extLst>
              </p:cNvPr>
              <p:cNvSpPr>
                <a:spLocks noChangeShapeType="1"/>
              </p:cNvSpPr>
              <p:nvPr/>
            </p:nvSpPr>
            <p:spPr bwMode="auto">
              <a:xfrm flipV="1">
                <a:off x="3455" y="1980"/>
                <a:ext cx="117" cy="4"/>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4" name="Line 359">
                <a:extLst>
                  <a:ext uri="{FF2B5EF4-FFF2-40B4-BE49-F238E27FC236}">
                    <a16:creationId xmlns:a16="http://schemas.microsoft.com/office/drawing/2014/main" id="{01A4980D-AF93-A088-4AF6-8D1B6269B3B4}"/>
                  </a:ext>
                </a:extLst>
              </p:cNvPr>
              <p:cNvSpPr>
                <a:spLocks noChangeShapeType="1"/>
              </p:cNvSpPr>
              <p:nvPr/>
            </p:nvSpPr>
            <p:spPr bwMode="auto">
              <a:xfrm>
                <a:off x="3572" y="1980"/>
                <a:ext cx="15"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5" name="Line 360">
                <a:extLst>
                  <a:ext uri="{FF2B5EF4-FFF2-40B4-BE49-F238E27FC236}">
                    <a16:creationId xmlns:a16="http://schemas.microsoft.com/office/drawing/2014/main" id="{493790A6-3D3D-6678-389A-20F0A8BFB9C0}"/>
                  </a:ext>
                </a:extLst>
              </p:cNvPr>
              <p:cNvSpPr>
                <a:spLocks noChangeShapeType="1"/>
              </p:cNvSpPr>
              <p:nvPr/>
            </p:nvSpPr>
            <p:spPr bwMode="auto">
              <a:xfrm>
                <a:off x="3587" y="1984"/>
                <a:ext cx="17" cy="4"/>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6" name="Line 361">
                <a:extLst>
                  <a:ext uri="{FF2B5EF4-FFF2-40B4-BE49-F238E27FC236}">
                    <a16:creationId xmlns:a16="http://schemas.microsoft.com/office/drawing/2014/main" id="{6B926A1E-A691-5089-449C-262050BB5C5A}"/>
                  </a:ext>
                </a:extLst>
              </p:cNvPr>
              <p:cNvSpPr>
                <a:spLocks noChangeShapeType="1"/>
              </p:cNvSpPr>
              <p:nvPr/>
            </p:nvSpPr>
            <p:spPr bwMode="auto">
              <a:xfrm>
                <a:off x="3604" y="1988"/>
                <a:ext cx="34" cy="10"/>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7" name="Line 362">
                <a:extLst>
                  <a:ext uri="{FF2B5EF4-FFF2-40B4-BE49-F238E27FC236}">
                    <a16:creationId xmlns:a16="http://schemas.microsoft.com/office/drawing/2014/main" id="{ED1B3E84-9129-6064-BF92-182355ED91F0}"/>
                  </a:ext>
                </a:extLst>
              </p:cNvPr>
              <p:cNvSpPr>
                <a:spLocks noChangeShapeType="1"/>
              </p:cNvSpPr>
              <p:nvPr/>
            </p:nvSpPr>
            <p:spPr bwMode="auto">
              <a:xfrm>
                <a:off x="3638" y="1998"/>
                <a:ext cx="32" cy="8"/>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8" name="Line 363">
                <a:extLst>
                  <a:ext uri="{FF2B5EF4-FFF2-40B4-BE49-F238E27FC236}">
                    <a16:creationId xmlns:a16="http://schemas.microsoft.com/office/drawing/2014/main" id="{62522218-3ED1-C1FF-CB88-C133123C0583}"/>
                  </a:ext>
                </a:extLst>
              </p:cNvPr>
              <p:cNvSpPr>
                <a:spLocks noChangeShapeType="1"/>
              </p:cNvSpPr>
              <p:nvPr/>
            </p:nvSpPr>
            <p:spPr bwMode="auto">
              <a:xfrm>
                <a:off x="3670" y="2006"/>
                <a:ext cx="17"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99" name="Line 364">
                <a:extLst>
                  <a:ext uri="{FF2B5EF4-FFF2-40B4-BE49-F238E27FC236}">
                    <a16:creationId xmlns:a16="http://schemas.microsoft.com/office/drawing/2014/main" id="{9F42D30A-CA9B-3092-D3BB-80E943AB3814}"/>
                  </a:ext>
                </a:extLst>
              </p:cNvPr>
              <p:cNvSpPr>
                <a:spLocks noChangeShapeType="1"/>
              </p:cNvSpPr>
              <p:nvPr/>
            </p:nvSpPr>
            <p:spPr bwMode="auto">
              <a:xfrm>
                <a:off x="3687" y="2010"/>
                <a:ext cx="14" cy="1"/>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0" name="Line 365">
                <a:extLst>
                  <a:ext uri="{FF2B5EF4-FFF2-40B4-BE49-F238E27FC236}">
                    <a16:creationId xmlns:a16="http://schemas.microsoft.com/office/drawing/2014/main" id="{5D509578-F2B0-2BA1-A235-B1FACFAB87B8}"/>
                  </a:ext>
                </a:extLst>
              </p:cNvPr>
              <p:cNvSpPr>
                <a:spLocks noChangeShapeType="1"/>
              </p:cNvSpPr>
              <p:nvPr/>
            </p:nvSpPr>
            <p:spPr bwMode="auto">
              <a:xfrm>
                <a:off x="3701" y="2011"/>
                <a:ext cx="84"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1" name="Line 366">
                <a:extLst>
                  <a:ext uri="{FF2B5EF4-FFF2-40B4-BE49-F238E27FC236}">
                    <a16:creationId xmlns:a16="http://schemas.microsoft.com/office/drawing/2014/main" id="{C1684C37-AC9A-85E4-880A-84C61801172C}"/>
                  </a:ext>
                </a:extLst>
              </p:cNvPr>
              <p:cNvSpPr>
                <a:spLocks noChangeShapeType="1"/>
              </p:cNvSpPr>
              <p:nvPr/>
            </p:nvSpPr>
            <p:spPr bwMode="auto">
              <a:xfrm>
                <a:off x="3785" y="2016"/>
                <a:ext cx="58"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2" name="Line 367">
                <a:extLst>
                  <a:ext uri="{FF2B5EF4-FFF2-40B4-BE49-F238E27FC236}">
                    <a16:creationId xmlns:a16="http://schemas.microsoft.com/office/drawing/2014/main" id="{89BCD3B6-7B1A-3E1B-F349-6CCA78050119}"/>
                  </a:ext>
                </a:extLst>
              </p:cNvPr>
              <p:cNvSpPr>
                <a:spLocks noChangeShapeType="1"/>
              </p:cNvSpPr>
              <p:nvPr/>
            </p:nvSpPr>
            <p:spPr bwMode="auto">
              <a:xfrm>
                <a:off x="3843" y="2021"/>
                <a:ext cx="66" cy="5"/>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3" name="Line 368">
                <a:extLst>
                  <a:ext uri="{FF2B5EF4-FFF2-40B4-BE49-F238E27FC236}">
                    <a16:creationId xmlns:a16="http://schemas.microsoft.com/office/drawing/2014/main" id="{8CD8C8E9-9AFB-C291-00C2-116A5A873A8F}"/>
                  </a:ext>
                </a:extLst>
              </p:cNvPr>
              <p:cNvSpPr>
                <a:spLocks noChangeShapeType="1"/>
              </p:cNvSpPr>
              <p:nvPr/>
            </p:nvSpPr>
            <p:spPr bwMode="auto">
              <a:xfrm>
                <a:off x="3909" y="2026"/>
                <a:ext cx="2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4" name="Line 369">
                <a:extLst>
                  <a:ext uri="{FF2B5EF4-FFF2-40B4-BE49-F238E27FC236}">
                    <a16:creationId xmlns:a16="http://schemas.microsoft.com/office/drawing/2014/main" id="{6D7BFA42-46D3-AE3A-F7A6-4ED1DDA92144}"/>
                  </a:ext>
                </a:extLst>
              </p:cNvPr>
              <p:cNvSpPr>
                <a:spLocks noChangeShapeType="1"/>
              </p:cNvSpPr>
              <p:nvPr/>
            </p:nvSpPr>
            <p:spPr bwMode="auto">
              <a:xfrm flipV="1">
                <a:off x="3930" y="2023"/>
                <a:ext cx="21" cy="3"/>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5" name="Line 370">
                <a:extLst>
                  <a:ext uri="{FF2B5EF4-FFF2-40B4-BE49-F238E27FC236}">
                    <a16:creationId xmlns:a16="http://schemas.microsoft.com/office/drawing/2014/main" id="{11A5C323-470D-4D8C-8270-BE366E6BD954}"/>
                  </a:ext>
                </a:extLst>
              </p:cNvPr>
              <p:cNvSpPr>
                <a:spLocks noChangeShapeType="1"/>
              </p:cNvSpPr>
              <p:nvPr/>
            </p:nvSpPr>
            <p:spPr bwMode="auto">
              <a:xfrm flipV="1">
                <a:off x="3951" y="2019"/>
                <a:ext cx="2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6" name="Line 371">
                <a:extLst>
                  <a:ext uri="{FF2B5EF4-FFF2-40B4-BE49-F238E27FC236}">
                    <a16:creationId xmlns:a16="http://schemas.microsoft.com/office/drawing/2014/main" id="{B48B7CC7-787A-F379-50F3-98D42FE52E94}"/>
                  </a:ext>
                </a:extLst>
              </p:cNvPr>
              <p:cNvSpPr>
                <a:spLocks noChangeShapeType="1"/>
              </p:cNvSpPr>
              <p:nvPr/>
            </p:nvSpPr>
            <p:spPr bwMode="auto">
              <a:xfrm flipV="1">
                <a:off x="3978" y="2011"/>
                <a:ext cx="39" cy="8"/>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7" name="Line 372">
                <a:extLst>
                  <a:ext uri="{FF2B5EF4-FFF2-40B4-BE49-F238E27FC236}">
                    <a16:creationId xmlns:a16="http://schemas.microsoft.com/office/drawing/2014/main" id="{C8AB66F0-0D4A-4812-54D0-BE7D68E30A3E}"/>
                  </a:ext>
                </a:extLst>
              </p:cNvPr>
              <p:cNvSpPr>
                <a:spLocks noChangeShapeType="1"/>
              </p:cNvSpPr>
              <p:nvPr/>
            </p:nvSpPr>
            <p:spPr bwMode="auto">
              <a:xfrm flipV="1">
                <a:off x="4017" y="2009"/>
                <a:ext cx="230" cy="2"/>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8" name="Line 373">
                <a:extLst>
                  <a:ext uri="{FF2B5EF4-FFF2-40B4-BE49-F238E27FC236}">
                    <a16:creationId xmlns:a16="http://schemas.microsoft.com/office/drawing/2014/main" id="{2D394FBF-BB6C-4D23-1D63-83308CC96515}"/>
                  </a:ext>
                </a:extLst>
              </p:cNvPr>
              <p:cNvSpPr>
                <a:spLocks noChangeShapeType="1"/>
              </p:cNvSpPr>
              <p:nvPr/>
            </p:nvSpPr>
            <p:spPr bwMode="auto">
              <a:xfrm flipV="1">
                <a:off x="4247" y="2006"/>
                <a:ext cx="115" cy="3"/>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09" name="Line 374">
                <a:extLst>
                  <a:ext uri="{FF2B5EF4-FFF2-40B4-BE49-F238E27FC236}">
                    <a16:creationId xmlns:a16="http://schemas.microsoft.com/office/drawing/2014/main" id="{A60B9385-1F2E-DF86-9F8D-6C726B5C284C}"/>
                  </a:ext>
                </a:extLst>
              </p:cNvPr>
              <p:cNvSpPr>
                <a:spLocks noChangeShapeType="1"/>
              </p:cNvSpPr>
              <p:nvPr/>
            </p:nvSpPr>
            <p:spPr bwMode="auto">
              <a:xfrm flipV="1">
                <a:off x="4362" y="2004"/>
                <a:ext cx="115"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0" name="Line 375">
                <a:extLst>
                  <a:ext uri="{FF2B5EF4-FFF2-40B4-BE49-F238E27FC236}">
                    <a16:creationId xmlns:a16="http://schemas.microsoft.com/office/drawing/2014/main" id="{4C49999D-128F-E7F5-594F-67740964D9D6}"/>
                  </a:ext>
                </a:extLst>
              </p:cNvPr>
              <p:cNvSpPr>
                <a:spLocks noChangeShapeType="1"/>
              </p:cNvSpPr>
              <p:nvPr/>
            </p:nvSpPr>
            <p:spPr bwMode="auto">
              <a:xfrm flipV="1">
                <a:off x="4477" y="2002"/>
                <a:ext cx="24"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1" name="Line 376">
                <a:extLst>
                  <a:ext uri="{FF2B5EF4-FFF2-40B4-BE49-F238E27FC236}">
                    <a16:creationId xmlns:a16="http://schemas.microsoft.com/office/drawing/2014/main" id="{5158B272-E62A-56CE-EBA5-1A468DEFA007}"/>
                  </a:ext>
                </a:extLst>
              </p:cNvPr>
              <p:cNvSpPr>
                <a:spLocks noChangeShapeType="1"/>
              </p:cNvSpPr>
              <p:nvPr/>
            </p:nvSpPr>
            <p:spPr bwMode="auto">
              <a:xfrm flipV="1">
                <a:off x="4501" y="1999"/>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2" name="Line 377">
                <a:extLst>
                  <a:ext uri="{FF2B5EF4-FFF2-40B4-BE49-F238E27FC236}">
                    <a16:creationId xmlns:a16="http://schemas.microsoft.com/office/drawing/2014/main" id="{BC4D9AFE-D6F7-9957-0FD4-1FD9D001C962}"/>
                  </a:ext>
                </a:extLst>
              </p:cNvPr>
              <p:cNvSpPr>
                <a:spLocks noChangeShapeType="1"/>
              </p:cNvSpPr>
              <p:nvPr/>
            </p:nvSpPr>
            <p:spPr bwMode="auto">
              <a:xfrm flipV="1">
                <a:off x="4523" y="1993"/>
                <a:ext cx="44" cy="6"/>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3" name="Line 378">
                <a:extLst>
                  <a:ext uri="{FF2B5EF4-FFF2-40B4-BE49-F238E27FC236}">
                    <a16:creationId xmlns:a16="http://schemas.microsoft.com/office/drawing/2014/main" id="{5F4C42B7-8961-9F5D-A62C-0DDA87A3C3BA}"/>
                  </a:ext>
                </a:extLst>
              </p:cNvPr>
              <p:cNvSpPr>
                <a:spLocks noChangeShapeType="1"/>
              </p:cNvSpPr>
              <p:nvPr/>
            </p:nvSpPr>
            <p:spPr bwMode="auto">
              <a:xfrm flipV="1">
                <a:off x="4567" y="1990"/>
                <a:ext cx="22" cy="3"/>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4" name="Line 379">
                <a:extLst>
                  <a:ext uri="{FF2B5EF4-FFF2-40B4-BE49-F238E27FC236}">
                    <a16:creationId xmlns:a16="http://schemas.microsoft.com/office/drawing/2014/main" id="{5D09A8F5-5A3A-6A42-A159-6D876978214F}"/>
                  </a:ext>
                </a:extLst>
              </p:cNvPr>
              <p:cNvSpPr>
                <a:spLocks noChangeShapeType="1"/>
              </p:cNvSpPr>
              <p:nvPr/>
            </p:nvSpPr>
            <p:spPr bwMode="auto">
              <a:xfrm flipV="1">
                <a:off x="4589" y="1989"/>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5" name="Line 380">
                <a:extLst>
                  <a:ext uri="{FF2B5EF4-FFF2-40B4-BE49-F238E27FC236}">
                    <a16:creationId xmlns:a16="http://schemas.microsoft.com/office/drawing/2014/main" id="{0FE0E0EA-4B1C-0224-7941-6D4DC931721F}"/>
                  </a:ext>
                </a:extLst>
              </p:cNvPr>
              <p:cNvSpPr>
                <a:spLocks noChangeShapeType="1"/>
              </p:cNvSpPr>
              <p:nvPr/>
            </p:nvSpPr>
            <p:spPr bwMode="auto">
              <a:xfrm>
                <a:off x="4611" y="1989"/>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6" name="Line 381">
                <a:extLst>
                  <a:ext uri="{FF2B5EF4-FFF2-40B4-BE49-F238E27FC236}">
                    <a16:creationId xmlns:a16="http://schemas.microsoft.com/office/drawing/2014/main" id="{147AE666-EBC7-6332-E0BE-4586D9192DC6}"/>
                  </a:ext>
                </a:extLst>
              </p:cNvPr>
              <p:cNvSpPr>
                <a:spLocks noChangeShapeType="1"/>
              </p:cNvSpPr>
              <p:nvPr/>
            </p:nvSpPr>
            <p:spPr bwMode="auto">
              <a:xfrm>
                <a:off x="4633" y="1991"/>
                <a:ext cx="11"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7" name="Line 382">
                <a:extLst>
                  <a:ext uri="{FF2B5EF4-FFF2-40B4-BE49-F238E27FC236}">
                    <a16:creationId xmlns:a16="http://schemas.microsoft.com/office/drawing/2014/main" id="{7E535423-E957-052F-4456-894C04871835}"/>
                  </a:ext>
                </a:extLst>
              </p:cNvPr>
              <p:cNvSpPr>
                <a:spLocks noChangeShapeType="1"/>
              </p:cNvSpPr>
              <p:nvPr/>
            </p:nvSpPr>
            <p:spPr bwMode="auto">
              <a:xfrm>
                <a:off x="4644" y="1993"/>
                <a:ext cx="12" cy="3"/>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8" name="Line 383">
                <a:extLst>
                  <a:ext uri="{FF2B5EF4-FFF2-40B4-BE49-F238E27FC236}">
                    <a16:creationId xmlns:a16="http://schemas.microsoft.com/office/drawing/2014/main" id="{C14F312A-62C2-DDBC-1165-06E6A2AE5478}"/>
                  </a:ext>
                </a:extLst>
              </p:cNvPr>
              <p:cNvSpPr>
                <a:spLocks noChangeShapeType="1"/>
              </p:cNvSpPr>
              <p:nvPr/>
            </p:nvSpPr>
            <p:spPr bwMode="auto">
              <a:xfrm>
                <a:off x="4656" y="1996"/>
                <a:ext cx="79" cy="10"/>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19" name="Line 384">
                <a:extLst>
                  <a:ext uri="{FF2B5EF4-FFF2-40B4-BE49-F238E27FC236}">
                    <a16:creationId xmlns:a16="http://schemas.microsoft.com/office/drawing/2014/main" id="{C0594653-9066-0DA9-229B-5EFF577980C8}"/>
                  </a:ext>
                </a:extLst>
              </p:cNvPr>
              <p:cNvSpPr>
                <a:spLocks noChangeShapeType="1"/>
              </p:cNvSpPr>
              <p:nvPr/>
            </p:nvSpPr>
            <p:spPr bwMode="auto">
              <a:xfrm>
                <a:off x="4735" y="2006"/>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0" name="Line 385">
                <a:extLst>
                  <a:ext uri="{FF2B5EF4-FFF2-40B4-BE49-F238E27FC236}">
                    <a16:creationId xmlns:a16="http://schemas.microsoft.com/office/drawing/2014/main" id="{31F4E51C-F0C5-BE11-6036-FED094C2070E}"/>
                  </a:ext>
                </a:extLst>
              </p:cNvPr>
              <p:cNvSpPr>
                <a:spLocks noChangeShapeType="1"/>
              </p:cNvSpPr>
              <p:nvPr/>
            </p:nvSpPr>
            <p:spPr bwMode="auto">
              <a:xfrm>
                <a:off x="4797" y="2012"/>
                <a:ext cx="72" cy="4"/>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1" name="Line 386">
                <a:extLst>
                  <a:ext uri="{FF2B5EF4-FFF2-40B4-BE49-F238E27FC236}">
                    <a16:creationId xmlns:a16="http://schemas.microsoft.com/office/drawing/2014/main" id="{DF8497FE-2B66-3FA7-497F-93D820F831B6}"/>
                  </a:ext>
                </a:extLst>
              </p:cNvPr>
              <p:cNvSpPr>
                <a:spLocks noChangeShapeType="1"/>
              </p:cNvSpPr>
              <p:nvPr/>
            </p:nvSpPr>
            <p:spPr bwMode="auto">
              <a:xfrm>
                <a:off x="4869" y="2016"/>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2" name="Line 387">
                <a:extLst>
                  <a:ext uri="{FF2B5EF4-FFF2-40B4-BE49-F238E27FC236}">
                    <a16:creationId xmlns:a16="http://schemas.microsoft.com/office/drawing/2014/main" id="{AE525448-18E9-FFEC-1AB2-4DD8F6F5883E}"/>
                  </a:ext>
                </a:extLst>
              </p:cNvPr>
              <p:cNvSpPr>
                <a:spLocks noChangeShapeType="1"/>
              </p:cNvSpPr>
              <p:nvPr/>
            </p:nvSpPr>
            <p:spPr bwMode="auto">
              <a:xfrm flipV="1">
                <a:off x="4979" y="2011"/>
                <a:ext cx="18" cy="9"/>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3" name="Line 388">
                <a:extLst>
                  <a:ext uri="{FF2B5EF4-FFF2-40B4-BE49-F238E27FC236}">
                    <a16:creationId xmlns:a16="http://schemas.microsoft.com/office/drawing/2014/main" id="{5F045284-CF86-63FA-4A4B-769C14AB9837}"/>
                  </a:ext>
                </a:extLst>
              </p:cNvPr>
              <p:cNvSpPr>
                <a:spLocks noChangeShapeType="1"/>
              </p:cNvSpPr>
              <p:nvPr/>
            </p:nvSpPr>
            <p:spPr bwMode="auto">
              <a:xfrm flipV="1">
                <a:off x="4997" y="2006"/>
                <a:ext cx="16" cy="5"/>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4" name="Line 389">
                <a:extLst>
                  <a:ext uri="{FF2B5EF4-FFF2-40B4-BE49-F238E27FC236}">
                    <a16:creationId xmlns:a16="http://schemas.microsoft.com/office/drawing/2014/main" id="{60602838-8DEA-AD36-F6E7-C8B131D74302}"/>
                  </a:ext>
                </a:extLst>
              </p:cNvPr>
              <p:cNvSpPr>
                <a:spLocks noChangeShapeType="1"/>
              </p:cNvSpPr>
              <p:nvPr/>
            </p:nvSpPr>
            <p:spPr bwMode="auto">
              <a:xfrm flipV="1">
                <a:off x="5013" y="2005"/>
                <a:ext cx="8" cy="1"/>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5" name="Line 390">
                <a:extLst>
                  <a:ext uri="{FF2B5EF4-FFF2-40B4-BE49-F238E27FC236}">
                    <a16:creationId xmlns:a16="http://schemas.microsoft.com/office/drawing/2014/main" id="{1965115A-C9EB-EDAF-D4DC-CF6FBCAEEEC2}"/>
                  </a:ext>
                </a:extLst>
              </p:cNvPr>
              <p:cNvSpPr>
                <a:spLocks noChangeShapeType="1"/>
              </p:cNvSpPr>
              <p:nvPr/>
            </p:nvSpPr>
            <p:spPr bwMode="auto">
              <a:xfrm flipV="1">
                <a:off x="5021" y="2004"/>
                <a:ext cx="6"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6" name="Line 391">
                <a:extLst>
                  <a:ext uri="{FF2B5EF4-FFF2-40B4-BE49-F238E27FC236}">
                    <a16:creationId xmlns:a16="http://schemas.microsoft.com/office/drawing/2014/main" id="{E614BC3D-9746-BC42-E63E-C8261A9DA827}"/>
                  </a:ext>
                </a:extLst>
              </p:cNvPr>
              <p:cNvSpPr>
                <a:spLocks noChangeShapeType="1"/>
              </p:cNvSpPr>
              <p:nvPr/>
            </p:nvSpPr>
            <p:spPr bwMode="auto">
              <a:xfrm>
                <a:off x="5027" y="2004"/>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7" name="Line 392">
                <a:extLst>
                  <a:ext uri="{FF2B5EF4-FFF2-40B4-BE49-F238E27FC236}">
                    <a16:creationId xmlns:a16="http://schemas.microsoft.com/office/drawing/2014/main" id="{D3D68C5E-267A-12E1-6470-B6A1858131B1}"/>
                  </a:ext>
                </a:extLst>
              </p:cNvPr>
              <p:cNvSpPr>
                <a:spLocks noChangeShapeType="1"/>
              </p:cNvSpPr>
              <p:nvPr/>
            </p:nvSpPr>
            <p:spPr bwMode="auto">
              <a:xfrm>
                <a:off x="5031" y="2004"/>
                <a:ext cx="4"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8" name="Line 393">
                <a:extLst>
                  <a:ext uri="{FF2B5EF4-FFF2-40B4-BE49-F238E27FC236}">
                    <a16:creationId xmlns:a16="http://schemas.microsoft.com/office/drawing/2014/main" id="{3F362D83-FF48-C47F-4A65-DF15E593340B}"/>
                  </a:ext>
                </a:extLst>
              </p:cNvPr>
              <p:cNvSpPr>
                <a:spLocks noChangeShapeType="1"/>
              </p:cNvSpPr>
              <p:nvPr/>
            </p:nvSpPr>
            <p:spPr bwMode="auto">
              <a:xfrm>
                <a:off x="5035" y="2005"/>
                <a:ext cx="5" cy="5"/>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29" name="Line 394">
                <a:extLst>
                  <a:ext uri="{FF2B5EF4-FFF2-40B4-BE49-F238E27FC236}">
                    <a16:creationId xmlns:a16="http://schemas.microsoft.com/office/drawing/2014/main" id="{CDBE0880-904A-EB78-073D-B7931230DF3D}"/>
                  </a:ext>
                </a:extLst>
              </p:cNvPr>
              <p:cNvSpPr>
                <a:spLocks noChangeShapeType="1"/>
              </p:cNvSpPr>
              <p:nvPr/>
            </p:nvSpPr>
            <p:spPr bwMode="auto">
              <a:xfrm>
                <a:off x="5040" y="2010"/>
                <a:ext cx="7" cy="5"/>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0" name="Line 395">
                <a:extLst>
                  <a:ext uri="{FF2B5EF4-FFF2-40B4-BE49-F238E27FC236}">
                    <a16:creationId xmlns:a16="http://schemas.microsoft.com/office/drawing/2014/main" id="{AA44EB3B-0B5A-1630-15AC-CA5C2F4A6F06}"/>
                  </a:ext>
                </a:extLst>
              </p:cNvPr>
              <p:cNvSpPr>
                <a:spLocks noChangeShapeType="1"/>
              </p:cNvSpPr>
              <p:nvPr/>
            </p:nvSpPr>
            <p:spPr bwMode="auto">
              <a:xfrm>
                <a:off x="5047" y="2015"/>
                <a:ext cx="5" cy="5"/>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1" name="Line 396">
                <a:extLst>
                  <a:ext uri="{FF2B5EF4-FFF2-40B4-BE49-F238E27FC236}">
                    <a16:creationId xmlns:a16="http://schemas.microsoft.com/office/drawing/2014/main" id="{0D74CC4B-CBDC-C0A8-DDF0-1A69080F95FB}"/>
                  </a:ext>
                </a:extLst>
              </p:cNvPr>
              <p:cNvSpPr>
                <a:spLocks noChangeShapeType="1"/>
              </p:cNvSpPr>
              <p:nvPr/>
            </p:nvSpPr>
            <p:spPr bwMode="auto">
              <a:xfrm flipV="1">
                <a:off x="5052" y="1935"/>
                <a:ext cx="8" cy="8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2" name="Line 397">
                <a:extLst>
                  <a:ext uri="{FF2B5EF4-FFF2-40B4-BE49-F238E27FC236}">
                    <a16:creationId xmlns:a16="http://schemas.microsoft.com/office/drawing/2014/main" id="{2C18C396-35F8-E86C-642A-50CBE852AF85}"/>
                  </a:ext>
                </a:extLst>
              </p:cNvPr>
              <p:cNvSpPr>
                <a:spLocks noChangeShapeType="1"/>
              </p:cNvSpPr>
              <p:nvPr/>
            </p:nvSpPr>
            <p:spPr bwMode="auto">
              <a:xfrm flipH="1" flipV="1">
                <a:off x="5054" y="1916"/>
                <a:ext cx="6" cy="19"/>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3" name="Line 398">
                <a:extLst>
                  <a:ext uri="{FF2B5EF4-FFF2-40B4-BE49-F238E27FC236}">
                    <a16:creationId xmlns:a16="http://schemas.microsoft.com/office/drawing/2014/main" id="{1961033A-A5AE-E1D0-01A8-8C28B10D1391}"/>
                  </a:ext>
                </a:extLst>
              </p:cNvPr>
              <p:cNvSpPr>
                <a:spLocks noChangeShapeType="1"/>
              </p:cNvSpPr>
              <p:nvPr/>
            </p:nvSpPr>
            <p:spPr bwMode="auto">
              <a:xfrm flipH="1" flipV="1">
                <a:off x="5049" y="1897"/>
                <a:ext cx="5" cy="19"/>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4" name="Line 399">
                <a:extLst>
                  <a:ext uri="{FF2B5EF4-FFF2-40B4-BE49-F238E27FC236}">
                    <a16:creationId xmlns:a16="http://schemas.microsoft.com/office/drawing/2014/main" id="{ED639A1B-704D-C203-38FD-9AFFA81F72FD}"/>
                  </a:ext>
                </a:extLst>
              </p:cNvPr>
              <p:cNvSpPr>
                <a:spLocks noChangeShapeType="1"/>
              </p:cNvSpPr>
              <p:nvPr/>
            </p:nvSpPr>
            <p:spPr bwMode="auto">
              <a:xfrm flipH="1" flipV="1">
                <a:off x="5047" y="1878"/>
                <a:ext cx="2" cy="1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5" name="Line 400">
                <a:extLst>
                  <a:ext uri="{FF2B5EF4-FFF2-40B4-BE49-F238E27FC236}">
                    <a16:creationId xmlns:a16="http://schemas.microsoft.com/office/drawing/2014/main" id="{ECD6EC1E-C3C7-2E67-867E-FE917A78E621}"/>
                  </a:ext>
                </a:extLst>
              </p:cNvPr>
              <p:cNvSpPr>
                <a:spLocks noChangeShapeType="1"/>
              </p:cNvSpPr>
              <p:nvPr/>
            </p:nvSpPr>
            <p:spPr bwMode="auto">
              <a:xfrm flipH="1" flipV="1">
                <a:off x="5044" y="1858"/>
                <a:ext cx="3"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6" name="Line 401">
                <a:extLst>
                  <a:ext uri="{FF2B5EF4-FFF2-40B4-BE49-F238E27FC236}">
                    <a16:creationId xmlns:a16="http://schemas.microsoft.com/office/drawing/2014/main" id="{EC223FA1-559B-3BD2-DD35-8BDF7B90E2AA}"/>
                  </a:ext>
                </a:extLst>
              </p:cNvPr>
              <p:cNvSpPr>
                <a:spLocks noChangeShapeType="1"/>
              </p:cNvSpPr>
              <p:nvPr/>
            </p:nvSpPr>
            <p:spPr bwMode="auto">
              <a:xfrm flipH="1" flipV="1">
                <a:off x="5040" y="1819"/>
                <a:ext cx="4" cy="3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7" name="Line 402">
                <a:extLst>
                  <a:ext uri="{FF2B5EF4-FFF2-40B4-BE49-F238E27FC236}">
                    <a16:creationId xmlns:a16="http://schemas.microsoft.com/office/drawing/2014/main" id="{94AC48C9-89A9-EF8D-8926-350FD0BEF0DB}"/>
                  </a:ext>
                </a:extLst>
              </p:cNvPr>
              <p:cNvSpPr>
                <a:spLocks noChangeShapeType="1"/>
              </p:cNvSpPr>
              <p:nvPr/>
            </p:nvSpPr>
            <p:spPr bwMode="auto">
              <a:xfrm flipV="1">
                <a:off x="5040" y="1778"/>
                <a:ext cx="1" cy="4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8" name="Line 403">
                <a:extLst>
                  <a:ext uri="{FF2B5EF4-FFF2-40B4-BE49-F238E27FC236}">
                    <a16:creationId xmlns:a16="http://schemas.microsoft.com/office/drawing/2014/main" id="{7FE1B673-56DD-002B-1A0D-ED9F097EAA52}"/>
                  </a:ext>
                </a:extLst>
              </p:cNvPr>
              <p:cNvSpPr>
                <a:spLocks noChangeShapeType="1"/>
              </p:cNvSpPr>
              <p:nvPr/>
            </p:nvSpPr>
            <p:spPr bwMode="auto">
              <a:xfrm flipV="1">
                <a:off x="5040" y="1738"/>
                <a:ext cx="3"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39" name="Line 404">
                <a:extLst>
                  <a:ext uri="{FF2B5EF4-FFF2-40B4-BE49-F238E27FC236}">
                    <a16:creationId xmlns:a16="http://schemas.microsoft.com/office/drawing/2014/main" id="{9A3B14BE-8B2B-68CC-3434-ED4A4FD37FE0}"/>
                  </a:ext>
                </a:extLst>
              </p:cNvPr>
              <p:cNvSpPr>
                <a:spLocks noChangeShapeType="1"/>
              </p:cNvSpPr>
              <p:nvPr/>
            </p:nvSpPr>
            <p:spPr bwMode="auto">
              <a:xfrm flipV="1">
                <a:off x="5043" y="1698"/>
                <a:ext cx="2" cy="4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0" name="Line 405">
                <a:extLst>
                  <a:ext uri="{FF2B5EF4-FFF2-40B4-BE49-F238E27FC236}">
                    <a16:creationId xmlns:a16="http://schemas.microsoft.com/office/drawing/2014/main" id="{7F30BB2C-543D-4CDA-3B36-C3EEB5DBF3BB}"/>
                  </a:ext>
                </a:extLst>
              </p:cNvPr>
              <p:cNvSpPr>
                <a:spLocks noChangeShapeType="1"/>
              </p:cNvSpPr>
              <p:nvPr/>
            </p:nvSpPr>
            <p:spPr bwMode="auto">
              <a:xfrm flipV="1">
                <a:off x="5045" y="1619"/>
                <a:ext cx="7" cy="79"/>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1" name="Line 406">
                <a:extLst>
                  <a:ext uri="{FF2B5EF4-FFF2-40B4-BE49-F238E27FC236}">
                    <a16:creationId xmlns:a16="http://schemas.microsoft.com/office/drawing/2014/main" id="{DF769A42-9EF3-24FD-C3D3-ABEE969B3735}"/>
                  </a:ext>
                </a:extLst>
              </p:cNvPr>
              <p:cNvSpPr>
                <a:spLocks noChangeShapeType="1"/>
              </p:cNvSpPr>
              <p:nvPr/>
            </p:nvSpPr>
            <p:spPr bwMode="auto">
              <a:xfrm flipH="1">
                <a:off x="3071" y="1619"/>
                <a:ext cx="198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2" name="Freeform 407">
                <a:extLst>
                  <a:ext uri="{FF2B5EF4-FFF2-40B4-BE49-F238E27FC236}">
                    <a16:creationId xmlns:a16="http://schemas.microsoft.com/office/drawing/2014/main" id="{61CF1B5C-904F-B2BB-FC4B-361416E0DC7F}"/>
                  </a:ext>
                </a:extLst>
              </p:cNvPr>
              <p:cNvSpPr>
                <a:spLocks/>
              </p:cNvSpPr>
              <p:nvPr/>
            </p:nvSpPr>
            <p:spPr bwMode="auto">
              <a:xfrm>
                <a:off x="2982" y="1565"/>
                <a:ext cx="145" cy="132"/>
              </a:xfrm>
              <a:custGeom>
                <a:avLst/>
                <a:gdLst>
                  <a:gd name="T0" fmla="*/ 7 w 145"/>
                  <a:gd name="T1" fmla="*/ 131 h 132"/>
                  <a:gd name="T2" fmla="*/ 0 w 145"/>
                  <a:gd name="T3" fmla="*/ 132 h 132"/>
                  <a:gd name="T4" fmla="*/ 137 w 145"/>
                  <a:gd name="T5" fmla="*/ 1 h 132"/>
                  <a:gd name="T6" fmla="*/ 145 w 145"/>
                  <a:gd name="T7" fmla="*/ 0 h 132"/>
                  <a:gd name="T8" fmla="*/ 7 w 145"/>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5" h="132">
                    <a:moveTo>
                      <a:pt x="7" y="131"/>
                    </a:moveTo>
                    <a:lnTo>
                      <a:pt x="0" y="132"/>
                    </a:lnTo>
                    <a:lnTo>
                      <a:pt x="137" y="1"/>
                    </a:lnTo>
                    <a:lnTo>
                      <a:pt x="145" y="0"/>
                    </a:lnTo>
                    <a:lnTo>
                      <a:pt x="7"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43" name="Line 408">
                <a:extLst>
                  <a:ext uri="{FF2B5EF4-FFF2-40B4-BE49-F238E27FC236}">
                    <a16:creationId xmlns:a16="http://schemas.microsoft.com/office/drawing/2014/main" id="{B72A1950-EB22-CB2A-154C-7EB99329931B}"/>
                  </a:ext>
                </a:extLst>
              </p:cNvPr>
              <p:cNvSpPr>
                <a:spLocks noChangeShapeType="1"/>
              </p:cNvSpPr>
              <p:nvPr/>
            </p:nvSpPr>
            <p:spPr bwMode="auto">
              <a:xfrm flipV="1">
                <a:off x="2989" y="1565"/>
                <a:ext cx="138" cy="131"/>
              </a:xfrm>
              <a:prstGeom prst="line">
                <a:avLst/>
              </a:prstGeom>
              <a:noFill/>
              <a:ln w="1588">
                <a:solidFill>
                  <a:srgbClr val="3F7F5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344" name="Freeform 409">
                <a:extLst>
                  <a:ext uri="{FF2B5EF4-FFF2-40B4-BE49-F238E27FC236}">
                    <a16:creationId xmlns:a16="http://schemas.microsoft.com/office/drawing/2014/main" id="{5D726272-376D-708B-9364-93BB01DC03A7}"/>
                  </a:ext>
                </a:extLst>
              </p:cNvPr>
              <p:cNvSpPr>
                <a:spLocks/>
              </p:cNvSpPr>
              <p:nvPr/>
            </p:nvSpPr>
            <p:spPr bwMode="auto">
              <a:xfrm>
                <a:off x="2986" y="1565"/>
                <a:ext cx="141" cy="131"/>
              </a:xfrm>
              <a:custGeom>
                <a:avLst/>
                <a:gdLst>
                  <a:gd name="T0" fmla="*/ 3 w 141"/>
                  <a:gd name="T1" fmla="*/ 131 h 131"/>
                  <a:gd name="T2" fmla="*/ 0 w 141"/>
                  <a:gd name="T3" fmla="*/ 131 h 131"/>
                  <a:gd name="T4" fmla="*/ 137 w 141"/>
                  <a:gd name="T5" fmla="*/ 0 h 131"/>
                  <a:gd name="T6" fmla="*/ 141 w 141"/>
                  <a:gd name="T7" fmla="*/ 0 h 131"/>
                  <a:gd name="T8" fmla="*/ 3 w 141"/>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3" y="131"/>
                    </a:moveTo>
                    <a:lnTo>
                      <a:pt x="0" y="131"/>
                    </a:lnTo>
                    <a:lnTo>
                      <a:pt x="137" y="0"/>
                    </a:lnTo>
                    <a:lnTo>
                      <a:pt x="141" y="0"/>
                    </a:lnTo>
                    <a:lnTo>
                      <a:pt x="3"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45" name="Freeform 410">
                <a:extLst>
                  <a:ext uri="{FF2B5EF4-FFF2-40B4-BE49-F238E27FC236}">
                    <a16:creationId xmlns:a16="http://schemas.microsoft.com/office/drawing/2014/main" id="{B27B577D-6C9D-7B79-7017-FD33AB696BDD}"/>
                  </a:ext>
                </a:extLst>
              </p:cNvPr>
              <p:cNvSpPr>
                <a:spLocks/>
              </p:cNvSpPr>
              <p:nvPr/>
            </p:nvSpPr>
            <p:spPr bwMode="auto">
              <a:xfrm>
                <a:off x="2982" y="1565"/>
                <a:ext cx="141" cy="132"/>
              </a:xfrm>
              <a:custGeom>
                <a:avLst/>
                <a:gdLst>
                  <a:gd name="T0" fmla="*/ 4 w 141"/>
                  <a:gd name="T1" fmla="*/ 131 h 132"/>
                  <a:gd name="T2" fmla="*/ 0 w 141"/>
                  <a:gd name="T3" fmla="*/ 132 h 132"/>
                  <a:gd name="T4" fmla="*/ 137 w 141"/>
                  <a:gd name="T5" fmla="*/ 1 h 132"/>
                  <a:gd name="T6" fmla="*/ 141 w 141"/>
                  <a:gd name="T7" fmla="*/ 0 h 132"/>
                  <a:gd name="T8" fmla="*/ 4 w 141"/>
                  <a:gd name="T9" fmla="*/ 131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4" y="131"/>
                    </a:moveTo>
                    <a:lnTo>
                      <a:pt x="0" y="132"/>
                    </a:lnTo>
                    <a:lnTo>
                      <a:pt x="137" y="1"/>
                    </a:lnTo>
                    <a:lnTo>
                      <a:pt x="141" y="0"/>
                    </a:lnTo>
                    <a:lnTo>
                      <a:pt x="4"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46" name="Freeform 411">
                <a:extLst>
                  <a:ext uri="{FF2B5EF4-FFF2-40B4-BE49-F238E27FC236}">
                    <a16:creationId xmlns:a16="http://schemas.microsoft.com/office/drawing/2014/main" id="{51F31519-B145-748C-855A-102E7CA346FB}"/>
                  </a:ext>
                </a:extLst>
              </p:cNvPr>
              <p:cNvSpPr>
                <a:spLocks/>
              </p:cNvSpPr>
              <p:nvPr/>
            </p:nvSpPr>
            <p:spPr bwMode="auto">
              <a:xfrm>
                <a:off x="2971" y="1566"/>
                <a:ext cx="148" cy="131"/>
              </a:xfrm>
              <a:custGeom>
                <a:avLst/>
                <a:gdLst>
                  <a:gd name="T0" fmla="*/ 11 w 148"/>
                  <a:gd name="T1" fmla="*/ 131 h 131"/>
                  <a:gd name="T2" fmla="*/ 0 w 148"/>
                  <a:gd name="T3" fmla="*/ 131 h 131"/>
                  <a:gd name="T4" fmla="*/ 139 w 148"/>
                  <a:gd name="T5" fmla="*/ 0 h 131"/>
                  <a:gd name="T6" fmla="*/ 148 w 148"/>
                  <a:gd name="T7" fmla="*/ 0 h 131"/>
                  <a:gd name="T8" fmla="*/ 11 w 148"/>
                  <a:gd name="T9" fmla="*/ 131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131">
                    <a:moveTo>
                      <a:pt x="11" y="131"/>
                    </a:moveTo>
                    <a:lnTo>
                      <a:pt x="0" y="131"/>
                    </a:lnTo>
                    <a:lnTo>
                      <a:pt x="139" y="0"/>
                    </a:lnTo>
                    <a:lnTo>
                      <a:pt x="148" y="0"/>
                    </a:lnTo>
                    <a:lnTo>
                      <a:pt x="11"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347" name="Line 412">
                <a:extLst>
                  <a:ext uri="{FF2B5EF4-FFF2-40B4-BE49-F238E27FC236}">
                    <a16:creationId xmlns:a16="http://schemas.microsoft.com/office/drawing/2014/main" id="{88C8105A-61F3-E4DF-6D2E-662A49F97DCE}"/>
                  </a:ext>
                </a:extLst>
              </p:cNvPr>
              <p:cNvSpPr>
                <a:spLocks noChangeShapeType="1"/>
              </p:cNvSpPr>
              <p:nvPr/>
            </p:nvSpPr>
            <p:spPr bwMode="auto">
              <a:xfrm flipV="1">
                <a:off x="2982" y="1566"/>
                <a:ext cx="137" cy="131"/>
              </a:xfrm>
              <a:prstGeom prst="line">
                <a:avLst/>
              </a:prstGeom>
              <a:noFill/>
              <a:ln w="1588">
                <a:solidFill>
                  <a:srgbClr val="3E7D5E"/>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81932" name="Freeform 413">
              <a:extLst>
                <a:ext uri="{FF2B5EF4-FFF2-40B4-BE49-F238E27FC236}">
                  <a16:creationId xmlns:a16="http://schemas.microsoft.com/office/drawing/2014/main" id="{B714325E-C8D4-471C-8626-C981E142E929}"/>
                </a:ext>
              </a:extLst>
            </p:cNvPr>
            <p:cNvSpPr>
              <a:spLocks/>
            </p:cNvSpPr>
            <p:nvPr/>
          </p:nvSpPr>
          <p:spPr bwMode="auto">
            <a:xfrm>
              <a:off x="3150" y="1545"/>
              <a:ext cx="141" cy="141"/>
            </a:xfrm>
            <a:custGeom>
              <a:avLst/>
              <a:gdLst>
                <a:gd name="T0" fmla="*/ 4 w 141"/>
                <a:gd name="T1" fmla="*/ 277 h 131"/>
                <a:gd name="T2" fmla="*/ 0 w 141"/>
                <a:gd name="T3" fmla="*/ 277 h 131"/>
                <a:gd name="T4" fmla="*/ 137 w 141"/>
                <a:gd name="T5" fmla="*/ 0 h 131"/>
                <a:gd name="T6" fmla="*/ 141 w 141"/>
                <a:gd name="T7" fmla="*/ 0 h 131"/>
                <a:gd name="T8" fmla="*/ 4 w 141"/>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7" y="0"/>
                  </a:lnTo>
                  <a:lnTo>
                    <a:pt x="141" y="0"/>
                  </a:lnTo>
                  <a:lnTo>
                    <a:pt x="4" y="131"/>
                  </a:lnTo>
                  <a:close/>
                </a:path>
              </a:pathLst>
            </a:custGeom>
            <a:solidFill>
              <a:srgbClr val="3E7D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33" name="Freeform 414">
              <a:extLst>
                <a:ext uri="{FF2B5EF4-FFF2-40B4-BE49-F238E27FC236}">
                  <a16:creationId xmlns:a16="http://schemas.microsoft.com/office/drawing/2014/main" id="{65FD7F4B-FB4C-7A02-93D9-156D06911FDF}"/>
                </a:ext>
              </a:extLst>
            </p:cNvPr>
            <p:cNvSpPr>
              <a:spLocks/>
            </p:cNvSpPr>
            <p:nvPr/>
          </p:nvSpPr>
          <p:spPr bwMode="auto">
            <a:xfrm>
              <a:off x="3147" y="1545"/>
              <a:ext cx="140" cy="141"/>
            </a:xfrm>
            <a:custGeom>
              <a:avLst/>
              <a:gdLst>
                <a:gd name="T0" fmla="*/ 3 w 140"/>
                <a:gd name="T1" fmla="*/ 277 h 131"/>
                <a:gd name="T2" fmla="*/ 0 w 140"/>
                <a:gd name="T3" fmla="*/ 277 h 131"/>
                <a:gd name="T4" fmla="*/ 137 w 140"/>
                <a:gd name="T5" fmla="*/ 0 h 131"/>
                <a:gd name="T6" fmla="*/ 140 w 140"/>
                <a:gd name="T7" fmla="*/ 0 h 131"/>
                <a:gd name="T8" fmla="*/ 3 w 140"/>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1">
                  <a:moveTo>
                    <a:pt x="3" y="131"/>
                  </a:moveTo>
                  <a:lnTo>
                    <a:pt x="0" y="131"/>
                  </a:lnTo>
                  <a:lnTo>
                    <a:pt x="137" y="0"/>
                  </a:lnTo>
                  <a:lnTo>
                    <a:pt x="140" y="0"/>
                  </a:lnTo>
                  <a:lnTo>
                    <a:pt x="3" y="131"/>
                  </a:lnTo>
                  <a:close/>
                </a:path>
              </a:pathLst>
            </a:custGeom>
            <a:solidFill>
              <a:srgbClr val="3E7E5E"/>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34" name="Freeform 415">
              <a:extLst>
                <a:ext uri="{FF2B5EF4-FFF2-40B4-BE49-F238E27FC236}">
                  <a16:creationId xmlns:a16="http://schemas.microsoft.com/office/drawing/2014/main" id="{6D5FD1F8-A36A-E3F4-A7E1-57A890312EB4}"/>
                </a:ext>
              </a:extLst>
            </p:cNvPr>
            <p:cNvSpPr>
              <a:spLocks/>
            </p:cNvSpPr>
            <p:nvPr/>
          </p:nvSpPr>
          <p:spPr bwMode="auto">
            <a:xfrm>
              <a:off x="3143" y="1545"/>
              <a:ext cx="141" cy="141"/>
            </a:xfrm>
            <a:custGeom>
              <a:avLst/>
              <a:gdLst>
                <a:gd name="T0" fmla="*/ 4 w 141"/>
                <a:gd name="T1" fmla="*/ 277 h 131"/>
                <a:gd name="T2" fmla="*/ 0 w 141"/>
                <a:gd name="T3" fmla="*/ 277 h 131"/>
                <a:gd name="T4" fmla="*/ 139 w 141"/>
                <a:gd name="T5" fmla="*/ 0 h 131"/>
                <a:gd name="T6" fmla="*/ 141 w 141"/>
                <a:gd name="T7" fmla="*/ 0 h 131"/>
                <a:gd name="T8" fmla="*/ 4 w 141"/>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1"/>
                  </a:moveTo>
                  <a:lnTo>
                    <a:pt x="0" y="131"/>
                  </a:lnTo>
                  <a:lnTo>
                    <a:pt x="139" y="0"/>
                  </a:lnTo>
                  <a:lnTo>
                    <a:pt x="141" y="0"/>
                  </a:lnTo>
                  <a:lnTo>
                    <a:pt x="4" y="131"/>
                  </a:lnTo>
                  <a:close/>
                </a:path>
              </a:pathLst>
            </a:custGeom>
            <a:solidFill>
              <a:srgbClr val="3F7F5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35" name="Freeform 416">
              <a:extLst>
                <a:ext uri="{FF2B5EF4-FFF2-40B4-BE49-F238E27FC236}">
                  <a16:creationId xmlns:a16="http://schemas.microsoft.com/office/drawing/2014/main" id="{3C0F7C7A-6FD1-12CD-D127-AD9BCC343908}"/>
                </a:ext>
              </a:extLst>
            </p:cNvPr>
            <p:cNvSpPr>
              <a:spLocks/>
            </p:cNvSpPr>
            <p:nvPr/>
          </p:nvSpPr>
          <p:spPr bwMode="auto">
            <a:xfrm>
              <a:off x="3136" y="1545"/>
              <a:ext cx="146" cy="142"/>
            </a:xfrm>
            <a:custGeom>
              <a:avLst/>
              <a:gdLst>
                <a:gd name="T0" fmla="*/ 7 w 146"/>
                <a:gd name="T1" fmla="*/ 272 h 132"/>
                <a:gd name="T2" fmla="*/ 0 w 146"/>
                <a:gd name="T3" fmla="*/ 275 h 132"/>
                <a:gd name="T4" fmla="*/ 137 w 146"/>
                <a:gd name="T5" fmla="*/ 2 h 132"/>
                <a:gd name="T6" fmla="*/ 146 w 146"/>
                <a:gd name="T7" fmla="*/ 0 h 132"/>
                <a:gd name="T8" fmla="*/ 7 w 146"/>
                <a:gd name="T9" fmla="*/ 27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32">
                  <a:moveTo>
                    <a:pt x="7" y="131"/>
                  </a:moveTo>
                  <a:lnTo>
                    <a:pt x="0" y="132"/>
                  </a:lnTo>
                  <a:lnTo>
                    <a:pt x="137" y="2"/>
                  </a:lnTo>
                  <a:lnTo>
                    <a:pt x="146" y="0"/>
                  </a:lnTo>
                  <a:lnTo>
                    <a:pt x="7"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36" name="Line 417">
              <a:extLst>
                <a:ext uri="{FF2B5EF4-FFF2-40B4-BE49-F238E27FC236}">
                  <a16:creationId xmlns:a16="http://schemas.microsoft.com/office/drawing/2014/main" id="{299CF9CA-4943-C713-06E9-72C4B7183608}"/>
                </a:ext>
              </a:extLst>
            </p:cNvPr>
            <p:cNvSpPr>
              <a:spLocks noChangeShapeType="1"/>
            </p:cNvSpPr>
            <p:nvPr/>
          </p:nvSpPr>
          <p:spPr bwMode="auto">
            <a:xfrm flipV="1">
              <a:off x="3143" y="1545"/>
              <a:ext cx="139" cy="141"/>
            </a:xfrm>
            <a:prstGeom prst="line">
              <a:avLst/>
            </a:prstGeom>
            <a:noFill/>
            <a:ln w="1588">
              <a:solidFill>
                <a:srgbClr val="40806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37" name="Freeform 418">
              <a:extLst>
                <a:ext uri="{FF2B5EF4-FFF2-40B4-BE49-F238E27FC236}">
                  <a16:creationId xmlns:a16="http://schemas.microsoft.com/office/drawing/2014/main" id="{F116E7AB-4964-C1E1-1A64-D8773F1F3453}"/>
                </a:ext>
              </a:extLst>
            </p:cNvPr>
            <p:cNvSpPr>
              <a:spLocks/>
            </p:cNvSpPr>
            <p:nvPr/>
          </p:nvSpPr>
          <p:spPr bwMode="auto">
            <a:xfrm>
              <a:off x="3139" y="1545"/>
              <a:ext cx="143" cy="141"/>
            </a:xfrm>
            <a:custGeom>
              <a:avLst/>
              <a:gdLst>
                <a:gd name="T0" fmla="*/ 4 w 143"/>
                <a:gd name="T1" fmla="*/ 277 h 131"/>
                <a:gd name="T2" fmla="*/ 0 w 143"/>
                <a:gd name="T3" fmla="*/ 277 h 131"/>
                <a:gd name="T4" fmla="*/ 138 w 143"/>
                <a:gd name="T5" fmla="*/ 0 h 131"/>
                <a:gd name="T6" fmla="*/ 143 w 143"/>
                <a:gd name="T7" fmla="*/ 0 h 131"/>
                <a:gd name="T8" fmla="*/ 4 w 143"/>
                <a:gd name="T9" fmla="*/ 277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3" h="131">
                  <a:moveTo>
                    <a:pt x="4" y="131"/>
                  </a:moveTo>
                  <a:lnTo>
                    <a:pt x="0" y="131"/>
                  </a:lnTo>
                  <a:lnTo>
                    <a:pt x="138" y="0"/>
                  </a:lnTo>
                  <a:lnTo>
                    <a:pt x="143" y="0"/>
                  </a:lnTo>
                  <a:lnTo>
                    <a:pt x="4" y="131"/>
                  </a:lnTo>
                  <a:close/>
                </a:path>
              </a:pathLst>
            </a:custGeom>
            <a:solidFill>
              <a:srgbClr val="408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38" name="Freeform 419">
              <a:extLst>
                <a:ext uri="{FF2B5EF4-FFF2-40B4-BE49-F238E27FC236}">
                  <a16:creationId xmlns:a16="http://schemas.microsoft.com/office/drawing/2014/main" id="{512004B8-93E0-A04F-2B54-62471C6E07F2}"/>
                </a:ext>
              </a:extLst>
            </p:cNvPr>
            <p:cNvSpPr>
              <a:spLocks/>
            </p:cNvSpPr>
            <p:nvPr/>
          </p:nvSpPr>
          <p:spPr bwMode="auto">
            <a:xfrm>
              <a:off x="3136" y="1545"/>
              <a:ext cx="141" cy="142"/>
            </a:xfrm>
            <a:custGeom>
              <a:avLst/>
              <a:gdLst>
                <a:gd name="T0" fmla="*/ 3 w 141"/>
                <a:gd name="T1" fmla="*/ 272 h 132"/>
                <a:gd name="T2" fmla="*/ 0 w 141"/>
                <a:gd name="T3" fmla="*/ 275 h 132"/>
                <a:gd name="T4" fmla="*/ 137 w 141"/>
                <a:gd name="T5" fmla="*/ 2 h 132"/>
                <a:gd name="T6" fmla="*/ 141 w 141"/>
                <a:gd name="T7" fmla="*/ 0 h 132"/>
                <a:gd name="T8" fmla="*/ 3 w 141"/>
                <a:gd name="T9" fmla="*/ 272 h 13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2">
                  <a:moveTo>
                    <a:pt x="3" y="131"/>
                  </a:moveTo>
                  <a:lnTo>
                    <a:pt x="0" y="132"/>
                  </a:lnTo>
                  <a:lnTo>
                    <a:pt x="137" y="2"/>
                  </a:lnTo>
                  <a:lnTo>
                    <a:pt x="141" y="0"/>
                  </a:lnTo>
                  <a:lnTo>
                    <a:pt x="3" y="131"/>
                  </a:lnTo>
                  <a:close/>
                </a:path>
              </a:pathLst>
            </a:custGeom>
            <a:solidFill>
              <a:srgbClr val="43866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39" name="Freeform 420">
              <a:extLst>
                <a:ext uri="{FF2B5EF4-FFF2-40B4-BE49-F238E27FC236}">
                  <a16:creationId xmlns:a16="http://schemas.microsoft.com/office/drawing/2014/main" id="{9DFA38B9-3C51-0AF3-2CAB-83171730C3A4}"/>
                </a:ext>
              </a:extLst>
            </p:cNvPr>
            <p:cNvSpPr>
              <a:spLocks/>
            </p:cNvSpPr>
            <p:nvPr/>
          </p:nvSpPr>
          <p:spPr bwMode="auto">
            <a:xfrm>
              <a:off x="3132" y="1548"/>
              <a:ext cx="141" cy="140"/>
            </a:xfrm>
            <a:custGeom>
              <a:avLst/>
              <a:gdLst>
                <a:gd name="T0" fmla="*/ 4 w 141"/>
                <a:gd name="T1" fmla="*/ 253 h 131"/>
                <a:gd name="T2" fmla="*/ 0 w 141"/>
                <a:gd name="T3" fmla="*/ 254 h 131"/>
                <a:gd name="T4" fmla="*/ 138 w 141"/>
                <a:gd name="T5" fmla="*/ 1 h 131"/>
                <a:gd name="T6" fmla="*/ 141 w 141"/>
                <a:gd name="T7" fmla="*/ 0 h 131"/>
                <a:gd name="T8" fmla="*/ 4 w 141"/>
                <a:gd name="T9" fmla="*/ 253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31">
                  <a:moveTo>
                    <a:pt x="4" y="130"/>
                  </a:moveTo>
                  <a:lnTo>
                    <a:pt x="0" y="131"/>
                  </a:lnTo>
                  <a:lnTo>
                    <a:pt x="138" y="1"/>
                  </a:lnTo>
                  <a:lnTo>
                    <a:pt x="141" y="0"/>
                  </a:lnTo>
                  <a:lnTo>
                    <a:pt x="4" y="130"/>
                  </a:lnTo>
                  <a:close/>
                </a:path>
              </a:pathLst>
            </a:custGeom>
            <a:solidFill>
              <a:srgbClr val="478D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0" name="Line 421">
              <a:extLst>
                <a:ext uri="{FF2B5EF4-FFF2-40B4-BE49-F238E27FC236}">
                  <a16:creationId xmlns:a16="http://schemas.microsoft.com/office/drawing/2014/main" id="{42E182FA-6F35-86B8-6D3E-BF9B9E86277B}"/>
                </a:ext>
              </a:extLst>
            </p:cNvPr>
            <p:cNvSpPr>
              <a:spLocks noChangeShapeType="1"/>
            </p:cNvSpPr>
            <p:nvPr/>
          </p:nvSpPr>
          <p:spPr bwMode="auto">
            <a:xfrm flipV="1">
              <a:off x="3136" y="1548"/>
              <a:ext cx="137" cy="139"/>
            </a:xfrm>
            <a:prstGeom prst="line">
              <a:avLst/>
            </a:prstGeom>
            <a:noFill/>
            <a:ln w="1588">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1" name="Freeform 422">
              <a:extLst>
                <a:ext uri="{FF2B5EF4-FFF2-40B4-BE49-F238E27FC236}">
                  <a16:creationId xmlns:a16="http://schemas.microsoft.com/office/drawing/2014/main" id="{E8AFA93E-44C9-F72D-F43E-B6D7873EA715}"/>
                </a:ext>
              </a:extLst>
            </p:cNvPr>
            <p:cNvSpPr>
              <a:spLocks/>
            </p:cNvSpPr>
            <p:nvPr/>
          </p:nvSpPr>
          <p:spPr bwMode="auto">
            <a:xfrm>
              <a:off x="3111" y="1963"/>
              <a:ext cx="144" cy="145"/>
            </a:xfrm>
            <a:custGeom>
              <a:avLst/>
              <a:gdLst>
                <a:gd name="T0" fmla="*/ 6 w 144"/>
                <a:gd name="T1" fmla="*/ 247 h 136"/>
                <a:gd name="T2" fmla="*/ 0 w 144"/>
                <a:gd name="T3" fmla="*/ 258 h 136"/>
                <a:gd name="T4" fmla="*/ 137 w 144"/>
                <a:gd name="T5" fmla="*/ 6 h 136"/>
                <a:gd name="T6" fmla="*/ 144 w 144"/>
                <a:gd name="T7" fmla="*/ 0 h 136"/>
                <a:gd name="T8" fmla="*/ 6 w 144"/>
                <a:gd name="T9" fmla="*/ 247 h 13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4" h="136">
                  <a:moveTo>
                    <a:pt x="6" y="130"/>
                  </a:moveTo>
                  <a:lnTo>
                    <a:pt x="0" y="136"/>
                  </a:lnTo>
                  <a:lnTo>
                    <a:pt x="137" y="6"/>
                  </a:lnTo>
                  <a:lnTo>
                    <a:pt x="144" y="0"/>
                  </a:lnTo>
                  <a:lnTo>
                    <a:pt x="6" y="130"/>
                  </a:lnTo>
                  <a:close/>
                </a:path>
              </a:pathLst>
            </a:custGeom>
            <a:solidFill>
              <a:srgbClr val="52A37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2" name="Line 423">
              <a:extLst>
                <a:ext uri="{FF2B5EF4-FFF2-40B4-BE49-F238E27FC236}">
                  <a16:creationId xmlns:a16="http://schemas.microsoft.com/office/drawing/2014/main" id="{668A77B5-4139-EF07-8445-5DBA3E483E16}"/>
                </a:ext>
              </a:extLst>
            </p:cNvPr>
            <p:cNvSpPr>
              <a:spLocks noChangeShapeType="1"/>
            </p:cNvSpPr>
            <p:nvPr/>
          </p:nvSpPr>
          <p:spPr bwMode="auto">
            <a:xfrm flipV="1">
              <a:off x="3117" y="1963"/>
              <a:ext cx="138" cy="139"/>
            </a:xfrm>
            <a:prstGeom prst="line">
              <a:avLst/>
            </a:prstGeom>
            <a:noFill/>
            <a:ln w="1588">
              <a:solidFill>
                <a:srgbClr val="52A3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3" name="Freeform 424">
              <a:extLst>
                <a:ext uri="{FF2B5EF4-FFF2-40B4-BE49-F238E27FC236}">
                  <a16:creationId xmlns:a16="http://schemas.microsoft.com/office/drawing/2014/main" id="{15BCD180-210A-8AF6-2411-F677BFB3233C}"/>
                </a:ext>
              </a:extLst>
            </p:cNvPr>
            <p:cNvSpPr>
              <a:spLocks/>
            </p:cNvSpPr>
            <p:nvPr/>
          </p:nvSpPr>
          <p:spPr bwMode="auto">
            <a:xfrm>
              <a:off x="3106" y="1969"/>
              <a:ext cx="142" cy="143"/>
            </a:xfrm>
            <a:custGeom>
              <a:avLst/>
              <a:gdLst>
                <a:gd name="T0" fmla="*/ 5 w 142"/>
                <a:gd name="T1" fmla="*/ 250 h 134"/>
                <a:gd name="T2" fmla="*/ 0 w 142"/>
                <a:gd name="T3" fmla="*/ 256 h 134"/>
                <a:gd name="T4" fmla="*/ 137 w 142"/>
                <a:gd name="T5" fmla="*/ 4 h 134"/>
                <a:gd name="T6" fmla="*/ 142 w 142"/>
                <a:gd name="T7" fmla="*/ 0 h 134"/>
                <a:gd name="T8" fmla="*/ 5 w 142"/>
                <a:gd name="T9" fmla="*/ 250 h 13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34">
                  <a:moveTo>
                    <a:pt x="5" y="130"/>
                  </a:moveTo>
                  <a:lnTo>
                    <a:pt x="0" y="134"/>
                  </a:lnTo>
                  <a:lnTo>
                    <a:pt x="137" y="4"/>
                  </a:lnTo>
                  <a:lnTo>
                    <a:pt x="142" y="0"/>
                  </a:lnTo>
                  <a:lnTo>
                    <a:pt x="5" y="130"/>
                  </a:lnTo>
                  <a:close/>
                </a:path>
              </a:pathLst>
            </a:custGeom>
            <a:solidFill>
              <a:srgbClr val="509F7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4" name="Line 425">
              <a:extLst>
                <a:ext uri="{FF2B5EF4-FFF2-40B4-BE49-F238E27FC236}">
                  <a16:creationId xmlns:a16="http://schemas.microsoft.com/office/drawing/2014/main" id="{15632BE1-DF0A-EFB1-5C5A-D4E0BB9D7DAC}"/>
                </a:ext>
              </a:extLst>
            </p:cNvPr>
            <p:cNvSpPr>
              <a:spLocks noChangeShapeType="1"/>
            </p:cNvSpPr>
            <p:nvPr/>
          </p:nvSpPr>
          <p:spPr bwMode="auto">
            <a:xfrm flipV="1">
              <a:off x="3111" y="1969"/>
              <a:ext cx="137" cy="139"/>
            </a:xfrm>
            <a:prstGeom prst="line">
              <a:avLst/>
            </a:prstGeom>
            <a:noFill/>
            <a:ln w="1588">
              <a:solidFill>
                <a:srgbClr val="509F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5" name="Freeform 426">
              <a:extLst>
                <a:ext uri="{FF2B5EF4-FFF2-40B4-BE49-F238E27FC236}">
                  <a16:creationId xmlns:a16="http://schemas.microsoft.com/office/drawing/2014/main" id="{F2E3322B-F745-7A5D-EACD-97E3B5D45BA1}"/>
                </a:ext>
              </a:extLst>
            </p:cNvPr>
            <p:cNvSpPr>
              <a:spLocks/>
            </p:cNvSpPr>
            <p:nvPr/>
          </p:nvSpPr>
          <p:spPr bwMode="auto">
            <a:xfrm>
              <a:off x="5135" y="1914"/>
              <a:ext cx="146" cy="197"/>
            </a:xfrm>
            <a:custGeom>
              <a:avLst/>
              <a:gdLst>
                <a:gd name="T0" fmla="*/ 9 w 146"/>
                <a:gd name="T1" fmla="*/ 364 h 184"/>
                <a:gd name="T2" fmla="*/ 0 w 146"/>
                <a:gd name="T3" fmla="*/ 259 h 184"/>
                <a:gd name="T4" fmla="*/ 138 w 146"/>
                <a:gd name="T5" fmla="*/ 0 h 184"/>
                <a:gd name="T6" fmla="*/ 146 w 146"/>
                <a:gd name="T7" fmla="*/ 106 h 184"/>
                <a:gd name="T8" fmla="*/ 9 w 146"/>
                <a:gd name="T9" fmla="*/ 364 h 18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6" h="184">
                  <a:moveTo>
                    <a:pt x="9" y="184"/>
                  </a:moveTo>
                  <a:lnTo>
                    <a:pt x="0" y="131"/>
                  </a:lnTo>
                  <a:lnTo>
                    <a:pt x="138" y="0"/>
                  </a:lnTo>
                  <a:lnTo>
                    <a:pt x="146" y="53"/>
                  </a:lnTo>
                  <a:lnTo>
                    <a:pt x="9" y="184"/>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6" name="Line 427">
              <a:extLst>
                <a:ext uri="{FF2B5EF4-FFF2-40B4-BE49-F238E27FC236}">
                  <a16:creationId xmlns:a16="http://schemas.microsoft.com/office/drawing/2014/main" id="{FFC13CDB-C4AE-7EC8-3335-2D930B155294}"/>
                </a:ext>
              </a:extLst>
            </p:cNvPr>
            <p:cNvSpPr>
              <a:spLocks noChangeShapeType="1"/>
            </p:cNvSpPr>
            <p:nvPr/>
          </p:nvSpPr>
          <p:spPr bwMode="auto">
            <a:xfrm flipV="1">
              <a:off x="5144" y="1971"/>
              <a:ext cx="137"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7" name="Freeform 428">
              <a:extLst>
                <a:ext uri="{FF2B5EF4-FFF2-40B4-BE49-F238E27FC236}">
                  <a16:creationId xmlns:a16="http://schemas.microsoft.com/office/drawing/2014/main" id="{F51A9B94-9A20-6B84-1F52-9408FEE2C420}"/>
                </a:ext>
              </a:extLst>
            </p:cNvPr>
            <p:cNvSpPr>
              <a:spLocks/>
            </p:cNvSpPr>
            <p:nvPr/>
          </p:nvSpPr>
          <p:spPr bwMode="auto">
            <a:xfrm>
              <a:off x="5131" y="1869"/>
              <a:ext cx="142" cy="185"/>
            </a:xfrm>
            <a:custGeom>
              <a:avLst/>
              <a:gdLst>
                <a:gd name="T0" fmla="*/ 4 w 142"/>
                <a:gd name="T1" fmla="*/ 340 h 173"/>
                <a:gd name="T2" fmla="*/ 0 w 142"/>
                <a:gd name="T3" fmla="*/ 258 h 173"/>
                <a:gd name="T4" fmla="*/ 137 w 142"/>
                <a:gd name="T5" fmla="*/ 0 h 173"/>
                <a:gd name="T6" fmla="*/ 142 w 142"/>
                <a:gd name="T7" fmla="*/ 82 h 173"/>
                <a:gd name="T8" fmla="*/ 4 w 142"/>
                <a:gd name="T9" fmla="*/ 340 h 17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2" h="173">
                  <a:moveTo>
                    <a:pt x="4" y="173"/>
                  </a:moveTo>
                  <a:lnTo>
                    <a:pt x="0" y="131"/>
                  </a:lnTo>
                  <a:lnTo>
                    <a:pt x="137" y="0"/>
                  </a:lnTo>
                  <a:lnTo>
                    <a:pt x="142" y="42"/>
                  </a:lnTo>
                  <a:lnTo>
                    <a:pt x="4" y="173"/>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48" name="Line 429">
              <a:extLst>
                <a:ext uri="{FF2B5EF4-FFF2-40B4-BE49-F238E27FC236}">
                  <a16:creationId xmlns:a16="http://schemas.microsoft.com/office/drawing/2014/main" id="{BE777BA8-1A68-079D-B10A-3169CE0DD950}"/>
                </a:ext>
              </a:extLst>
            </p:cNvPr>
            <p:cNvSpPr>
              <a:spLocks noChangeShapeType="1"/>
            </p:cNvSpPr>
            <p:nvPr/>
          </p:nvSpPr>
          <p:spPr bwMode="auto">
            <a:xfrm flipV="1">
              <a:off x="5135" y="1914"/>
              <a:ext cx="138"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49" name="Freeform 430">
              <a:extLst>
                <a:ext uri="{FF2B5EF4-FFF2-40B4-BE49-F238E27FC236}">
                  <a16:creationId xmlns:a16="http://schemas.microsoft.com/office/drawing/2014/main" id="{A9EEA95A-3D48-849A-65B1-D70211834490}"/>
                </a:ext>
              </a:extLst>
            </p:cNvPr>
            <p:cNvSpPr>
              <a:spLocks/>
            </p:cNvSpPr>
            <p:nvPr/>
          </p:nvSpPr>
          <p:spPr bwMode="auto">
            <a:xfrm>
              <a:off x="5129" y="1850"/>
              <a:ext cx="139" cy="160"/>
            </a:xfrm>
            <a:custGeom>
              <a:avLst/>
              <a:gdLst>
                <a:gd name="T0" fmla="*/ 2 w 139"/>
                <a:gd name="T1" fmla="*/ 306 h 149"/>
                <a:gd name="T2" fmla="*/ 0 w 139"/>
                <a:gd name="T3" fmla="*/ 267 h 149"/>
                <a:gd name="T4" fmla="*/ 138 w 139"/>
                <a:gd name="T5" fmla="*/ 0 h 149"/>
                <a:gd name="T6" fmla="*/ 139 w 139"/>
                <a:gd name="T7" fmla="*/ 35 h 149"/>
                <a:gd name="T8" fmla="*/ 2 w 139"/>
                <a:gd name="T9" fmla="*/ 306 h 14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49">
                  <a:moveTo>
                    <a:pt x="2" y="149"/>
                  </a:moveTo>
                  <a:lnTo>
                    <a:pt x="0" y="131"/>
                  </a:lnTo>
                  <a:lnTo>
                    <a:pt x="138" y="0"/>
                  </a:lnTo>
                  <a:lnTo>
                    <a:pt x="139" y="18"/>
                  </a:lnTo>
                  <a:lnTo>
                    <a:pt x="2" y="14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0" name="Line 431">
              <a:extLst>
                <a:ext uri="{FF2B5EF4-FFF2-40B4-BE49-F238E27FC236}">
                  <a16:creationId xmlns:a16="http://schemas.microsoft.com/office/drawing/2014/main" id="{507A5473-D99E-1555-7F7A-43EFAF3AC1F0}"/>
                </a:ext>
              </a:extLst>
            </p:cNvPr>
            <p:cNvSpPr>
              <a:spLocks noChangeShapeType="1"/>
            </p:cNvSpPr>
            <p:nvPr/>
          </p:nvSpPr>
          <p:spPr bwMode="auto">
            <a:xfrm flipV="1">
              <a:off x="5131" y="1869"/>
              <a:ext cx="137" cy="141"/>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1" name="Freeform 432">
              <a:extLst>
                <a:ext uri="{FF2B5EF4-FFF2-40B4-BE49-F238E27FC236}">
                  <a16:creationId xmlns:a16="http://schemas.microsoft.com/office/drawing/2014/main" id="{084D045D-829D-D43A-2C25-D080D19B0170}"/>
                </a:ext>
              </a:extLst>
            </p:cNvPr>
            <p:cNvSpPr>
              <a:spLocks/>
            </p:cNvSpPr>
            <p:nvPr/>
          </p:nvSpPr>
          <p:spPr bwMode="auto">
            <a:xfrm>
              <a:off x="5129" y="1835"/>
              <a:ext cx="138" cy="155"/>
            </a:xfrm>
            <a:custGeom>
              <a:avLst/>
              <a:gdLst>
                <a:gd name="T0" fmla="*/ 0 w 138"/>
                <a:gd name="T1" fmla="*/ 282 h 145"/>
                <a:gd name="T2" fmla="*/ 0 w 138"/>
                <a:gd name="T3" fmla="*/ 255 h 145"/>
                <a:gd name="T4" fmla="*/ 138 w 138"/>
                <a:gd name="T5" fmla="*/ 0 h 145"/>
                <a:gd name="T6" fmla="*/ 138 w 138"/>
                <a:gd name="T7" fmla="*/ 26 h 145"/>
                <a:gd name="T8" fmla="*/ 0 w 138"/>
                <a:gd name="T9" fmla="*/ 282 h 14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45">
                  <a:moveTo>
                    <a:pt x="0" y="145"/>
                  </a:moveTo>
                  <a:lnTo>
                    <a:pt x="0" y="131"/>
                  </a:lnTo>
                  <a:lnTo>
                    <a:pt x="138" y="0"/>
                  </a:lnTo>
                  <a:lnTo>
                    <a:pt x="138" y="14"/>
                  </a:lnTo>
                  <a:lnTo>
                    <a:pt x="0" y="145"/>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2" name="Line 433">
              <a:extLst>
                <a:ext uri="{FF2B5EF4-FFF2-40B4-BE49-F238E27FC236}">
                  <a16:creationId xmlns:a16="http://schemas.microsoft.com/office/drawing/2014/main" id="{C1DF7D39-887A-B277-002D-109AC19C391A}"/>
                </a:ext>
              </a:extLst>
            </p:cNvPr>
            <p:cNvSpPr>
              <a:spLocks noChangeShapeType="1"/>
            </p:cNvSpPr>
            <p:nvPr/>
          </p:nvSpPr>
          <p:spPr bwMode="auto">
            <a:xfrm flipV="1">
              <a:off x="5129" y="1850"/>
              <a:ext cx="138"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3" name="Freeform 434">
              <a:extLst>
                <a:ext uri="{FF2B5EF4-FFF2-40B4-BE49-F238E27FC236}">
                  <a16:creationId xmlns:a16="http://schemas.microsoft.com/office/drawing/2014/main" id="{C5A05071-3350-534E-7E30-FB370F33D08F}"/>
                </a:ext>
              </a:extLst>
            </p:cNvPr>
            <p:cNvSpPr>
              <a:spLocks/>
            </p:cNvSpPr>
            <p:nvPr/>
          </p:nvSpPr>
          <p:spPr bwMode="auto">
            <a:xfrm>
              <a:off x="5129" y="1818"/>
              <a:ext cx="140" cy="157"/>
            </a:xfrm>
            <a:custGeom>
              <a:avLst/>
              <a:gdLst>
                <a:gd name="T0" fmla="*/ 0 w 140"/>
                <a:gd name="T1" fmla="*/ 284 h 147"/>
                <a:gd name="T2" fmla="*/ 3 w 140"/>
                <a:gd name="T3" fmla="*/ 253 h 147"/>
                <a:gd name="T4" fmla="*/ 140 w 140"/>
                <a:gd name="T5" fmla="*/ 0 h 147"/>
                <a:gd name="T6" fmla="*/ 138 w 140"/>
                <a:gd name="T7" fmla="*/ 29 h 147"/>
                <a:gd name="T8" fmla="*/ 0 w 140"/>
                <a:gd name="T9" fmla="*/ 284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7">
                  <a:moveTo>
                    <a:pt x="0" y="147"/>
                  </a:moveTo>
                  <a:lnTo>
                    <a:pt x="3" y="131"/>
                  </a:lnTo>
                  <a:lnTo>
                    <a:pt x="140" y="0"/>
                  </a:lnTo>
                  <a:lnTo>
                    <a:pt x="138" y="16"/>
                  </a:lnTo>
                  <a:lnTo>
                    <a:pt x="0" y="147"/>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4" name="Line 435">
              <a:extLst>
                <a:ext uri="{FF2B5EF4-FFF2-40B4-BE49-F238E27FC236}">
                  <a16:creationId xmlns:a16="http://schemas.microsoft.com/office/drawing/2014/main" id="{0E169E0B-63C0-1AC3-8C58-B9DC10DB5A9A}"/>
                </a:ext>
              </a:extLst>
            </p:cNvPr>
            <p:cNvSpPr>
              <a:spLocks noChangeShapeType="1"/>
            </p:cNvSpPr>
            <p:nvPr/>
          </p:nvSpPr>
          <p:spPr bwMode="auto">
            <a:xfrm flipV="1">
              <a:off x="5129" y="1835"/>
              <a:ext cx="138"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5" name="Freeform 436">
              <a:extLst>
                <a:ext uri="{FF2B5EF4-FFF2-40B4-BE49-F238E27FC236}">
                  <a16:creationId xmlns:a16="http://schemas.microsoft.com/office/drawing/2014/main" id="{2E5045F2-3615-EE6C-BF60-3F8B706BE473}"/>
                </a:ext>
              </a:extLst>
            </p:cNvPr>
            <p:cNvSpPr>
              <a:spLocks/>
            </p:cNvSpPr>
            <p:nvPr/>
          </p:nvSpPr>
          <p:spPr bwMode="auto">
            <a:xfrm>
              <a:off x="5132" y="1801"/>
              <a:ext cx="141" cy="157"/>
            </a:xfrm>
            <a:custGeom>
              <a:avLst/>
              <a:gdLst>
                <a:gd name="T0" fmla="*/ 0 w 141"/>
                <a:gd name="T1" fmla="*/ 284 h 147"/>
                <a:gd name="T2" fmla="*/ 4 w 141"/>
                <a:gd name="T3" fmla="*/ 253 h 147"/>
                <a:gd name="T4" fmla="*/ 141 w 141"/>
                <a:gd name="T5" fmla="*/ 0 h 147"/>
                <a:gd name="T6" fmla="*/ 137 w 141"/>
                <a:gd name="T7" fmla="*/ 29 h 147"/>
                <a:gd name="T8" fmla="*/ 0 w 141"/>
                <a:gd name="T9" fmla="*/ 284 h 14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1" h="147">
                  <a:moveTo>
                    <a:pt x="0" y="147"/>
                  </a:moveTo>
                  <a:lnTo>
                    <a:pt x="4" y="131"/>
                  </a:lnTo>
                  <a:lnTo>
                    <a:pt x="141" y="0"/>
                  </a:lnTo>
                  <a:lnTo>
                    <a:pt x="137" y="16"/>
                  </a:lnTo>
                  <a:lnTo>
                    <a:pt x="0" y="147"/>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6" name="Line 437">
              <a:extLst>
                <a:ext uri="{FF2B5EF4-FFF2-40B4-BE49-F238E27FC236}">
                  <a16:creationId xmlns:a16="http://schemas.microsoft.com/office/drawing/2014/main" id="{729BE7DA-AD93-1673-4800-105CA4E5F540}"/>
                </a:ext>
              </a:extLst>
            </p:cNvPr>
            <p:cNvSpPr>
              <a:spLocks noChangeShapeType="1"/>
            </p:cNvSpPr>
            <p:nvPr/>
          </p:nvSpPr>
          <p:spPr bwMode="auto">
            <a:xfrm flipV="1">
              <a:off x="5132" y="1818"/>
              <a:ext cx="137" cy="140"/>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57" name="Freeform 438">
              <a:extLst>
                <a:ext uri="{FF2B5EF4-FFF2-40B4-BE49-F238E27FC236}">
                  <a16:creationId xmlns:a16="http://schemas.microsoft.com/office/drawing/2014/main" id="{C72BA917-1BDF-3A39-1FA3-3416F13034EC}"/>
                </a:ext>
              </a:extLst>
            </p:cNvPr>
            <p:cNvSpPr>
              <a:spLocks/>
            </p:cNvSpPr>
            <p:nvPr/>
          </p:nvSpPr>
          <p:spPr bwMode="auto">
            <a:xfrm>
              <a:off x="5132" y="1810"/>
              <a:ext cx="138" cy="148"/>
            </a:xfrm>
            <a:custGeom>
              <a:avLst/>
              <a:gdLst>
                <a:gd name="T0" fmla="*/ 0 w 138"/>
                <a:gd name="T1" fmla="*/ 261 h 139"/>
                <a:gd name="T2" fmla="*/ 1 w 138"/>
                <a:gd name="T3" fmla="*/ 244 h 139"/>
                <a:gd name="T4" fmla="*/ 138 w 138"/>
                <a:gd name="T5" fmla="*/ 0 h 139"/>
                <a:gd name="T6" fmla="*/ 137 w 138"/>
                <a:gd name="T7" fmla="*/ 18 h 139"/>
                <a:gd name="T8" fmla="*/ 0 w 138"/>
                <a:gd name="T9" fmla="*/ 261 h 139"/>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8" h="139">
                  <a:moveTo>
                    <a:pt x="0" y="139"/>
                  </a:moveTo>
                  <a:lnTo>
                    <a:pt x="1" y="130"/>
                  </a:lnTo>
                  <a:lnTo>
                    <a:pt x="138" y="0"/>
                  </a:lnTo>
                  <a:lnTo>
                    <a:pt x="137" y="8"/>
                  </a:lnTo>
                  <a:lnTo>
                    <a:pt x="0" y="139"/>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8" name="Freeform 439">
              <a:extLst>
                <a:ext uri="{FF2B5EF4-FFF2-40B4-BE49-F238E27FC236}">
                  <a16:creationId xmlns:a16="http://schemas.microsoft.com/office/drawing/2014/main" id="{F276EDD2-C0DC-57BB-A2CA-D12DDAB5DC99}"/>
                </a:ext>
              </a:extLst>
            </p:cNvPr>
            <p:cNvSpPr>
              <a:spLocks/>
            </p:cNvSpPr>
            <p:nvPr/>
          </p:nvSpPr>
          <p:spPr bwMode="auto">
            <a:xfrm>
              <a:off x="5133" y="1801"/>
              <a:ext cx="140" cy="148"/>
            </a:xfrm>
            <a:custGeom>
              <a:avLst/>
              <a:gdLst>
                <a:gd name="T0" fmla="*/ 0 w 140"/>
                <a:gd name="T1" fmla="*/ 277 h 138"/>
                <a:gd name="T2" fmla="*/ 3 w 140"/>
                <a:gd name="T3" fmla="*/ 263 h 138"/>
                <a:gd name="T4" fmla="*/ 140 w 140"/>
                <a:gd name="T5" fmla="*/ 0 h 138"/>
                <a:gd name="T6" fmla="*/ 137 w 140"/>
                <a:gd name="T7" fmla="*/ 18 h 138"/>
                <a:gd name="T8" fmla="*/ 0 w 140"/>
                <a:gd name="T9" fmla="*/ 277 h 13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38">
                  <a:moveTo>
                    <a:pt x="0" y="138"/>
                  </a:moveTo>
                  <a:lnTo>
                    <a:pt x="3" y="131"/>
                  </a:lnTo>
                  <a:lnTo>
                    <a:pt x="140" y="0"/>
                  </a:lnTo>
                  <a:lnTo>
                    <a:pt x="137" y="8"/>
                  </a:lnTo>
                  <a:lnTo>
                    <a:pt x="0" y="138"/>
                  </a:lnTo>
                  <a:close/>
                </a:path>
              </a:pathLst>
            </a:custGeom>
            <a:solidFill>
              <a:srgbClr val="59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59" name="Freeform 440">
              <a:extLst>
                <a:ext uri="{FF2B5EF4-FFF2-40B4-BE49-F238E27FC236}">
                  <a16:creationId xmlns:a16="http://schemas.microsoft.com/office/drawing/2014/main" id="{5F74B7C7-E538-90F0-7376-7E3380DDFFFA}"/>
                </a:ext>
              </a:extLst>
            </p:cNvPr>
            <p:cNvSpPr>
              <a:spLocks/>
            </p:cNvSpPr>
            <p:nvPr/>
          </p:nvSpPr>
          <p:spPr bwMode="auto">
            <a:xfrm>
              <a:off x="5136" y="1766"/>
              <a:ext cx="147" cy="175"/>
            </a:xfrm>
            <a:custGeom>
              <a:avLst/>
              <a:gdLst>
                <a:gd name="T0" fmla="*/ 0 w 147"/>
                <a:gd name="T1" fmla="*/ 313 h 164"/>
                <a:gd name="T2" fmla="*/ 10 w 147"/>
                <a:gd name="T3" fmla="*/ 251 h 164"/>
                <a:gd name="T4" fmla="*/ 147 w 147"/>
                <a:gd name="T5" fmla="*/ 0 h 164"/>
                <a:gd name="T6" fmla="*/ 137 w 147"/>
                <a:gd name="T7" fmla="*/ 62 h 164"/>
                <a:gd name="T8" fmla="*/ 0 w 147"/>
                <a:gd name="T9" fmla="*/ 313 h 16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7" h="164">
                  <a:moveTo>
                    <a:pt x="0" y="164"/>
                  </a:moveTo>
                  <a:lnTo>
                    <a:pt x="10" y="131"/>
                  </a:lnTo>
                  <a:lnTo>
                    <a:pt x="147" y="0"/>
                  </a:lnTo>
                  <a:lnTo>
                    <a:pt x="137" y="33"/>
                  </a:lnTo>
                  <a:lnTo>
                    <a:pt x="0" y="164"/>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60" name="Line 441">
              <a:extLst>
                <a:ext uri="{FF2B5EF4-FFF2-40B4-BE49-F238E27FC236}">
                  <a16:creationId xmlns:a16="http://schemas.microsoft.com/office/drawing/2014/main" id="{33E32A0B-A834-49BA-0A00-F668EABB6CBA}"/>
                </a:ext>
              </a:extLst>
            </p:cNvPr>
            <p:cNvSpPr>
              <a:spLocks noChangeShapeType="1"/>
            </p:cNvSpPr>
            <p:nvPr/>
          </p:nvSpPr>
          <p:spPr bwMode="auto">
            <a:xfrm flipV="1">
              <a:off x="5136" y="1801"/>
              <a:ext cx="137" cy="14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1" name="Freeform 442">
              <a:extLst>
                <a:ext uri="{FF2B5EF4-FFF2-40B4-BE49-F238E27FC236}">
                  <a16:creationId xmlns:a16="http://schemas.microsoft.com/office/drawing/2014/main" id="{2A8BB6BE-5005-76EE-D547-71609F6F8504}"/>
                </a:ext>
              </a:extLst>
            </p:cNvPr>
            <p:cNvSpPr>
              <a:spLocks/>
            </p:cNvSpPr>
            <p:nvPr/>
          </p:nvSpPr>
          <p:spPr bwMode="auto">
            <a:xfrm>
              <a:off x="5146" y="1732"/>
              <a:ext cx="148" cy="174"/>
            </a:xfrm>
            <a:custGeom>
              <a:avLst/>
              <a:gdLst>
                <a:gd name="T0" fmla="*/ 0 w 148"/>
                <a:gd name="T1" fmla="*/ 312 h 163"/>
                <a:gd name="T2" fmla="*/ 11 w 148"/>
                <a:gd name="T3" fmla="*/ 251 h 163"/>
                <a:gd name="T4" fmla="*/ 148 w 148"/>
                <a:gd name="T5" fmla="*/ 0 h 163"/>
                <a:gd name="T6" fmla="*/ 137 w 148"/>
                <a:gd name="T7" fmla="*/ 61 h 163"/>
                <a:gd name="T8" fmla="*/ 0 w 148"/>
                <a:gd name="T9" fmla="*/ 312 h 1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8" h="163">
                  <a:moveTo>
                    <a:pt x="0" y="163"/>
                  </a:moveTo>
                  <a:lnTo>
                    <a:pt x="11" y="131"/>
                  </a:lnTo>
                  <a:lnTo>
                    <a:pt x="148" y="0"/>
                  </a:lnTo>
                  <a:lnTo>
                    <a:pt x="137" y="32"/>
                  </a:lnTo>
                  <a:lnTo>
                    <a:pt x="0" y="163"/>
                  </a:lnTo>
                  <a:close/>
                </a:path>
              </a:pathLst>
            </a:custGeom>
            <a:solidFill>
              <a:srgbClr val="59B2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62" name="Line 443">
              <a:extLst>
                <a:ext uri="{FF2B5EF4-FFF2-40B4-BE49-F238E27FC236}">
                  <a16:creationId xmlns:a16="http://schemas.microsoft.com/office/drawing/2014/main" id="{30586142-C896-9A60-FB9B-93AF5467C20F}"/>
                </a:ext>
              </a:extLst>
            </p:cNvPr>
            <p:cNvSpPr>
              <a:spLocks noChangeShapeType="1"/>
            </p:cNvSpPr>
            <p:nvPr/>
          </p:nvSpPr>
          <p:spPr bwMode="auto">
            <a:xfrm flipV="1">
              <a:off x="5146" y="1766"/>
              <a:ext cx="137" cy="140"/>
            </a:xfrm>
            <a:prstGeom prst="line">
              <a:avLst/>
            </a:prstGeom>
            <a:noFill/>
            <a:ln w="1588">
              <a:solidFill>
                <a:srgbClr val="59B2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3" name="Freeform 444">
              <a:extLst>
                <a:ext uri="{FF2B5EF4-FFF2-40B4-BE49-F238E27FC236}">
                  <a16:creationId xmlns:a16="http://schemas.microsoft.com/office/drawing/2014/main" id="{F77E4535-3276-81D7-F68F-99A1B38C85F4}"/>
                </a:ext>
              </a:extLst>
            </p:cNvPr>
            <p:cNvSpPr>
              <a:spLocks/>
            </p:cNvSpPr>
            <p:nvPr/>
          </p:nvSpPr>
          <p:spPr bwMode="auto">
            <a:xfrm>
              <a:off x="5157" y="1713"/>
              <a:ext cx="139" cy="159"/>
            </a:xfrm>
            <a:custGeom>
              <a:avLst/>
              <a:gdLst>
                <a:gd name="T0" fmla="*/ 0 w 139"/>
                <a:gd name="T1" fmla="*/ 305 h 148"/>
                <a:gd name="T2" fmla="*/ 2 w 139"/>
                <a:gd name="T3" fmla="*/ 266 h 148"/>
                <a:gd name="T4" fmla="*/ 139 w 139"/>
                <a:gd name="T5" fmla="*/ 0 h 148"/>
                <a:gd name="T6" fmla="*/ 137 w 139"/>
                <a:gd name="T7" fmla="*/ 33 h 148"/>
                <a:gd name="T8" fmla="*/ 0 w 139"/>
                <a:gd name="T9" fmla="*/ 305 h 14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39" h="148">
                  <a:moveTo>
                    <a:pt x="0" y="148"/>
                  </a:moveTo>
                  <a:lnTo>
                    <a:pt x="2" y="130"/>
                  </a:lnTo>
                  <a:lnTo>
                    <a:pt x="139" y="0"/>
                  </a:lnTo>
                  <a:lnTo>
                    <a:pt x="137" y="17"/>
                  </a:lnTo>
                  <a:lnTo>
                    <a:pt x="0" y="148"/>
                  </a:lnTo>
                  <a:close/>
                </a:path>
              </a:pathLst>
            </a:custGeom>
            <a:solidFill>
              <a:srgbClr val="5AB38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64" name="Line 445">
              <a:extLst>
                <a:ext uri="{FF2B5EF4-FFF2-40B4-BE49-F238E27FC236}">
                  <a16:creationId xmlns:a16="http://schemas.microsoft.com/office/drawing/2014/main" id="{7639AB17-1FD5-5E6F-5812-8D621A25C7E9}"/>
                </a:ext>
              </a:extLst>
            </p:cNvPr>
            <p:cNvSpPr>
              <a:spLocks noChangeShapeType="1"/>
            </p:cNvSpPr>
            <p:nvPr/>
          </p:nvSpPr>
          <p:spPr bwMode="auto">
            <a:xfrm flipV="1">
              <a:off x="5157" y="1732"/>
              <a:ext cx="137" cy="140"/>
            </a:xfrm>
            <a:prstGeom prst="line">
              <a:avLst/>
            </a:prstGeom>
            <a:noFill/>
            <a:ln w="1588">
              <a:solidFill>
                <a:srgbClr val="5AB38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5" name="Freeform 446">
              <a:extLst>
                <a:ext uri="{FF2B5EF4-FFF2-40B4-BE49-F238E27FC236}">
                  <a16:creationId xmlns:a16="http://schemas.microsoft.com/office/drawing/2014/main" id="{4E8E1F38-83EB-0ED8-3A00-2E024F92A85C}"/>
                </a:ext>
              </a:extLst>
            </p:cNvPr>
            <p:cNvSpPr>
              <a:spLocks/>
            </p:cNvSpPr>
            <p:nvPr/>
          </p:nvSpPr>
          <p:spPr bwMode="auto">
            <a:xfrm>
              <a:off x="5159" y="1696"/>
              <a:ext cx="140" cy="156"/>
            </a:xfrm>
            <a:custGeom>
              <a:avLst/>
              <a:gdLst>
                <a:gd name="T0" fmla="*/ 0 w 140"/>
                <a:gd name="T1" fmla="*/ 283 h 146"/>
                <a:gd name="T2" fmla="*/ 3 w 140"/>
                <a:gd name="T3" fmla="*/ 252 h 146"/>
                <a:gd name="T4" fmla="*/ 140 w 140"/>
                <a:gd name="T5" fmla="*/ 0 h 146"/>
                <a:gd name="T6" fmla="*/ 137 w 140"/>
                <a:gd name="T7" fmla="*/ 30 h 146"/>
                <a:gd name="T8" fmla="*/ 0 w 140"/>
                <a:gd name="T9" fmla="*/ 283 h 14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40" h="146">
                  <a:moveTo>
                    <a:pt x="0" y="146"/>
                  </a:moveTo>
                  <a:lnTo>
                    <a:pt x="3" y="130"/>
                  </a:lnTo>
                  <a:lnTo>
                    <a:pt x="140" y="0"/>
                  </a:lnTo>
                  <a:lnTo>
                    <a:pt x="137" y="16"/>
                  </a:lnTo>
                  <a:lnTo>
                    <a:pt x="0" y="146"/>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66" name="Line 447">
              <a:extLst>
                <a:ext uri="{FF2B5EF4-FFF2-40B4-BE49-F238E27FC236}">
                  <a16:creationId xmlns:a16="http://schemas.microsoft.com/office/drawing/2014/main" id="{1F51295B-B03D-DC0C-1F9C-D31828409306}"/>
                </a:ext>
              </a:extLst>
            </p:cNvPr>
            <p:cNvSpPr>
              <a:spLocks noChangeShapeType="1"/>
            </p:cNvSpPr>
            <p:nvPr/>
          </p:nvSpPr>
          <p:spPr bwMode="auto">
            <a:xfrm flipV="1">
              <a:off x="5159" y="1713"/>
              <a:ext cx="137" cy="139"/>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7" name="Freeform 448">
              <a:extLst>
                <a:ext uri="{FF2B5EF4-FFF2-40B4-BE49-F238E27FC236}">
                  <a16:creationId xmlns:a16="http://schemas.microsoft.com/office/drawing/2014/main" id="{EFA89BD0-32E0-C05A-685F-AA7454656123}"/>
                </a:ext>
              </a:extLst>
            </p:cNvPr>
            <p:cNvSpPr>
              <a:spLocks/>
            </p:cNvSpPr>
            <p:nvPr/>
          </p:nvSpPr>
          <p:spPr bwMode="auto">
            <a:xfrm>
              <a:off x="5144" y="1544"/>
              <a:ext cx="155" cy="291"/>
            </a:xfrm>
            <a:custGeom>
              <a:avLst/>
              <a:gdLst>
                <a:gd name="T0" fmla="*/ 18 w 155"/>
                <a:gd name="T1" fmla="*/ 536 h 272"/>
                <a:gd name="T2" fmla="*/ 0 w 155"/>
                <a:gd name="T3" fmla="*/ 258 h 272"/>
                <a:gd name="T4" fmla="*/ 137 w 155"/>
                <a:gd name="T5" fmla="*/ 0 h 272"/>
                <a:gd name="T6" fmla="*/ 155 w 155"/>
                <a:gd name="T7" fmla="*/ 279 h 272"/>
                <a:gd name="T8" fmla="*/ 18 w 155"/>
                <a:gd name="T9" fmla="*/ 536 h 27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5" h="272">
                  <a:moveTo>
                    <a:pt x="18" y="272"/>
                  </a:moveTo>
                  <a:lnTo>
                    <a:pt x="0" y="131"/>
                  </a:lnTo>
                  <a:lnTo>
                    <a:pt x="137" y="0"/>
                  </a:lnTo>
                  <a:lnTo>
                    <a:pt x="155" y="142"/>
                  </a:lnTo>
                  <a:lnTo>
                    <a:pt x="18" y="272"/>
                  </a:lnTo>
                  <a:close/>
                </a:path>
              </a:pathLst>
            </a:custGeom>
            <a:solidFill>
              <a:srgbClr val="5AB48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68" name="Line 449">
              <a:extLst>
                <a:ext uri="{FF2B5EF4-FFF2-40B4-BE49-F238E27FC236}">
                  <a16:creationId xmlns:a16="http://schemas.microsoft.com/office/drawing/2014/main" id="{EBF24B39-26CE-57B7-7868-141793D8C891}"/>
                </a:ext>
              </a:extLst>
            </p:cNvPr>
            <p:cNvSpPr>
              <a:spLocks noChangeShapeType="1"/>
            </p:cNvSpPr>
            <p:nvPr/>
          </p:nvSpPr>
          <p:spPr bwMode="auto">
            <a:xfrm flipV="1">
              <a:off x="5162" y="1696"/>
              <a:ext cx="137" cy="139"/>
            </a:xfrm>
            <a:prstGeom prst="line">
              <a:avLst/>
            </a:prstGeom>
            <a:noFill/>
            <a:ln w="1588">
              <a:solidFill>
                <a:srgbClr val="5AB48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69" name="Freeform 450">
              <a:extLst>
                <a:ext uri="{FF2B5EF4-FFF2-40B4-BE49-F238E27FC236}">
                  <a16:creationId xmlns:a16="http://schemas.microsoft.com/office/drawing/2014/main" id="{5F807AC2-EEEB-7CE9-C814-52B5FF047B29}"/>
                </a:ext>
              </a:extLst>
            </p:cNvPr>
            <p:cNvSpPr>
              <a:spLocks/>
            </p:cNvSpPr>
            <p:nvPr/>
          </p:nvSpPr>
          <p:spPr bwMode="auto">
            <a:xfrm>
              <a:off x="3161" y="1544"/>
              <a:ext cx="2120" cy="140"/>
            </a:xfrm>
            <a:custGeom>
              <a:avLst/>
              <a:gdLst>
                <a:gd name="T0" fmla="*/ 1983 w 2120"/>
                <a:gd name="T1" fmla="*/ 254 h 131"/>
                <a:gd name="T2" fmla="*/ 0 w 2120"/>
                <a:gd name="T3" fmla="*/ 254 h 131"/>
                <a:gd name="T4" fmla="*/ 138 w 2120"/>
                <a:gd name="T5" fmla="*/ 0 h 131"/>
                <a:gd name="T6" fmla="*/ 2120 w 2120"/>
                <a:gd name="T7" fmla="*/ 0 h 131"/>
                <a:gd name="T8" fmla="*/ 1983 w 2120"/>
                <a:gd name="T9" fmla="*/ 254 h 13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120" h="131">
                  <a:moveTo>
                    <a:pt x="1983" y="131"/>
                  </a:moveTo>
                  <a:lnTo>
                    <a:pt x="0" y="131"/>
                  </a:lnTo>
                  <a:lnTo>
                    <a:pt x="138" y="0"/>
                  </a:lnTo>
                  <a:lnTo>
                    <a:pt x="2120" y="0"/>
                  </a:lnTo>
                  <a:lnTo>
                    <a:pt x="1983" y="131"/>
                  </a:lnTo>
                  <a:close/>
                </a:path>
              </a:pathLst>
            </a:custGeom>
            <a:solidFill>
              <a:srgbClr val="3D7A5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70" name="Line 451">
              <a:extLst>
                <a:ext uri="{FF2B5EF4-FFF2-40B4-BE49-F238E27FC236}">
                  <a16:creationId xmlns:a16="http://schemas.microsoft.com/office/drawing/2014/main" id="{998E56B1-386A-5C51-EDEA-879F48B95A0A}"/>
                </a:ext>
              </a:extLst>
            </p:cNvPr>
            <p:cNvSpPr>
              <a:spLocks noChangeShapeType="1"/>
            </p:cNvSpPr>
            <p:nvPr/>
          </p:nvSpPr>
          <p:spPr bwMode="auto">
            <a:xfrm flipV="1">
              <a:off x="5144" y="1544"/>
              <a:ext cx="137" cy="140"/>
            </a:xfrm>
            <a:prstGeom prst="line">
              <a:avLst/>
            </a:prstGeom>
            <a:noFill/>
            <a:ln w="1588">
              <a:solidFill>
                <a:srgbClr val="3D7A5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1" name="Freeform 452">
              <a:extLst>
                <a:ext uri="{FF2B5EF4-FFF2-40B4-BE49-F238E27FC236}">
                  <a16:creationId xmlns:a16="http://schemas.microsoft.com/office/drawing/2014/main" id="{7A124E91-1538-5318-27E8-DD2AAA5ABA4C}"/>
                </a:ext>
              </a:extLst>
            </p:cNvPr>
            <p:cNvSpPr>
              <a:spLocks/>
            </p:cNvSpPr>
            <p:nvPr/>
          </p:nvSpPr>
          <p:spPr bwMode="auto">
            <a:xfrm>
              <a:off x="3104" y="1684"/>
              <a:ext cx="2058" cy="434"/>
            </a:xfrm>
            <a:custGeom>
              <a:avLst/>
              <a:gdLst>
                <a:gd name="T0" fmla="*/ 50 w 2058"/>
                <a:gd name="T1" fmla="*/ 1 h 405"/>
                <a:gd name="T2" fmla="*/ 32 w 2058"/>
                <a:gd name="T3" fmla="*/ 2 h 405"/>
                <a:gd name="T4" fmla="*/ 25 w 2058"/>
                <a:gd name="T5" fmla="*/ 6 h 405"/>
                <a:gd name="T6" fmla="*/ 20 w 2058"/>
                <a:gd name="T7" fmla="*/ 38 h 405"/>
                <a:gd name="T8" fmla="*/ 19 w 2058"/>
                <a:gd name="T9" fmla="*/ 93 h 405"/>
                <a:gd name="T10" fmla="*/ 20 w 2058"/>
                <a:gd name="T11" fmla="*/ 141 h 405"/>
                <a:gd name="T12" fmla="*/ 37 w 2058"/>
                <a:gd name="T13" fmla="*/ 213 h 405"/>
                <a:gd name="T14" fmla="*/ 47 w 2058"/>
                <a:gd name="T15" fmla="*/ 271 h 405"/>
                <a:gd name="T16" fmla="*/ 52 w 2058"/>
                <a:gd name="T17" fmla="*/ 331 h 405"/>
                <a:gd name="T18" fmla="*/ 44 w 2058"/>
                <a:gd name="T19" fmla="*/ 392 h 405"/>
                <a:gd name="T20" fmla="*/ 29 w 2058"/>
                <a:gd name="T21" fmla="*/ 468 h 405"/>
                <a:gd name="T22" fmla="*/ 15 w 2058"/>
                <a:gd name="T23" fmla="*/ 540 h 405"/>
                <a:gd name="T24" fmla="*/ 10 w 2058"/>
                <a:gd name="T25" fmla="*/ 586 h 405"/>
                <a:gd name="T26" fmla="*/ 15 w 2058"/>
                <a:gd name="T27" fmla="*/ 630 h 405"/>
                <a:gd name="T28" fmla="*/ 25 w 2058"/>
                <a:gd name="T29" fmla="*/ 704 h 405"/>
                <a:gd name="T30" fmla="*/ 25 w 2058"/>
                <a:gd name="T31" fmla="*/ 734 h 405"/>
                <a:gd name="T32" fmla="*/ 21 w 2058"/>
                <a:gd name="T33" fmla="*/ 757 h 405"/>
                <a:gd name="T34" fmla="*/ 7 w 2058"/>
                <a:gd name="T35" fmla="*/ 790 h 405"/>
                <a:gd name="T36" fmla="*/ 0 w 2058"/>
                <a:gd name="T37" fmla="*/ 803 h 405"/>
                <a:gd name="T38" fmla="*/ 42 w 2058"/>
                <a:gd name="T39" fmla="*/ 784 h 405"/>
                <a:gd name="T40" fmla="*/ 142 w 2058"/>
                <a:gd name="T41" fmla="*/ 784 h 405"/>
                <a:gd name="T42" fmla="*/ 236 w 2058"/>
                <a:gd name="T43" fmla="*/ 767 h 405"/>
                <a:gd name="T44" fmla="*/ 280 w 2058"/>
                <a:gd name="T45" fmla="*/ 750 h 405"/>
                <a:gd name="T46" fmla="*/ 325 w 2058"/>
                <a:gd name="T47" fmla="*/ 734 h 405"/>
                <a:gd name="T48" fmla="*/ 442 w 2058"/>
                <a:gd name="T49" fmla="*/ 724 h 405"/>
                <a:gd name="T50" fmla="*/ 575 w 2058"/>
                <a:gd name="T51" fmla="*/ 724 h 405"/>
                <a:gd name="T52" fmla="*/ 624 w 2058"/>
                <a:gd name="T53" fmla="*/ 754 h 405"/>
                <a:gd name="T54" fmla="*/ 673 w 2058"/>
                <a:gd name="T55" fmla="*/ 777 h 405"/>
                <a:gd name="T56" fmla="*/ 772 w 2058"/>
                <a:gd name="T57" fmla="*/ 790 h 405"/>
                <a:gd name="T58" fmla="*/ 897 w 2058"/>
                <a:gd name="T59" fmla="*/ 808 h 405"/>
                <a:gd name="T60" fmla="*/ 939 w 2058"/>
                <a:gd name="T61" fmla="*/ 807 h 405"/>
                <a:gd name="T62" fmla="*/ 1005 w 2058"/>
                <a:gd name="T63" fmla="*/ 784 h 405"/>
                <a:gd name="T64" fmla="*/ 1350 w 2058"/>
                <a:gd name="T65" fmla="*/ 774 h 405"/>
                <a:gd name="T66" fmla="*/ 1487 w 2058"/>
                <a:gd name="T67" fmla="*/ 761 h 405"/>
                <a:gd name="T68" fmla="*/ 1553 w 2058"/>
                <a:gd name="T69" fmla="*/ 744 h 405"/>
                <a:gd name="T70" fmla="*/ 1598 w 2058"/>
                <a:gd name="T71" fmla="*/ 735 h 405"/>
                <a:gd name="T72" fmla="*/ 1632 w 2058"/>
                <a:gd name="T73" fmla="*/ 747 h 405"/>
                <a:gd name="T74" fmla="*/ 1721 w 2058"/>
                <a:gd name="T75" fmla="*/ 774 h 405"/>
                <a:gd name="T76" fmla="*/ 1856 w 2058"/>
                <a:gd name="T77" fmla="*/ 788 h 405"/>
                <a:gd name="T78" fmla="*/ 1984 w 2058"/>
                <a:gd name="T79" fmla="*/ 784 h 405"/>
                <a:gd name="T80" fmla="*/ 2007 w 2058"/>
                <a:gd name="T81" fmla="*/ 767 h 405"/>
                <a:gd name="T82" fmla="*/ 2019 w 2058"/>
                <a:gd name="T83" fmla="*/ 767 h 405"/>
                <a:gd name="T84" fmla="*/ 2028 w 2058"/>
                <a:gd name="T85" fmla="*/ 776 h 405"/>
                <a:gd name="T86" fmla="*/ 2040 w 2058"/>
                <a:gd name="T87" fmla="*/ 797 h 405"/>
                <a:gd name="T88" fmla="*/ 2027 w 2058"/>
                <a:gd name="T89" fmla="*/ 608 h 405"/>
                <a:gd name="T90" fmla="*/ 2025 w 2058"/>
                <a:gd name="T91" fmla="*/ 542 h 405"/>
                <a:gd name="T92" fmla="*/ 2032 w 2058"/>
                <a:gd name="T93" fmla="*/ 479 h 405"/>
                <a:gd name="T94" fmla="*/ 2053 w 2058"/>
                <a:gd name="T95" fmla="*/ 348 h 405"/>
                <a:gd name="T96" fmla="*/ 2058 w 2058"/>
                <a:gd name="T97" fmla="*/ 280 h 405"/>
                <a:gd name="T98" fmla="*/ 57 w 2058"/>
                <a:gd name="T99" fmla="*/ 0 h 405"/>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0" t="0" r="r" b="b"/>
              <a:pathLst>
                <a:path w="2058" h="405">
                  <a:moveTo>
                    <a:pt x="57" y="0"/>
                  </a:moveTo>
                  <a:lnTo>
                    <a:pt x="50" y="1"/>
                  </a:lnTo>
                  <a:lnTo>
                    <a:pt x="39" y="1"/>
                  </a:lnTo>
                  <a:lnTo>
                    <a:pt x="32" y="2"/>
                  </a:lnTo>
                  <a:lnTo>
                    <a:pt x="28" y="3"/>
                  </a:lnTo>
                  <a:lnTo>
                    <a:pt x="25" y="6"/>
                  </a:lnTo>
                  <a:lnTo>
                    <a:pt x="22" y="12"/>
                  </a:lnTo>
                  <a:lnTo>
                    <a:pt x="20" y="19"/>
                  </a:lnTo>
                  <a:lnTo>
                    <a:pt x="19" y="33"/>
                  </a:lnTo>
                  <a:lnTo>
                    <a:pt x="19" y="47"/>
                  </a:lnTo>
                  <a:lnTo>
                    <a:pt x="17" y="60"/>
                  </a:lnTo>
                  <a:lnTo>
                    <a:pt x="20" y="71"/>
                  </a:lnTo>
                  <a:lnTo>
                    <a:pt x="25" y="82"/>
                  </a:lnTo>
                  <a:lnTo>
                    <a:pt x="37" y="107"/>
                  </a:lnTo>
                  <a:lnTo>
                    <a:pt x="43" y="120"/>
                  </a:lnTo>
                  <a:lnTo>
                    <a:pt x="47" y="135"/>
                  </a:lnTo>
                  <a:lnTo>
                    <a:pt x="51" y="149"/>
                  </a:lnTo>
                  <a:lnTo>
                    <a:pt x="52" y="164"/>
                  </a:lnTo>
                  <a:lnTo>
                    <a:pt x="50" y="180"/>
                  </a:lnTo>
                  <a:lnTo>
                    <a:pt x="44" y="197"/>
                  </a:lnTo>
                  <a:lnTo>
                    <a:pt x="37" y="215"/>
                  </a:lnTo>
                  <a:lnTo>
                    <a:pt x="29" y="235"/>
                  </a:lnTo>
                  <a:lnTo>
                    <a:pt x="21" y="254"/>
                  </a:lnTo>
                  <a:lnTo>
                    <a:pt x="15" y="271"/>
                  </a:lnTo>
                  <a:lnTo>
                    <a:pt x="11" y="286"/>
                  </a:lnTo>
                  <a:lnTo>
                    <a:pt x="10" y="293"/>
                  </a:lnTo>
                  <a:lnTo>
                    <a:pt x="10" y="299"/>
                  </a:lnTo>
                  <a:lnTo>
                    <a:pt x="15" y="315"/>
                  </a:lnTo>
                  <a:lnTo>
                    <a:pt x="21" y="335"/>
                  </a:lnTo>
                  <a:lnTo>
                    <a:pt x="25" y="353"/>
                  </a:lnTo>
                  <a:lnTo>
                    <a:pt x="26" y="361"/>
                  </a:lnTo>
                  <a:lnTo>
                    <a:pt x="25" y="368"/>
                  </a:lnTo>
                  <a:lnTo>
                    <a:pt x="24" y="375"/>
                  </a:lnTo>
                  <a:lnTo>
                    <a:pt x="21" y="380"/>
                  </a:lnTo>
                  <a:lnTo>
                    <a:pt x="13" y="390"/>
                  </a:lnTo>
                  <a:lnTo>
                    <a:pt x="7" y="396"/>
                  </a:lnTo>
                  <a:lnTo>
                    <a:pt x="2" y="400"/>
                  </a:lnTo>
                  <a:lnTo>
                    <a:pt x="0" y="401"/>
                  </a:lnTo>
                  <a:lnTo>
                    <a:pt x="4" y="400"/>
                  </a:lnTo>
                  <a:lnTo>
                    <a:pt x="42" y="392"/>
                  </a:lnTo>
                  <a:lnTo>
                    <a:pt x="101" y="392"/>
                  </a:lnTo>
                  <a:lnTo>
                    <a:pt x="142" y="392"/>
                  </a:lnTo>
                  <a:lnTo>
                    <a:pt x="179" y="389"/>
                  </a:lnTo>
                  <a:lnTo>
                    <a:pt x="236" y="384"/>
                  </a:lnTo>
                  <a:lnTo>
                    <a:pt x="258" y="380"/>
                  </a:lnTo>
                  <a:lnTo>
                    <a:pt x="280" y="375"/>
                  </a:lnTo>
                  <a:lnTo>
                    <a:pt x="302" y="371"/>
                  </a:lnTo>
                  <a:lnTo>
                    <a:pt x="325" y="368"/>
                  </a:lnTo>
                  <a:lnTo>
                    <a:pt x="383" y="366"/>
                  </a:lnTo>
                  <a:lnTo>
                    <a:pt x="442" y="363"/>
                  </a:lnTo>
                  <a:lnTo>
                    <a:pt x="559" y="361"/>
                  </a:lnTo>
                  <a:lnTo>
                    <a:pt x="575" y="363"/>
                  </a:lnTo>
                  <a:lnTo>
                    <a:pt x="590" y="368"/>
                  </a:lnTo>
                  <a:lnTo>
                    <a:pt x="624" y="378"/>
                  </a:lnTo>
                  <a:lnTo>
                    <a:pt x="658" y="387"/>
                  </a:lnTo>
                  <a:lnTo>
                    <a:pt x="673" y="390"/>
                  </a:lnTo>
                  <a:lnTo>
                    <a:pt x="689" y="392"/>
                  </a:lnTo>
                  <a:lnTo>
                    <a:pt x="772" y="396"/>
                  </a:lnTo>
                  <a:lnTo>
                    <a:pt x="830" y="400"/>
                  </a:lnTo>
                  <a:lnTo>
                    <a:pt x="897" y="405"/>
                  </a:lnTo>
                  <a:lnTo>
                    <a:pt x="918" y="405"/>
                  </a:lnTo>
                  <a:lnTo>
                    <a:pt x="939" y="404"/>
                  </a:lnTo>
                  <a:lnTo>
                    <a:pt x="964" y="399"/>
                  </a:lnTo>
                  <a:lnTo>
                    <a:pt x="1005" y="392"/>
                  </a:lnTo>
                  <a:lnTo>
                    <a:pt x="1235" y="388"/>
                  </a:lnTo>
                  <a:lnTo>
                    <a:pt x="1350" y="387"/>
                  </a:lnTo>
                  <a:lnTo>
                    <a:pt x="1465" y="384"/>
                  </a:lnTo>
                  <a:lnTo>
                    <a:pt x="1487" y="382"/>
                  </a:lnTo>
                  <a:lnTo>
                    <a:pt x="1509" y="379"/>
                  </a:lnTo>
                  <a:lnTo>
                    <a:pt x="1553" y="372"/>
                  </a:lnTo>
                  <a:lnTo>
                    <a:pt x="1576" y="369"/>
                  </a:lnTo>
                  <a:lnTo>
                    <a:pt x="1598" y="369"/>
                  </a:lnTo>
                  <a:lnTo>
                    <a:pt x="1620" y="371"/>
                  </a:lnTo>
                  <a:lnTo>
                    <a:pt x="1632" y="373"/>
                  </a:lnTo>
                  <a:lnTo>
                    <a:pt x="1642" y="375"/>
                  </a:lnTo>
                  <a:lnTo>
                    <a:pt x="1721" y="387"/>
                  </a:lnTo>
                  <a:lnTo>
                    <a:pt x="1783" y="392"/>
                  </a:lnTo>
                  <a:lnTo>
                    <a:pt x="1856" y="395"/>
                  </a:lnTo>
                  <a:lnTo>
                    <a:pt x="1966" y="399"/>
                  </a:lnTo>
                  <a:lnTo>
                    <a:pt x="1984" y="392"/>
                  </a:lnTo>
                  <a:lnTo>
                    <a:pt x="1999" y="387"/>
                  </a:lnTo>
                  <a:lnTo>
                    <a:pt x="2007" y="384"/>
                  </a:lnTo>
                  <a:lnTo>
                    <a:pt x="2015" y="384"/>
                  </a:lnTo>
                  <a:lnTo>
                    <a:pt x="2019" y="384"/>
                  </a:lnTo>
                  <a:lnTo>
                    <a:pt x="2021" y="385"/>
                  </a:lnTo>
                  <a:lnTo>
                    <a:pt x="2028" y="389"/>
                  </a:lnTo>
                  <a:lnTo>
                    <a:pt x="2033" y="395"/>
                  </a:lnTo>
                  <a:lnTo>
                    <a:pt x="2040" y="399"/>
                  </a:lnTo>
                  <a:lnTo>
                    <a:pt x="2031" y="346"/>
                  </a:lnTo>
                  <a:lnTo>
                    <a:pt x="2027" y="304"/>
                  </a:lnTo>
                  <a:lnTo>
                    <a:pt x="2025" y="286"/>
                  </a:lnTo>
                  <a:lnTo>
                    <a:pt x="2025" y="272"/>
                  </a:lnTo>
                  <a:lnTo>
                    <a:pt x="2028" y="256"/>
                  </a:lnTo>
                  <a:lnTo>
                    <a:pt x="2032" y="240"/>
                  </a:lnTo>
                  <a:lnTo>
                    <a:pt x="2042" y="207"/>
                  </a:lnTo>
                  <a:lnTo>
                    <a:pt x="2053" y="175"/>
                  </a:lnTo>
                  <a:lnTo>
                    <a:pt x="2055" y="157"/>
                  </a:lnTo>
                  <a:lnTo>
                    <a:pt x="2058" y="141"/>
                  </a:lnTo>
                  <a:lnTo>
                    <a:pt x="2040" y="0"/>
                  </a:lnTo>
                  <a:lnTo>
                    <a:pt x="57" y="0"/>
                  </a:lnTo>
                  <a:close/>
                </a:path>
              </a:pathLst>
            </a:custGeom>
            <a:solidFill>
              <a:srgbClr val="4F9D7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972" name="Line 453">
              <a:extLst>
                <a:ext uri="{FF2B5EF4-FFF2-40B4-BE49-F238E27FC236}">
                  <a16:creationId xmlns:a16="http://schemas.microsoft.com/office/drawing/2014/main" id="{1C9FBF85-135F-3B3D-B2DF-902089DE6080}"/>
                </a:ext>
              </a:extLst>
            </p:cNvPr>
            <p:cNvSpPr>
              <a:spLocks noChangeShapeType="1"/>
            </p:cNvSpPr>
            <p:nvPr/>
          </p:nvSpPr>
          <p:spPr bwMode="auto">
            <a:xfrm flipH="1">
              <a:off x="3154" y="1684"/>
              <a:ext cx="7" cy="2"/>
            </a:xfrm>
            <a:prstGeom prst="line">
              <a:avLst/>
            </a:prstGeom>
            <a:noFill/>
            <a:ln w="15875">
              <a:solidFill>
                <a:srgbClr val="488F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3" name="Line 454">
              <a:extLst>
                <a:ext uri="{FF2B5EF4-FFF2-40B4-BE49-F238E27FC236}">
                  <a16:creationId xmlns:a16="http://schemas.microsoft.com/office/drawing/2014/main" id="{0BE783CD-BED0-0D01-764C-F6DDDCFB4A7E}"/>
                </a:ext>
              </a:extLst>
            </p:cNvPr>
            <p:cNvSpPr>
              <a:spLocks noChangeShapeType="1"/>
            </p:cNvSpPr>
            <p:nvPr/>
          </p:nvSpPr>
          <p:spPr bwMode="auto">
            <a:xfrm flipH="1">
              <a:off x="3143" y="1686"/>
              <a:ext cx="11" cy="1"/>
            </a:xfrm>
            <a:prstGeom prst="line">
              <a:avLst/>
            </a:prstGeom>
            <a:noFill/>
            <a:ln w="15875">
              <a:solidFill>
                <a:srgbClr val="4992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4" name="Line 455">
              <a:extLst>
                <a:ext uri="{FF2B5EF4-FFF2-40B4-BE49-F238E27FC236}">
                  <a16:creationId xmlns:a16="http://schemas.microsoft.com/office/drawing/2014/main" id="{62101CCC-5DD7-BDC8-AC5A-CEC6CAC82682}"/>
                </a:ext>
              </a:extLst>
            </p:cNvPr>
            <p:cNvSpPr>
              <a:spLocks noChangeShapeType="1"/>
            </p:cNvSpPr>
            <p:nvPr/>
          </p:nvSpPr>
          <p:spPr bwMode="auto">
            <a:xfrm flipH="1">
              <a:off x="3136" y="1686"/>
              <a:ext cx="7" cy="1"/>
            </a:xfrm>
            <a:prstGeom prst="line">
              <a:avLst/>
            </a:prstGeom>
            <a:noFill/>
            <a:ln w="15875">
              <a:solidFill>
                <a:srgbClr val="468C69"/>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5" name="Line 456">
              <a:extLst>
                <a:ext uri="{FF2B5EF4-FFF2-40B4-BE49-F238E27FC236}">
                  <a16:creationId xmlns:a16="http://schemas.microsoft.com/office/drawing/2014/main" id="{DD855D40-C52B-B3E0-13BC-91E6A8EC39A5}"/>
                </a:ext>
              </a:extLst>
            </p:cNvPr>
            <p:cNvSpPr>
              <a:spLocks noChangeShapeType="1"/>
            </p:cNvSpPr>
            <p:nvPr/>
          </p:nvSpPr>
          <p:spPr bwMode="auto">
            <a:xfrm flipH="1">
              <a:off x="3132" y="1687"/>
              <a:ext cx="4" cy="1"/>
            </a:xfrm>
            <a:prstGeom prst="line">
              <a:avLst/>
            </a:prstGeom>
            <a:noFill/>
            <a:ln w="15875">
              <a:solidFill>
                <a:srgbClr val="4B96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6" name="Line 457">
              <a:extLst>
                <a:ext uri="{FF2B5EF4-FFF2-40B4-BE49-F238E27FC236}">
                  <a16:creationId xmlns:a16="http://schemas.microsoft.com/office/drawing/2014/main" id="{425AE92D-2D7F-4A52-9B9E-B5F0380F4877}"/>
                </a:ext>
              </a:extLst>
            </p:cNvPr>
            <p:cNvSpPr>
              <a:spLocks noChangeShapeType="1"/>
            </p:cNvSpPr>
            <p:nvPr/>
          </p:nvSpPr>
          <p:spPr bwMode="auto">
            <a:xfrm flipH="1">
              <a:off x="3129" y="1688"/>
              <a:ext cx="3" cy="3"/>
            </a:xfrm>
            <a:prstGeom prst="line">
              <a:avLst/>
            </a:prstGeom>
            <a:noFill/>
            <a:ln w="15875">
              <a:solidFill>
                <a:srgbClr val="50A1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7" name="Line 458">
              <a:extLst>
                <a:ext uri="{FF2B5EF4-FFF2-40B4-BE49-F238E27FC236}">
                  <a16:creationId xmlns:a16="http://schemas.microsoft.com/office/drawing/2014/main" id="{C07947B4-C02E-9307-DF0B-D0E7DABBC135}"/>
                </a:ext>
              </a:extLst>
            </p:cNvPr>
            <p:cNvSpPr>
              <a:spLocks noChangeShapeType="1"/>
            </p:cNvSpPr>
            <p:nvPr/>
          </p:nvSpPr>
          <p:spPr bwMode="auto">
            <a:xfrm flipH="1">
              <a:off x="3126" y="1691"/>
              <a:ext cx="3" cy="6"/>
            </a:xfrm>
            <a:prstGeom prst="line">
              <a:avLst/>
            </a:prstGeom>
            <a:noFill/>
            <a:ln w="15875">
              <a:solidFill>
                <a:srgbClr val="54A77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8" name="Line 459">
              <a:extLst>
                <a:ext uri="{FF2B5EF4-FFF2-40B4-BE49-F238E27FC236}">
                  <a16:creationId xmlns:a16="http://schemas.microsoft.com/office/drawing/2014/main" id="{0127808D-2A71-8B37-6A51-B4CFCB1F09E9}"/>
                </a:ext>
              </a:extLst>
            </p:cNvPr>
            <p:cNvSpPr>
              <a:spLocks noChangeShapeType="1"/>
            </p:cNvSpPr>
            <p:nvPr/>
          </p:nvSpPr>
          <p:spPr bwMode="auto">
            <a:xfrm flipH="1">
              <a:off x="3124" y="1697"/>
              <a:ext cx="2" cy="8"/>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79" name="Line 460">
              <a:extLst>
                <a:ext uri="{FF2B5EF4-FFF2-40B4-BE49-F238E27FC236}">
                  <a16:creationId xmlns:a16="http://schemas.microsoft.com/office/drawing/2014/main" id="{B9E7DE22-E4A2-AAB7-DF34-5BB91A7AA170}"/>
                </a:ext>
              </a:extLst>
            </p:cNvPr>
            <p:cNvSpPr>
              <a:spLocks noChangeShapeType="1"/>
            </p:cNvSpPr>
            <p:nvPr/>
          </p:nvSpPr>
          <p:spPr bwMode="auto">
            <a:xfrm flipH="1">
              <a:off x="3123" y="1705"/>
              <a:ext cx="1" cy="15"/>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0" name="Line 461">
              <a:extLst>
                <a:ext uri="{FF2B5EF4-FFF2-40B4-BE49-F238E27FC236}">
                  <a16:creationId xmlns:a16="http://schemas.microsoft.com/office/drawing/2014/main" id="{43FA9D96-95FA-5AC9-A341-1D9E9F885C9D}"/>
                </a:ext>
              </a:extLst>
            </p:cNvPr>
            <p:cNvSpPr>
              <a:spLocks noChangeShapeType="1"/>
            </p:cNvSpPr>
            <p:nvPr/>
          </p:nvSpPr>
          <p:spPr bwMode="auto">
            <a:xfrm>
              <a:off x="3123" y="1720"/>
              <a:ext cx="1" cy="15"/>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1" name="Line 462">
              <a:extLst>
                <a:ext uri="{FF2B5EF4-FFF2-40B4-BE49-F238E27FC236}">
                  <a16:creationId xmlns:a16="http://schemas.microsoft.com/office/drawing/2014/main" id="{C1C80E59-C40E-BC90-78EB-D3A9091220E4}"/>
                </a:ext>
              </a:extLst>
            </p:cNvPr>
            <p:cNvSpPr>
              <a:spLocks noChangeShapeType="1"/>
            </p:cNvSpPr>
            <p:nvPr/>
          </p:nvSpPr>
          <p:spPr bwMode="auto">
            <a:xfrm flipH="1">
              <a:off x="3121" y="1735"/>
              <a:ext cx="2" cy="14"/>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2" name="Line 463">
              <a:extLst>
                <a:ext uri="{FF2B5EF4-FFF2-40B4-BE49-F238E27FC236}">
                  <a16:creationId xmlns:a16="http://schemas.microsoft.com/office/drawing/2014/main" id="{1B87DD48-0EAA-4AD0-A1FA-E368BD160E0A}"/>
                </a:ext>
              </a:extLst>
            </p:cNvPr>
            <p:cNvSpPr>
              <a:spLocks noChangeShapeType="1"/>
            </p:cNvSpPr>
            <p:nvPr/>
          </p:nvSpPr>
          <p:spPr bwMode="auto">
            <a:xfrm>
              <a:off x="3121" y="1749"/>
              <a:ext cx="3" cy="11"/>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3" name="Line 464">
              <a:extLst>
                <a:ext uri="{FF2B5EF4-FFF2-40B4-BE49-F238E27FC236}">
                  <a16:creationId xmlns:a16="http://schemas.microsoft.com/office/drawing/2014/main" id="{92079F39-CE40-CEF9-AEE0-FE5BCE677E71}"/>
                </a:ext>
              </a:extLst>
            </p:cNvPr>
            <p:cNvSpPr>
              <a:spLocks noChangeShapeType="1"/>
            </p:cNvSpPr>
            <p:nvPr/>
          </p:nvSpPr>
          <p:spPr bwMode="auto">
            <a:xfrm>
              <a:off x="3124" y="1760"/>
              <a:ext cx="5" cy="12"/>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4" name="Line 465">
              <a:extLst>
                <a:ext uri="{FF2B5EF4-FFF2-40B4-BE49-F238E27FC236}">
                  <a16:creationId xmlns:a16="http://schemas.microsoft.com/office/drawing/2014/main" id="{F0404030-7747-A68D-C2E7-33A388F13712}"/>
                </a:ext>
              </a:extLst>
            </p:cNvPr>
            <p:cNvSpPr>
              <a:spLocks noChangeShapeType="1"/>
            </p:cNvSpPr>
            <p:nvPr/>
          </p:nvSpPr>
          <p:spPr bwMode="auto">
            <a:xfrm>
              <a:off x="3129" y="1772"/>
              <a:ext cx="12" cy="27"/>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5" name="Line 466">
              <a:extLst>
                <a:ext uri="{FF2B5EF4-FFF2-40B4-BE49-F238E27FC236}">
                  <a16:creationId xmlns:a16="http://schemas.microsoft.com/office/drawing/2014/main" id="{AB709471-C50B-B264-FB66-44A354D25CB1}"/>
                </a:ext>
              </a:extLst>
            </p:cNvPr>
            <p:cNvSpPr>
              <a:spLocks noChangeShapeType="1"/>
            </p:cNvSpPr>
            <p:nvPr/>
          </p:nvSpPr>
          <p:spPr bwMode="auto">
            <a:xfrm>
              <a:off x="3141" y="1799"/>
              <a:ext cx="6" cy="14"/>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6" name="Line 467">
              <a:extLst>
                <a:ext uri="{FF2B5EF4-FFF2-40B4-BE49-F238E27FC236}">
                  <a16:creationId xmlns:a16="http://schemas.microsoft.com/office/drawing/2014/main" id="{234F64EA-EBB0-2CC2-8BE8-8353F6F5D7D3}"/>
                </a:ext>
              </a:extLst>
            </p:cNvPr>
            <p:cNvSpPr>
              <a:spLocks noChangeShapeType="1"/>
            </p:cNvSpPr>
            <p:nvPr/>
          </p:nvSpPr>
          <p:spPr bwMode="auto">
            <a:xfrm>
              <a:off x="3147" y="1813"/>
              <a:ext cx="4" cy="16"/>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7" name="Line 468">
              <a:extLst>
                <a:ext uri="{FF2B5EF4-FFF2-40B4-BE49-F238E27FC236}">
                  <a16:creationId xmlns:a16="http://schemas.microsoft.com/office/drawing/2014/main" id="{348B8450-81F6-4C98-8FEB-CECE086BE066}"/>
                </a:ext>
              </a:extLst>
            </p:cNvPr>
            <p:cNvSpPr>
              <a:spLocks noChangeShapeType="1"/>
            </p:cNvSpPr>
            <p:nvPr/>
          </p:nvSpPr>
          <p:spPr bwMode="auto">
            <a:xfrm>
              <a:off x="3151" y="1829"/>
              <a:ext cx="4" cy="15"/>
            </a:xfrm>
            <a:prstGeom prst="line">
              <a:avLst/>
            </a:prstGeom>
            <a:noFill/>
            <a:ln w="15875">
              <a:solidFill>
                <a:srgbClr val="55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8" name="Line 469">
              <a:extLst>
                <a:ext uri="{FF2B5EF4-FFF2-40B4-BE49-F238E27FC236}">
                  <a16:creationId xmlns:a16="http://schemas.microsoft.com/office/drawing/2014/main" id="{EAD54B87-787D-130D-446F-6336C79A0312}"/>
                </a:ext>
              </a:extLst>
            </p:cNvPr>
            <p:cNvSpPr>
              <a:spLocks noChangeShapeType="1"/>
            </p:cNvSpPr>
            <p:nvPr/>
          </p:nvSpPr>
          <p:spPr bwMode="auto">
            <a:xfrm>
              <a:off x="3155" y="1844"/>
              <a:ext cx="1" cy="16"/>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89" name="Line 470">
              <a:extLst>
                <a:ext uri="{FF2B5EF4-FFF2-40B4-BE49-F238E27FC236}">
                  <a16:creationId xmlns:a16="http://schemas.microsoft.com/office/drawing/2014/main" id="{DF04F61D-51BF-C3F0-B54C-62A3D35DA3E6}"/>
                </a:ext>
              </a:extLst>
            </p:cNvPr>
            <p:cNvSpPr>
              <a:spLocks noChangeShapeType="1"/>
            </p:cNvSpPr>
            <p:nvPr/>
          </p:nvSpPr>
          <p:spPr bwMode="auto">
            <a:xfrm flipH="1">
              <a:off x="3154" y="1860"/>
              <a:ext cx="2" cy="1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0" name="Line 471">
              <a:extLst>
                <a:ext uri="{FF2B5EF4-FFF2-40B4-BE49-F238E27FC236}">
                  <a16:creationId xmlns:a16="http://schemas.microsoft.com/office/drawing/2014/main" id="{442087BD-1BC1-4CBA-25FF-99C98E7A8B7C}"/>
                </a:ext>
              </a:extLst>
            </p:cNvPr>
            <p:cNvSpPr>
              <a:spLocks noChangeShapeType="1"/>
            </p:cNvSpPr>
            <p:nvPr/>
          </p:nvSpPr>
          <p:spPr bwMode="auto">
            <a:xfrm flipH="1">
              <a:off x="3148" y="1877"/>
              <a:ext cx="6" cy="18"/>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1" name="Line 472">
              <a:extLst>
                <a:ext uri="{FF2B5EF4-FFF2-40B4-BE49-F238E27FC236}">
                  <a16:creationId xmlns:a16="http://schemas.microsoft.com/office/drawing/2014/main" id="{4DA24B38-94D6-EDFD-5E26-D8199C66FBB6}"/>
                </a:ext>
              </a:extLst>
            </p:cNvPr>
            <p:cNvSpPr>
              <a:spLocks noChangeShapeType="1"/>
            </p:cNvSpPr>
            <p:nvPr/>
          </p:nvSpPr>
          <p:spPr bwMode="auto">
            <a:xfrm flipH="1">
              <a:off x="3141" y="1895"/>
              <a:ext cx="7" cy="19"/>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2" name="Line 473">
              <a:extLst>
                <a:ext uri="{FF2B5EF4-FFF2-40B4-BE49-F238E27FC236}">
                  <a16:creationId xmlns:a16="http://schemas.microsoft.com/office/drawing/2014/main" id="{71565A6F-E47A-0EED-0FFE-53BEF287B1D9}"/>
                </a:ext>
              </a:extLst>
            </p:cNvPr>
            <p:cNvSpPr>
              <a:spLocks noChangeShapeType="1"/>
            </p:cNvSpPr>
            <p:nvPr/>
          </p:nvSpPr>
          <p:spPr bwMode="auto">
            <a:xfrm flipH="1">
              <a:off x="3133" y="1914"/>
              <a:ext cx="8" cy="22"/>
            </a:xfrm>
            <a:prstGeom prst="line">
              <a:avLst/>
            </a:prstGeom>
            <a:noFill/>
            <a:ln w="15875">
              <a:solidFill>
                <a:srgbClr val="54A9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3" name="Line 474">
              <a:extLst>
                <a:ext uri="{FF2B5EF4-FFF2-40B4-BE49-F238E27FC236}">
                  <a16:creationId xmlns:a16="http://schemas.microsoft.com/office/drawing/2014/main" id="{BB95E89B-BA30-9C2E-6FA5-C89C59FE75EC}"/>
                </a:ext>
              </a:extLst>
            </p:cNvPr>
            <p:cNvSpPr>
              <a:spLocks noChangeShapeType="1"/>
            </p:cNvSpPr>
            <p:nvPr/>
          </p:nvSpPr>
          <p:spPr bwMode="auto">
            <a:xfrm flipH="1">
              <a:off x="3125" y="1936"/>
              <a:ext cx="8" cy="20"/>
            </a:xfrm>
            <a:prstGeom prst="line">
              <a:avLst/>
            </a:prstGeom>
            <a:noFill/>
            <a:ln w="15875">
              <a:solidFill>
                <a:srgbClr val="54A9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4" name="Line 475">
              <a:extLst>
                <a:ext uri="{FF2B5EF4-FFF2-40B4-BE49-F238E27FC236}">
                  <a16:creationId xmlns:a16="http://schemas.microsoft.com/office/drawing/2014/main" id="{53F1FCE3-5B00-AE4E-F973-E902BBAB7528}"/>
                </a:ext>
              </a:extLst>
            </p:cNvPr>
            <p:cNvSpPr>
              <a:spLocks noChangeShapeType="1"/>
            </p:cNvSpPr>
            <p:nvPr/>
          </p:nvSpPr>
          <p:spPr bwMode="auto">
            <a:xfrm flipH="1">
              <a:off x="3119" y="1956"/>
              <a:ext cx="6" cy="18"/>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5" name="Line 476">
              <a:extLst>
                <a:ext uri="{FF2B5EF4-FFF2-40B4-BE49-F238E27FC236}">
                  <a16:creationId xmlns:a16="http://schemas.microsoft.com/office/drawing/2014/main" id="{C46EBED9-C2F2-BD7D-8EF3-DDD15C36093D}"/>
                </a:ext>
              </a:extLst>
            </p:cNvPr>
            <p:cNvSpPr>
              <a:spLocks noChangeShapeType="1"/>
            </p:cNvSpPr>
            <p:nvPr/>
          </p:nvSpPr>
          <p:spPr bwMode="auto">
            <a:xfrm flipH="1">
              <a:off x="3115" y="1974"/>
              <a:ext cx="4" cy="16"/>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6" name="Line 477">
              <a:extLst>
                <a:ext uri="{FF2B5EF4-FFF2-40B4-BE49-F238E27FC236}">
                  <a16:creationId xmlns:a16="http://schemas.microsoft.com/office/drawing/2014/main" id="{6D447EF9-B50E-E401-8B48-5798484CED89}"/>
                </a:ext>
              </a:extLst>
            </p:cNvPr>
            <p:cNvSpPr>
              <a:spLocks noChangeShapeType="1"/>
            </p:cNvSpPr>
            <p:nvPr/>
          </p:nvSpPr>
          <p:spPr bwMode="auto">
            <a:xfrm flipH="1">
              <a:off x="3114" y="1990"/>
              <a:ext cx="1" cy="8"/>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7" name="Line 478">
              <a:extLst>
                <a:ext uri="{FF2B5EF4-FFF2-40B4-BE49-F238E27FC236}">
                  <a16:creationId xmlns:a16="http://schemas.microsoft.com/office/drawing/2014/main" id="{BBFDB812-09D1-769D-2789-B8514818C1B7}"/>
                </a:ext>
              </a:extLst>
            </p:cNvPr>
            <p:cNvSpPr>
              <a:spLocks noChangeShapeType="1"/>
            </p:cNvSpPr>
            <p:nvPr/>
          </p:nvSpPr>
          <p:spPr bwMode="auto">
            <a:xfrm>
              <a:off x="3114" y="1998"/>
              <a:ext cx="1" cy="6"/>
            </a:xfrm>
            <a:prstGeom prst="line">
              <a:avLst/>
            </a:prstGeom>
            <a:noFill/>
            <a:ln w="15875">
              <a:solidFill>
                <a:srgbClr val="56AC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8" name="Line 479">
              <a:extLst>
                <a:ext uri="{FF2B5EF4-FFF2-40B4-BE49-F238E27FC236}">
                  <a16:creationId xmlns:a16="http://schemas.microsoft.com/office/drawing/2014/main" id="{32B79B83-6698-78B5-8286-A1E3707015CD}"/>
                </a:ext>
              </a:extLst>
            </p:cNvPr>
            <p:cNvSpPr>
              <a:spLocks noChangeShapeType="1"/>
            </p:cNvSpPr>
            <p:nvPr/>
          </p:nvSpPr>
          <p:spPr bwMode="auto">
            <a:xfrm>
              <a:off x="3114" y="2004"/>
              <a:ext cx="5" cy="17"/>
            </a:xfrm>
            <a:prstGeom prst="line">
              <a:avLst/>
            </a:prstGeom>
            <a:noFill/>
            <a:ln w="15875">
              <a:solidFill>
                <a:srgbClr val="55A9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1999" name="Line 480">
              <a:extLst>
                <a:ext uri="{FF2B5EF4-FFF2-40B4-BE49-F238E27FC236}">
                  <a16:creationId xmlns:a16="http://schemas.microsoft.com/office/drawing/2014/main" id="{0D592932-28D6-D50A-79AA-E4B1F6886BD4}"/>
                </a:ext>
              </a:extLst>
            </p:cNvPr>
            <p:cNvSpPr>
              <a:spLocks noChangeShapeType="1"/>
            </p:cNvSpPr>
            <p:nvPr/>
          </p:nvSpPr>
          <p:spPr bwMode="auto">
            <a:xfrm>
              <a:off x="3119" y="2021"/>
              <a:ext cx="6" cy="22"/>
            </a:xfrm>
            <a:prstGeom prst="line">
              <a:avLst/>
            </a:prstGeom>
            <a:noFill/>
            <a:ln w="15875">
              <a:solidFill>
                <a:srgbClr val="55AA7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0" name="Line 481">
              <a:extLst>
                <a:ext uri="{FF2B5EF4-FFF2-40B4-BE49-F238E27FC236}">
                  <a16:creationId xmlns:a16="http://schemas.microsoft.com/office/drawing/2014/main" id="{EF2F9EB7-02FD-BD95-101C-56D275D32F7D}"/>
                </a:ext>
              </a:extLst>
            </p:cNvPr>
            <p:cNvSpPr>
              <a:spLocks noChangeShapeType="1"/>
            </p:cNvSpPr>
            <p:nvPr/>
          </p:nvSpPr>
          <p:spPr bwMode="auto">
            <a:xfrm>
              <a:off x="3125" y="2043"/>
              <a:ext cx="4" cy="19"/>
            </a:xfrm>
            <a:prstGeom prst="line">
              <a:avLst/>
            </a:prstGeom>
            <a:noFill/>
            <a:ln w="15875">
              <a:solidFill>
                <a:srgbClr val="56AB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1" name="Line 482">
              <a:extLst>
                <a:ext uri="{FF2B5EF4-FFF2-40B4-BE49-F238E27FC236}">
                  <a16:creationId xmlns:a16="http://schemas.microsoft.com/office/drawing/2014/main" id="{B9417025-AD67-6BB6-1D5E-247E091834C3}"/>
                </a:ext>
              </a:extLst>
            </p:cNvPr>
            <p:cNvSpPr>
              <a:spLocks noChangeShapeType="1"/>
            </p:cNvSpPr>
            <p:nvPr/>
          </p:nvSpPr>
          <p:spPr bwMode="auto">
            <a:xfrm>
              <a:off x="3129" y="2062"/>
              <a:ext cx="1" cy="9"/>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2" name="Line 483">
              <a:extLst>
                <a:ext uri="{FF2B5EF4-FFF2-40B4-BE49-F238E27FC236}">
                  <a16:creationId xmlns:a16="http://schemas.microsoft.com/office/drawing/2014/main" id="{5EBD62B9-8A4E-FC79-C974-546F84538913}"/>
                </a:ext>
              </a:extLst>
            </p:cNvPr>
            <p:cNvSpPr>
              <a:spLocks noChangeShapeType="1"/>
            </p:cNvSpPr>
            <p:nvPr/>
          </p:nvSpPr>
          <p:spPr bwMode="auto">
            <a:xfrm flipH="1">
              <a:off x="3129" y="2071"/>
              <a:ext cx="1" cy="7"/>
            </a:xfrm>
            <a:prstGeom prst="line">
              <a:avLst/>
            </a:prstGeom>
            <a:noFill/>
            <a:ln w="15875">
              <a:solidFill>
                <a:srgbClr val="56AB8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3" name="Line 484">
              <a:extLst>
                <a:ext uri="{FF2B5EF4-FFF2-40B4-BE49-F238E27FC236}">
                  <a16:creationId xmlns:a16="http://schemas.microsoft.com/office/drawing/2014/main" id="{55519877-21B0-768A-32F6-994069452813}"/>
                </a:ext>
              </a:extLst>
            </p:cNvPr>
            <p:cNvSpPr>
              <a:spLocks noChangeShapeType="1"/>
            </p:cNvSpPr>
            <p:nvPr/>
          </p:nvSpPr>
          <p:spPr bwMode="auto">
            <a:xfrm flipH="1">
              <a:off x="3128" y="2078"/>
              <a:ext cx="1" cy="7"/>
            </a:xfrm>
            <a:prstGeom prst="line">
              <a:avLst/>
            </a:prstGeom>
            <a:noFill/>
            <a:ln w="15875">
              <a:solidFill>
                <a:srgbClr val="55AA8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4" name="Line 485">
              <a:extLst>
                <a:ext uri="{FF2B5EF4-FFF2-40B4-BE49-F238E27FC236}">
                  <a16:creationId xmlns:a16="http://schemas.microsoft.com/office/drawing/2014/main" id="{21102DA6-0780-C0E1-3CE2-902696180689}"/>
                </a:ext>
              </a:extLst>
            </p:cNvPr>
            <p:cNvSpPr>
              <a:spLocks noChangeShapeType="1"/>
            </p:cNvSpPr>
            <p:nvPr/>
          </p:nvSpPr>
          <p:spPr bwMode="auto">
            <a:xfrm flipH="1">
              <a:off x="3125" y="2085"/>
              <a:ext cx="3" cy="6"/>
            </a:xfrm>
            <a:prstGeom prst="line">
              <a:avLst/>
            </a:prstGeom>
            <a:noFill/>
            <a:ln w="15875">
              <a:solidFill>
                <a:srgbClr val="54A87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5" name="Line 486">
              <a:extLst>
                <a:ext uri="{FF2B5EF4-FFF2-40B4-BE49-F238E27FC236}">
                  <a16:creationId xmlns:a16="http://schemas.microsoft.com/office/drawing/2014/main" id="{B8064B23-CF8F-FBAA-4578-14A6090FF44A}"/>
                </a:ext>
              </a:extLst>
            </p:cNvPr>
            <p:cNvSpPr>
              <a:spLocks noChangeShapeType="1"/>
            </p:cNvSpPr>
            <p:nvPr/>
          </p:nvSpPr>
          <p:spPr bwMode="auto">
            <a:xfrm flipH="1">
              <a:off x="3117" y="2091"/>
              <a:ext cx="8" cy="11"/>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6" name="Line 487">
              <a:extLst>
                <a:ext uri="{FF2B5EF4-FFF2-40B4-BE49-F238E27FC236}">
                  <a16:creationId xmlns:a16="http://schemas.microsoft.com/office/drawing/2014/main" id="{E1E1646A-B5E3-EEF5-D94D-ECD5E90C3C8A}"/>
                </a:ext>
              </a:extLst>
            </p:cNvPr>
            <p:cNvSpPr>
              <a:spLocks noChangeShapeType="1"/>
            </p:cNvSpPr>
            <p:nvPr/>
          </p:nvSpPr>
          <p:spPr bwMode="auto">
            <a:xfrm flipH="1">
              <a:off x="3111" y="2102"/>
              <a:ext cx="6" cy="6"/>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7" name="Line 488">
              <a:extLst>
                <a:ext uri="{FF2B5EF4-FFF2-40B4-BE49-F238E27FC236}">
                  <a16:creationId xmlns:a16="http://schemas.microsoft.com/office/drawing/2014/main" id="{E9C672C5-DDA9-2925-2FBD-C267923932B9}"/>
                </a:ext>
              </a:extLst>
            </p:cNvPr>
            <p:cNvSpPr>
              <a:spLocks noChangeShapeType="1"/>
            </p:cNvSpPr>
            <p:nvPr/>
          </p:nvSpPr>
          <p:spPr bwMode="auto">
            <a:xfrm flipH="1">
              <a:off x="3106" y="2108"/>
              <a:ext cx="5"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8" name="Line 489">
              <a:extLst>
                <a:ext uri="{FF2B5EF4-FFF2-40B4-BE49-F238E27FC236}">
                  <a16:creationId xmlns:a16="http://schemas.microsoft.com/office/drawing/2014/main" id="{99F964BE-C4E6-390A-1A24-DC13F1036B76}"/>
                </a:ext>
              </a:extLst>
            </p:cNvPr>
            <p:cNvSpPr>
              <a:spLocks noChangeShapeType="1"/>
            </p:cNvSpPr>
            <p:nvPr/>
          </p:nvSpPr>
          <p:spPr bwMode="auto">
            <a:xfrm flipH="1">
              <a:off x="3104" y="2112"/>
              <a:ext cx="2" cy="1"/>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09" name="Line 490">
              <a:extLst>
                <a:ext uri="{FF2B5EF4-FFF2-40B4-BE49-F238E27FC236}">
                  <a16:creationId xmlns:a16="http://schemas.microsoft.com/office/drawing/2014/main" id="{817891BF-0734-8268-8206-BBC3A3995EEC}"/>
                </a:ext>
              </a:extLst>
            </p:cNvPr>
            <p:cNvSpPr>
              <a:spLocks noChangeShapeType="1"/>
            </p:cNvSpPr>
            <p:nvPr/>
          </p:nvSpPr>
          <p:spPr bwMode="auto">
            <a:xfrm flipV="1">
              <a:off x="3104" y="2112"/>
              <a:ext cx="4" cy="1"/>
            </a:xfrm>
            <a:prstGeom prst="line">
              <a:avLst/>
            </a:prstGeom>
            <a:noFill/>
            <a:ln w="15875">
              <a:solidFill>
                <a:srgbClr val="4E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0" name="Line 491">
              <a:extLst>
                <a:ext uri="{FF2B5EF4-FFF2-40B4-BE49-F238E27FC236}">
                  <a16:creationId xmlns:a16="http://schemas.microsoft.com/office/drawing/2014/main" id="{96D3E461-A981-57D2-53F7-A18BA890D862}"/>
                </a:ext>
              </a:extLst>
            </p:cNvPr>
            <p:cNvSpPr>
              <a:spLocks noChangeShapeType="1"/>
            </p:cNvSpPr>
            <p:nvPr/>
          </p:nvSpPr>
          <p:spPr bwMode="auto">
            <a:xfrm flipV="1">
              <a:off x="3108" y="2104"/>
              <a:ext cx="38" cy="8"/>
            </a:xfrm>
            <a:prstGeom prst="line">
              <a:avLst/>
            </a:prstGeom>
            <a:noFill/>
            <a:ln w="15875">
              <a:solidFill>
                <a:srgbClr val="4F9D7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1" name="Line 492">
              <a:extLst>
                <a:ext uri="{FF2B5EF4-FFF2-40B4-BE49-F238E27FC236}">
                  <a16:creationId xmlns:a16="http://schemas.microsoft.com/office/drawing/2014/main" id="{ABFCF4C5-BADD-4B4F-B79D-A2496A0F6D7D}"/>
                </a:ext>
              </a:extLst>
            </p:cNvPr>
            <p:cNvSpPr>
              <a:spLocks noChangeShapeType="1"/>
            </p:cNvSpPr>
            <p:nvPr/>
          </p:nvSpPr>
          <p:spPr bwMode="auto">
            <a:xfrm>
              <a:off x="3146" y="2104"/>
              <a:ext cx="59"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2" name="Line 493">
              <a:extLst>
                <a:ext uri="{FF2B5EF4-FFF2-40B4-BE49-F238E27FC236}">
                  <a16:creationId xmlns:a16="http://schemas.microsoft.com/office/drawing/2014/main" id="{FF5FAFD1-7432-FF32-4617-C00609A9743D}"/>
                </a:ext>
              </a:extLst>
            </p:cNvPr>
            <p:cNvSpPr>
              <a:spLocks noChangeShapeType="1"/>
            </p:cNvSpPr>
            <p:nvPr/>
          </p:nvSpPr>
          <p:spPr bwMode="auto">
            <a:xfrm>
              <a:off x="3205" y="2104"/>
              <a:ext cx="41" cy="1"/>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3" name="Line 494">
              <a:extLst>
                <a:ext uri="{FF2B5EF4-FFF2-40B4-BE49-F238E27FC236}">
                  <a16:creationId xmlns:a16="http://schemas.microsoft.com/office/drawing/2014/main" id="{479FB30F-55D3-D6EC-4F26-18FC3AAD61C4}"/>
                </a:ext>
              </a:extLst>
            </p:cNvPr>
            <p:cNvSpPr>
              <a:spLocks noChangeShapeType="1"/>
            </p:cNvSpPr>
            <p:nvPr/>
          </p:nvSpPr>
          <p:spPr bwMode="auto">
            <a:xfrm flipV="1">
              <a:off x="3246" y="2100"/>
              <a:ext cx="37" cy="4"/>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4" name="Line 495">
              <a:extLst>
                <a:ext uri="{FF2B5EF4-FFF2-40B4-BE49-F238E27FC236}">
                  <a16:creationId xmlns:a16="http://schemas.microsoft.com/office/drawing/2014/main" id="{93824A86-5D9A-FC6B-F50B-580AC7CFC4C8}"/>
                </a:ext>
              </a:extLst>
            </p:cNvPr>
            <p:cNvSpPr>
              <a:spLocks noChangeShapeType="1"/>
            </p:cNvSpPr>
            <p:nvPr/>
          </p:nvSpPr>
          <p:spPr bwMode="auto">
            <a:xfrm flipV="1">
              <a:off x="3283" y="2095"/>
              <a:ext cx="57" cy="5"/>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5" name="Line 496">
              <a:extLst>
                <a:ext uri="{FF2B5EF4-FFF2-40B4-BE49-F238E27FC236}">
                  <a16:creationId xmlns:a16="http://schemas.microsoft.com/office/drawing/2014/main" id="{13DF6C88-F37B-36FA-2631-E031D20CBAFA}"/>
                </a:ext>
              </a:extLst>
            </p:cNvPr>
            <p:cNvSpPr>
              <a:spLocks noChangeShapeType="1"/>
            </p:cNvSpPr>
            <p:nvPr/>
          </p:nvSpPr>
          <p:spPr bwMode="auto">
            <a:xfrm flipV="1">
              <a:off x="3340" y="2091"/>
              <a:ext cx="22" cy="4"/>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6" name="Line 497">
              <a:extLst>
                <a:ext uri="{FF2B5EF4-FFF2-40B4-BE49-F238E27FC236}">
                  <a16:creationId xmlns:a16="http://schemas.microsoft.com/office/drawing/2014/main" id="{FB317BDF-B868-A4F6-5AAB-02EC63923AFF}"/>
                </a:ext>
              </a:extLst>
            </p:cNvPr>
            <p:cNvSpPr>
              <a:spLocks noChangeShapeType="1"/>
            </p:cNvSpPr>
            <p:nvPr/>
          </p:nvSpPr>
          <p:spPr bwMode="auto">
            <a:xfrm flipV="1">
              <a:off x="3362" y="2085"/>
              <a:ext cx="22" cy="6"/>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7" name="Line 498">
              <a:extLst>
                <a:ext uri="{FF2B5EF4-FFF2-40B4-BE49-F238E27FC236}">
                  <a16:creationId xmlns:a16="http://schemas.microsoft.com/office/drawing/2014/main" id="{4154E81C-25A1-5B61-C07D-9E529664032D}"/>
                </a:ext>
              </a:extLst>
            </p:cNvPr>
            <p:cNvSpPr>
              <a:spLocks noChangeShapeType="1"/>
            </p:cNvSpPr>
            <p:nvPr/>
          </p:nvSpPr>
          <p:spPr bwMode="auto">
            <a:xfrm flipV="1">
              <a:off x="3384" y="2081"/>
              <a:ext cx="22" cy="4"/>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8" name="Line 499">
              <a:extLst>
                <a:ext uri="{FF2B5EF4-FFF2-40B4-BE49-F238E27FC236}">
                  <a16:creationId xmlns:a16="http://schemas.microsoft.com/office/drawing/2014/main" id="{5392958D-B640-284F-0B9D-218039BB9668}"/>
                </a:ext>
              </a:extLst>
            </p:cNvPr>
            <p:cNvSpPr>
              <a:spLocks noChangeShapeType="1"/>
            </p:cNvSpPr>
            <p:nvPr/>
          </p:nvSpPr>
          <p:spPr bwMode="auto">
            <a:xfrm flipV="1">
              <a:off x="3406" y="2078"/>
              <a:ext cx="23" cy="3"/>
            </a:xfrm>
            <a:prstGeom prst="line">
              <a:avLst/>
            </a:prstGeom>
            <a:noFill/>
            <a:ln w="15875">
              <a:solidFill>
                <a:srgbClr val="4C98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19" name="Line 500">
              <a:extLst>
                <a:ext uri="{FF2B5EF4-FFF2-40B4-BE49-F238E27FC236}">
                  <a16:creationId xmlns:a16="http://schemas.microsoft.com/office/drawing/2014/main" id="{9286A49D-1FC7-BD81-67CF-8F944146BC52}"/>
                </a:ext>
              </a:extLst>
            </p:cNvPr>
            <p:cNvSpPr>
              <a:spLocks noChangeShapeType="1"/>
            </p:cNvSpPr>
            <p:nvPr/>
          </p:nvSpPr>
          <p:spPr bwMode="auto">
            <a:xfrm flipV="1">
              <a:off x="3429" y="2076"/>
              <a:ext cx="58" cy="2"/>
            </a:xfrm>
            <a:prstGeom prst="line">
              <a:avLst/>
            </a:prstGeom>
            <a:noFill/>
            <a:ln w="15875">
              <a:solidFill>
                <a:srgbClr val="4B957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0" name="Line 501">
              <a:extLst>
                <a:ext uri="{FF2B5EF4-FFF2-40B4-BE49-F238E27FC236}">
                  <a16:creationId xmlns:a16="http://schemas.microsoft.com/office/drawing/2014/main" id="{23444E5A-5DAB-C782-C42B-90859B4A1031}"/>
                </a:ext>
              </a:extLst>
            </p:cNvPr>
            <p:cNvSpPr>
              <a:spLocks noChangeShapeType="1"/>
            </p:cNvSpPr>
            <p:nvPr/>
          </p:nvSpPr>
          <p:spPr bwMode="auto">
            <a:xfrm flipV="1">
              <a:off x="3487" y="2073"/>
              <a:ext cx="59"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1" name="Line 502">
              <a:extLst>
                <a:ext uri="{FF2B5EF4-FFF2-40B4-BE49-F238E27FC236}">
                  <a16:creationId xmlns:a16="http://schemas.microsoft.com/office/drawing/2014/main" id="{E98542EA-DAE6-B33C-9D50-E6A4DEC9DFC8}"/>
                </a:ext>
              </a:extLst>
            </p:cNvPr>
            <p:cNvSpPr>
              <a:spLocks noChangeShapeType="1"/>
            </p:cNvSpPr>
            <p:nvPr/>
          </p:nvSpPr>
          <p:spPr bwMode="auto">
            <a:xfrm flipV="1">
              <a:off x="3546" y="2071"/>
              <a:ext cx="117" cy="2"/>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2" name="Line 503">
              <a:extLst>
                <a:ext uri="{FF2B5EF4-FFF2-40B4-BE49-F238E27FC236}">
                  <a16:creationId xmlns:a16="http://schemas.microsoft.com/office/drawing/2014/main" id="{07532FBC-5991-7ED7-FACF-CB04CC056C99}"/>
                </a:ext>
              </a:extLst>
            </p:cNvPr>
            <p:cNvSpPr>
              <a:spLocks noChangeShapeType="1"/>
            </p:cNvSpPr>
            <p:nvPr/>
          </p:nvSpPr>
          <p:spPr bwMode="auto">
            <a:xfrm>
              <a:off x="3663" y="2071"/>
              <a:ext cx="16"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3" name="Line 504">
              <a:extLst>
                <a:ext uri="{FF2B5EF4-FFF2-40B4-BE49-F238E27FC236}">
                  <a16:creationId xmlns:a16="http://schemas.microsoft.com/office/drawing/2014/main" id="{A4832591-2BBA-4487-B4C5-9F05AF40D13B}"/>
                </a:ext>
              </a:extLst>
            </p:cNvPr>
            <p:cNvSpPr>
              <a:spLocks noChangeShapeType="1"/>
            </p:cNvSpPr>
            <p:nvPr/>
          </p:nvSpPr>
          <p:spPr bwMode="auto">
            <a:xfrm>
              <a:off x="3679" y="2073"/>
              <a:ext cx="15" cy="5"/>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4" name="Line 505">
              <a:extLst>
                <a:ext uri="{FF2B5EF4-FFF2-40B4-BE49-F238E27FC236}">
                  <a16:creationId xmlns:a16="http://schemas.microsoft.com/office/drawing/2014/main" id="{3ED3A08F-1383-AC56-CD4F-3CD2253FD791}"/>
                </a:ext>
              </a:extLst>
            </p:cNvPr>
            <p:cNvSpPr>
              <a:spLocks noChangeShapeType="1"/>
            </p:cNvSpPr>
            <p:nvPr/>
          </p:nvSpPr>
          <p:spPr bwMode="auto">
            <a:xfrm>
              <a:off x="3694" y="2078"/>
              <a:ext cx="34" cy="11"/>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5" name="Line 506">
              <a:extLst>
                <a:ext uri="{FF2B5EF4-FFF2-40B4-BE49-F238E27FC236}">
                  <a16:creationId xmlns:a16="http://schemas.microsoft.com/office/drawing/2014/main" id="{EBF2E258-9C12-5336-3196-7E6250A4A8DD}"/>
                </a:ext>
              </a:extLst>
            </p:cNvPr>
            <p:cNvSpPr>
              <a:spLocks noChangeShapeType="1"/>
            </p:cNvSpPr>
            <p:nvPr/>
          </p:nvSpPr>
          <p:spPr bwMode="auto">
            <a:xfrm>
              <a:off x="3728" y="2089"/>
              <a:ext cx="34" cy="9"/>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6" name="Line 507">
              <a:extLst>
                <a:ext uri="{FF2B5EF4-FFF2-40B4-BE49-F238E27FC236}">
                  <a16:creationId xmlns:a16="http://schemas.microsoft.com/office/drawing/2014/main" id="{9F5A9560-D93D-8067-3420-B988EAAE572C}"/>
                </a:ext>
              </a:extLst>
            </p:cNvPr>
            <p:cNvSpPr>
              <a:spLocks noChangeShapeType="1"/>
            </p:cNvSpPr>
            <p:nvPr/>
          </p:nvSpPr>
          <p:spPr bwMode="auto">
            <a:xfrm>
              <a:off x="3762" y="2098"/>
              <a:ext cx="15" cy="4"/>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7" name="Line 508">
              <a:extLst>
                <a:ext uri="{FF2B5EF4-FFF2-40B4-BE49-F238E27FC236}">
                  <a16:creationId xmlns:a16="http://schemas.microsoft.com/office/drawing/2014/main" id="{B5C48A40-E260-BA2C-6F8F-7336E912A76A}"/>
                </a:ext>
              </a:extLst>
            </p:cNvPr>
            <p:cNvSpPr>
              <a:spLocks noChangeShapeType="1"/>
            </p:cNvSpPr>
            <p:nvPr/>
          </p:nvSpPr>
          <p:spPr bwMode="auto">
            <a:xfrm>
              <a:off x="3777" y="2102"/>
              <a:ext cx="16" cy="2"/>
            </a:xfrm>
            <a:prstGeom prst="line">
              <a:avLst/>
            </a:prstGeom>
            <a:noFill/>
            <a:ln w="15875">
              <a:solidFill>
                <a:srgbClr val="478E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8" name="Line 509">
              <a:extLst>
                <a:ext uri="{FF2B5EF4-FFF2-40B4-BE49-F238E27FC236}">
                  <a16:creationId xmlns:a16="http://schemas.microsoft.com/office/drawing/2014/main" id="{9B4BC9DC-4F94-2663-310B-8B9D5E9CD298}"/>
                </a:ext>
              </a:extLst>
            </p:cNvPr>
            <p:cNvSpPr>
              <a:spLocks noChangeShapeType="1"/>
            </p:cNvSpPr>
            <p:nvPr/>
          </p:nvSpPr>
          <p:spPr bwMode="auto">
            <a:xfrm>
              <a:off x="3793" y="2104"/>
              <a:ext cx="83"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29" name="Line 510">
              <a:extLst>
                <a:ext uri="{FF2B5EF4-FFF2-40B4-BE49-F238E27FC236}">
                  <a16:creationId xmlns:a16="http://schemas.microsoft.com/office/drawing/2014/main" id="{CB2CE62D-577D-ED17-267D-0ED60D5E7288}"/>
                </a:ext>
              </a:extLst>
            </p:cNvPr>
            <p:cNvSpPr>
              <a:spLocks noChangeShapeType="1"/>
            </p:cNvSpPr>
            <p:nvPr/>
          </p:nvSpPr>
          <p:spPr bwMode="auto">
            <a:xfrm>
              <a:off x="3876" y="2108"/>
              <a:ext cx="58" cy="4"/>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0" name="Line 511">
              <a:extLst>
                <a:ext uri="{FF2B5EF4-FFF2-40B4-BE49-F238E27FC236}">
                  <a16:creationId xmlns:a16="http://schemas.microsoft.com/office/drawing/2014/main" id="{82A8B79F-6AD9-0C6F-5538-8A9D86B27FA0}"/>
                </a:ext>
              </a:extLst>
            </p:cNvPr>
            <p:cNvSpPr>
              <a:spLocks noChangeShapeType="1"/>
            </p:cNvSpPr>
            <p:nvPr/>
          </p:nvSpPr>
          <p:spPr bwMode="auto">
            <a:xfrm>
              <a:off x="3934" y="2112"/>
              <a:ext cx="67" cy="6"/>
            </a:xfrm>
            <a:prstGeom prst="line">
              <a:avLst/>
            </a:prstGeom>
            <a:noFill/>
            <a:ln w="15875">
              <a:solidFill>
                <a:srgbClr val="48906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1" name="Line 512">
              <a:extLst>
                <a:ext uri="{FF2B5EF4-FFF2-40B4-BE49-F238E27FC236}">
                  <a16:creationId xmlns:a16="http://schemas.microsoft.com/office/drawing/2014/main" id="{B79E8B17-108D-BCA7-0F7C-B11DA7BC9A1E}"/>
                </a:ext>
              </a:extLst>
            </p:cNvPr>
            <p:cNvSpPr>
              <a:spLocks noChangeShapeType="1"/>
            </p:cNvSpPr>
            <p:nvPr/>
          </p:nvSpPr>
          <p:spPr bwMode="auto">
            <a:xfrm>
              <a:off x="4001" y="2118"/>
              <a:ext cx="21" cy="1"/>
            </a:xfrm>
            <a:prstGeom prst="line">
              <a:avLst/>
            </a:prstGeom>
            <a:noFill/>
            <a:ln w="15875">
              <a:solidFill>
                <a:srgbClr val="49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2" name="Line 513">
              <a:extLst>
                <a:ext uri="{FF2B5EF4-FFF2-40B4-BE49-F238E27FC236}">
                  <a16:creationId xmlns:a16="http://schemas.microsoft.com/office/drawing/2014/main" id="{7B1A47BD-4353-880D-AACF-AD0E2301E23A}"/>
                </a:ext>
              </a:extLst>
            </p:cNvPr>
            <p:cNvSpPr>
              <a:spLocks noChangeShapeType="1"/>
            </p:cNvSpPr>
            <p:nvPr/>
          </p:nvSpPr>
          <p:spPr bwMode="auto">
            <a:xfrm flipV="1">
              <a:off x="4022" y="2117"/>
              <a:ext cx="21"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3" name="Line 514">
              <a:extLst>
                <a:ext uri="{FF2B5EF4-FFF2-40B4-BE49-F238E27FC236}">
                  <a16:creationId xmlns:a16="http://schemas.microsoft.com/office/drawing/2014/main" id="{3D9973E0-A85E-B9C0-ECBF-7221C0E60072}"/>
                </a:ext>
              </a:extLst>
            </p:cNvPr>
            <p:cNvSpPr>
              <a:spLocks noChangeShapeType="1"/>
            </p:cNvSpPr>
            <p:nvPr/>
          </p:nvSpPr>
          <p:spPr bwMode="auto">
            <a:xfrm flipV="1">
              <a:off x="4043" y="2111"/>
              <a:ext cx="25" cy="6"/>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4" name="Line 515">
              <a:extLst>
                <a:ext uri="{FF2B5EF4-FFF2-40B4-BE49-F238E27FC236}">
                  <a16:creationId xmlns:a16="http://schemas.microsoft.com/office/drawing/2014/main" id="{2657D075-0CA3-AF3D-FE2B-D7955BE3A881}"/>
                </a:ext>
              </a:extLst>
            </p:cNvPr>
            <p:cNvSpPr>
              <a:spLocks noChangeShapeType="1"/>
            </p:cNvSpPr>
            <p:nvPr/>
          </p:nvSpPr>
          <p:spPr bwMode="auto">
            <a:xfrm flipV="1">
              <a:off x="4068" y="2104"/>
              <a:ext cx="41" cy="7"/>
            </a:xfrm>
            <a:prstGeom prst="line">
              <a:avLst/>
            </a:prstGeom>
            <a:noFill/>
            <a:ln w="15875">
              <a:solidFill>
                <a:srgbClr val="4E9B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5" name="Line 516">
              <a:extLst>
                <a:ext uri="{FF2B5EF4-FFF2-40B4-BE49-F238E27FC236}">
                  <a16:creationId xmlns:a16="http://schemas.microsoft.com/office/drawing/2014/main" id="{720BB47B-5F6A-D0D0-6FCE-37504DFC4057}"/>
                </a:ext>
              </a:extLst>
            </p:cNvPr>
            <p:cNvSpPr>
              <a:spLocks noChangeShapeType="1"/>
            </p:cNvSpPr>
            <p:nvPr/>
          </p:nvSpPr>
          <p:spPr bwMode="auto">
            <a:xfrm flipV="1">
              <a:off x="4109" y="2099"/>
              <a:ext cx="230" cy="5"/>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6" name="Line 517">
              <a:extLst>
                <a:ext uri="{FF2B5EF4-FFF2-40B4-BE49-F238E27FC236}">
                  <a16:creationId xmlns:a16="http://schemas.microsoft.com/office/drawing/2014/main" id="{304EC584-7F87-0D67-3081-1D07BA414CE7}"/>
                </a:ext>
              </a:extLst>
            </p:cNvPr>
            <p:cNvSpPr>
              <a:spLocks noChangeShapeType="1"/>
            </p:cNvSpPr>
            <p:nvPr/>
          </p:nvSpPr>
          <p:spPr bwMode="auto">
            <a:xfrm flipV="1">
              <a:off x="4339" y="2098"/>
              <a:ext cx="115" cy="1"/>
            </a:xfrm>
            <a:prstGeom prst="line">
              <a:avLst/>
            </a:prstGeom>
            <a:noFill/>
            <a:ln w="15875">
              <a:solidFill>
                <a:srgbClr val="4A93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7" name="Line 518">
              <a:extLst>
                <a:ext uri="{FF2B5EF4-FFF2-40B4-BE49-F238E27FC236}">
                  <a16:creationId xmlns:a16="http://schemas.microsoft.com/office/drawing/2014/main" id="{6BEB790B-1753-5E29-9E58-549FA256C479}"/>
                </a:ext>
              </a:extLst>
            </p:cNvPr>
            <p:cNvSpPr>
              <a:spLocks noChangeShapeType="1"/>
            </p:cNvSpPr>
            <p:nvPr/>
          </p:nvSpPr>
          <p:spPr bwMode="auto">
            <a:xfrm flipV="1">
              <a:off x="4454" y="2095"/>
              <a:ext cx="115" cy="3"/>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8" name="Line 519">
              <a:extLst>
                <a:ext uri="{FF2B5EF4-FFF2-40B4-BE49-F238E27FC236}">
                  <a16:creationId xmlns:a16="http://schemas.microsoft.com/office/drawing/2014/main" id="{C134C89F-3F63-D55E-CE76-97A6891AC0F1}"/>
                </a:ext>
              </a:extLst>
            </p:cNvPr>
            <p:cNvSpPr>
              <a:spLocks noChangeShapeType="1"/>
            </p:cNvSpPr>
            <p:nvPr/>
          </p:nvSpPr>
          <p:spPr bwMode="auto">
            <a:xfrm flipV="1">
              <a:off x="4569" y="2093"/>
              <a:ext cx="22" cy="2"/>
            </a:xfrm>
            <a:prstGeom prst="line">
              <a:avLst/>
            </a:prstGeom>
            <a:noFill/>
            <a:ln w="15875">
              <a:solidFill>
                <a:srgbClr val="4B96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39" name="Line 520">
              <a:extLst>
                <a:ext uri="{FF2B5EF4-FFF2-40B4-BE49-F238E27FC236}">
                  <a16:creationId xmlns:a16="http://schemas.microsoft.com/office/drawing/2014/main" id="{7AEB60FA-6B6D-5BA9-B303-DD5199EC94B7}"/>
                </a:ext>
              </a:extLst>
            </p:cNvPr>
            <p:cNvSpPr>
              <a:spLocks noChangeShapeType="1"/>
            </p:cNvSpPr>
            <p:nvPr/>
          </p:nvSpPr>
          <p:spPr bwMode="auto">
            <a:xfrm flipV="1">
              <a:off x="4591" y="2090"/>
              <a:ext cx="22" cy="3"/>
            </a:xfrm>
            <a:prstGeom prst="line">
              <a:avLst/>
            </a:prstGeom>
            <a:noFill/>
            <a:ln w="15875">
              <a:solidFill>
                <a:srgbClr val="4C99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0" name="Line 521">
              <a:extLst>
                <a:ext uri="{FF2B5EF4-FFF2-40B4-BE49-F238E27FC236}">
                  <a16:creationId xmlns:a16="http://schemas.microsoft.com/office/drawing/2014/main" id="{5F777789-57B8-51B0-27B7-E81083CCDDA6}"/>
                </a:ext>
              </a:extLst>
            </p:cNvPr>
            <p:cNvSpPr>
              <a:spLocks noChangeShapeType="1"/>
            </p:cNvSpPr>
            <p:nvPr/>
          </p:nvSpPr>
          <p:spPr bwMode="auto">
            <a:xfrm flipV="1">
              <a:off x="4613" y="2082"/>
              <a:ext cx="44" cy="8"/>
            </a:xfrm>
            <a:prstGeom prst="line">
              <a:avLst/>
            </a:prstGeom>
            <a:noFill/>
            <a:ln w="15875">
              <a:solidFill>
                <a:srgbClr val="4D9A73"/>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1" name="Line 522">
              <a:extLst>
                <a:ext uri="{FF2B5EF4-FFF2-40B4-BE49-F238E27FC236}">
                  <a16:creationId xmlns:a16="http://schemas.microsoft.com/office/drawing/2014/main" id="{30230DD2-1E0B-E50A-0164-27421DA71A9E}"/>
                </a:ext>
              </a:extLst>
            </p:cNvPr>
            <p:cNvSpPr>
              <a:spLocks noChangeShapeType="1"/>
            </p:cNvSpPr>
            <p:nvPr/>
          </p:nvSpPr>
          <p:spPr bwMode="auto">
            <a:xfrm flipV="1">
              <a:off x="4657" y="2079"/>
              <a:ext cx="23" cy="3"/>
            </a:xfrm>
            <a:prstGeom prst="line">
              <a:avLst/>
            </a:prstGeom>
            <a:noFill/>
            <a:ln w="15875">
              <a:solidFill>
                <a:srgbClr val="4C977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2" name="Line 523">
              <a:extLst>
                <a:ext uri="{FF2B5EF4-FFF2-40B4-BE49-F238E27FC236}">
                  <a16:creationId xmlns:a16="http://schemas.microsoft.com/office/drawing/2014/main" id="{C235AC4F-AB4B-A1E3-07A0-CE2D9E62958D}"/>
                </a:ext>
              </a:extLst>
            </p:cNvPr>
            <p:cNvSpPr>
              <a:spLocks noChangeShapeType="1"/>
            </p:cNvSpPr>
            <p:nvPr/>
          </p:nvSpPr>
          <p:spPr bwMode="auto">
            <a:xfrm>
              <a:off x="4680" y="2079"/>
              <a:ext cx="22" cy="1"/>
            </a:xfrm>
            <a:prstGeom prst="line">
              <a:avLst/>
            </a:prstGeom>
            <a:noFill/>
            <a:ln w="15875">
              <a:solidFill>
                <a:srgbClr val="4A946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3" name="Line 524">
              <a:extLst>
                <a:ext uri="{FF2B5EF4-FFF2-40B4-BE49-F238E27FC236}">
                  <a16:creationId xmlns:a16="http://schemas.microsoft.com/office/drawing/2014/main" id="{280AFDC0-756B-E586-22AF-D483B0B0F4A2}"/>
                </a:ext>
              </a:extLst>
            </p:cNvPr>
            <p:cNvSpPr>
              <a:spLocks noChangeShapeType="1"/>
            </p:cNvSpPr>
            <p:nvPr/>
          </p:nvSpPr>
          <p:spPr bwMode="auto">
            <a:xfrm>
              <a:off x="4702" y="2079"/>
              <a:ext cx="22" cy="2"/>
            </a:xfrm>
            <a:prstGeom prst="line">
              <a:avLst/>
            </a:prstGeom>
            <a:noFill/>
            <a:ln w="15875">
              <a:solidFill>
                <a:srgbClr val="48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4" name="Line 525">
              <a:extLst>
                <a:ext uri="{FF2B5EF4-FFF2-40B4-BE49-F238E27FC236}">
                  <a16:creationId xmlns:a16="http://schemas.microsoft.com/office/drawing/2014/main" id="{77A14D74-A027-D94A-29A1-EFB2552B3A2E}"/>
                </a:ext>
              </a:extLst>
            </p:cNvPr>
            <p:cNvSpPr>
              <a:spLocks noChangeShapeType="1"/>
            </p:cNvSpPr>
            <p:nvPr/>
          </p:nvSpPr>
          <p:spPr bwMode="auto">
            <a:xfrm>
              <a:off x="4724" y="2081"/>
              <a:ext cx="12" cy="2"/>
            </a:xfrm>
            <a:prstGeom prst="line">
              <a:avLst/>
            </a:prstGeom>
            <a:noFill/>
            <a:ln w="15875">
              <a:solidFill>
                <a:srgbClr val="458B6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5" name="Line 526">
              <a:extLst>
                <a:ext uri="{FF2B5EF4-FFF2-40B4-BE49-F238E27FC236}">
                  <a16:creationId xmlns:a16="http://schemas.microsoft.com/office/drawing/2014/main" id="{15337736-5F43-6840-0D26-87E2794CB8B7}"/>
                </a:ext>
              </a:extLst>
            </p:cNvPr>
            <p:cNvSpPr>
              <a:spLocks noChangeShapeType="1"/>
            </p:cNvSpPr>
            <p:nvPr/>
          </p:nvSpPr>
          <p:spPr bwMode="auto">
            <a:xfrm>
              <a:off x="4736" y="2083"/>
              <a:ext cx="10" cy="2"/>
            </a:xfrm>
            <a:prstGeom prst="line">
              <a:avLst/>
            </a:prstGeom>
            <a:noFill/>
            <a:ln w="15875">
              <a:solidFill>
                <a:srgbClr val="478E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6" name="Line 527">
              <a:extLst>
                <a:ext uri="{FF2B5EF4-FFF2-40B4-BE49-F238E27FC236}">
                  <a16:creationId xmlns:a16="http://schemas.microsoft.com/office/drawing/2014/main" id="{F8F983BC-5E6C-03D6-41F5-049013DB8650}"/>
                </a:ext>
              </a:extLst>
            </p:cNvPr>
            <p:cNvSpPr>
              <a:spLocks noChangeShapeType="1"/>
            </p:cNvSpPr>
            <p:nvPr/>
          </p:nvSpPr>
          <p:spPr bwMode="auto">
            <a:xfrm>
              <a:off x="4746" y="2085"/>
              <a:ext cx="79" cy="13"/>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7" name="Line 528">
              <a:extLst>
                <a:ext uri="{FF2B5EF4-FFF2-40B4-BE49-F238E27FC236}">
                  <a16:creationId xmlns:a16="http://schemas.microsoft.com/office/drawing/2014/main" id="{21DC0874-2B90-901C-095F-B12A58187BBF}"/>
                </a:ext>
              </a:extLst>
            </p:cNvPr>
            <p:cNvSpPr>
              <a:spLocks noChangeShapeType="1"/>
            </p:cNvSpPr>
            <p:nvPr/>
          </p:nvSpPr>
          <p:spPr bwMode="auto">
            <a:xfrm>
              <a:off x="4825" y="2098"/>
              <a:ext cx="62" cy="6"/>
            </a:xfrm>
            <a:prstGeom prst="line">
              <a:avLst/>
            </a:prstGeom>
            <a:noFill/>
            <a:ln w="15875">
              <a:solidFill>
                <a:srgbClr val="478F6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8" name="Line 529">
              <a:extLst>
                <a:ext uri="{FF2B5EF4-FFF2-40B4-BE49-F238E27FC236}">
                  <a16:creationId xmlns:a16="http://schemas.microsoft.com/office/drawing/2014/main" id="{15DECB95-9B97-AEAE-DF8F-C37143BDC660}"/>
                </a:ext>
              </a:extLst>
            </p:cNvPr>
            <p:cNvSpPr>
              <a:spLocks noChangeShapeType="1"/>
            </p:cNvSpPr>
            <p:nvPr/>
          </p:nvSpPr>
          <p:spPr bwMode="auto">
            <a:xfrm>
              <a:off x="4887" y="2104"/>
              <a:ext cx="73" cy="3"/>
            </a:xfrm>
            <a:prstGeom prst="line">
              <a:avLst/>
            </a:prstGeom>
            <a:noFill/>
            <a:ln w="15875">
              <a:solidFill>
                <a:srgbClr val="48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49" name="Line 530">
              <a:extLst>
                <a:ext uri="{FF2B5EF4-FFF2-40B4-BE49-F238E27FC236}">
                  <a16:creationId xmlns:a16="http://schemas.microsoft.com/office/drawing/2014/main" id="{71011E82-1C82-644D-AB21-8F4E61DA5353}"/>
                </a:ext>
              </a:extLst>
            </p:cNvPr>
            <p:cNvSpPr>
              <a:spLocks noChangeShapeType="1"/>
            </p:cNvSpPr>
            <p:nvPr/>
          </p:nvSpPr>
          <p:spPr bwMode="auto">
            <a:xfrm>
              <a:off x="4960" y="2107"/>
              <a:ext cx="110" cy="4"/>
            </a:xfrm>
            <a:prstGeom prst="line">
              <a:avLst/>
            </a:prstGeom>
            <a:noFill/>
            <a:ln w="15875">
              <a:solidFill>
                <a:srgbClr val="4991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0" name="Line 531">
              <a:extLst>
                <a:ext uri="{FF2B5EF4-FFF2-40B4-BE49-F238E27FC236}">
                  <a16:creationId xmlns:a16="http://schemas.microsoft.com/office/drawing/2014/main" id="{BF9D1403-EED3-705F-53BA-8733726FD379}"/>
                </a:ext>
              </a:extLst>
            </p:cNvPr>
            <p:cNvSpPr>
              <a:spLocks noChangeShapeType="1"/>
            </p:cNvSpPr>
            <p:nvPr/>
          </p:nvSpPr>
          <p:spPr bwMode="auto">
            <a:xfrm flipV="1">
              <a:off x="5070" y="2104"/>
              <a:ext cx="18" cy="7"/>
            </a:xfrm>
            <a:prstGeom prst="line">
              <a:avLst/>
            </a:prstGeom>
            <a:noFill/>
            <a:ln w="15875">
              <a:solidFill>
                <a:srgbClr val="52A47B"/>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1" name="Line 532">
              <a:extLst>
                <a:ext uri="{FF2B5EF4-FFF2-40B4-BE49-F238E27FC236}">
                  <a16:creationId xmlns:a16="http://schemas.microsoft.com/office/drawing/2014/main" id="{4DF60301-47CC-2821-ADD8-29F389B36976}"/>
                </a:ext>
              </a:extLst>
            </p:cNvPr>
            <p:cNvSpPr>
              <a:spLocks noChangeShapeType="1"/>
            </p:cNvSpPr>
            <p:nvPr/>
          </p:nvSpPr>
          <p:spPr bwMode="auto">
            <a:xfrm flipV="1">
              <a:off x="5088" y="2098"/>
              <a:ext cx="15" cy="6"/>
            </a:xfrm>
            <a:prstGeom prst="line">
              <a:avLst/>
            </a:prstGeom>
            <a:noFill/>
            <a:ln w="15875">
              <a:solidFill>
                <a:srgbClr val="50A078"/>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2" name="Line 533">
              <a:extLst>
                <a:ext uri="{FF2B5EF4-FFF2-40B4-BE49-F238E27FC236}">
                  <a16:creationId xmlns:a16="http://schemas.microsoft.com/office/drawing/2014/main" id="{C80E8133-CF7B-1B10-2034-44CB647D3858}"/>
                </a:ext>
              </a:extLst>
            </p:cNvPr>
            <p:cNvSpPr>
              <a:spLocks noChangeShapeType="1"/>
            </p:cNvSpPr>
            <p:nvPr/>
          </p:nvSpPr>
          <p:spPr bwMode="auto">
            <a:xfrm flipV="1">
              <a:off x="5103" y="2095"/>
              <a:ext cx="8" cy="3"/>
            </a:xfrm>
            <a:prstGeom prst="line">
              <a:avLst/>
            </a:prstGeom>
            <a:noFill/>
            <a:ln w="15875">
              <a:solidFill>
                <a:srgbClr val="4E9C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3" name="Line 534">
              <a:extLst>
                <a:ext uri="{FF2B5EF4-FFF2-40B4-BE49-F238E27FC236}">
                  <a16:creationId xmlns:a16="http://schemas.microsoft.com/office/drawing/2014/main" id="{9A2E630B-3E3F-D983-9C81-02C28BE22518}"/>
                </a:ext>
              </a:extLst>
            </p:cNvPr>
            <p:cNvSpPr>
              <a:spLocks noChangeShapeType="1"/>
            </p:cNvSpPr>
            <p:nvPr/>
          </p:nvSpPr>
          <p:spPr bwMode="auto">
            <a:xfrm>
              <a:off x="5111" y="2095"/>
              <a:ext cx="8" cy="1"/>
            </a:xfrm>
            <a:prstGeom prst="line">
              <a:avLst/>
            </a:prstGeom>
            <a:noFill/>
            <a:ln w="15875">
              <a:solidFill>
                <a:srgbClr val="4C977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4" name="Line 535">
              <a:extLst>
                <a:ext uri="{FF2B5EF4-FFF2-40B4-BE49-F238E27FC236}">
                  <a16:creationId xmlns:a16="http://schemas.microsoft.com/office/drawing/2014/main" id="{380012EE-CB3D-918C-FAB4-3E00E35D96B3}"/>
                </a:ext>
              </a:extLst>
            </p:cNvPr>
            <p:cNvSpPr>
              <a:spLocks noChangeShapeType="1"/>
            </p:cNvSpPr>
            <p:nvPr/>
          </p:nvSpPr>
          <p:spPr bwMode="auto">
            <a:xfrm>
              <a:off x="5119" y="2095"/>
              <a:ext cx="4" cy="1"/>
            </a:xfrm>
            <a:prstGeom prst="line">
              <a:avLst/>
            </a:prstGeom>
            <a:noFill/>
            <a:ln w="15875">
              <a:solidFill>
                <a:srgbClr val="478D6A"/>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5" name="Line 536">
              <a:extLst>
                <a:ext uri="{FF2B5EF4-FFF2-40B4-BE49-F238E27FC236}">
                  <a16:creationId xmlns:a16="http://schemas.microsoft.com/office/drawing/2014/main" id="{133C3E58-C490-4D25-A51A-09FEE559351D}"/>
                </a:ext>
              </a:extLst>
            </p:cNvPr>
            <p:cNvSpPr>
              <a:spLocks noChangeShapeType="1"/>
            </p:cNvSpPr>
            <p:nvPr/>
          </p:nvSpPr>
          <p:spPr bwMode="auto">
            <a:xfrm>
              <a:off x="5123" y="2095"/>
              <a:ext cx="2" cy="1"/>
            </a:xfrm>
            <a:prstGeom prst="line">
              <a:avLst/>
            </a:prstGeom>
            <a:noFill/>
            <a:ln w="15875">
              <a:solidFill>
                <a:srgbClr val="49926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6" name="Line 537">
              <a:extLst>
                <a:ext uri="{FF2B5EF4-FFF2-40B4-BE49-F238E27FC236}">
                  <a16:creationId xmlns:a16="http://schemas.microsoft.com/office/drawing/2014/main" id="{127E73BE-A5AD-4185-7630-E945651943D8}"/>
                </a:ext>
              </a:extLst>
            </p:cNvPr>
            <p:cNvSpPr>
              <a:spLocks noChangeShapeType="1"/>
            </p:cNvSpPr>
            <p:nvPr/>
          </p:nvSpPr>
          <p:spPr bwMode="auto">
            <a:xfrm>
              <a:off x="5125" y="2096"/>
              <a:ext cx="7" cy="4"/>
            </a:xfrm>
            <a:prstGeom prst="line">
              <a:avLst/>
            </a:prstGeom>
            <a:noFill/>
            <a:ln w="15875">
              <a:solidFill>
                <a:srgbClr val="4D9A74"/>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7" name="Line 538">
              <a:extLst>
                <a:ext uri="{FF2B5EF4-FFF2-40B4-BE49-F238E27FC236}">
                  <a16:creationId xmlns:a16="http://schemas.microsoft.com/office/drawing/2014/main" id="{AEB400D2-3DA2-5628-DC32-B4D735C0C0CA}"/>
                </a:ext>
              </a:extLst>
            </p:cNvPr>
            <p:cNvSpPr>
              <a:spLocks noChangeShapeType="1"/>
            </p:cNvSpPr>
            <p:nvPr/>
          </p:nvSpPr>
          <p:spPr bwMode="auto">
            <a:xfrm>
              <a:off x="5132" y="2100"/>
              <a:ext cx="5" cy="7"/>
            </a:xfrm>
            <a:prstGeom prst="line">
              <a:avLst/>
            </a:prstGeom>
            <a:noFill/>
            <a:ln w="15875">
              <a:solidFill>
                <a:srgbClr val="4F9E77"/>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8" name="Line 539">
              <a:extLst>
                <a:ext uri="{FF2B5EF4-FFF2-40B4-BE49-F238E27FC236}">
                  <a16:creationId xmlns:a16="http://schemas.microsoft.com/office/drawing/2014/main" id="{6C83A8E9-899D-C4B5-CF77-B2781643D258}"/>
                </a:ext>
              </a:extLst>
            </p:cNvPr>
            <p:cNvSpPr>
              <a:spLocks noChangeShapeType="1"/>
            </p:cNvSpPr>
            <p:nvPr/>
          </p:nvSpPr>
          <p:spPr bwMode="auto">
            <a:xfrm>
              <a:off x="5137" y="2107"/>
              <a:ext cx="7" cy="4"/>
            </a:xfrm>
            <a:prstGeom prst="line">
              <a:avLst/>
            </a:prstGeom>
            <a:noFill/>
            <a:ln w="15875">
              <a:solidFill>
                <a:srgbClr val="4E9D75"/>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59" name="Line 540">
              <a:extLst>
                <a:ext uri="{FF2B5EF4-FFF2-40B4-BE49-F238E27FC236}">
                  <a16:creationId xmlns:a16="http://schemas.microsoft.com/office/drawing/2014/main" id="{EF5311D8-9E62-883D-7377-9E7ACD3B912A}"/>
                </a:ext>
              </a:extLst>
            </p:cNvPr>
            <p:cNvSpPr>
              <a:spLocks noChangeShapeType="1"/>
            </p:cNvSpPr>
            <p:nvPr/>
          </p:nvSpPr>
          <p:spPr bwMode="auto">
            <a:xfrm flipH="1" flipV="1">
              <a:off x="5135" y="2054"/>
              <a:ext cx="9" cy="57"/>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0" name="Line 541">
              <a:extLst>
                <a:ext uri="{FF2B5EF4-FFF2-40B4-BE49-F238E27FC236}">
                  <a16:creationId xmlns:a16="http://schemas.microsoft.com/office/drawing/2014/main" id="{12059308-0894-3DDC-AC99-AD3FDBA11A8D}"/>
                </a:ext>
              </a:extLst>
            </p:cNvPr>
            <p:cNvSpPr>
              <a:spLocks noChangeShapeType="1"/>
            </p:cNvSpPr>
            <p:nvPr/>
          </p:nvSpPr>
          <p:spPr bwMode="auto">
            <a:xfrm flipH="1" flipV="1">
              <a:off x="5131" y="2010"/>
              <a:ext cx="4" cy="44"/>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1" name="Line 542">
              <a:extLst>
                <a:ext uri="{FF2B5EF4-FFF2-40B4-BE49-F238E27FC236}">
                  <a16:creationId xmlns:a16="http://schemas.microsoft.com/office/drawing/2014/main" id="{934F826D-4173-822A-8DDC-99E976AAD159}"/>
                </a:ext>
              </a:extLst>
            </p:cNvPr>
            <p:cNvSpPr>
              <a:spLocks noChangeShapeType="1"/>
            </p:cNvSpPr>
            <p:nvPr/>
          </p:nvSpPr>
          <p:spPr bwMode="auto">
            <a:xfrm flipH="1" flipV="1">
              <a:off x="5129" y="1990"/>
              <a:ext cx="2" cy="20"/>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2" name="Line 543">
              <a:extLst>
                <a:ext uri="{FF2B5EF4-FFF2-40B4-BE49-F238E27FC236}">
                  <a16:creationId xmlns:a16="http://schemas.microsoft.com/office/drawing/2014/main" id="{65075710-87B6-D946-5AB1-97061CF0C8E8}"/>
                </a:ext>
              </a:extLst>
            </p:cNvPr>
            <p:cNvSpPr>
              <a:spLocks noChangeShapeType="1"/>
            </p:cNvSpPr>
            <p:nvPr/>
          </p:nvSpPr>
          <p:spPr bwMode="auto">
            <a:xfrm flipV="1">
              <a:off x="5129" y="1975"/>
              <a:ext cx="1" cy="15"/>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3" name="Line 544">
              <a:extLst>
                <a:ext uri="{FF2B5EF4-FFF2-40B4-BE49-F238E27FC236}">
                  <a16:creationId xmlns:a16="http://schemas.microsoft.com/office/drawing/2014/main" id="{C87A2F84-C412-3D0C-59E8-5D72D60F2750}"/>
                </a:ext>
              </a:extLst>
            </p:cNvPr>
            <p:cNvSpPr>
              <a:spLocks noChangeShapeType="1"/>
            </p:cNvSpPr>
            <p:nvPr/>
          </p:nvSpPr>
          <p:spPr bwMode="auto">
            <a:xfrm flipV="1">
              <a:off x="5129" y="1958"/>
              <a:ext cx="3" cy="17"/>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4" name="Line 545">
              <a:extLst>
                <a:ext uri="{FF2B5EF4-FFF2-40B4-BE49-F238E27FC236}">
                  <a16:creationId xmlns:a16="http://schemas.microsoft.com/office/drawing/2014/main" id="{0010CCE9-5D6C-AFF1-CD62-C7CA95BF7E97}"/>
                </a:ext>
              </a:extLst>
            </p:cNvPr>
            <p:cNvSpPr>
              <a:spLocks noChangeShapeType="1"/>
            </p:cNvSpPr>
            <p:nvPr/>
          </p:nvSpPr>
          <p:spPr bwMode="auto">
            <a:xfrm flipV="1">
              <a:off x="5132" y="1941"/>
              <a:ext cx="4" cy="17"/>
            </a:xfrm>
            <a:prstGeom prst="line">
              <a:avLst/>
            </a:prstGeom>
            <a:noFill/>
            <a:ln w="15875">
              <a:solidFill>
                <a:srgbClr val="5EBB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5" name="Line 546">
              <a:extLst>
                <a:ext uri="{FF2B5EF4-FFF2-40B4-BE49-F238E27FC236}">
                  <a16:creationId xmlns:a16="http://schemas.microsoft.com/office/drawing/2014/main" id="{C7C698FD-D601-8B21-C070-57F25A3ADD03}"/>
                </a:ext>
              </a:extLst>
            </p:cNvPr>
            <p:cNvSpPr>
              <a:spLocks noChangeShapeType="1"/>
            </p:cNvSpPr>
            <p:nvPr/>
          </p:nvSpPr>
          <p:spPr bwMode="auto">
            <a:xfrm flipV="1">
              <a:off x="5136" y="1906"/>
              <a:ext cx="10" cy="35"/>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6" name="Line 547">
              <a:extLst>
                <a:ext uri="{FF2B5EF4-FFF2-40B4-BE49-F238E27FC236}">
                  <a16:creationId xmlns:a16="http://schemas.microsoft.com/office/drawing/2014/main" id="{4A8DA2C2-7C24-32E8-875E-F90261B9FFF1}"/>
                </a:ext>
              </a:extLst>
            </p:cNvPr>
            <p:cNvSpPr>
              <a:spLocks noChangeShapeType="1"/>
            </p:cNvSpPr>
            <p:nvPr/>
          </p:nvSpPr>
          <p:spPr bwMode="auto">
            <a:xfrm flipV="1">
              <a:off x="5146" y="1872"/>
              <a:ext cx="11" cy="34"/>
            </a:xfrm>
            <a:prstGeom prst="line">
              <a:avLst/>
            </a:prstGeom>
            <a:noFill/>
            <a:ln w="15875">
              <a:solidFill>
                <a:srgbClr val="5DBA8C"/>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7" name="Line 548">
              <a:extLst>
                <a:ext uri="{FF2B5EF4-FFF2-40B4-BE49-F238E27FC236}">
                  <a16:creationId xmlns:a16="http://schemas.microsoft.com/office/drawing/2014/main" id="{F2FC5BAC-D272-9A61-6D65-5AD39D82294B}"/>
                </a:ext>
              </a:extLst>
            </p:cNvPr>
            <p:cNvSpPr>
              <a:spLocks noChangeShapeType="1"/>
            </p:cNvSpPr>
            <p:nvPr/>
          </p:nvSpPr>
          <p:spPr bwMode="auto">
            <a:xfrm flipV="1">
              <a:off x="5157" y="1852"/>
              <a:ext cx="2" cy="20"/>
            </a:xfrm>
            <a:prstGeom prst="line">
              <a:avLst/>
            </a:prstGeom>
            <a:noFill/>
            <a:ln w="15875">
              <a:solidFill>
                <a:srgbClr val="5EBB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8" name="Line 549">
              <a:extLst>
                <a:ext uri="{FF2B5EF4-FFF2-40B4-BE49-F238E27FC236}">
                  <a16:creationId xmlns:a16="http://schemas.microsoft.com/office/drawing/2014/main" id="{36190EDC-5EC4-3C49-C000-F290C890DFA2}"/>
                </a:ext>
              </a:extLst>
            </p:cNvPr>
            <p:cNvSpPr>
              <a:spLocks noChangeShapeType="1"/>
            </p:cNvSpPr>
            <p:nvPr/>
          </p:nvSpPr>
          <p:spPr bwMode="auto">
            <a:xfrm flipV="1">
              <a:off x="5159" y="1835"/>
              <a:ext cx="3" cy="17"/>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69" name="Line 550">
              <a:extLst>
                <a:ext uri="{FF2B5EF4-FFF2-40B4-BE49-F238E27FC236}">
                  <a16:creationId xmlns:a16="http://schemas.microsoft.com/office/drawing/2014/main" id="{A9131B34-4FC0-3C7C-45A4-40BD6F6EC9DD}"/>
                </a:ext>
              </a:extLst>
            </p:cNvPr>
            <p:cNvSpPr>
              <a:spLocks noChangeShapeType="1"/>
            </p:cNvSpPr>
            <p:nvPr/>
          </p:nvSpPr>
          <p:spPr bwMode="auto">
            <a:xfrm flipH="1" flipV="1">
              <a:off x="5144" y="1684"/>
              <a:ext cx="18" cy="151"/>
            </a:xfrm>
            <a:prstGeom prst="line">
              <a:avLst/>
            </a:prstGeom>
            <a:noFill/>
            <a:ln w="15875">
              <a:solidFill>
                <a:srgbClr val="5EBC8D"/>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0" name="Line 551">
              <a:extLst>
                <a:ext uri="{FF2B5EF4-FFF2-40B4-BE49-F238E27FC236}">
                  <a16:creationId xmlns:a16="http://schemas.microsoft.com/office/drawing/2014/main" id="{42A3AB18-3B14-BAFB-8B6C-48F2FC30DCB7}"/>
                </a:ext>
              </a:extLst>
            </p:cNvPr>
            <p:cNvSpPr>
              <a:spLocks noChangeShapeType="1"/>
            </p:cNvSpPr>
            <p:nvPr/>
          </p:nvSpPr>
          <p:spPr bwMode="auto">
            <a:xfrm flipH="1">
              <a:off x="3161" y="1684"/>
              <a:ext cx="1983" cy="2"/>
            </a:xfrm>
            <a:prstGeom prst="line">
              <a:avLst/>
            </a:prstGeom>
            <a:noFill/>
            <a:ln w="15875">
              <a:solidFill>
                <a:srgbClr val="4A936E"/>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1" name="Freeform 552">
              <a:extLst>
                <a:ext uri="{FF2B5EF4-FFF2-40B4-BE49-F238E27FC236}">
                  <a16:creationId xmlns:a16="http://schemas.microsoft.com/office/drawing/2014/main" id="{36503FB3-C9E4-9F74-5144-B0F25748AE45}"/>
                </a:ext>
              </a:extLst>
            </p:cNvPr>
            <p:cNvSpPr>
              <a:spLocks noEditPoints="1"/>
            </p:cNvSpPr>
            <p:nvPr/>
          </p:nvSpPr>
          <p:spPr bwMode="auto">
            <a:xfrm>
              <a:off x="3390" y="1412"/>
              <a:ext cx="2236" cy="45"/>
            </a:xfrm>
            <a:custGeom>
              <a:avLst/>
              <a:gdLst>
                <a:gd name="T0" fmla="*/ 0 w 2236"/>
                <a:gd name="T1" fmla="*/ 19 h 42"/>
                <a:gd name="T2" fmla="*/ 2139 w 2236"/>
                <a:gd name="T3" fmla="*/ 21 h 42"/>
                <a:gd name="T4" fmla="*/ 2139 w 2236"/>
                <a:gd name="T5" fmla="*/ 59 h 42"/>
                <a:gd name="T6" fmla="*/ 0 w 2236"/>
                <a:gd name="T7" fmla="*/ 59 h 42"/>
                <a:gd name="T8" fmla="*/ 0 w 2236"/>
                <a:gd name="T9" fmla="*/ 19 h 42"/>
                <a:gd name="T10" fmla="*/ 2128 w 2236"/>
                <a:gd name="T11" fmla="*/ 0 h 42"/>
                <a:gd name="T12" fmla="*/ 2236 w 2236"/>
                <a:gd name="T13" fmla="*/ 44 h 42"/>
                <a:gd name="T14" fmla="*/ 2128 w 2236"/>
                <a:gd name="T15" fmla="*/ 84 h 42"/>
                <a:gd name="T16" fmla="*/ 2128 w 2236"/>
                <a:gd name="T17" fmla="*/ 0 h 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36" h="42">
                  <a:moveTo>
                    <a:pt x="0" y="9"/>
                  </a:moveTo>
                  <a:lnTo>
                    <a:pt x="2139" y="11"/>
                  </a:lnTo>
                  <a:lnTo>
                    <a:pt x="2139" y="30"/>
                  </a:lnTo>
                  <a:lnTo>
                    <a:pt x="0" y="30"/>
                  </a:lnTo>
                  <a:lnTo>
                    <a:pt x="0" y="9"/>
                  </a:lnTo>
                  <a:close/>
                  <a:moveTo>
                    <a:pt x="2128" y="0"/>
                  </a:moveTo>
                  <a:lnTo>
                    <a:pt x="2236" y="21"/>
                  </a:lnTo>
                  <a:lnTo>
                    <a:pt x="2128" y="42"/>
                  </a:lnTo>
                  <a:lnTo>
                    <a:pt x="2128" y="0"/>
                  </a:lnTo>
                  <a:close/>
                </a:path>
              </a:pathLst>
            </a:custGeom>
            <a:solidFill>
              <a:srgbClr val="0000FF"/>
            </a:solidFill>
            <a:ln w="1588">
              <a:solidFill>
                <a:srgbClr val="0000FF"/>
              </a:solidFill>
              <a:prstDash val="solid"/>
              <a:round/>
              <a:headEnd/>
              <a:tailEnd/>
            </a:ln>
          </p:spPr>
          <p:txBody>
            <a:bodyPr/>
            <a:lstStyle/>
            <a:p>
              <a:endParaRPr lang="zh-CN" altLang="en-US"/>
            </a:p>
          </p:txBody>
        </p:sp>
        <p:sp>
          <p:nvSpPr>
            <p:cNvPr id="82072" name="Rectangle 553">
              <a:extLst>
                <a:ext uri="{FF2B5EF4-FFF2-40B4-BE49-F238E27FC236}">
                  <a16:creationId xmlns:a16="http://schemas.microsoft.com/office/drawing/2014/main" id="{2B53121B-AAF7-815F-D67D-36B4D75ADDDE}"/>
                </a:ext>
              </a:extLst>
            </p:cNvPr>
            <p:cNvSpPr>
              <a:spLocks noChangeArrowheads="1"/>
            </p:cNvSpPr>
            <p:nvPr/>
          </p:nvSpPr>
          <p:spPr bwMode="auto">
            <a:xfrm>
              <a:off x="3390" y="568"/>
              <a:ext cx="1981" cy="866"/>
            </a:xfrm>
            <a:prstGeom prst="rect">
              <a:avLst/>
            </a:prstGeom>
            <a:solidFill>
              <a:srgbClr val="FFE5CB"/>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2073" name="Freeform 554">
              <a:extLst>
                <a:ext uri="{FF2B5EF4-FFF2-40B4-BE49-F238E27FC236}">
                  <a16:creationId xmlns:a16="http://schemas.microsoft.com/office/drawing/2014/main" id="{73D18246-F5E8-BF62-FB4E-559C9C8E7207}"/>
                </a:ext>
              </a:extLst>
            </p:cNvPr>
            <p:cNvSpPr>
              <a:spLocks noEditPoints="1"/>
            </p:cNvSpPr>
            <p:nvPr/>
          </p:nvSpPr>
          <p:spPr bwMode="auto">
            <a:xfrm>
              <a:off x="3989" y="1417"/>
              <a:ext cx="426" cy="375"/>
            </a:xfrm>
            <a:custGeom>
              <a:avLst/>
              <a:gdLst>
                <a:gd name="T0" fmla="*/ 426 w 426"/>
                <a:gd name="T1" fmla="*/ 30 h 351"/>
                <a:gd name="T2" fmla="*/ 81 w 426"/>
                <a:gd name="T3" fmla="*/ 578 h 351"/>
                <a:gd name="T4" fmla="*/ 66 w 426"/>
                <a:gd name="T5" fmla="*/ 549 h 351"/>
                <a:gd name="T6" fmla="*/ 412 w 426"/>
                <a:gd name="T7" fmla="*/ 0 h 351"/>
                <a:gd name="T8" fmla="*/ 426 w 426"/>
                <a:gd name="T9" fmla="*/ 30 h 351"/>
                <a:gd name="T10" fmla="*/ 96 w 426"/>
                <a:gd name="T11" fmla="*/ 578 h 351"/>
                <a:gd name="T12" fmla="*/ 0 w 426"/>
                <a:gd name="T13" fmla="*/ 679 h 351"/>
                <a:gd name="T14" fmla="*/ 68 w 426"/>
                <a:gd name="T15" fmla="*/ 519 h 351"/>
                <a:gd name="T16" fmla="*/ 96 w 426"/>
                <a:gd name="T17" fmla="*/ 578 h 35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26" h="351">
                  <a:moveTo>
                    <a:pt x="426" y="16"/>
                  </a:moveTo>
                  <a:lnTo>
                    <a:pt x="81" y="299"/>
                  </a:lnTo>
                  <a:lnTo>
                    <a:pt x="66" y="283"/>
                  </a:lnTo>
                  <a:lnTo>
                    <a:pt x="412" y="0"/>
                  </a:lnTo>
                  <a:lnTo>
                    <a:pt x="426" y="16"/>
                  </a:lnTo>
                  <a:close/>
                  <a:moveTo>
                    <a:pt x="96" y="299"/>
                  </a:moveTo>
                  <a:lnTo>
                    <a:pt x="0" y="351"/>
                  </a:lnTo>
                  <a:lnTo>
                    <a:pt x="68" y="268"/>
                  </a:lnTo>
                  <a:lnTo>
                    <a:pt x="96" y="299"/>
                  </a:lnTo>
                  <a:close/>
                </a:path>
              </a:pathLst>
            </a:custGeom>
            <a:solidFill>
              <a:srgbClr val="0000FF"/>
            </a:solidFill>
            <a:ln w="1588">
              <a:solidFill>
                <a:srgbClr val="0000FF"/>
              </a:solidFill>
              <a:prstDash val="solid"/>
              <a:round/>
              <a:headEnd/>
              <a:tailEnd/>
            </a:ln>
          </p:spPr>
          <p:txBody>
            <a:bodyPr/>
            <a:lstStyle/>
            <a:p>
              <a:endParaRPr lang="zh-CN" altLang="en-US"/>
            </a:p>
          </p:txBody>
        </p:sp>
        <p:sp>
          <p:nvSpPr>
            <p:cNvPr id="82074" name="Freeform 555">
              <a:extLst>
                <a:ext uri="{FF2B5EF4-FFF2-40B4-BE49-F238E27FC236}">
                  <a16:creationId xmlns:a16="http://schemas.microsoft.com/office/drawing/2014/main" id="{985B144D-CCB5-9BCD-8ADA-841C5C88E0FD}"/>
                </a:ext>
              </a:extLst>
            </p:cNvPr>
            <p:cNvSpPr>
              <a:spLocks noEditPoints="1"/>
            </p:cNvSpPr>
            <p:nvPr/>
          </p:nvSpPr>
          <p:spPr bwMode="auto">
            <a:xfrm>
              <a:off x="3654" y="1125"/>
              <a:ext cx="247" cy="218"/>
            </a:xfrm>
            <a:custGeom>
              <a:avLst/>
              <a:gdLst>
                <a:gd name="T0" fmla="*/ 247 w 247"/>
                <a:gd name="T1" fmla="*/ 24 h 204"/>
                <a:gd name="T2" fmla="*/ 79 w 247"/>
                <a:gd name="T3" fmla="*/ 287 h 204"/>
                <a:gd name="T4" fmla="*/ 69 w 247"/>
                <a:gd name="T5" fmla="*/ 267 h 204"/>
                <a:gd name="T6" fmla="*/ 236 w 247"/>
                <a:gd name="T7" fmla="*/ 0 h 204"/>
                <a:gd name="T8" fmla="*/ 247 w 247"/>
                <a:gd name="T9" fmla="*/ 24 h 204"/>
                <a:gd name="T10" fmla="*/ 96 w 247"/>
                <a:gd name="T11" fmla="*/ 299 h 204"/>
                <a:gd name="T12" fmla="*/ 0 w 247"/>
                <a:gd name="T13" fmla="*/ 395 h 204"/>
                <a:gd name="T14" fmla="*/ 68 w 247"/>
                <a:gd name="T15" fmla="*/ 234 h 204"/>
                <a:gd name="T16" fmla="*/ 96 w 247"/>
                <a:gd name="T17" fmla="*/ 299 h 20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47" h="204">
                  <a:moveTo>
                    <a:pt x="247" y="13"/>
                  </a:moveTo>
                  <a:lnTo>
                    <a:pt x="79" y="149"/>
                  </a:lnTo>
                  <a:lnTo>
                    <a:pt x="69" y="138"/>
                  </a:lnTo>
                  <a:lnTo>
                    <a:pt x="236" y="0"/>
                  </a:lnTo>
                  <a:lnTo>
                    <a:pt x="247" y="13"/>
                  </a:lnTo>
                  <a:close/>
                  <a:moveTo>
                    <a:pt x="96" y="153"/>
                  </a:moveTo>
                  <a:lnTo>
                    <a:pt x="0" y="204"/>
                  </a:lnTo>
                  <a:lnTo>
                    <a:pt x="68" y="121"/>
                  </a:lnTo>
                  <a:lnTo>
                    <a:pt x="96" y="153"/>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82075" name="Line 556">
              <a:extLst>
                <a:ext uri="{FF2B5EF4-FFF2-40B4-BE49-F238E27FC236}">
                  <a16:creationId xmlns:a16="http://schemas.microsoft.com/office/drawing/2014/main" id="{75F246A1-6EE8-28F8-FBA3-9604053D304B}"/>
                </a:ext>
              </a:extLst>
            </p:cNvPr>
            <p:cNvSpPr>
              <a:spLocks noChangeShapeType="1"/>
            </p:cNvSpPr>
            <p:nvPr/>
          </p:nvSpPr>
          <p:spPr bwMode="auto">
            <a:xfrm flipH="1" flipV="1">
              <a:off x="3641" y="998"/>
              <a:ext cx="772" cy="437"/>
            </a:xfrm>
            <a:prstGeom prst="line">
              <a:avLst/>
            </a:prstGeom>
            <a:noFill/>
            <a:ln w="20638">
              <a:solidFill>
                <a:srgbClr val="99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6" name="Freeform 557">
              <a:extLst>
                <a:ext uri="{FF2B5EF4-FFF2-40B4-BE49-F238E27FC236}">
                  <a16:creationId xmlns:a16="http://schemas.microsoft.com/office/drawing/2014/main" id="{ADBB8633-7634-E3DE-D4F2-439EA544704F}"/>
                </a:ext>
              </a:extLst>
            </p:cNvPr>
            <p:cNvSpPr>
              <a:spLocks noEditPoints="1"/>
            </p:cNvSpPr>
            <p:nvPr/>
          </p:nvSpPr>
          <p:spPr bwMode="auto">
            <a:xfrm>
              <a:off x="3883" y="771"/>
              <a:ext cx="180" cy="374"/>
            </a:xfrm>
            <a:custGeom>
              <a:avLst/>
              <a:gdLst>
                <a:gd name="T0" fmla="*/ 147 w 180"/>
                <a:gd name="T1" fmla="*/ 168 h 350"/>
                <a:gd name="T2" fmla="*/ 16 w 180"/>
                <a:gd name="T3" fmla="*/ 679 h 350"/>
                <a:gd name="T4" fmla="*/ 0 w 180"/>
                <a:gd name="T5" fmla="*/ 665 h 350"/>
                <a:gd name="T6" fmla="*/ 131 w 180"/>
                <a:gd name="T7" fmla="*/ 155 h 350"/>
                <a:gd name="T8" fmla="*/ 147 w 180"/>
                <a:gd name="T9" fmla="*/ 168 h 350"/>
                <a:gd name="T10" fmla="*/ 114 w 180"/>
                <a:gd name="T11" fmla="*/ 166 h 350"/>
                <a:gd name="T12" fmla="*/ 180 w 180"/>
                <a:gd name="T13" fmla="*/ 0 h 350"/>
                <a:gd name="T14" fmla="*/ 154 w 180"/>
                <a:gd name="T15" fmla="*/ 198 h 350"/>
                <a:gd name="T16" fmla="*/ 114 w 180"/>
                <a:gd name="T17" fmla="*/ 166 h 35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80" h="350">
                  <a:moveTo>
                    <a:pt x="147" y="87"/>
                  </a:moveTo>
                  <a:lnTo>
                    <a:pt x="16" y="350"/>
                  </a:lnTo>
                  <a:lnTo>
                    <a:pt x="0" y="342"/>
                  </a:lnTo>
                  <a:lnTo>
                    <a:pt x="131" y="80"/>
                  </a:lnTo>
                  <a:lnTo>
                    <a:pt x="147" y="87"/>
                  </a:lnTo>
                  <a:close/>
                  <a:moveTo>
                    <a:pt x="114" y="85"/>
                  </a:moveTo>
                  <a:lnTo>
                    <a:pt x="180" y="0"/>
                  </a:lnTo>
                  <a:lnTo>
                    <a:pt x="154" y="102"/>
                  </a:lnTo>
                  <a:lnTo>
                    <a:pt x="114" y="85"/>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82077" name="Line 558">
              <a:extLst>
                <a:ext uri="{FF2B5EF4-FFF2-40B4-BE49-F238E27FC236}">
                  <a16:creationId xmlns:a16="http://schemas.microsoft.com/office/drawing/2014/main" id="{17F75684-A1D1-0054-9807-84748F805E00}"/>
                </a:ext>
              </a:extLst>
            </p:cNvPr>
            <p:cNvSpPr>
              <a:spLocks noChangeShapeType="1"/>
            </p:cNvSpPr>
            <p:nvPr/>
          </p:nvSpPr>
          <p:spPr bwMode="auto">
            <a:xfrm flipV="1">
              <a:off x="4401" y="634"/>
              <a:ext cx="1" cy="791"/>
            </a:xfrm>
            <a:prstGeom prst="line">
              <a:avLst/>
            </a:prstGeom>
            <a:noFill/>
            <a:ln w="3492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078" name="Freeform 559">
              <a:extLst>
                <a:ext uri="{FF2B5EF4-FFF2-40B4-BE49-F238E27FC236}">
                  <a16:creationId xmlns:a16="http://schemas.microsoft.com/office/drawing/2014/main" id="{E8A7015B-6343-5504-E18A-01038AD7B5F8}"/>
                </a:ext>
              </a:extLst>
            </p:cNvPr>
            <p:cNvSpPr>
              <a:spLocks noEditPoints="1"/>
            </p:cNvSpPr>
            <p:nvPr/>
          </p:nvSpPr>
          <p:spPr bwMode="auto">
            <a:xfrm>
              <a:off x="3848" y="751"/>
              <a:ext cx="217" cy="146"/>
            </a:xfrm>
            <a:custGeom>
              <a:avLst/>
              <a:gdLst>
                <a:gd name="T0" fmla="*/ 217 w 217"/>
                <a:gd name="T1" fmla="*/ 19 h 137"/>
                <a:gd name="T2" fmla="*/ 180 w 217"/>
                <a:gd name="T3" fmla="*/ 58 h 137"/>
                <a:gd name="T4" fmla="*/ 175 w 217"/>
                <a:gd name="T5" fmla="*/ 45 h 137"/>
                <a:gd name="T6" fmla="*/ 211 w 217"/>
                <a:gd name="T7" fmla="*/ 0 h 137"/>
                <a:gd name="T8" fmla="*/ 217 w 217"/>
                <a:gd name="T9" fmla="*/ 19 h 137"/>
                <a:gd name="T10" fmla="*/ 153 w 217"/>
                <a:gd name="T11" fmla="*/ 91 h 137"/>
                <a:gd name="T12" fmla="*/ 117 w 217"/>
                <a:gd name="T13" fmla="*/ 134 h 137"/>
                <a:gd name="T14" fmla="*/ 112 w 217"/>
                <a:gd name="T15" fmla="*/ 117 h 137"/>
                <a:gd name="T16" fmla="*/ 148 w 217"/>
                <a:gd name="T17" fmla="*/ 76 h 137"/>
                <a:gd name="T18" fmla="*/ 153 w 217"/>
                <a:gd name="T19" fmla="*/ 91 h 137"/>
                <a:gd name="T20" fmla="*/ 90 w 217"/>
                <a:gd name="T21" fmla="*/ 165 h 137"/>
                <a:gd name="T22" fmla="*/ 53 w 217"/>
                <a:gd name="T23" fmla="*/ 207 h 137"/>
                <a:gd name="T24" fmla="*/ 47 w 217"/>
                <a:gd name="T25" fmla="*/ 189 h 137"/>
                <a:gd name="T26" fmla="*/ 85 w 217"/>
                <a:gd name="T27" fmla="*/ 146 h 137"/>
                <a:gd name="T28" fmla="*/ 90 w 217"/>
                <a:gd name="T29" fmla="*/ 165 h 137"/>
                <a:gd name="T30" fmla="*/ 26 w 217"/>
                <a:gd name="T31" fmla="*/ 237 h 137"/>
                <a:gd name="T32" fmla="*/ 7 w 217"/>
                <a:gd name="T33" fmla="*/ 259 h 137"/>
                <a:gd name="T34" fmla="*/ 0 w 217"/>
                <a:gd name="T35" fmla="*/ 242 h 137"/>
                <a:gd name="T36" fmla="*/ 20 w 217"/>
                <a:gd name="T37" fmla="*/ 221 h 137"/>
                <a:gd name="T38" fmla="*/ 26 w 217"/>
                <a:gd name="T39" fmla="*/ 237 h 13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17" h="137">
                  <a:moveTo>
                    <a:pt x="217" y="9"/>
                  </a:moveTo>
                  <a:lnTo>
                    <a:pt x="180" y="31"/>
                  </a:lnTo>
                  <a:lnTo>
                    <a:pt x="175" y="23"/>
                  </a:lnTo>
                  <a:lnTo>
                    <a:pt x="211" y="0"/>
                  </a:lnTo>
                  <a:lnTo>
                    <a:pt x="217" y="9"/>
                  </a:lnTo>
                  <a:close/>
                  <a:moveTo>
                    <a:pt x="153" y="48"/>
                  </a:moveTo>
                  <a:lnTo>
                    <a:pt x="117" y="71"/>
                  </a:lnTo>
                  <a:lnTo>
                    <a:pt x="112" y="62"/>
                  </a:lnTo>
                  <a:lnTo>
                    <a:pt x="148" y="40"/>
                  </a:lnTo>
                  <a:lnTo>
                    <a:pt x="153" y="48"/>
                  </a:lnTo>
                  <a:close/>
                  <a:moveTo>
                    <a:pt x="90" y="87"/>
                  </a:moveTo>
                  <a:lnTo>
                    <a:pt x="53" y="109"/>
                  </a:lnTo>
                  <a:lnTo>
                    <a:pt x="47" y="100"/>
                  </a:lnTo>
                  <a:lnTo>
                    <a:pt x="85" y="78"/>
                  </a:lnTo>
                  <a:lnTo>
                    <a:pt x="90" y="87"/>
                  </a:lnTo>
                  <a:close/>
                  <a:moveTo>
                    <a:pt x="26" y="125"/>
                  </a:moveTo>
                  <a:lnTo>
                    <a:pt x="7" y="137"/>
                  </a:lnTo>
                  <a:lnTo>
                    <a:pt x="0" y="128"/>
                  </a:lnTo>
                  <a:lnTo>
                    <a:pt x="20" y="116"/>
                  </a:lnTo>
                  <a:lnTo>
                    <a:pt x="26" y="125"/>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82079" name="Freeform 560">
              <a:extLst>
                <a:ext uri="{FF2B5EF4-FFF2-40B4-BE49-F238E27FC236}">
                  <a16:creationId xmlns:a16="http://schemas.microsoft.com/office/drawing/2014/main" id="{CB305A60-C648-51A3-7D88-0A526D50DF35}"/>
                </a:ext>
              </a:extLst>
            </p:cNvPr>
            <p:cNvSpPr>
              <a:spLocks noEditPoints="1"/>
            </p:cNvSpPr>
            <p:nvPr/>
          </p:nvSpPr>
          <p:spPr bwMode="auto">
            <a:xfrm>
              <a:off x="3674" y="929"/>
              <a:ext cx="152" cy="370"/>
            </a:xfrm>
            <a:custGeom>
              <a:avLst/>
              <a:gdLst>
                <a:gd name="T0" fmla="*/ 152 w 152"/>
                <a:gd name="T1" fmla="*/ 3 h 346"/>
                <a:gd name="T2" fmla="*/ 137 w 152"/>
                <a:gd name="T3" fmla="*/ 82 h 346"/>
                <a:gd name="T4" fmla="*/ 127 w 152"/>
                <a:gd name="T5" fmla="*/ 75 h 346"/>
                <a:gd name="T6" fmla="*/ 142 w 152"/>
                <a:gd name="T7" fmla="*/ 0 h 346"/>
                <a:gd name="T8" fmla="*/ 152 w 152"/>
                <a:gd name="T9" fmla="*/ 3 h 346"/>
                <a:gd name="T10" fmla="*/ 125 w 152"/>
                <a:gd name="T11" fmla="*/ 137 h 346"/>
                <a:gd name="T12" fmla="*/ 108 w 152"/>
                <a:gd name="T13" fmla="*/ 211 h 346"/>
                <a:gd name="T14" fmla="*/ 99 w 152"/>
                <a:gd name="T15" fmla="*/ 203 h 346"/>
                <a:gd name="T16" fmla="*/ 115 w 152"/>
                <a:gd name="T17" fmla="*/ 129 h 346"/>
                <a:gd name="T18" fmla="*/ 125 w 152"/>
                <a:gd name="T19" fmla="*/ 137 h 346"/>
                <a:gd name="T20" fmla="*/ 97 w 152"/>
                <a:gd name="T21" fmla="*/ 265 h 346"/>
                <a:gd name="T22" fmla="*/ 81 w 152"/>
                <a:gd name="T23" fmla="*/ 342 h 346"/>
                <a:gd name="T24" fmla="*/ 71 w 152"/>
                <a:gd name="T25" fmla="*/ 337 h 346"/>
                <a:gd name="T26" fmla="*/ 86 w 152"/>
                <a:gd name="T27" fmla="*/ 261 h 346"/>
                <a:gd name="T28" fmla="*/ 97 w 152"/>
                <a:gd name="T29" fmla="*/ 265 h 346"/>
                <a:gd name="T30" fmla="*/ 68 w 152"/>
                <a:gd name="T31" fmla="*/ 398 h 346"/>
                <a:gd name="T32" fmla="*/ 53 w 152"/>
                <a:gd name="T33" fmla="*/ 475 h 346"/>
                <a:gd name="T34" fmla="*/ 42 w 152"/>
                <a:gd name="T35" fmla="*/ 464 h 346"/>
                <a:gd name="T36" fmla="*/ 59 w 152"/>
                <a:gd name="T37" fmla="*/ 390 h 346"/>
                <a:gd name="T38" fmla="*/ 68 w 152"/>
                <a:gd name="T39" fmla="*/ 398 h 346"/>
                <a:gd name="T40" fmla="*/ 41 w 152"/>
                <a:gd name="T41" fmla="*/ 530 h 346"/>
                <a:gd name="T42" fmla="*/ 26 w 152"/>
                <a:gd name="T43" fmla="*/ 603 h 346"/>
                <a:gd name="T44" fmla="*/ 15 w 152"/>
                <a:gd name="T45" fmla="*/ 598 h 346"/>
                <a:gd name="T46" fmla="*/ 31 w 152"/>
                <a:gd name="T47" fmla="*/ 524 h 346"/>
                <a:gd name="T48" fmla="*/ 41 w 152"/>
                <a:gd name="T49" fmla="*/ 530 h 346"/>
                <a:gd name="T50" fmla="*/ 13 w 152"/>
                <a:gd name="T51" fmla="*/ 660 h 346"/>
                <a:gd name="T52" fmla="*/ 10 w 152"/>
                <a:gd name="T53" fmla="*/ 676 h 346"/>
                <a:gd name="T54" fmla="*/ 0 w 152"/>
                <a:gd name="T55" fmla="*/ 668 h 346"/>
                <a:gd name="T56" fmla="*/ 4 w 152"/>
                <a:gd name="T57" fmla="*/ 652 h 346"/>
                <a:gd name="T58" fmla="*/ 13 w 152"/>
                <a:gd name="T59" fmla="*/ 660 h 34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0" t="0" r="r" b="b"/>
              <a:pathLst>
                <a:path w="152" h="346">
                  <a:moveTo>
                    <a:pt x="152" y="3"/>
                  </a:moveTo>
                  <a:lnTo>
                    <a:pt x="137" y="42"/>
                  </a:lnTo>
                  <a:lnTo>
                    <a:pt x="127" y="38"/>
                  </a:lnTo>
                  <a:lnTo>
                    <a:pt x="142" y="0"/>
                  </a:lnTo>
                  <a:lnTo>
                    <a:pt x="152" y="3"/>
                  </a:lnTo>
                  <a:close/>
                  <a:moveTo>
                    <a:pt x="125" y="70"/>
                  </a:moveTo>
                  <a:lnTo>
                    <a:pt x="108" y="108"/>
                  </a:lnTo>
                  <a:lnTo>
                    <a:pt x="99" y="104"/>
                  </a:lnTo>
                  <a:lnTo>
                    <a:pt x="115" y="66"/>
                  </a:lnTo>
                  <a:lnTo>
                    <a:pt x="125" y="70"/>
                  </a:lnTo>
                  <a:close/>
                  <a:moveTo>
                    <a:pt x="97" y="136"/>
                  </a:moveTo>
                  <a:lnTo>
                    <a:pt x="81" y="175"/>
                  </a:lnTo>
                  <a:lnTo>
                    <a:pt x="71" y="171"/>
                  </a:lnTo>
                  <a:lnTo>
                    <a:pt x="86" y="133"/>
                  </a:lnTo>
                  <a:lnTo>
                    <a:pt x="97" y="136"/>
                  </a:lnTo>
                  <a:close/>
                  <a:moveTo>
                    <a:pt x="68" y="204"/>
                  </a:moveTo>
                  <a:lnTo>
                    <a:pt x="53" y="242"/>
                  </a:lnTo>
                  <a:lnTo>
                    <a:pt x="42" y="237"/>
                  </a:lnTo>
                  <a:lnTo>
                    <a:pt x="59" y="199"/>
                  </a:lnTo>
                  <a:lnTo>
                    <a:pt x="68" y="204"/>
                  </a:lnTo>
                  <a:close/>
                  <a:moveTo>
                    <a:pt x="41" y="271"/>
                  </a:moveTo>
                  <a:lnTo>
                    <a:pt x="26" y="309"/>
                  </a:lnTo>
                  <a:lnTo>
                    <a:pt x="15" y="305"/>
                  </a:lnTo>
                  <a:lnTo>
                    <a:pt x="31" y="267"/>
                  </a:lnTo>
                  <a:lnTo>
                    <a:pt x="41" y="271"/>
                  </a:lnTo>
                  <a:close/>
                  <a:moveTo>
                    <a:pt x="13" y="337"/>
                  </a:moveTo>
                  <a:lnTo>
                    <a:pt x="10" y="346"/>
                  </a:lnTo>
                  <a:lnTo>
                    <a:pt x="0" y="342"/>
                  </a:lnTo>
                  <a:lnTo>
                    <a:pt x="4" y="334"/>
                  </a:lnTo>
                  <a:lnTo>
                    <a:pt x="13" y="337"/>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82080" name="Freeform 561">
              <a:extLst>
                <a:ext uri="{FF2B5EF4-FFF2-40B4-BE49-F238E27FC236}">
                  <a16:creationId xmlns:a16="http://schemas.microsoft.com/office/drawing/2014/main" id="{8BA5035D-C246-08EA-CF8D-CA478E98D7B7}"/>
                </a:ext>
              </a:extLst>
            </p:cNvPr>
            <p:cNvSpPr>
              <a:spLocks noEditPoints="1"/>
            </p:cNvSpPr>
            <p:nvPr/>
          </p:nvSpPr>
          <p:spPr bwMode="auto">
            <a:xfrm>
              <a:off x="3836" y="895"/>
              <a:ext cx="67" cy="259"/>
            </a:xfrm>
            <a:custGeom>
              <a:avLst/>
              <a:gdLst>
                <a:gd name="T0" fmla="*/ 45 w 67"/>
                <a:gd name="T1" fmla="*/ 476 h 242"/>
                <a:gd name="T2" fmla="*/ 10 w 67"/>
                <a:gd name="T3" fmla="*/ 180 h 242"/>
                <a:gd name="T4" fmla="*/ 31 w 67"/>
                <a:gd name="T5" fmla="*/ 173 h 242"/>
                <a:gd name="T6" fmla="*/ 67 w 67"/>
                <a:gd name="T7" fmla="*/ 468 h 242"/>
                <a:gd name="T8" fmla="*/ 45 w 67"/>
                <a:gd name="T9" fmla="*/ 476 h 242"/>
                <a:gd name="T10" fmla="*/ 2 w 67"/>
                <a:gd name="T11" fmla="*/ 205 h 242"/>
                <a:gd name="T12" fmla="*/ 0 w 67"/>
                <a:gd name="T13" fmla="*/ 0 h 242"/>
                <a:gd name="T14" fmla="*/ 43 w 67"/>
                <a:gd name="T15" fmla="*/ 189 h 242"/>
                <a:gd name="T16" fmla="*/ 2 w 67"/>
                <a:gd name="T17" fmla="*/ 205 h 24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67" h="242">
                  <a:moveTo>
                    <a:pt x="45" y="242"/>
                  </a:moveTo>
                  <a:lnTo>
                    <a:pt x="10" y="92"/>
                  </a:lnTo>
                  <a:lnTo>
                    <a:pt x="31" y="87"/>
                  </a:lnTo>
                  <a:lnTo>
                    <a:pt x="67" y="237"/>
                  </a:lnTo>
                  <a:lnTo>
                    <a:pt x="45" y="242"/>
                  </a:lnTo>
                  <a:close/>
                  <a:moveTo>
                    <a:pt x="2" y="104"/>
                  </a:moveTo>
                  <a:lnTo>
                    <a:pt x="0" y="0"/>
                  </a:lnTo>
                  <a:lnTo>
                    <a:pt x="43" y="96"/>
                  </a:lnTo>
                  <a:lnTo>
                    <a:pt x="2" y="104"/>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82081" name="Freeform 562">
              <a:extLst>
                <a:ext uri="{FF2B5EF4-FFF2-40B4-BE49-F238E27FC236}">
                  <a16:creationId xmlns:a16="http://schemas.microsoft.com/office/drawing/2014/main" id="{FDC78E57-B23D-60A0-4C03-27131B1FE9DA}"/>
                </a:ext>
              </a:extLst>
            </p:cNvPr>
            <p:cNvSpPr>
              <a:spLocks noEditPoints="1"/>
            </p:cNvSpPr>
            <p:nvPr/>
          </p:nvSpPr>
          <p:spPr bwMode="auto">
            <a:xfrm>
              <a:off x="4394" y="995"/>
              <a:ext cx="777" cy="447"/>
            </a:xfrm>
            <a:custGeom>
              <a:avLst/>
              <a:gdLst>
                <a:gd name="T0" fmla="*/ 697 w 777"/>
                <a:gd name="T1" fmla="*/ 108 h 418"/>
                <a:gd name="T2" fmla="*/ 11 w 777"/>
                <a:gd name="T3" fmla="*/ 817 h 418"/>
                <a:gd name="T4" fmla="*/ 0 w 777"/>
                <a:gd name="T5" fmla="*/ 786 h 418"/>
                <a:gd name="T6" fmla="*/ 686 w 777"/>
                <a:gd name="T7" fmla="*/ 70 h 418"/>
                <a:gd name="T8" fmla="*/ 697 w 777"/>
                <a:gd name="T9" fmla="*/ 108 h 418"/>
                <a:gd name="T10" fmla="*/ 672 w 777"/>
                <a:gd name="T11" fmla="*/ 61 h 418"/>
                <a:gd name="T12" fmla="*/ 777 w 777"/>
                <a:gd name="T13" fmla="*/ 0 h 418"/>
                <a:gd name="T14" fmla="*/ 693 w 777"/>
                <a:gd name="T15" fmla="*/ 134 h 418"/>
                <a:gd name="T16" fmla="*/ 672 w 777"/>
                <a:gd name="T17" fmla="*/ 61 h 41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777" h="418">
                  <a:moveTo>
                    <a:pt x="697" y="55"/>
                  </a:moveTo>
                  <a:lnTo>
                    <a:pt x="11" y="418"/>
                  </a:lnTo>
                  <a:lnTo>
                    <a:pt x="0" y="401"/>
                  </a:lnTo>
                  <a:lnTo>
                    <a:pt x="686" y="36"/>
                  </a:lnTo>
                  <a:lnTo>
                    <a:pt x="697" y="55"/>
                  </a:lnTo>
                  <a:close/>
                  <a:moveTo>
                    <a:pt x="672" y="32"/>
                  </a:moveTo>
                  <a:lnTo>
                    <a:pt x="777" y="0"/>
                  </a:lnTo>
                  <a:lnTo>
                    <a:pt x="693" y="68"/>
                  </a:lnTo>
                  <a:lnTo>
                    <a:pt x="672" y="32"/>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82082" name="Freeform 563">
              <a:extLst>
                <a:ext uri="{FF2B5EF4-FFF2-40B4-BE49-F238E27FC236}">
                  <a16:creationId xmlns:a16="http://schemas.microsoft.com/office/drawing/2014/main" id="{3D78D7EB-42B4-B6C9-AE30-10AF741BC7A4}"/>
                </a:ext>
              </a:extLst>
            </p:cNvPr>
            <p:cNvSpPr>
              <a:spLocks noEditPoints="1"/>
            </p:cNvSpPr>
            <p:nvPr/>
          </p:nvSpPr>
          <p:spPr bwMode="auto">
            <a:xfrm>
              <a:off x="4380" y="1304"/>
              <a:ext cx="43" cy="915"/>
            </a:xfrm>
            <a:custGeom>
              <a:avLst/>
              <a:gdLst>
                <a:gd name="T0" fmla="*/ 33 w 43"/>
                <a:gd name="T1" fmla="*/ 0 h 856"/>
                <a:gd name="T2" fmla="*/ 33 w 43"/>
                <a:gd name="T3" fmla="*/ 321 h 856"/>
                <a:gd name="T4" fmla="*/ 11 w 43"/>
                <a:gd name="T5" fmla="*/ 321 h 856"/>
                <a:gd name="T6" fmla="*/ 11 w 43"/>
                <a:gd name="T7" fmla="*/ 0 h 856"/>
                <a:gd name="T8" fmla="*/ 33 w 43"/>
                <a:gd name="T9" fmla="*/ 0 h 856"/>
                <a:gd name="T10" fmla="*/ 33 w 43"/>
                <a:gd name="T11" fmla="*/ 441 h 856"/>
                <a:gd name="T12" fmla="*/ 33 w 43"/>
                <a:gd name="T13" fmla="*/ 761 h 856"/>
                <a:gd name="T14" fmla="*/ 11 w 43"/>
                <a:gd name="T15" fmla="*/ 761 h 856"/>
                <a:gd name="T16" fmla="*/ 11 w 43"/>
                <a:gd name="T17" fmla="*/ 441 h 856"/>
                <a:gd name="T18" fmla="*/ 33 w 43"/>
                <a:gd name="T19" fmla="*/ 441 h 856"/>
                <a:gd name="T20" fmla="*/ 33 w 43"/>
                <a:gd name="T21" fmla="*/ 880 h 856"/>
                <a:gd name="T22" fmla="*/ 33 w 43"/>
                <a:gd name="T23" fmla="*/ 1197 h 856"/>
                <a:gd name="T24" fmla="*/ 11 w 43"/>
                <a:gd name="T25" fmla="*/ 1197 h 856"/>
                <a:gd name="T26" fmla="*/ 11 w 43"/>
                <a:gd name="T27" fmla="*/ 880 h 856"/>
                <a:gd name="T28" fmla="*/ 33 w 43"/>
                <a:gd name="T29" fmla="*/ 880 h 856"/>
                <a:gd name="T30" fmla="*/ 33 w 43"/>
                <a:gd name="T31" fmla="*/ 1319 h 856"/>
                <a:gd name="T32" fmla="*/ 33 w 43"/>
                <a:gd name="T33" fmla="*/ 1488 h 856"/>
                <a:gd name="T34" fmla="*/ 11 w 43"/>
                <a:gd name="T35" fmla="*/ 1488 h 856"/>
                <a:gd name="T36" fmla="*/ 11 w 43"/>
                <a:gd name="T37" fmla="*/ 1319 h 856"/>
                <a:gd name="T38" fmla="*/ 33 w 43"/>
                <a:gd name="T39" fmla="*/ 1319 h 856"/>
                <a:gd name="T40" fmla="*/ 43 w 43"/>
                <a:gd name="T41" fmla="*/ 1470 h 856"/>
                <a:gd name="T42" fmla="*/ 22 w 43"/>
                <a:gd name="T43" fmla="*/ 1665 h 856"/>
                <a:gd name="T44" fmla="*/ 0 w 43"/>
                <a:gd name="T45" fmla="*/ 1470 h 856"/>
                <a:gd name="T46" fmla="*/ 43 w 43"/>
                <a:gd name="T47" fmla="*/ 1470 h 85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43" h="856">
                  <a:moveTo>
                    <a:pt x="33" y="0"/>
                  </a:moveTo>
                  <a:lnTo>
                    <a:pt x="33" y="165"/>
                  </a:lnTo>
                  <a:lnTo>
                    <a:pt x="11" y="165"/>
                  </a:lnTo>
                  <a:lnTo>
                    <a:pt x="11" y="0"/>
                  </a:lnTo>
                  <a:lnTo>
                    <a:pt x="33" y="0"/>
                  </a:lnTo>
                  <a:close/>
                  <a:moveTo>
                    <a:pt x="33" y="226"/>
                  </a:moveTo>
                  <a:lnTo>
                    <a:pt x="33" y="390"/>
                  </a:lnTo>
                  <a:lnTo>
                    <a:pt x="11" y="390"/>
                  </a:lnTo>
                  <a:lnTo>
                    <a:pt x="11" y="226"/>
                  </a:lnTo>
                  <a:lnTo>
                    <a:pt x="33" y="226"/>
                  </a:lnTo>
                  <a:close/>
                  <a:moveTo>
                    <a:pt x="33" y="452"/>
                  </a:moveTo>
                  <a:lnTo>
                    <a:pt x="33" y="616"/>
                  </a:lnTo>
                  <a:lnTo>
                    <a:pt x="11" y="616"/>
                  </a:lnTo>
                  <a:lnTo>
                    <a:pt x="11" y="452"/>
                  </a:lnTo>
                  <a:lnTo>
                    <a:pt x="33" y="452"/>
                  </a:lnTo>
                  <a:close/>
                  <a:moveTo>
                    <a:pt x="33" y="677"/>
                  </a:moveTo>
                  <a:lnTo>
                    <a:pt x="33" y="764"/>
                  </a:lnTo>
                  <a:lnTo>
                    <a:pt x="11" y="764"/>
                  </a:lnTo>
                  <a:lnTo>
                    <a:pt x="11" y="677"/>
                  </a:lnTo>
                  <a:lnTo>
                    <a:pt x="33" y="677"/>
                  </a:lnTo>
                  <a:close/>
                  <a:moveTo>
                    <a:pt x="43" y="754"/>
                  </a:moveTo>
                  <a:lnTo>
                    <a:pt x="22" y="856"/>
                  </a:lnTo>
                  <a:lnTo>
                    <a:pt x="0" y="754"/>
                  </a:lnTo>
                  <a:lnTo>
                    <a:pt x="43" y="754"/>
                  </a:lnTo>
                  <a:close/>
                </a:path>
              </a:pathLst>
            </a:custGeom>
            <a:solidFill>
              <a:srgbClr val="0000FF"/>
            </a:solidFill>
            <a:ln w="0">
              <a:solidFill>
                <a:srgbClr val="0000FF"/>
              </a:solidFill>
              <a:prstDash val="solid"/>
              <a:round/>
              <a:headEnd/>
              <a:tailEnd/>
            </a:ln>
          </p:spPr>
          <p:txBody>
            <a:bodyPr/>
            <a:lstStyle/>
            <a:p>
              <a:endParaRPr lang="zh-CN" altLang="en-US"/>
            </a:p>
          </p:txBody>
        </p:sp>
        <p:sp>
          <p:nvSpPr>
            <p:cNvPr id="82083" name="Freeform 564">
              <a:extLst>
                <a:ext uri="{FF2B5EF4-FFF2-40B4-BE49-F238E27FC236}">
                  <a16:creationId xmlns:a16="http://schemas.microsoft.com/office/drawing/2014/main" id="{5DBBC041-BE92-E1FA-5B2B-93C8D4E0FB34}"/>
                </a:ext>
              </a:extLst>
            </p:cNvPr>
            <p:cNvSpPr>
              <a:spLocks noEditPoints="1"/>
            </p:cNvSpPr>
            <p:nvPr/>
          </p:nvSpPr>
          <p:spPr bwMode="auto">
            <a:xfrm>
              <a:off x="4401" y="1420"/>
              <a:ext cx="371" cy="608"/>
            </a:xfrm>
            <a:custGeom>
              <a:avLst/>
              <a:gdLst>
                <a:gd name="T0" fmla="*/ 360 w 371"/>
                <a:gd name="T1" fmla="*/ 1122 h 568"/>
                <a:gd name="T2" fmla="*/ 303 w 371"/>
                <a:gd name="T3" fmla="*/ 953 h 568"/>
                <a:gd name="T4" fmla="*/ 314 w 371"/>
                <a:gd name="T5" fmla="*/ 938 h 568"/>
                <a:gd name="T6" fmla="*/ 371 w 371"/>
                <a:gd name="T7" fmla="*/ 1111 h 568"/>
                <a:gd name="T8" fmla="*/ 360 w 371"/>
                <a:gd name="T9" fmla="*/ 1122 h 568"/>
                <a:gd name="T10" fmla="*/ 282 w 371"/>
                <a:gd name="T11" fmla="*/ 890 h 568"/>
                <a:gd name="T12" fmla="*/ 226 w 371"/>
                <a:gd name="T13" fmla="*/ 711 h 568"/>
                <a:gd name="T14" fmla="*/ 238 w 371"/>
                <a:gd name="T15" fmla="*/ 701 h 568"/>
                <a:gd name="T16" fmla="*/ 294 w 371"/>
                <a:gd name="T17" fmla="*/ 872 h 568"/>
                <a:gd name="T18" fmla="*/ 282 w 371"/>
                <a:gd name="T19" fmla="*/ 890 h 568"/>
                <a:gd name="T20" fmla="*/ 206 w 371"/>
                <a:gd name="T21" fmla="*/ 647 h 568"/>
                <a:gd name="T22" fmla="*/ 149 w 371"/>
                <a:gd name="T23" fmla="*/ 474 h 568"/>
                <a:gd name="T24" fmla="*/ 160 w 371"/>
                <a:gd name="T25" fmla="*/ 460 h 568"/>
                <a:gd name="T26" fmla="*/ 216 w 371"/>
                <a:gd name="T27" fmla="*/ 635 h 568"/>
                <a:gd name="T28" fmla="*/ 206 w 371"/>
                <a:gd name="T29" fmla="*/ 647 h 568"/>
                <a:gd name="T30" fmla="*/ 128 w 371"/>
                <a:gd name="T31" fmla="*/ 411 h 568"/>
                <a:gd name="T32" fmla="*/ 72 w 371"/>
                <a:gd name="T33" fmla="*/ 238 h 568"/>
                <a:gd name="T34" fmla="*/ 84 w 371"/>
                <a:gd name="T35" fmla="*/ 222 h 568"/>
                <a:gd name="T36" fmla="*/ 140 w 371"/>
                <a:gd name="T37" fmla="*/ 394 h 568"/>
                <a:gd name="T38" fmla="*/ 128 w 371"/>
                <a:gd name="T39" fmla="*/ 411 h 568"/>
                <a:gd name="T40" fmla="*/ 50 w 371"/>
                <a:gd name="T41" fmla="*/ 173 h 568"/>
                <a:gd name="T42" fmla="*/ 0 w 371"/>
                <a:gd name="T43" fmla="*/ 18 h 568"/>
                <a:gd name="T44" fmla="*/ 12 w 371"/>
                <a:gd name="T45" fmla="*/ 0 h 568"/>
                <a:gd name="T46" fmla="*/ 62 w 371"/>
                <a:gd name="T47" fmla="*/ 157 h 568"/>
                <a:gd name="T48" fmla="*/ 50 w 371"/>
                <a:gd name="T49" fmla="*/ 173 h 56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71" h="568">
                  <a:moveTo>
                    <a:pt x="360" y="568"/>
                  </a:moveTo>
                  <a:lnTo>
                    <a:pt x="303" y="481"/>
                  </a:lnTo>
                  <a:lnTo>
                    <a:pt x="314" y="475"/>
                  </a:lnTo>
                  <a:lnTo>
                    <a:pt x="371" y="562"/>
                  </a:lnTo>
                  <a:lnTo>
                    <a:pt x="360" y="568"/>
                  </a:lnTo>
                  <a:close/>
                  <a:moveTo>
                    <a:pt x="282" y="449"/>
                  </a:moveTo>
                  <a:lnTo>
                    <a:pt x="226" y="360"/>
                  </a:lnTo>
                  <a:lnTo>
                    <a:pt x="238" y="354"/>
                  </a:lnTo>
                  <a:lnTo>
                    <a:pt x="294" y="441"/>
                  </a:lnTo>
                  <a:lnTo>
                    <a:pt x="282" y="449"/>
                  </a:lnTo>
                  <a:close/>
                  <a:moveTo>
                    <a:pt x="206" y="328"/>
                  </a:moveTo>
                  <a:lnTo>
                    <a:pt x="149" y="241"/>
                  </a:lnTo>
                  <a:lnTo>
                    <a:pt x="160" y="233"/>
                  </a:lnTo>
                  <a:lnTo>
                    <a:pt x="216" y="321"/>
                  </a:lnTo>
                  <a:lnTo>
                    <a:pt x="206" y="328"/>
                  </a:lnTo>
                  <a:close/>
                  <a:moveTo>
                    <a:pt x="128" y="207"/>
                  </a:moveTo>
                  <a:lnTo>
                    <a:pt x="72" y="120"/>
                  </a:lnTo>
                  <a:lnTo>
                    <a:pt x="84" y="112"/>
                  </a:lnTo>
                  <a:lnTo>
                    <a:pt x="140" y="200"/>
                  </a:lnTo>
                  <a:lnTo>
                    <a:pt x="128" y="207"/>
                  </a:lnTo>
                  <a:close/>
                  <a:moveTo>
                    <a:pt x="50" y="87"/>
                  </a:moveTo>
                  <a:lnTo>
                    <a:pt x="0" y="8"/>
                  </a:lnTo>
                  <a:lnTo>
                    <a:pt x="12" y="0"/>
                  </a:lnTo>
                  <a:lnTo>
                    <a:pt x="62" y="80"/>
                  </a:lnTo>
                  <a:lnTo>
                    <a:pt x="50" y="87"/>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82084" name="Freeform 565">
              <a:extLst>
                <a:ext uri="{FF2B5EF4-FFF2-40B4-BE49-F238E27FC236}">
                  <a16:creationId xmlns:a16="http://schemas.microsoft.com/office/drawing/2014/main" id="{FF419891-1F9C-DB00-BB26-CB42563CBB70}"/>
                </a:ext>
              </a:extLst>
            </p:cNvPr>
            <p:cNvSpPr>
              <a:spLocks/>
            </p:cNvSpPr>
            <p:nvPr/>
          </p:nvSpPr>
          <p:spPr bwMode="auto">
            <a:xfrm>
              <a:off x="4406" y="1295"/>
              <a:ext cx="105" cy="79"/>
            </a:xfrm>
            <a:custGeom>
              <a:avLst/>
              <a:gdLst>
                <a:gd name="T0" fmla="*/ 105 w 105"/>
                <a:gd name="T1" fmla="*/ 141 h 74"/>
                <a:gd name="T2" fmla="*/ 104 w 105"/>
                <a:gd name="T3" fmla="*/ 131 h 74"/>
                <a:gd name="T4" fmla="*/ 100 w 105"/>
                <a:gd name="T5" fmla="*/ 119 h 74"/>
                <a:gd name="T6" fmla="*/ 97 w 105"/>
                <a:gd name="T7" fmla="*/ 108 h 74"/>
                <a:gd name="T8" fmla="*/ 93 w 105"/>
                <a:gd name="T9" fmla="*/ 96 h 74"/>
                <a:gd name="T10" fmla="*/ 89 w 105"/>
                <a:gd name="T11" fmla="*/ 85 h 74"/>
                <a:gd name="T12" fmla="*/ 84 w 105"/>
                <a:gd name="T13" fmla="*/ 74 h 74"/>
                <a:gd name="T14" fmla="*/ 79 w 105"/>
                <a:gd name="T15" fmla="*/ 64 h 74"/>
                <a:gd name="T16" fmla="*/ 74 w 105"/>
                <a:gd name="T17" fmla="*/ 56 h 74"/>
                <a:gd name="T18" fmla="*/ 66 w 105"/>
                <a:gd name="T19" fmla="*/ 40 h 74"/>
                <a:gd name="T20" fmla="*/ 57 w 105"/>
                <a:gd name="T21" fmla="*/ 29 h 74"/>
                <a:gd name="T22" fmla="*/ 48 w 105"/>
                <a:gd name="T23" fmla="*/ 21 h 74"/>
                <a:gd name="T24" fmla="*/ 39 w 105"/>
                <a:gd name="T25" fmla="*/ 6 h 74"/>
                <a:gd name="T26" fmla="*/ 29 w 105"/>
                <a:gd name="T27" fmla="*/ 4 h 74"/>
                <a:gd name="T28" fmla="*/ 20 w 105"/>
                <a:gd name="T29" fmla="*/ 1 h 74"/>
                <a:gd name="T30" fmla="*/ 9 w 105"/>
                <a:gd name="T31" fmla="*/ 0 h 74"/>
                <a:gd name="T32" fmla="*/ 0 w 105"/>
                <a:gd name="T33" fmla="*/ 0 h 74"/>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74">
                  <a:moveTo>
                    <a:pt x="105" y="74"/>
                  </a:moveTo>
                  <a:lnTo>
                    <a:pt x="104" y="68"/>
                  </a:lnTo>
                  <a:lnTo>
                    <a:pt x="100" y="62"/>
                  </a:lnTo>
                  <a:lnTo>
                    <a:pt x="97" y="56"/>
                  </a:lnTo>
                  <a:lnTo>
                    <a:pt x="93" y="50"/>
                  </a:lnTo>
                  <a:lnTo>
                    <a:pt x="89" y="45"/>
                  </a:lnTo>
                  <a:lnTo>
                    <a:pt x="84" y="38"/>
                  </a:lnTo>
                  <a:lnTo>
                    <a:pt x="79" y="33"/>
                  </a:lnTo>
                  <a:lnTo>
                    <a:pt x="74" y="29"/>
                  </a:lnTo>
                  <a:lnTo>
                    <a:pt x="66" y="21"/>
                  </a:lnTo>
                  <a:lnTo>
                    <a:pt x="57" y="16"/>
                  </a:lnTo>
                  <a:lnTo>
                    <a:pt x="48" y="11"/>
                  </a:lnTo>
                  <a:lnTo>
                    <a:pt x="39" y="6"/>
                  </a:lnTo>
                  <a:lnTo>
                    <a:pt x="29" y="4"/>
                  </a:lnTo>
                  <a:lnTo>
                    <a:pt x="20" y="1"/>
                  </a:lnTo>
                  <a:lnTo>
                    <a:pt x="9" y="0"/>
                  </a:lnTo>
                  <a:lnTo>
                    <a:pt x="0"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85" name="Freeform 566">
              <a:extLst>
                <a:ext uri="{FF2B5EF4-FFF2-40B4-BE49-F238E27FC236}">
                  <a16:creationId xmlns:a16="http://schemas.microsoft.com/office/drawing/2014/main" id="{D43AF16C-AAF9-D878-57DC-E54B2C21AC54}"/>
                </a:ext>
              </a:extLst>
            </p:cNvPr>
            <p:cNvSpPr>
              <a:spLocks/>
            </p:cNvSpPr>
            <p:nvPr/>
          </p:nvSpPr>
          <p:spPr bwMode="auto">
            <a:xfrm>
              <a:off x="4291" y="1298"/>
              <a:ext cx="105" cy="77"/>
            </a:xfrm>
            <a:custGeom>
              <a:avLst/>
              <a:gdLst>
                <a:gd name="T0" fmla="*/ 0 w 105"/>
                <a:gd name="T1" fmla="*/ 142 h 72"/>
                <a:gd name="T2" fmla="*/ 3 w 105"/>
                <a:gd name="T3" fmla="*/ 129 h 72"/>
                <a:gd name="T4" fmla="*/ 5 w 105"/>
                <a:gd name="T5" fmla="*/ 117 h 72"/>
                <a:gd name="T6" fmla="*/ 9 w 105"/>
                <a:gd name="T7" fmla="*/ 106 h 72"/>
                <a:gd name="T8" fmla="*/ 13 w 105"/>
                <a:gd name="T9" fmla="*/ 94 h 72"/>
                <a:gd name="T10" fmla="*/ 17 w 105"/>
                <a:gd name="T11" fmla="*/ 83 h 72"/>
                <a:gd name="T12" fmla="*/ 21 w 105"/>
                <a:gd name="T13" fmla="*/ 73 h 72"/>
                <a:gd name="T14" fmla="*/ 26 w 105"/>
                <a:gd name="T15" fmla="*/ 63 h 72"/>
                <a:gd name="T16" fmla="*/ 31 w 105"/>
                <a:gd name="T17" fmla="*/ 52 h 72"/>
                <a:gd name="T18" fmla="*/ 40 w 105"/>
                <a:gd name="T19" fmla="*/ 42 h 72"/>
                <a:gd name="T20" fmla="*/ 49 w 105"/>
                <a:gd name="T21" fmla="*/ 26 h 72"/>
                <a:gd name="T22" fmla="*/ 58 w 105"/>
                <a:gd name="T23" fmla="*/ 20 h 72"/>
                <a:gd name="T24" fmla="*/ 67 w 105"/>
                <a:gd name="T25" fmla="*/ 6 h 72"/>
                <a:gd name="T26" fmla="*/ 76 w 105"/>
                <a:gd name="T27" fmla="*/ 2 h 72"/>
                <a:gd name="T28" fmla="*/ 87 w 105"/>
                <a:gd name="T29" fmla="*/ 1 h 72"/>
                <a:gd name="T30" fmla="*/ 96 w 105"/>
                <a:gd name="T31" fmla="*/ 0 h 72"/>
                <a:gd name="T32" fmla="*/ 105 w 105"/>
                <a:gd name="T33" fmla="*/ 0 h 7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5" h="72">
                  <a:moveTo>
                    <a:pt x="0" y="72"/>
                  </a:moveTo>
                  <a:lnTo>
                    <a:pt x="3" y="66"/>
                  </a:lnTo>
                  <a:lnTo>
                    <a:pt x="5" y="60"/>
                  </a:lnTo>
                  <a:lnTo>
                    <a:pt x="9" y="54"/>
                  </a:lnTo>
                  <a:lnTo>
                    <a:pt x="13" y="48"/>
                  </a:lnTo>
                  <a:lnTo>
                    <a:pt x="17" y="43"/>
                  </a:lnTo>
                  <a:lnTo>
                    <a:pt x="21" y="37"/>
                  </a:lnTo>
                  <a:lnTo>
                    <a:pt x="26" y="32"/>
                  </a:lnTo>
                  <a:lnTo>
                    <a:pt x="31" y="27"/>
                  </a:lnTo>
                  <a:lnTo>
                    <a:pt x="40" y="21"/>
                  </a:lnTo>
                  <a:lnTo>
                    <a:pt x="49" y="14"/>
                  </a:lnTo>
                  <a:lnTo>
                    <a:pt x="58" y="10"/>
                  </a:lnTo>
                  <a:lnTo>
                    <a:pt x="67" y="6"/>
                  </a:lnTo>
                  <a:lnTo>
                    <a:pt x="76" y="2"/>
                  </a:lnTo>
                  <a:lnTo>
                    <a:pt x="87" y="1"/>
                  </a:lnTo>
                  <a:lnTo>
                    <a:pt x="96" y="0"/>
                  </a:lnTo>
                  <a:lnTo>
                    <a:pt x="105" y="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86" name="Freeform 567">
              <a:extLst>
                <a:ext uri="{FF2B5EF4-FFF2-40B4-BE49-F238E27FC236}">
                  <a16:creationId xmlns:a16="http://schemas.microsoft.com/office/drawing/2014/main" id="{0113F1FD-979D-B9BF-7A7B-C5DA4FF30F76}"/>
                </a:ext>
              </a:extLst>
            </p:cNvPr>
            <p:cNvSpPr>
              <a:spLocks/>
            </p:cNvSpPr>
            <p:nvPr/>
          </p:nvSpPr>
          <p:spPr bwMode="auto">
            <a:xfrm>
              <a:off x="4410" y="1566"/>
              <a:ext cx="84" cy="14"/>
            </a:xfrm>
            <a:custGeom>
              <a:avLst/>
              <a:gdLst>
                <a:gd name="T0" fmla="*/ 84 w 84"/>
                <a:gd name="T1" fmla="*/ 0 h 13"/>
                <a:gd name="T2" fmla="*/ 78 w 84"/>
                <a:gd name="T3" fmla="*/ 2 h 13"/>
                <a:gd name="T4" fmla="*/ 71 w 84"/>
                <a:gd name="T5" fmla="*/ 6 h 13"/>
                <a:gd name="T6" fmla="*/ 65 w 84"/>
                <a:gd name="T7" fmla="*/ 18 h 13"/>
                <a:gd name="T8" fmla="*/ 58 w 84"/>
                <a:gd name="T9" fmla="*/ 20 h 13"/>
                <a:gd name="T10" fmla="*/ 50 w 84"/>
                <a:gd name="T11" fmla="*/ 22 h 13"/>
                <a:gd name="T12" fmla="*/ 44 w 84"/>
                <a:gd name="T13" fmla="*/ 24 h 13"/>
                <a:gd name="T14" fmla="*/ 36 w 84"/>
                <a:gd name="T15" fmla="*/ 26 h 13"/>
                <a:gd name="T16" fmla="*/ 28 w 84"/>
                <a:gd name="T17" fmla="*/ 26 h 13"/>
                <a:gd name="T18" fmla="*/ 21 w 84"/>
                <a:gd name="T19" fmla="*/ 26 h 13"/>
                <a:gd name="T20" fmla="*/ 14 w 84"/>
                <a:gd name="T21" fmla="*/ 24 h 13"/>
                <a:gd name="T22" fmla="*/ 6 w 84"/>
                <a:gd name="T23" fmla="*/ 22 h 13"/>
                <a:gd name="T24" fmla="*/ 0 w 84"/>
                <a:gd name="T25" fmla="*/ 20 h 13"/>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84" h="13">
                  <a:moveTo>
                    <a:pt x="84" y="0"/>
                  </a:moveTo>
                  <a:lnTo>
                    <a:pt x="78" y="2"/>
                  </a:lnTo>
                  <a:lnTo>
                    <a:pt x="71" y="6"/>
                  </a:lnTo>
                  <a:lnTo>
                    <a:pt x="65" y="8"/>
                  </a:lnTo>
                  <a:lnTo>
                    <a:pt x="58" y="10"/>
                  </a:lnTo>
                  <a:lnTo>
                    <a:pt x="50" y="11"/>
                  </a:lnTo>
                  <a:lnTo>
                    <a:pt x="44" y="12"/>
                  </a:lnTo>
                  <a:lnTo>
                    <a:pt x="36" y="13"/>
                  </a:lnTo>
                  <a:lnTo>
                    <a:pt x="28" y="13"/>
                  </a:lnTo>
                  <a:lnTo>
                    <a:pt x="21" y="13"/>
                  </a:lnTo>
                  <a:lnTo>
                    <a:pt x="14" y="12"/>
                  </a:lnTo>
                  <a:lnTo>
                    <a:pt x="6" y="11"/>
                  </a:lnTo>
                  <a:lnTo>
                    <a:pt x="0" y="10"/>
                  </a:lnTo>
                </a:path>
              </a:pathLst>
            </a:custGeom>
            <a:noFill/>
            <a:ln w="206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82087" name="Rectangle 568">
              <a:extLst>
                <a:ext uri="{FF2B5EF4-FFF2-40B4-BE49-F238E27FC236}">
                  <a16:creationId xmlns:a16="http://schemas.microsoft.com/office/drawing/2014/main" id="{8BAD10BF-8666-B4BD-8DAC-613C81B9C0D2}"/>
                </a:ext>
              </a:extLst>
            </p:cNvPr>
            <p:cNvSpPr>
              <a:spLocks noChangeArrowheads="1"/>
            </p:cNvSpPr>
            <p:nvPr/>
          </p:nvSpPr>
          <p:spPr bwMode="auto">
            <a:xfrm>
              <a:off x="4301" y="1239"/>
              <a:ext cx="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82088" name="Rectangle 569">
              <a:extLst>
                <a:ext uri="{FF2B5EF4-FFF2-40B4-BE49-F238E27FC236}">
                  <a16:creationId xmlns:a16="http://schemas.microsoft.com/office/drawing/2014/main" id="{E948BCEC-3527-C565-F2BD-09F79460175D}"/>
                </a:ext>
              </a:extLst>
            </p:cNvPr>
            <p:cNvSpPr>
              <a:spLocks noChangeArrowheads="1"/>
            </p:cNvSpPr>
            <p:nvPr/>
          </p:nvSpPr>
          <p:spPr bwMode="auto">
            <a:xfrm>
              <a:off x="4233" y="1143"/>
              <a:ext cx="54"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Symbol" panose="05050102010706020507" pitchFamily="18" charset="2"/>
                </a:rPr>
                <a:t>q</a:t>
              </a:r>
              <a:endParaRPr lang="en-US" altLang="zh-CN" sz="1400">
                <a:solidFill>
                  <a:srgbClr val="000000"/>
                </a:solidFill>
              </a:endParaRPr>
            </a:p>
          </p:txBody>
        </p:sp>
        <p:sp>
          <p:nvSpPr>
            <p:cNvPr id="82089" name="Rectangle 570">
              <a:extLst>
                <a:ext uri="{FF2B5EF4-FFF2-40B4-BE49-F238E27FC236}">
                  <a16:creationId xmlns:a16="http://schemas.microsoft.com/office/drawing/2014/main" id="{9B5C62F9-B8C7-CF14-DA54-BC3994FD1E7C}"/>
                </a:ext>
              </a:extLst>
            </p:cNvPr>
            <p:cNvSpPr>
              <a:spLocks noChangeArrowheads="1"/>
            </p:cNvSpPr>
            <p:nvPr/>
          </p:nvSpPr>
          <p:spPr bwMode="auto">
            <a:xfrm>
              <a:off x="4502" y="1244"/>
              <a:ext cx="42"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82090" name="Rectangle 571">
              <a:extLst>
                <a:ext uri="{FF2B5EF4-FFF2-40B4-BE49-F238E27FC236}">
                  <a16:creationId xmlns:a16="http://schemas.microsoft.com/office/drawing/2014/main" id="{E0425986-A9D2-45D3-A3D1-22DACD2FC35F}"/>
                </a:ext>
              </a:extLst>
            </p:cNvPr>
            <p:cNvSpPr>
              <a:spLocks noChangeArrowheads="1"/>
            </p:cNvSpPr>
            <p:nvPr/>
          </p:nvSpPr>
          <p:spPr bwMode="auto">
            <a:xfrm>
              <a:off x="4432" y="1149"/>
              <a:ext cx="54"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Symbol" panose="05050102010706020507" pitchFamily="18" charset="2"/>
                </a:rPr>
                <a:t>q</a:t>
              </a:r>
              <a:endParaRPr lang="en-US" altLang="zh-CN" sz="1400">
                <a:solidFill>
                  <a:srgbClr val="000000"/>
                </a:solidFill>
              </a:endParaRPr>
            </a:p>
          </p:txBody>
        </p:sp>
        <p:sp>
          <p:nvSpPr>
            <p:cNvPr id="82091" name="Rectangle 572">
              <a:extLst>
                <a:ext uri="{FF2B5EF4-FFF2-40B4-BE49-F238E27FC236}">
                  <a16:creationId xmlns:a16="http://schemas.microsoft.com/office/drawing/2014/main" id="{72C4583A-B757-19A3-4EFF-D65C083E799C}"/>
                </a:ext>
              </a:extLst>
            </p:cNvPr>
            <p:cNvSpPr>
              <a:spLocks noChangeArrowheads="1"/>
            </p:cNvSpPr>
            <p:nvPr/>
          </p:nvSpPr>
          <p:spPr bwMode="auto">
            <a:xfrm>
              <a:off x="4487" y="1689"/>
              <a:ext cx="29"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82092" name="Rectangle 573">
              <a:extLst>
                <a:ext uri="{FF2B5EF4-FFF2-40B4-BE49-F238E27FC236}">
                  <a16:creationId xmlns:a16="http://schemas.microsoft.com/office/drawing/2014/main" id="{E21BDA25-791A-6394-65B5-C85C743F1E2C}"/>
                </a:ext>
              </a:extLst>
            </p:cNvPr>
            <p:cNvSpPr>
              <a:spLocks noChangeArrowheads="1"/>
            </p:cNvSpPr>
            <p:nvPr/>
          </p:nvSpPr>
          <p:spPr bwMode="auto">
            <a:xfrm>
              <a:off x="4419" y="1594"/>
              <a:ext cx="5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Symbol" panose="05050102010706020507" pitchFamily="18" charset="2"/>
                </a:rPr>
                <a:t>q</a:t>
              </a:r>
              <a:endParaRPr lang="en-US" altLang="zh-CN" sz="1400">
                <a:solidFill>
                  <a:srgbClr val="000000"/>
                </a:solidFill>
              </a:endParaRPr>
            </a:p>
          </p:txBody>
        </p:sp>
        <p:sp>
          <p:nvSpPr>
            <p:cNvPr id="82093" name="Rectangle 574">
              <a:extLst>
                <a:ext uri="{FF2B5EF4-FFF2-40B4-BE49-F238E27FC236}">
                  <a16:creationId xmlns:a16="http://schemas.microsoft.com/office/drawing/2014/main" id="{8AFBAF55-4FB3-87B4-552A-31821068947A}"/>
                </a:ext>
              </a:extLst>
            </p:cNvPr>
            <p:cNvSpPr>
              <a:spLocks noChangeArrowheads="1"/>
            </p:cNvSpPr>
            <p:nvPr/>
          </p:nvSpPr>
          <p:spPr bwMode="auto">
            <a:xfrm>
              <a:off x="4323" y="2088"/>
              <a:ext cx="4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z</a:t>
              </a:r>
              <a:endParaRPr lang="en-US" altLang="zh-CN" sz="1400">
                <a:solidFill>
                  <a:srgbClr val="000000"/>
                </a:solidFill>
              </a:endParaRPr>
            </a:p>
          </p:txBody>
        </p:sp>
        <p:sp>
          <p:nvSpPr>
            <p:cNvPr id="82094" name="Rectangle 575">
              <a:extLst>
                <a:ext uri="{FF2B5EF4-FFF2-40B4-BE49-F238E27FC236}">
                  <a16:creationId xmlns:a16="http://schemas.microsoft.com/office/drawing/2014/main" id="{F82FCDD7-AF62-555C-0CC6-8E13B8B53965}"/>
                </a:ext>
              </a:extLst>
            </p:cNvPr>
            <p:cNvSpPr>
              <a:spLocks noChangeArrowheads="1"/>
            </p:cNvSpPr>
            <p:nvPr/>
          </p:nvSpPr>
          <p:spPr bwMode="auto">
            <a:xfrm>
              <a:off x="5557" y="1434"/>
              <a:ext cx="13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x</a:t>
              </a:r>
              <a:endParaRPr lang="en-US" altLang="zh-CN" sz="1400" b="1">
                <a:solidFill>
                  <a:srgbClr val="000000"/>
                </a:solidFill>
              </a:endParaRPr>
            </a:p>
          </p:txBody>
        </p:sp>
        <p:sp>
          <p:nvSpPr>
            <p:cNvPr id="82095" name="Rectangle 576">
              <a:extLst>
                <a:ext uri="{FF2B5EF4-FFF2-40B4-BE49-F238E27FC236}">
                  <a16:creationId xmlns:a16="http://schemas.microsoft.com/office/drawing/2014/main" id="{EB7F7788-51F0-62C2-6629-78E7E34B4496}"/>
                </a:ext>
              </a:extLst>
            </p:cNvPr>
            <p:cNvSpPr>
              <a:spLocks noChangeArrowheads="1"/>
            </p:cNvSpPr>
            <p:nvPr/>
          </p:nvSpPr>
          <p:spPr bwMode="auto">
            <a:xfrm>
              <a:off x="4013" y="1750"/>
              <a:ext cx="47"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y</a:t>
              </a:r>
              <a:endParaRPr lang="en-US" altLang="zh-CN" sz="1400">
                <a:solidFill>
                  <a:srgbClr val="000000"/>
                </a:solidFill>
              </a:endParaRPr>
            </a:p>
          </p:txBody>
        </p:sp>
        <p:sp>
          <p:nvSpPr>
            <p:cNvPr id="82096" name="Rectangle 577">
              <a:extLst>
                <a:ext uri="{FF2B5EF4-FFF2-40B4-BE49-F238E27FC236}">
                  <a16:creationId xmlns:a16="http://schemas.microsoft.com/office/drawing/2014/main" id="{4DF727F7-2573-686D-B39A-B45F8AC9FB4E}"/>
                </a:ext>
              </a:extLst>
            </p:cNvPr>
            <p:cNvSpPr>
              <a:spLocks noChangeArrowheads="1"/>
            </p:cNvSpPr>
            <p:nvPr/>
          </p:nvSpPr>
          <p:spPr bwMode="auto">
            <a:xfrm>
              <a:off x="3784" y="876"/>
              <a:ext cx="3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82097" name="Rectangle 578">
              <a:extLst>
                <a:ext uri="{FF2B5EF4-FFF2-40B4-BE49-F238E27FC236}">
                  <a16:creationId xmlns:a16="http://schemas.microsoft.com/office/drawing/2014/main" id="{DF968321-83D8-C9BB-EE83-1887B9914F27}"/>
                </a:ext>
              </a:extLst>
            </p:cNvPr>
            <p:cNvSpPr>
              <a:spLocks noChangeArrowheads="1"/>
            </p:cNvSpPr>
            <p:nvPr/>
          </p:nvSpPr>
          <p:spPr bwMode="auto">
            <a:xfrm>
              <a:off x="3700" y="795"/>
              <a:ext cx="6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098" name="Rectangle 579">
              <a:extLst>
                <a:ext uri="{FF2B5EF4-FFF2-40B4-BE49-F238E27FC236}">
                  <a16:creationId xmlns:a16="http://schemas.microsoft.com/office/drawing/2014/main" id="{E6392D45-2E28-BF29-C914-E69FC6694A50}"/>
                </a:ext>
              </a:extLst>
            </p:cNvPr>
            <p:cNvSpPr>
              <a:spLocks noChangeArrowheads="1"/>
            </p:cNvSpPr>
            <p:nvPr/>
          </p:nvSpPr>
          <p:spPr bwMode="auto">
            <a:xfrm>
              <a:off x="4189" y="795"/>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Times New Roman" panose="02020603050405020304" pitchFamily="18" charset="0"/>
                </a:rPr>
                <a:t>//</a:t>
              </a:r>
              <a:endParaRPr lang="en-US" altLang="zh-CN" sz="1400">
                <a:solidFill>
                  <a:srgbClr val="000000"/>
                </a:solidFill>
              </a:endParaRPr>
            </a:p>
          </p:txBody>
        </p:sp>
        <p:sp>
          <p:nvSpPr>
            <p:cNvPr id="82099" name="Rectangle 580">
              <a:extLst>
                <a:ext uri="{FF2B5EF4-FFF2-40B4-BE49-F238E27FC236}">
                  <a16:creationId xmlns:a16="http://schemas.microsoft.com/office/drawing/2014/main" id="{5A014542-7B84-016F-83B1-E6E28C99A461}"/>
                </a:ext>
              </a:extLst>
            </p:cNvPr>
            <p:cNvSpPr>
              <a:spLocks noChangeArrowheads="1"/>
            </p:cNvSpPr>
            <p:nvPr/>
          </p:nvSpPr>
          <p:spPr bwMode="auto">
            <a:xfrm>
              <a:off x="4160" y="795"/>
              <a:ext cx="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82100" name="Rectangle 581">
              <a:extLst>
                <a:ext uri="{FF2B5EF4-FFF2-40B4-BE49-F238E27FC236}">
                  <a16:creationId xmlns:a16="http://schemas.microsoft.com/office/drawing/2014/main" id="{60637274-C6A3-0AC9-0A25-70B53293875F}"/>
                </a:ext>
              </a:extLst>
            </p:cNvPr>
            <p:cNvSpPr>
              <a:spLocks noChangeArrowheads="1"/>
            </p:cNvSpPr>
            <p:nvPr/>
          </p:nvSpPr>
          <p:spPr bwMode="auto">
            <a:xfrm>
              <a:off x="4074" y="712"/>
              <a:ext cx="70"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01" name="Rectangle 582">
              <a:extLst>
                <a:ext uri="{FF2B5EF4-FFF2-40B4-BE49-F238E27FC236}">
                  <a16:creationId xmlns:a16="http://schemas.microsoft.com/office/drawing/2014/main" id="{62252C3F-DD1A-FA44-A76C-0F2363887708}"/>
                </a:ext>
              </a:extLst>
            </p:cNvPr>
            <p:cNvSpPr>
              <a:spLocks noChangeArrowheads="1"/>
            </p:cNvSpPr>
            <p:nvPr/>
          </p:nvSpPr>
          <p:spPr bwMode="auto">
            <a:xfrm>
              <a:off x="3638" y="1347"/>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82102" name="Rectangle 583">
              <a:extLst>
                <a:ext uri="{FF2B5EF4-FFF2-40B4-BE49-F238E27FC236}">
                  <a16:creationId xmlns:a16="http://schemas.microsoft.com/office/drawing/2014/main" id="{A11F9350-AD0A-E4FE-72FA-02C38E0666A7}"/>
                </a:ext>
              </a:extLst>
            </p:cNvPr>
            <p:cNvSpPr>
              <a:spLocks noChangeArrowheads="1"/>
            </p:cNvSpPr>
            <p:nvPr/>
          </p:nvSpPr>
          <p:spPr bwMode="auto">
            <a:xfrm>
              <a:off x="3663" y="1339"/>
              <a:ext cx="6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Symbol" panose="05050102010706020507" pitchFamily="18" charset="2"/>
                </a:rPr>
                <a:t>^</a:t>
              </a:r>
              <a:endParaRPr lang="en-US" altLang="zh-CN" sz="1400">
                <a:solidFill>
                  <a:srgbClr val="000000"/>
                </a:solidFill>
              </a:endParaRPr>
            </a:p>
          </p:txBody>
        </p:sp>
        <p:sp>
          <p:nvSpPr>
            <p:cNvPr id="82103" name="Rectangle 584">
              <a:extLst>
                <a:ext uri="{FF2B5EF4-FFF2-40B4-BE49-F238E27FC236}">
                  <a16:creationId xmlns:a16="http://schemas.microsoft.com/office/drawing/2014/main" id="{134E6369-BA10-496D-A30F-DE40C3B3CB2C}"/>
                </a:ext>
              </a:extLst>
            </p:cNvPr>
            <p:cNvSpPr>
              <a:spLocks noChangeArrowheads="1"/>
            </p:cNvSpPr>
            <p:nvPr/>
          </p:nvSpPr>
          <p:spPr bwMode="auto">
            <a:xfrm>
              <a:off x="3554" y="1264"/>
              <a:ext cx="70"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04" name="Rectangle 585">
              <a:extLst>
                <a:ext uri="{FF2B5EF4-FFF2-40B4-BE49-F238E27FC236}">
                  <a16:creationId xmlns:a16="http://schemas.microsoft.com/office/drawing/2014/main" id="{E934A070-68E0-A06C-6E03-A93F82AEB6C5}"/>
                </a:ext>
              </a:extLst>
            </p:cNvPr>
            <p:cNvSpPr>
              <a:spLocks noChangeArrowheads="1"/>
            </p:cNvSpPr>
            <p:nvPr/>
          </p:nvSpPr>
          <p:spPr bwMode="auto">
            <a:xfrm>
              <a:off x="3242" y="1072"/>
              <a:ext cx="30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入射波</a:t>
              </a:r>
              <a:endParaRPr lang="zh-CN" altLang="en-US" sz="1400">
                <a:solidFill>
                  <a:srgbClr val="000000"/>
                </a:solidFill>
              </a:endParaRPr>
            </a:p>
          </p:txBody>
        </p:sp>
        <p:sp>
          <p:nvSpPr>
            <p:cNvPr id="82105" name="Rectangle 586">
              <a:extLst>
                <a:ext uri="{FF2B5EF4-FFF2-40B4-BE49-F238E27FC236}">
                  <a16:creationId xmlns:a16="http://schemas.microsoft.com/office/drawing/2014/main" id="{4F3B10EB-C2F6-770E-F6D0-012EE546FECB}"/>
                </a:ext>
              </a:extLst>
            </p:cNvPr>
            <p:cNvSpPr>
              <a:spLocks noChangeArrowheads="1"/>
            </p:cNvSpPr>
            <p:nvPr/>
          </p:nvSpPr>
          <p:spPr bwMode="auto">
            <a:xfrm>
              <a:off x="3535" y="1065"/>
              <a:ext cx="26"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82106" name="Rectangle 587">
              <a:extLst>
                <a:ext uri="{FF2B5EF4-FFF2-40B4-BE49-F238E27FC236}">
                  <a16:creationId xmlns:a16="http://schemas.microsoft.com/office/drawing/2014/main" id="{F7D04BFB-0E9D-1CBC-01E2-37A85E28506C}"/>
                </a:ext>
              </a:extLst>
            </p:cNvPr>
            <p:cNvSpPr>
              <a:spLocks noChangeArrowheads="1"/>
            </p:cNvSpPr>
            <p:nvPr/>
          </p:nvSpPr>
          <p:spPr bwMode="auto">
            <a:xfrm>
              <a:off x="4941" y="814"/>
              <a:ext cx="30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反射波</a:t>
              </a:r>
              <a:endParaRPr lang="zh-CN" altLang="en-US" sz="1400">
                <a:solidFill>
                  <a:srgbClr val="000000"/>
                </a:solidFill>
              </a:endParaRPr>
            </a:p>
          </p:txBody>
        </p:sp>
        <p:sp>
          <p:nvSpPr>
            <p:cNvPr id="82107" name="Rectangle 588">
              <a:extLst>
                <a:ext uri="{FF2B5EF4-FFF2-40B4-BE49-F238E27FC236}">
                  <a16:creationId xmlns:a16="http://schemas.microsoft.com/office/drawing/2014/main" id="{8DEE73EC-D7F3-8546-5670-8FD8AFA1A096}"/>
                </a:ext>
              </a:extLst>
            </p:cNvPr>
            <p:cNvSpPr>
              <a:spLocks noChangeArrowheads="1"/>
            </p:cNvSpPr>
            <p:nvPr/>
          </p:nvSpPr>
          <p:spPr bwMode="auto">
            <a:xfrm>
              <a:off x="5235" y="808"/>
              <a:ext cx="26"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82108" name="Rectangle 589">
              <a:extLst>
                <a:ext uri="{FF2B5EF4-FFF2-40B4-BE49-F238E27FC236}">
                  <a16:creationId xmlns:a16="http://schemas.microsoft.com/office/drawing/2014/main" id="{3E907BDC-6FD2-DE8C-2D3D-C6F2D3022BB5}"/>
                </a:ext>
              </a:extLst>
            </p:cNvPr>
            <p:cNvSpPr>
              <a:spLocks noChangeArrowheads="1"/>
            </p:cNvSpPr>
            <p:nvPr/>
          </p:nvSpPr>
          <p:spPr bwMode="auto">
            <a:xfrm>
              <a:off x="4924" y="1955"/>
              <a:ext cx="30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透射波</a:t>
              </a:r>
              <a:endParaRPr lang="zh-CN" altLang="en-US" sz="1400">
                <a:solidFill>
                  <a:srgbClr val="000000"/>
                </a:solidFill>
              </a:endParaRPr>
            </a:p>
          </p:txBody>
        </p:sp>
        <p:sp>
          <p:nvSpPr>
            <p:cNvPr id="82109" name="Rectangle 590">
              <a:extLst>
                <a:ext uri="{FF2B5EF4-FFF2-40B4-BE49-F238E27FC236}">
                  <a16:creationId xmlns:a16="http://schemas.microsoft.com/office/drawing/2014/main" id="{34D78552-E0D3-D223-B3B0-3359BA5F245C}"/>
                </a:ext>
              </a:extLst>
            </p:cNvPr>
            <p:cNvSpPr>
              <a:spLocks noChangeArrowheads="1"/>
            </p:cNvSpPr>
            <p:nvPr/>
          </p:nvSpPr>
          <p:spPr bwMode="auto">
            <a:xfrm>
              <a:off x="5218" y="1949"/>
              <a:ext cx="26"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82110" name="Rectangle 591">
              <a:extLst>
                <a:ext uri="{FF2B5EF4-FFF2-40B4-BE49-F238E27FC236}">
                  <a16:creationId xmlns:a16="http://schemas.microsoft.com/office/drawing/2014/main" id="{4B5CA20A-167B-ED90-CB64-125B6654B671}"/>
                </a:ext>
              </a:extLst>
            </p:cNvPr>
            <p:cNvSpPr>
              <a:spLocks noChangeArrowheads="1"/>
            </p:cNvSpPr>
            <p:nvPr/>
          </p:nvSpPr>
          <p:spPr bwMode="auto">
            <a:xfrm>
              <a:off x="3412" y="1499"/>
              <a:ext cx="31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分界面</a:t>
              </a:r>
              <a:endParaRPr lang="zh-CN" altLang="en-US" sz="1400">
                <a:solidFill>
                  <a:srgbClr val="000000"/>
                </a:solidFill>
              </a:endParaRPr>
            </a:p>
          </p:txBody>
        </p:sp>
        <p:sp>
          <p:nvSpPr>
            <p:cNvPr id="82111" name="Rectangle 592">
              <a:extLst>
                <a:ext uri="{FF2B5EF4-FFF2-40B4-BE49-F238E27FC236}">
                  <a16:creationId xmlns:a16="http://schemas.microsoft.com/office/drawing/2014/main" id="{1B1A6B53-CD5C-1E30-0C63-39D39CD84293}"/>
                </a:ext>
              </a:extLst>
            </p:cNvPr>
            <p:cNvSpPr>
              <a:spLocks noChangeArrowheads="1"/>
            </p:cNvSpPr>
            <p:nvPr/>
          </p:nvSpPr>
          <p:spPr bwMode="auto">
            <a:xfrm>
              <a:off x="3707" y="1493"/>
              <a:ext cx="2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82112" name="Rectangle 593">
              <a:extLst>
                <a:ext uri="{FF2B5EF4-FFF2-40B4-BE49-F238E27FC236}">
                  <a16:creationId xmlns:a16="http://schemas.microsoft.com/office/drawing/2014/main" id="{18F49388-4805-1235-B4D4-97772EFDC342}"/>
                </a:ext>
              </a:extLst>
            </p:cNvPr>
            <p:cNvSpPr>
              <a:spLocks noChangeArrowheads="1"/>
            </p:cNvSpPr>
            <p:nvPr/>
          </p:nvSpPr>
          <p:spPr bwMode="auto">
            <a:xfrm>
              <a:off x="3412" y="643"/>
              <a:ext cx="310"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宋体" panose="02010600030101010101" pitchFamily="2" charset="-122"/>
                </a:rPr>
                <a:t>入射面</a:t>
              </a:r>
              <a:endParaRPr lang="zh-CN" altLang="en-US" sz="1400">
                <a:solidFill>
                  <a:srgbClr val="000000"/>
                </a:solidFill>
              </a:endParaRPr>
            </a:p>
          </p:txBody>
        </p:sp>
        <p:sp>
          <p:nvSpPr>
            <p:cNvPr id="82113" name="Rectangle 594">
              <a:extLst>
                <a:ext uri="{FF2B5EF4-FFF2-40B4-BE49-F238E27FC236}">
                  <a16:creationId xmlns:a16="http://schemas.microsoft.com/office/drawing/2014/main" id="{CEE046D1-0573-C23F-473C-3A16BE452059}"/>
                </a:ext>
              </a:extLst>
            </p:cNvPr>
            <p:cNvSpPr>
              <a:spLocks noChangeArrowheads="1"/>
            </p:cNvSpPr>
            <p:nvPr/>
          </p:nvSpPr>
          <p:spPr bwMode="auto">
            <a:xfrm>
              <a:off x="3707" y="636"/>
              <a:ext cx="27"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sz="1400" b="1">
                  <a:solidFill>
                    <a:srgbClr val="000000"/>
                  </a:solidFill>
                  <a:latin typeface="Times New Roman" panose="02020603050405020304" pitchFamily="18" charset="0"/>
                </a:rPr>
                <a:t> </a:t>
              </a:r>
              <a:endParaRPr lang="zh-CN" altLang="en-US" sz="1400">
                <a:solidFill>
                  <a:srgbClr val="000000"/>
                </a:solidFill>
              </a:endParaRPr>
            </a:p>
          </p:txBody>
        </p:sp>
        <p:sp>
          <p:nvSpPr>
            <p:cNvPr id="82114" name="Freeform 595">
              <a:extLst>
                <a:ext uri="{FF2B5EF4-FFF2-40B4-BE49-F238E27FC236}">
                  <a16:creationId xmlns:a16="http://schemas.microsoft.com/office/drawing/2014/main" id="{7A62B624-3C6C-2309-DCB5-F50AA19D9D7E}"/>
                </a:ext>
              </a:extLst>
            </p:cNvPr>
            <p:cNvSpPr>
              <a:spLocks noEditPoints="1"/>
            </p:cNvSpPr>
            <p:nvPr/>
          </p:nvSpPr>
          <p:spPr bwMode="auto">
            <a:xfrm>
              <a:off x="4722" y="1136"/>
              <a:ext cx="194" cy="183"/>
            </a:xfrm>
            <a:custGeom>
              <a:avLst/>
              <a:gdLst>
                <a:gd name="T0" fmla="*/ 194 w 194"/>
                <a:gd name="T1" fmla="*/ 30 h 171"/>
                <a:gd name="T2" fmla="*/ 79 w 194"/>
                <a:gd name="T3" fmla="*/ 228 h 171"/>
                <a:gd name="T4" fmla="*/ 64 w 194"/>
                <a:gd name="T5" fmla="*/ 199 h 171"/>
                <a:gd name="T6" fmla="*/ 178 w 194"/>
                <a:gd name="T7" fmla="*/ 0 h 171"/>
                <a:gd name="T8" fmla="*/ 194 w 194"/>
                <a:gd name="T9" fmla="*/ 30 h 171"/>
                <a:gd name="T10" fmla="*/ 94 w 194"/>
                <a:gd name="T11" fmla="*/ 228 h 171"/>
                <a:gd name="T12" fmla="*/ 0 w 194"/>
                <a:gd name="T13" fmla="*/ 338 h 171"/>
                <a:gd name="T14" fmla="*/ 64 w 194"/>
                <a:gd name="T15" fmla="*/ 168 h 171"/>
                <a:gd name="T16" fmla="*/ 94 w 194"/>
                <a:gd name="T17" fmla="*/ 228 h 17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4" h="171">
                  <a:moveTo>
                    <a:pt x="194" y="16"/>
                  </a:moveTo>
                  <a:lnTo>
                    <a:pt x="79" y="116"/>
                  </a:lnTo>
                  <a:lnTo>
                    <a:pt x="64" y="101"/>
                  </a:lnTo>
                  <a:lnTo>
                    <a:pt x="178" y="0"/>
                  </a:lnTo>
                  <a:lnTo>
                    <a:pt x="194" y="16"/>
                  </a:lnTo>
                  <a:close/>
                  <a:moveTo>
                    <a:pt x="94" y="116"/>
                  </a:moveTo>
                  <a:lnTo>
                    <a:pt x="0" y="171"/>
                  </a:lnTo>
                  <a:lnTo>
                    <a:pt x="64" y="86"/>
                  </a:lnTo>
                  <a:lnTo>
                    <a:pt x="94" y="116"/>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82115" name="Freeform 596">
              <a:extLst>
                <a:ext uri="{FF2B5EF4-FFF2-40B4-BE49-F238E27FC236}">
                  <a16:creationId xmlns:a16="http://schemas.microsoft.com/office/drawing/2014/main" id="{D431BA72-412B-9795-989F-FE50FDD36BD9}"/>
                </a:ext>
              </a:extLst>
            </p:cNvPr>
            <p:cNvSpPr>
              <a:spLocks noEditPoints="1"/>
            </p:cNvSpPr>
            <p:nvPr/>
          </p:nvSpPr>
          <p:spPr bwMode="auto">
            <a:xfrm>
              <a:off x="4728" y="867"/>
              <a:ext cx="175" cy="296"/>
            </a:xfrm>
            <a:custGeom>
              <a:avLst/>
              <a:gdLst>
                <a:gd name="T0" fmla="*/ 58 w 175"/>
                <a:gd name="T1" fmla="*/ 150 h 276"/>
                <a:gd name="T2" fmla="*/ 175 w 175"/>
                <a:gd name="T3" fmla="*/ 533 h 276"/>
                <a:gd name="T4" fmla="*/ 157 w 175"/>
                <a:gd name="T5" fmla="*/ 554 h 276"/>
                <a:gd name="T6" fmla="*/ 39 w 175"/>
                <a:gd name="T7" fmla="*/ 172 h 276"/>
                <a:gd name="T8" fmla="*/ 58 w 175"/>
                <a:gd name="T9" fmla="*/ 150 h 276"/>
                <a:gd name="T10" fmla="*/ 35 w 175"/>
                <a:gd name="T11" fmla="*/ 202 h 276"/>
                <a:gd name="T12" fmla="*/ 0 w 175"/>
                <a:gd name="T13" fmla="*/ 0 h 276"/>
                <a:gd name="T14" fmla="*/ 73 w 175"/>
                <a:gd name="T15" fmla="*/ 160 h 276"/>
                <a:gd name="T16" fmla="*/ 35 w 175"/>
                <a:gd name="T17" fmla="*/ 202 h 27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75" h="276">
                  <a:moveTo>
                    <a:pt x="58" y="75"/>
                  </a:moveTo>
                  <a:lnTo>
                    <a:pt x="175" y="265"/>
                  </a:lnTo>
                  <a:lnTo>
                    <a:pt x="157" y="276"/>
                  </a:lnTo>
                  <a:lnTo>
                    <a:pt x="39" y="85"/>
                  </a:lnTo>
                  <a:lnTo>
                    <a:pt x="58" y="75"/>
                  </a:lnTo>
                  <a:close/>
                  <a:moveTo>
                    <a:pt x="35" y="100"/>
                  </a:moveTo>
                  <a:lnTo>
                    <a:pt x="0" y="0"/>
                  </a:lnTo>
                  <a:lnTo>
                    <a:pt x="73" y="79"/>
                  </a:lnTo>
                  <a:lnTo>
                    <a:pt x="35" y="100"/>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82116" name="Freeform 597">
              <a:extLst>
                <a:ext uri="{FF2B5EF4-FFF2-40B4-BE49-F238E27FC236}">
                  <a16:creationId xmlns:a16="http://schemas.microsoft.com/office/drawing/2014/main" id="{978696DC-C4FF-51EA-FBDE-6902C8BFF39C}"/>
                </a:ext>
              </a:extLst>
            </p:cNvPr>
            <p:cNvSpPr>
              <a:spLocks noEditPoints="1"/>
            </p:cNvSpPr>
            <p:nvPr/>
          </p:nvSpPr>
          <p:spPr bwMode="auto">
            <a:xfrm>
              <a:off x="4568" y="1065"/>
              <a:ext cx="153" cy="239"/>
            </a:xfrm>
            <a:custGeom>
              <a:avLst/>
              <a:gdLst>
                <a:gd name="T0" fmla="*/ 9 w 153"/>
                <a:gd name="T1" fmla="*/ 0 h 223"/>
                <a:gd name="T2" fmla="*/ 32 w 153"/>
                <a:gd name="T3" fmla="*/ 68 h 223"/>
                <a:gd name="T4" fmla="*/ 23 w 153"/>
                <a:gd name="T5" fmla="*/ 80 h 223"/>
                <a:gd name="T6" fmla="*/ 0 w 153"/>
                <a:gd name="T7" fmla="*/ 6 h 223"/>
                <a:gd name="T8" fmla="*/ 9 w 153"/>
                <a:gd name="T9" fmla="*/ 0 h 223"/>
                <a:gd name="T10" fmla="*/ 49 w 153"/>
                <a:gd name="T11" fmla="*/ 121 h 223"/>
                <a:gd name="T12" fmla="*/ 72 w 153"/>
                <a:gd name="T13" fmla="*/ 191 h 223"/>
                <a:gd name="T14" fmla="*/ 63 w 153"/>
                <a:gd name="T15" fmla="*/ 203 h 223"/>
                <a:gd name="T16" fmla="*/ 40 w 153"/>
                <a:gd name="T17" fmla="*/ 132 h 223"/>
                <a:gd name="T18" fmla="*/ 49 w 153"/>
                <a:gd name="T19" fmla="*/ 121 h 223"/>
                <a:gd name="T20" fmla="*/ 89 w 153"/>
                <a:gd name="T21" fmla="*/ 243 h 223"/>
                <a:gd name="T22" fmla="*/ 112 w 153"/>
                <a:gd name="T23" fmla="*/ 313 h 223"/>
                <a:gd name="T24" fmla="*/ 103 w 153"/>
                <a:gd name="T25" fmla="*/ 320 h 223"/>
                <a:gd name="T26" fmla="*/ 80 w 153"/>
                <a:gd name="T27" fmla="*/ 254 h 223"/>
                <a:gd name="T28" fmla="*/ 89 w 153"/>
                <a:gd name="T29" fmla="*/ 243 h 223"/>
                <a:gd name="T30" fmla="*/ 129 w 153"/>
                <a:gd name="T31" fmla="*/ 363 h 223"/>
                <a:gd name="T32" fmla="*/ 153 w 153"/>
                <a:gd name="T33" fmla="*/ 431 h 223"/>
                <a:gd name="T34" fmla="*/ 143 w 153"/>
                <a:gd name="T35" fmla="*/ 446 h 223"/>
                <a:gd name="T36" fmla="*/ 120 w 153"/>
                <a:gd name="T37" fmla="*/ 374 h 223"/>
                <a:gd name="T38" fmla="*/ 129 w 153"/>
                <a:gd name="T39" fmla="*/ 363 h 22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53" h="223">
                  <a:moveTo>
                    <a:pt x="9" y="0"/>
                  </a:moveTo>
                  <a:lnTo>
                    <a:pt x="32" y="34"/>
                  </a:lnTo>
                  <a:lnTo>
                    <a:pt x="23" y="40"/>
                  </a:lnTo>
                  <a:lnTo>
                    <a:pt x="0" y="6"/>
                  </a:lnTo>
                  <a:lnTo>
                    <a:pt x="9" y="0"/>
                  </a:lnTo>
                  <a:close/>
                  <a:moveTo>
                    <a:pt x="49" y="60"/>
                  </a:moveTo>
                  <a:lnTo>
                    <a:pt x="72" y="96"/>
                  </a:lnTo>
                  <a:lnTo>
                    <a:pt x="63" y="101"/>
                  </a:lnTo>
                  <a:lnTo>
                    <a:pt x="40" y="66"/>
                  </a:lnTo>
                  <a:lnTo>
                    <a:pt x="49" y="60"/>
                  </a:lnTo>
                  <a:close/>
                  <a:moveTo>
                    <a:pt x="89" y="122"/>
                  </a:moveTo>
                  <a:lnTo>
                    <a:pt x="112" y="156"/>
                  </a:lnTo>
                  <a:lnTo>
                    <a:pt x="103" y="161"/>
                  </a:lnTo>
                  <a:lnTo>
                    <a:pt x="80" y="127"/>
                  </a:lnTo>
                  <a:lnTo>
                    <a:pt x="89" y="122"/>
                  </a:lnTo>
                  <a:close/>
                  <a:moveTo>
                    <a:pt x="129" y="182"/>
                  </a:moveTo>
                  <a:lnTo>
                    <a:pt x="153" y="216"/>
                  </a:lnTo>
                  <a:lnTo>
                    <a:pt x="143" y="223"/>
                  </a:lnTo>
                  <a:lnTo>
                    <a:pt x="120" y="188"/>
                  </a:lnTo>
                  <a:lnTo>
                    <a:pt x="129" y="182"/>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82117" name="Freeform 598">
              <a:extLst>
                <a:ext uri="{FF2B5EF4-FFF2-40B4-BE49-F238E27FC236}">
                  <a16:creationId xmlns:a16="http://schemas.microsoft.com/office/drawing/2014/main" id="{C87F6D56-683B-97A2-B1AA-C5458FC31D49}"/>
                </a:ext>
              </a:extLst>
            </p:cNvPr>
            <p:cNvSpPr>
              <a:spLocks noEditPoints="1"/>
            </p:cNvSpPr>
            <p:nvPr/>
          </p:nvSpPr>
          <p:spPr bwMode="auto">
            <a:xfrm>
              <a:off x="4545" y="871"/>
              <a:ext cx="203" cy="180"/>
            </a:xfrm>
            <a:custGeom>
              <a:avLst/>
              <a:gdLst>
                <a:gd name="T0" fmla="*/ 203 w 203"/>
                <a:gd name="T1" fmla="*/ 18 h 169"/>
                <a:gd name="T2" fmla="*/ 170 w 203"/>
                <a:gd name="T3" fmla="*/ 66 h 169"/>
                <a:gd name="T4" fmla="*/ 164 w 203"/>
                <a:gd name="T5" fmla="*/ 49 h 169"/>
                <a:gd name="T6" fmla="*/ 196 w 203"/>
                <a:gd name="T7" fmla="*/ 0 h 169"/>
                <a:gd name="T8" fmla="*/ 203 w 203"/>
                <a:gd name="T9" fmla="*/ 18 h 169"/>
                <a:gd name="T10" fmla="*/ 146 w 203"/>
                <a:gd name="T11" fmla="*/ 104 h 169"/>
                <a:gd name="T12" fmla="*/ 113 w 203"/>
                <a:gd name="T13" fmla="*/ 153 h 169"/>
                <a:gd name="T14" fmla="*/ 107 w 203"/>
                <a:gd name="T15" fmla="*/ 138 h 169"/>
                <a:gd name="T16" fmla="*/ 139 w 203"/>
                <a:gd name="T17" fmla="*/ 87 h 169"/>
                <a:gd name="T18" fmla="*/ 146 w 203"/>
                <a:gd name="T19" fmla="*/ 104 h 169"/>
                <a:gd name="T20" fmla="*/ 89 w 203"/>
                <a:gd name="T21" fmla="*/ 193 h 169"/>
                <a:gd name="T22" fmla="*/ 56 w 203"/>
                <a:gd name="T23" fmla="*/ 243 h 169"/>
                <a:gd name="T24" fmla="*/ 49 w 203"/>
                <a:gd name="T25" fmla="*/ 228 h 169"/>
                <a:gd name="T26" fmla="*/ 82 w 203"/>
                <a:gd name="T27" fmla="*/ 177 h 169"/>
                <a:gd name="T28" fmla="*/ 89 w 203"/>
                <a:gd name="T29" fmla="*/ 193 h 169"/>
                <a:gd name="T30" fmla="*/ 32 w 203"/>
                <a:gd name="T31" fmla="*/ 278 h 169"/>
                <a:gd name="T32" fmla="*/ 6 w 203"/>
                <a:gd name="T33" fmla="*/ 316 h 169"/>
                <a:gd name="T34" fmla="*/ 0 w 203"/>
                <a:gd name="T35" fmla="*/ 306 h 169"/>
                <a:gd name="T36" fmla="*/ 24 w 203"/>
                <a:gd name="T37" fmla="*/ 264 h 169"/>
                <a:gd name="T38" fmla="*/ 32 w 203"/>
                <a:gd name="T39" fmla="*/ 278 h 16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203" h="169">
                  <a:moveTo>
                    <a:pt x="203" y="8"/>
                  </a:moveTo>
                  <a:lnTo>
                    <a:pt x="170" y="35"/>
                  </a:lnTo>
                  <a:lnTo>
                    <a:pt x="164" y="26"/>
                  </a:lnTo>
                  <a:lnTo>
                    <a:pt x="196" y="0"/>
                  </a:lnTo>
                  <a:lnTo>
                    <a:pt x="203" y="8"/>
                  </a:lnTo>
                  <a:close/>
                  <a:moveTo>
                    <a:pt x="146" y="55"/>
                  </a:moveTo>
                  <a:lnTo>
                    <a:pt x="113" y="82"/>
                  </a:lnTo>
                  <a:lnTo>
                    <a:pt x="107" y="74"/>
                  </a:lnTo>
                  <a:lnTo>
                    <a:pt x="139" y="47"/>
                  </a:lnTo>
                  <a:lnTo>
                    <a:pt x="146" y="55"/>
                  </a:lnTo>
                  <a:close/>
                  <a:moveTo>
                    <a:pt x="89" y="102"/>
                  </a:moveTo>
                  <a:lnTo>
                    <a:pt x="56" y="129"/>
                  </a:lnTo>
                  <a:lnTo>
                    <a:pt x="49" y="121"/>
                  </a:lnTo>
                  <a:lnTo>
                    <a:pt x="82" y="94"/>
                  </a:lnTo>
                  <a:lnTo>
                    <a:pt x="89" y="102"/>
                  </a:lnTo>
                  <a:close/>
                  <a:moveTo>
                    <a:pt x="32" y="148"/>
                  </a:moveTo>
                  <a:lnTo>
                    <a:pt x="6" y="169"/>
                  </a:lnTo>
                  <a:lnTo>
                    <a:pt x="0" y="162"/>
                  </a:lnTo>
                  <a:lnTo>
                    <a:pt x="24" y="141"/>
                  </a:lnTo>
                  <a:lnTo>
                    <a:pt x="32" y="148"/>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82118" name="Freeform 599">
              <a:extLst>
                <a:ext uri="{FF2B5EF4-FFF2-40B4-BE49-F238E27FC236}">
                  <a16:creationId xmlns:a16="http://schemas.microsoft.com/office/drawing/2014/main" id="{AB810211-BED4-37A9-CBDF-23A8054A99A6}"/>
                </a:ext>
              </a:extLst>
            </p:cNvPr>
            <p:cNvSpPr>
              <a:spLocks noEditPoints="1"/>
            </p:cNvSpPr>
            <p:nvPr/>
          </p:nvSpPr>
          <p:spPr bwMode="auto">
            <a:xfrm>
              <a:off x="4563" y="1043"/>
              <a:ext cx="321" cy="121"/>
            </a:xfrm>
            <a:custGeom>
              <a:avLst/>
              <a:gdLst>
                <a:gd name="T0" fmla="*/ 314 w 321"/>
                <a:gd name="T1" fmla="*/ 225 h 113"/>
                <a:gd name="T2" fmla="*/ 89 w 321"/>
                <a:gd name="T3" fmla="*/ 77 h 113"/>
                <a:gd name="T4" fmla="*/ 95 w 321"/>
                <a:gd name="T5" fmla="*/ 36 h 113"/>
                <a:gd name="T6" fmla="*/ 321 w 321"/>
                <a:gd name="T7" fmla="*/ 185 h 113"/>
                <a:gd name="T8" fmla="*/ 314 w 321"/>
                <a:gd name="T9" fmla="*/ 225 h 113"/>
                <a:gd name="T10" fmla="*/ 95 w 321"/>
                <a:gd name="T11" fmla="*/ 106 h 113"/>
                <a:gd name="T12" fmla="*/ 0 w 321"/>
                <a:gd name="T13" fmla="*/ 0 h 113"/>
                <a:gd name="T14" fmla="*/ 110 w 321"/>
                <a:gd name="T15" fmla="*/ 24 h 113"/>
                <a:gd name="T16" fmla="*/ 95 w 321"/>
                <a:gd name="T17" fmla="*/ 106 h 113"/>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1" h="113">
                  <a:moveTo>
                    <a:pt x="314" y="113"/>
                  </a:moveTo>
                  <a:lnTo>
                    <a:pt x="89" y="39"/>
                  </a:lnTo>
                  <a:lnTo>
                    <a:pt x="95" y="19"/>
                  </a:lnTo>
                  <a:lnTo>
                    <a:pt x="321" y="93"/>
                  </a:lnTo>
                  <a:lnTo>
                    <a:pt x="314" y="113"/>
                  </a:lnTo>
                  <a:close/>
                  <a:moveTo>
                    <a:pt x="95" y="53"/>
                  </a:moveTo>
                  <a:lnTo>
                    <a:pt x="0" y="0"/>
                  </a:lnTo>
                  <a:lnTo>
                    <a:pt x="110" y="13"/>
                  </a:lnTo>
                  <a:lnTo>
                    <a:pt x="95" y="53"/>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82119" name="Freeform 600">
              <a:extLst>
                <a:ext uri="{FF2B5EF4-FFF2-40B4-BE49-F238E27FC236}">
                  <a16:creationId xmlns:a16="http://schemas.microsoft.com/office/drawing/2014/main" id="{8F3853C2-4BD8-1207-EF53-36A0C06C21D8}"/>
                </a:ext>
              </a:extLst>
            </p:cNvPr>
            <p:cNvSpPr>
              <a:spLocks noEditPoints="1"/>
            </p:cNvSpPr>
            <p:nvPr/>
          </p:nvSpPr>
          <p:spPr bwMode="auto">
            <a:xfrm>
              <a:off x="4433" y="1761"/>
              <a:ext cx="192" cy="210"/>
            </a:xfrm>
            <a:custGeom>
              <a:avLst/>
              <a:gdLst>
                <a:gd name="T0" fmla="*/ 192 w 192"/>
                <a:gd name="T1" fmla="*/ 27 h 196"/>
                <a:gd name="T2" fmla="*/ 46 w 192"/>
                <a:gd name="T3" fmla="*/ 332 h 196"/>
                <a:gd name="T4" fmla="*/ 29 w 192"/>
                <a:gd name="T5" fmla="*/ 303 h 196"/>
                <a:gd name="T6" fmla="*/ 176 w 192"/>
                <a:gd name="T7" fmla="*/ 0 h 196"/>
                <a:gd name="T8" fmla="*/ 192 w 192"/>
                <a:gd name="T9" fmla="*/ 27 h 196"/>
                <a:gd name="T10" fmla="*/ 60 w 192"/>
                <a:gd name="T11" fmla="*/ 332 h 196"/>
                <a:gd name="T12" fmla="*/ 0 w 192"/>
                <a:gd name="T13" fmla="*/ 390 h 196"/>
                <a:gd name="T14" fmla="*/ 29 w 192"/>
                <a:gd name="T15" fmla="*/ 274 h 196"/>
                <a:gd name="T16" fmla="*/ 60 w 192"/>
                <a:gd name="T17" fmla="*/ 332 h 19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2" h="196">
                  <a:moveTo>
                    <a:pt x="192" y="14"/>
                  </a:moveTo>
                  <a:lnTo>
                    <a:pt x="46" y="165"/>
                  </a:lnTo>
                  <a:lnTo>
                    <a:pt x="29" y="152"/>
                  </a:lnTo>
                  <a:lnTo>
                    <a:pt x="176" y="0"/>
                  </a:lnTo>
                  <a:lnTo>
                    <a:pt x="192" y="14"/>
                  </a:lnTo>
                  <a:close/>
                  <a:moveTo>
                    <a:pt x="60" y="165"/>
                  </a:moveTo>
                  <a:lnTo>
                    <a:pt x="0" y="196"/>
                  </a:lnTo>
                  <a:lnTo>
                    <a:pt x="29" y="137"/>
                  </a:lnTo>
                  <a:lnTo>
                    <a:pt x="60" y="165"/>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82120" name="Freeform 601">
              <a:extLst>
                <a:ext uri="{FF2B5EF4-FFF2-40B4-BE49-F238E27FC236}">
                  <a16:creationId xmlns:a16="http://schemas.microsoft.com/office/drawing/2014/main" id="{ECA8E5A8-4FD7-8E6A-A1FF-C168366DB34F}"/>
                </a:ext>
              </a:extLst>
            </p:cNvPr>
            <p:cNvSpPr>
              <a:spLocks noEditPoints="1"/>
            </p:cNvSpPr>
            <p:nvPr/>
          </p:nvSpPr>
          <p:spPr bwMode="auto">
            <a:xfrm>
              <a:off x="4616" y="1629"/>
              <a:ext cx="315" cy="150"/>
            </a:xfrm>
            <a:custGeom>
              <a:avLst/>
              <a:gdLst>
                <a:gd name="T0" fmla="*/ 231 w 315"/>
                <a:gd name="T1" fmla="*/ 93 h 140"/>
                <a:gd name="T2" fmla="*/ 9 w 315"/>
                <a:gd name="T3" fmla="*/ 279 h 140"/>
                <a:gd name="T4" fmla="*/ 0 w 315"/>
                <a:gd name="T5" fmla="*/ 243 h 140"/>
                <a:gd name="T6" fmla="*/ 224 w 315"/>
                <a:gd name="T7" fmla="*/ 55 h 140"/>
                <a:gd name="T8" fmla="*/ 231 w 315"/>
                <a:gd name="T9" fmla="*/ 93 h 140"/>
                <a:gd name="T10" fmla="*/ 209 w 315"/>
                <a:gd name="T11" fmla="*/ 47 h 140"/>
                <a:gd name="T12" fmla="*/ 315 w 315"/>
                <a:gd name="T13" fmla="*/ 0 h 140"/>
                <a:gd name="T14" fmla="*/ 226 w 315"/>
                <a:gd name="T15" fmla="*/ 121 h 140"/>
                <a:gd name="T16" fmla="*/ 209 w 315"/>
                <a:gd name="T17" fmla="*/ 47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15" h="140">
                  <a:moveTo>
                    <a:pt x="231" y="47"/>
                  </a:moveTo>
                  <a:lnTo>
                    <a:pt x="9" y="140"/>
                  </a:lnTo>
                  <a:lnTo>
                    <a:pt x="0" y="122"/>
                  </a:lnTo>
                  <a:lnTo>
                    <a:pt x="224" y="28"/>
                  </a:lnTo>
                  <a:lnTo>
                    <a:pt x="231" y="47"/>
                  </a:lnTo>
                  <a:close/>
                  <a:moveTo>
                    <a:pt x="209" y="23"/>
                  </a:moveTo>
                  <a:lnTo>
                    <a:pt x="315" y="0"/>
                  </a:lnTo>
                  <a:lnTo>
                    <a:pt x="226" y="60"/>
                  </a:lnTo>
                  <a:lnTo>
                    <a:pt x="209" y="23"/>
                  </a:lnTo>
                  <a:close/>
                </a:path>
              </a:pathLst>
            </a:custGeom>
            <a:solidFill>
              <a:srgbClr val="FF00FF"/>
            </a:solidFill>
            <a:ln w="1588">
              <a:solidFill>
                <a:srgbClr val="FF00FF"/>
              </a:solidFill>
              <a:prstDash val="solid"/>
              <a:round/>
              <a:headEnd/>
              <a:tailEnd/>
            </a:ln>
          </p:spPr>
          <p:txBody>
            <a:bodyPr/>
            <a:lstStyle/>
            <a:p>
              <a:endParaRPr lang="zh-CN" altLang="en-US"/>
            </a:p>
          </p:txBody>
        </p:sp>
        <p:sp>
          <p:nvSpPr>
            <p:cNvPr id="82121" name="Freeform 602">
              <a:extLst>
                <a:ext uri="{FF2B5EF4-FFF2-40B4-BE49-F238E27FC236}">
                  <a16:creationId xmlns:a16="http://schemas.microsoft.com/office/drawing/2014/main" id="{BD00124E-F076-0343-05B8-A362F2E46F40}"/>
                </a:ext>
              </a:extLst>
            </p:cNvPr>
            <p:cNvSpPr>
              <a:spLocks noEditPoints="1"/>
            </p:cNvSpPr>
            <p:nvPr/>
          </p:nvSpPr>
          <p:spPr bwMode="auto">
            <a:xfrm>
              <a:off x="4600" y="1756"/>
              <a:ext cx="198" cy="74"/>
            </a:xfrm>
            <a:custGeom>
              <a:avLst/>
              <a:gdLst>
                <a:gd name="T0" fmla="*/ 7 w 198"/>
                <a:gd name="T1" fmla="*/ 0 h 69"/>
                <a:gd name="T2" fmla="*/ 149 w 198"/>
                <a:gd name="T3" fmla="*/ 88 h 69"/>
                <a:gd name="T4" fmla="*/ 143 w 198"/>
                <a:gd name="T5" fmla="*/ 129 h 69"/>
                <a:gd name="T6" fmla="*/ 0 w 198"/>
                <a:gd name="T7" fmla="*/ 41 h 69"/>
                <a:gd name="T8" fmla="*/ 7 w 198"/>
                <a:gd name="T9" fmla="*/ 0 h 69"/>
                <a:gd name="T10" fmla="*/ 143 w 198"/>
                <a:gd name="T11" fmla="*/ 62 h 69"/>
                <a:gd name="T12" fmla="*/ 198 w 198"/>
                <a:gd name="T13" fmla="*/ 138 h 69"/>
                <a:gd name="T14" fmla="*/ 130 w 198"/>
                <a:gd name="T15" fmla="*/ 139 h 69"/>
                <a:gd name="T16" fmla="*/ 143 w 198"/>
                <a:gd name="T17" fmla="*/ 62 h 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98" h="69">
                  <a:moveTo>
                    <a:pt x="7" y="0"/>
                  </a:moveTo>
                  <a:lnTo>
                    <a:pt x="149" y="44"/>
                  </a:lnTo>
                  <a:lnTo>
                    <a:pt x="143" y="63"/>
                  </a:lnTo>
                  <a:lnTo>
                    <a:pt x="0" y="20"/>
                  </a:lnTo>
                  <a:lnTo>
                    <a:pt x="7" y="0"/>
                  </a:lnTo>
                  <a:close/>
                  <a:moveTo>
                    <a:pt x="143" y="31"/>
                  </a:moveTo>
                  <a:lnTo>
                    <a:pt x="198" y="68"/>
                  </a:lnTo>
                  <a:lnTo>
                    <a:pt x="130" y="69"/>
                  </a:lnTo>
                  <a:lnTo>
                    <a:pt x="143" y="31"/>
                  </a:lnTo>
                  <a:close/>
                </a:path>
              </a:pathLst>
            </a:custGeom>
            <a:solidFill>
              <a:srgbClr val="FF0000"/>
            </a:solidFill>
            <a:ln w="1588">
              <a:solidFill>
                <a:srgbClr val="FF0000"/>
              </a:solidFill>
              <a:prstDash val="solid"/>
              <a:round/>
              <a:headEnd/>
              <a:tailEnd/>
            </a:ln>
          </p:spPr>
          <p:txBody>
            <a:bodyPr/>
            <a:lstStyle/>
            <a:p>
              <a:endParaRPr lang="zh-CN" altLang="en-US"/>
            </a:p>
          </p:txBody>
        </p:sp>
        <p:sp>
          <p:nvSpPr>
            <p:cNvPr id="82122" name="Freeform 603">
              <a:extLst>
                <a:ext uri="{FF2B5EF4-FFF2-40B4-BE49-F238E27FC236}">
                  <a16:creationId xmlns:a16="http://schemas.microsoft.com/office/drawing/2014/main" id="{211D423F-5877-9AD4-313A-BD9B83D78D6F}"/>
                </a:ext>
              </a:extLst>
            </p:cNvPr>
            <p:cNvSpPr>
              <a:spLocks noEditPoints="1"/>
            </p:cNvSpPr>
            <p:nvPr/>
          </p:nvSpPr>
          <p:spPr bwMode="auto">
            <a:xfrm>
              <a:off x="4453" y="1840"/>
              <a:ext cx="302" cy="143"/>
            </a:xfrm>
            <a:custGeom>
              <a:avLst/>
              <a:gdLst>
                <a:gd name="T0" fmla="*/ 248 w 302"/>
                <a:gd name="T1" fmla="*/ 57 h 134"/>
                <a:gd name="T2" fmla="*/ 246 w 302"/>
                <a:gd name="T3" fmla="*/ 57 h 134"/>
                <a:gd name="T4" fmla="*/ 243 w 302"/>
                <a:gd name="T5" fmla="*/ 51 h 134"/>
                <a:gd name="T6" fmla="*/ 243 w 302"/>
                <a:gd name="T7" fmla="*/ 48 h 134"/>
                <a:gd name="T8" fmla="*/ 246 w 302"/>
                <a:gd name="T9" fmla="*/ 42 h 134"/>
                <a:gd name="T10" fmla="*/ 299 w 302"/>
                <a:gd name="T11" fmla="*/ 0 h 134"/>
                <a:gd name="T12" fmla="*/ 301 w 302"/>
                <a:gd name="T13" fmla="*/ 1 h 134"/>
                <a:gd name="T14" fmla="*/ 302 w 302"/>
                <a:gd name="T15" fmla="*/ 4 h 134"/>
                <a:gd name="T16" fmla="*/ 301 w 302"/>
                <a:gd name="T17" fmla="*/ 6 h 134"/>
                <a:gd name="T18" fmla="*/ 300 w 302"/>
                <a:gd name="T19" fmla="*/ 7 h 134"/>
                <a:gd name="T20" fmla="*/ 168 w 302"/>
                <a:gd name="T21" fmla="*/ 123 h 134"/>
                <a:gd name="T22" fmla="*/ 164 w 302"/>
                <a:gd name="T23" fmla="*/ 123 h 134"/>
                <a:gd name="T24" fmla="*/ 161 w 302"/>
                <a:gd name="T25" fmla="*/ 122 h 134"/>
                <a:gd name="T26" fmla="*/ 161 w 302"/>
                <a:gd name="T27" fmla="*/ 114 h 134"/>
                <a:gd name="T28" fmla="*/ 164 w 302"/>
                <a:gd name="T29" fmla="*/ 109 h 134"/>
                <a:gd name="T30" fmla="*/ 217 w 302"/>
                <a:gd name="T31" fmla="*/ 66 h 134"/>
                <a:gd name="T32" fmla="*/ 220 w 302"/>
                <a:gd name="T33" fmla="*/ 69 h 134"/>
                <a:gd name="T34" fmla="*/ 221 w 302"/>
                <a:gd name="T35" fmla="*/ 74 h 134"/>
                <a:gd name="T36" fmla="*/ 220 w 302"/>
                <a:gd name="T37" fmla="*/ 79 h 134"/>
                <a:gd name="T38" fmla="*/ 218 w 302"/>
                <a:gd name="T39" fmla="*/ 80 h 134"/>
                <a:gd name="T40" fmla="*/ 86 w 302"/>
                <a:gd name="T41" fmla="*/ 191 h 134"/>
                <a:gd name="T42" fmla="*/ 82 w 302"/>
                <a:gd name="T43" fmla="*/ 191 h 134"/>
                <a:gd name="T44" fmla="*/ 81 w 302"/>
                <a:gd name="T45" fmla="*/ 186 h 134"/>
                <a:gd name="T46" fmla="*/ 81 w 302"/>
                <a:gd name="T47" fmla="*/ 180 h 134"/>
                <a:gd name="T48" fmla="*/ 82 w 302"/>
                <a:gd name="T49" fmla="*/ 177 h 134"/>
                <a:gd name="T50" fmla="*/ 136 w 302"/>
                <a:gd name="T51" fmla="*/ 132 h 134"/>
                <a:gd name="T52" fmla="*/ 139 w 302"/>
                <a:gd name="T53" fmla="*/ 134 h 134"/>
                <a:gd name="T54" fmla="*/ 141 w 302"/>
                <a:gd name="T55" fmla="*/ 140 h 134"/>
                <a:gd name="T56" fmla="*/ 139 w 302"/>
                <a:gd name="T57" fmla="*/ 146 h 134"/>
                <a:gd name="T58" fmla="*/ 138 w 302"/>
                <a:gd name="T59" fmla="*/ 146 h 134"/>
                <a:gd name="T60" fmla="*/ 5 w 302"/>
                <a:gd name="T61" fmla="*/ 256 h 134"/>
                <a:gd name="T62" fmla="*/ 2 w 302"/>
                <a:gd name="T63" fmla="*/ 256 h 134"/>
                <a:gd name="T64" fmla="*/ 0 w 302"/>
                <a:gd name="T65" fmla="*/ 252 h 134"/>
                <a:gd name="T66" fmla="*/ 0 w 302"/>
                <a:gd name="T67" fmla="*/ 249 h 134"/>
                <a:gd name="T68" fmla="*/ 2 w 302"/>
                <a:gd name="T69" fmla="*/ 244 h 134"/>
                <a:gd name="T70" fmla="*/ 55 w 302"/>
                <a:gd name="T71" fmla="*/ 202 h 134"/>
                <a:gd name="T72" fmla="*/ 58 w 302"/>
                <a:gd name="T73" fmla="*/ 204 h 134"/>
                <a:gd name="T74" fmla="*/ 59 w 302"/>
                <a:gd name="T75" fmla="*/ 207 h 134"/>
                <a:gd name="T76" fmla="*/ 58 w 302"/>
                <a:gd name="T77" fmla="*/ 211 h 134"/>
                <a:gd name="T78" fmla="*/ 57 w 302"/>
                <a:gd name="T79" fmla="*/ 216 h 13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302" h="134">
                  <a:moveTo>
                    <a:pt x="300" y="7"/>
                  </a:moveTo>
                  <a:lnTo>
                    <a:pt x="248" y="30"/>
                  </a:lnTo>
                  <a:lnTo>
                    <a:pt x="247" y="30"/>
                  </a:lnTo>
                  <a:lnTo>
                    <a:pt x="246" y="30"/>
                  </a:lnTo>
                  <a:lnTo>
                    <a:pt x="244" y="28"/>
                  </a:lnTo>
                  <a:lnTo>
                    <a:pt x="243" y="27"/>
                  </a:lnTo>
                  <a:lnTo>
                    <a:pt x="243" y="26"/>
                  </a:lnTo>
                  <a:lnTo>
                    <a:pt x="243" y="25"/>
                  </a:lnTo>
                  <a:lnTo>
                    <a:pt x="244" y="23"/>
                  </a:lnTo>
                  <a:lnTo>
                    <a:pt x="246" y="22"/>
                  </a:lnTo>
                  <a:lnTo>
                    <a:pt x="296" y="0"/>
                  </a:lnTo>
                  <a:lnTo>
                    <a:pt x="299" y="0"/>
                  </a:lnTo>
                  <a:lnTo>
                    <a:pt x="300" y="0"/>
                  </a:lnTo>
                  <a:lnTo>
                    <a:pt x="301" y="1"/>
                  </a:lnTo>
                  <a:lnTo>
                    <a:pt x="302" y="3"/>
                  </a:lnTo>
                  <a:lnTo>
                    <a:pt x="302" y="4"/>
                  </a:lnTo>
                  <a:lnTo>
                    <a:pt x="302" y="5"/>
                  </a:lnTo>
                  <a:lnTo>
                    <a:pt x="301" y="6"/>
                  </a:lnTo>
                  <a:lnTo>
                    <a:pt x="300" y="7"/>
                  </a:lnTo>
                  <a:close/>
                  <a:moveTo>
                    <a:pt x="218" y="42"/>
                  </a:moveTo>
                  <a:lnTo>
                    <a:pt x="168" y="64"/>
                  </a:lnTo>
                  <a:lnTo>
                    <a:pt x="165" y="64"/>
                  </a:lnTo>
                  <a:lnTo>
                    <a:pt x="164" y="64"/>
                  </a:lnTo>
                  <a:lnTo>
                    <a:pt x="163" y="64"/>
                  </a:lnTo>
                  <a:lnTo>
                    <a:pt x="161" y="63"/>
                  </a:lnTo>
                  <a:lnTo>
                    <a:pt x="161" y="60"/>
                  </a:lnTo>
                  <a:lnTo>
                    <a:pt x="161" y="59"/>
                  </a:lnTo>
                  <a:lnTo>
                    <a:pt x="163" y="58"/>
                  </a:lnTo>
                  <a:lnTo>
                    <a:pt x="164" y="57"/>
                  </a:lnTo>
                  <a:lnTo>
                    <a:pt x="216" y="35"/>
                  </a:lnTo>
                  <a:lnTo>
                    <a:pt x="217" y="35"/>
                  </a:lnTo>
                  <a:lnTo>
                    <a:pt x="218" y="35"/>
                  </a:lnTo>
                  <a:lnTo>
                    <a:pt x="220" y="36"/>
                  </a:lnTo>
                  <a:lnTo>
                    <a:pt x="221" y="37"/>
                  </a:lnTo>
                  <a:lnTo>
                    <a:pt x="221" y="38"/>
                  </a:lnTo>
                  <a:lnTo>
                    <a:pt x="221" y="40"/>
                  </a:lnTo>
                  <a:lnTo>
                    <a:pt x="220" y="41"/>
                  </a:lnTo>
                  <a:lnTo>
                    <a:pt x="218" y="42"/>
                  </a:lnTo>
                  <a:close/>
                  <a:moveTo>
                    <a:pt x="138" y="76"/>
                  </a:moveTo>
                  <a:lnTo>
                    <a:pt x="86" y="99"/>
                  </a:lnTo>
                  <a:lnTo>
                    <a:pt x="85" y="100"/>
                  </a:lnTo>
                  <a:lnTo>
                    <a:pt x="82" y="99"/>
                  </a:lnTo>
                  <a:lnTo>
                    <a:pt x="81" y="99"/>
                  </a:lnTo>
                  <a:lnTo>
                    <a:pt x="81" y="97"/>
                  </a:lnTo>
                  <a:lnTo>
                    <a:pt x="80" y="96"/>
                  </a:lnTo>
                  <a:lnTo>
                    <a:pt x="81" y="94"/>
                  </a:lnTo>
                  <a:lnTo>
                    <a:pt x="81" y="92"/>
                  </a:lnTo>
                  <a:lnTo>
                    <a:pt x="82" y="92"/>
                  </a:lnTo>
                  <a:lnTo>
                    <a:pt x="134" y="70"/>
                  </a:lnTo>
                  <a:lnTo>
                    <a:pt x="136" y="69"/>
                  </a:lnTo>
                  <a:lnTo>
                    <a:pt x="138" y="70"/>
                  </a:lnTo>
                  <a:lnTo>
                    <a:pt x="139" y="70"/>
                  </a:lnTo>
                  <a:lnTo>
                    <a:pt x="139" y="72"/>
                  </a:lnTo>
                  <a:lnTo>
                    <a:pt x="141" y="73"/>
                  </a:lnTo>
                  <a:lnTo>
                    <a:pt x="139" y="75"/>
                  </a:lnTo>
                  <a:lnTo>
                    <a:pt x="139" y="76"/>
                  </a:lnTo>
                  <a:lnTo>
                    <a:pt x="138" y="76"/>
                  </a:lnTo>
                  <a:close/>
                  <a:moveTo>
                    <a:pt x="57" y="112"/>
                  </a:moveTo>
                  <a:lnTo>
                    <a:pt x="5" y="134"/>
                  </a:lnTo>
                  <a:lnTo>
                    <a:pt x="4" y="134"/>
                  </a:lnTo>
                  <a:lnTo>
                    <a:pt x="2" y="134"/>
                  </a:lnTo>
                  <a:lnTo>
                    <a:pt x="1" y="133"/>
                  </a:lnTo>
                  <a:lnTo>
                    <a:pt x="0" y="132"/>
                  </a:lnTo>
                  <a:lnTo>
                    <a:pt x="0" y="131"/>
                  </a:lnTo>
                  <a:lnTo>
                    <a:pt x="0" y="129"/>
                  </a:lnTo>
                  <a:lnTo>
                    <a:pt x="1" y="128"/>
                  </a:lnTo>
                  <a:lnTo>
                    <a:pt x="2" y="127"/>
                  </a:lnTo>
                  <a:lnTo>
                    <a:pt x="53" y="105"/>
                  </a:lnTo>
                  <a:lnTo>
                    <a:pt x="55" y="105"/>
                  </a:lnTo>
                  <a:lnTo>
                    <a:pt x="57" y="105"/>
                  </a:lnTo>
                  <a:lnTo>
                    <a:pt x="58" y="106"/>
                  </a:lnTo>
                  <a:lnTo>
                    <a:pt x="59" y="107"/>
                  </a:lnTo>
                  <a:lnTo>
                    <a:pt x="59" y="109"/>
                  </a:lnTo>
                  <a:lnTo>
                    <a:pt x="59" y="110"/>
                  </a:lnTo>
                  <a:lnTo>
                    <a:pt x="58" y="111"/>
                  </a:lnTo>
                  <a:lnTo>
                    <a:pt x="57" y="112"/>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82123" name="Freeform 604">
              <a:extLst>
                <a:ext uri="{FF2B5EF4-FFF2-40B4-BE49-F238E27FC236}">
                  <a16:creationId xmlns:a16="http://schemas.microsoft.com/office/drawing/2014/main" id="{D5C382DF-4A3E-D838-1F0F-3FCC36A84B0F}"/>
                </a:ext>
              </a:extLst>
            </p:cNvPr>
            <p:cNvSpPr>
              <a:spLocks noEditPoints="1"/>
            </p:cNvSpPr>
            <p:nvPr/>
          </p:nvSpPr>
          <p:spPr bwMode="auto">
            <a:xfrm>
              <a:off x="4785" y="1662"/>
              <a:ext cx="133" cy="159"/>
            </a:xfrm>
            <a:custGeom>
              <a:avLst/>
              <a:gdLst>
                <a:gd name="T0" fmla="*/ 17 w 133"/>
                <a:gd name="T1" fmla="*/ 239 h 149"/>
                <a:gd name="T2" fmla="*/ 20 w 133"/>
                <a:gd name="T3" fmla="*/ 235 h 149"/>
                <a:gd name="T4" fmla="*/ 22 w 133"/>
                <a:gd name="T5" fmla="*/ 236 h 149"/>
                <a:gd name="T6" fmla="*/ 23 w 133"/>
                <a:gd name="T7" fmla="*/ 243 h 149"/>
                <a:gd name="T8" fmla="*/ 23 w 133"/>
                <a:gd name="T9" fmla="*/ 250 h 149"/>
                <a:gd name="T10" fmla="*/ 7 w 133"/>
                <a:gd name="T11" fmla="*/ 286 h 149"/>
                <a:gd name="T12" fmla="*/ 3 w 133"/>
                <a:gd name="T13" fmla="*/ 286 h 149"/>
                <a:gd name="T14" fmla="*/ 1 w 133"/>
                <a:gd name="T15" fmla="*/ 279 h 149"/>
                <a:gd name="T16" fmla="*/ 0 w 133"/>
                <a:gd name="T17" fmla="*/ 275 h 149"/>
                <a:gd name="T18" fmla="*/ 1 w 133"/>
                <a:gd name="T19" fmla="*/ 273 h 149"/>
                <a:gd name="T20" fmla="*/ 53 w 133"/>
                <a:gd name="T21" fmla="*/ 160 h 149"/>
                <a:gd name="T22" fmla="*/ 56 w 133"/>
                <a:gd name="T23" fmla="*/ 158 h 149"/>
                <a:gd name="T24" fmla="*/ 58 w 133"/>
                <a:gd name="T25" fmla="*/ 160 h 149"/>
                <a:gd name="T26" fmla="*/ 61 w 133"/>
                <a:gd name="T27" fmla="*/ 166 h 149"/>
                <a:gd name="T28" fmla="*/ 60 w 133"/>
                <a:gd name="T29" fmla="*/ 169 h 149"/>
                <a:gd name="T30" fmla="*/ 43 w 133"/>
                <a:gd name="T31" fmla="*/ 205 h 149"/>
                <a:gd name="T32" fmla="*/ 39 w 133"/>
                <a:gd name="T33" fmla="*/ 205 h 149"/>
                <a:gd name="T34" fmla="*/ 38 w 133"/>
                <a:gd name="T35" fmla="*/ 204 h 149"/>
                <a:gd name="T36" fmla="*/ 36 w 133"/>
                <a:gd name="T37" fmla="*/ 194 h 149"/>
                <a:gd name="T38" fmla="*/ 38 w 133"/>
                <a:gd name="T39" fmla="*/ 193 h 149"/>
                <a:gd name="T40" fmla="*/ 89 w 133"/>
                <a:gd name="T41" fmla="*/ 80 h 149"/>
                <a:gd name="T42" fmla="*/ 92 w 133"/>
                <a:gd name="T43" fmla="*/ 76 h 149"/>
                <a:gd name="T44" fmla="*/ 95 w 133"/>
                <a:gd name="T45" fmla="*/ 80 h 149"/>
                <a:gd name="T46" fmla="*/ 97 w 133"/>
                <a:gd name="T47" fmla="*/ 84 h 149"/>
                <a:gd name="T48" fmla="*/ 96 w 133"/>
                <a:gd name="T49" fmla="*/ 90 h 149"/>
                <a:gd name="T50" fmla="*/ 79 w 133"/>
                <a:gd name="T51" fmla="*/ 126 h 149"/>
                <a:gd name="T52" fmla="*/ 77 w 133"/>
                <a:gd name="T53" fmla="*/ 126 h 149"/>
                <a:gd name="T54" fmla="*/ 74 w 133"/>
                <a:gd name="T55" fmla="*/ 123 h 149"/>
                <a:gd name="T56" fmla="*/ 73 w 133"/>
                <a:gd name="T57" fmla="*/ 116 h 149"/>
                <a:gd name="T58" fmla="*/ 74 w 133"/>
                <a:gd name="T59" fmla="*/ 115 h 149"/>
                <a:gd name="T60" fmla="*/ 126 w 133"/>
                <a:gd name="T61" fmla="*/ 1 h 149"/>
                <a:gd name="T62" fmla="*/ 128 w 133"/>
                <a:gd name="T63" fmla="*/ 0 h 149"/>
                <a:gd name="T64" fmla="*/ 132 w 133"/>
                <a:gd name="T65" fmla="*/ 0 h 149"/>
                <a:gd name="T66" fmla="*/ 133 w 133"/>
                <a:gd name="T67" fmla="*/ 3 h 149"/>
                <a:gd name="T68" fmla="*/ 132 w 133"/>
                <a:gd name="T69" fmla="*/ 6 h 149"/>
                <a:gd name="T70" fmla="*/ 115 w 133"/>
                <a:gd name="T71" fmla="*/ 47 h 149"/>
                <a:gd name="T72" fmla="*/ 113 w 133"/>
                <a:gd name="T73" fmla="*/ 47 h 149"/>
                <a:gd name="T74" fmla="*/ 110 w 133"/>
                <a:gd name="T75" fmla="*/ 45 h 149"/>
                <a:gd name="T76" fmla="*/ 110 w 133"/>
                <a:gd name="T77" fmla="*/ 35 h 149"/>
                <a:gd name="T78" fmla="*/ 110 w 133"/>
                <a:gd name="T79" fmla="*/ 33 h 149"/>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0" t="0" r="r" b="b"/>
              <a:pathLst>
                <a:path w="133" h="149">
                  <a:moveTo>
                    <a:pt x="1" y="143"/>
                  </a:moveTo>
                  <a:lnTo>
                    <a:pt x="17" y="125"/>
                  </a:lnTo>
                  <a:lnTo>
                    <a:pt x="18" y="124"/>
                  </a:lnTo>
                  <a:lnTo>
                    <a:pt x="20" y="123"/>
                  </a:lnTo>
                  <a:lnTo>
                    <a:pt x="21" y="124"/>
                  </a:lnTo>
                  <a:lnTo>
                    <a:pt x="22" y="124"/>
                  </a:lnTo>
                  <a:lnTo>
                    <a:pt x="23" y="125"/>
                  </a:lnTo>
                  <a:lnTo>
                    <a:pt x="23" y="127"/>
                  </a:lnTo>
                  <a:lnTo>
                    <a:pt x="23" y="128"/>
                  </a:lnTo>
                  <a:lnTo>
                    <a:pt x="23" y="130"/>
                  </a:lnTo>
                  <a:lnTo>
                    <a:pt x="8" y="148"/>
                  </a:lnTo>
                  <a:lnTo>
                    <a:pt x="7" y="149"/>
                  </a:lnTo>
                  <a:lnTo>
                    <a:pt x="5" y="149"/>
                  </a:lnTo>
                  <a:lnTo>
                    <a:pt x="3" y="149"/>
                  </a:lnTo>
                  <a:lnTo>
                    <a:pt x="1" y="148"/>
                  </a:lnTo>
                  <a:lnTo>
                    <a:pt x="1" y="146"/>
                  </a:lnTo>
                  <a:lnTo>
                    <a:pt x="0" y="145"/>
                  </a:lnTo>
                  <a:lnTo>
                    <a:pt x="0" y="144"/>
                  </a:lnTo>
                  <a:lnTo>
                    <a:pt x="1" y="143"/>
                  </a:lnTo>
                  <a:close/>
                  <a:moveTo>
                    <a:pt x="38" y="101"/>
                  </a:moveTo>
                  <a:lnTo>
                    <a:pt x="53" y="84"/>
                  </a:lnTo>
                  <a:lnTo>
                    <a:pt x="55" y="82"/>
                  </a:lnTo>
                  <a:lnTo>
                    <a:pt x="56" y="82"/>
                  </a:lnTo>
                  <a:lnTo>
                    <a:pt x="57" y="82"/>
                  </a:lnTo>
                  <a:lnTo>
                    <a:pt x="58" y="84"/>
                  </a:lnTo>
                  <a:lnTo>
                    <a:pt x="60" y="85"/>
                  </a:lnTo>
                  <a:lnTo>
                    <a:pt x="61" y="86"/>
                  </a:lnTo>
                  <a:lnTo>
                    <a:pt x="60" y="87"/>
                  </a:lnTo>
                  <a:lnTo>
                    <a:pt x="60" y="88"/>
                  </a:lnTo>
                  <a:lnTo>
                    <a:pt x="44" y="106"/>
                  </a:lnTo>
                  <a:lnTo>
                    <a:pt x="43" y="107"/>
                  </a:lnTo>
                  <a:lnTo>
                    <a:pt x="42" y="107"/>
                  </a:lnTo>
                  <a:lnTo>
                    <a:pt x="39" y="107"/>
                  </a:lnTo>
                  <a:lnTo>
                    <a:pt x="38" y="107"/>
                  </a:lnTo>
                  <a:lnTo>
                    <a:pt x="38" y="106"/>
                  </a:lnTo>
                  <a:lnTo>
                    <a:pt x="36" y="104"/>
                  </a:lnTo>
                  <a:lnTo>
                    <a:pt x="36" y="102"/>
                  </a:lnTo>
                  <a:lnTo>
                    <a:pt x="38" y="101"/>
                  </a:lnTo>
                  <a:close/>
                  <a:moveTo>
                    <a:pt x="74" y="60"/>
                  </a:moveTo>
                  <a:lnTo>
                    <a:pt x="89" y="42"/>
                  </a:lnTo>
                  <a:lnTo>
                    <a:pt x="91" y="42"/>
                  </a:lnTo>
                  <a:lnTo>
                    <a:pt x="92" y="40"/>
                  </a:lnTo>
                  <a:lnTo>
                    <a:pt x="93" y="40"/>
                  </a:lnTo>
                  <a:lnTo>
                    <a:pt x="95" y="42"/>
                  </a:lnTo>
                  <a:lnTo>
                    <a:pt x="96" y="43"/>
                  </a:lnTo>
                  <a:lnTo>
                    <a:pt x="97" y="44"/>
                  </a:lnTo>
                  <a:lnTo>
                    <a:pt x="96" y="45"/>
                  </a:lnTo>
                  <a:lnTo>
                    <a:pt x="96" y="47"/>
                  </a:lnTo>
                  <a:lnTo>
                    <a:pt x="80" y="65"/>
                  </a:lnTo>
                  <a:lnTo>
                    <a:pt x="79" y="66"/>
                  </a:lnTo>
                  <a:lnTo>
                    <a:pt x="78" y="66"/>
                  </a:lnTo>
                  <a:lnTo>
                    <a:pt x="77" y="66"/>
                  </a:lnTo>
                  <a:lnTo>
                    <a:pt x="74" y="65"/>
                  </a:lnTo>
                  <a:lnTo>
                    <a:pt x="74" y="64"/>
                  </a:lnTo>
                  <a:lnTo>
                    <a:pt x="73" y="63"/>
                  </a:lnTo>
                  <a:lnTo>
                    <a:pt x="73" y="61"/>
                  </a:lnTo>
                  <a:lnTo>
                    <a:pt x="74" y="60"/>
                  </a:lnTo>
                  <a:close/>
                  <a:moveTo>
                    <a:pt x="110" y="18"/>
                  </a:moveTo>
                  <a:lnTo>
                    <a:pt x="126" y="1"/>
                  </a:lnTo>
                  <a:lnTo>
                    <a:pt x="127" y="0"/>
                  </a:lnTo>
                  <a:lnTo>
                    <a:pt x="128" y="0"/>
                  </a:lnTo>
                  <a:lnTo>
                    <a:pt x="130" y="0"/>
                  </a:lnTo>
                  <a:lnTo>
                    <a:pt x="132" y="0"/>
                  </a:lnTo>
                  <a:lnTo>
                    <a:pt x="132" y="1"/>
                  </a:lnTo>
                  <a:lnTo>
                    <a:pt x="133" y="3"/>
                  </a:lnTo>
                  <a:lnTo>
                    <a:pt x="133" y="5"/>
                  </a:lnTo>
                  <a:lnTo>
                    <a:pt x="132" y="6"/>
                  </a:lnTo>
                  <a:lnTo>
                    <a:pt x="117" y="23"/>
                  </a:lnTo>
                  <a:lnTo>
                    <a:pt x="115" y="24"/>
                  </a:lnTo>
                  <a:lnTo>
                    <a:pt x="114" y="24"/>
                  </a:lnTo>
                  <a:lnTo>
                    <a:pt x="113" y="24"/>
                  </a:lnTo>
                  <a:lnTo>
                    <a:pt x="111" y="24"/>
                  </a:lnTo>
                  <a:lnTo>
                    <a:pt x="110" y="23"/>
                  </a:lnTo>
                  <a:lnTo>
                    <a:pt x="109" y="21"/>
                  </a:lnTo>
                  <a:lnTo>
                    <a:pt x="110" y="19"/>
                  </a:lnTo>
                  <a:lnTo>
                    <a:pt x="110" y="18"/>
                  </a:lnTo>
                  <a:close/>
                </a:path>
              </a:pathLst>
            </a:custGeom>
            <a:solidFill>
              <a:srgbClr val="000000"/>
            </a:solidFill>
            <a:ln w="1588">
              <a:solidFill>
                <a:srgbClr val="000000"/>
              </a:solidFill>
              <a:prstDash val="solid"/>
              <a:round/>
              <a:headEnd/>
              <a:tailEnd/>
            </a:ln>
          </p:spPr>
          <p:txBody>
            <a:bodyPr/>
            <a:lstStyle/>
            <a:p>
              <a:endParaRPr lang="zh-CN" altLang="en-US"/>
            </a:p>
          </p:txBody>
        </p:sp>
        <p:sp>
          <p:nvSpPr>
            <p:cNvPr id="82124" name="Freeform 605">
              <a:extLst>
                <a:ext uri="{FF2B5EF4-FFF2-40B4-BE49-F238E27FC236}">
                  <a16:creationId xmlns:a16="http://schemas.microsoft.com/office/drawing/2014/main" id="{C644FDDD-DB49-9D2A-70B9-A7F383DA32D3}"/>
                </a:ext>
              </a:extLst>
            </p:cNvPr>
            <p:cNvSpPr>
              <a:spLocks noEditPoints="1"/>
            </p:cNvSpPr>
            <p:nvPr/>
          </p:nvSpPr>
          <p:spPr bwMode="auto">
            <a:xfrm>
              <a:off x="3855" y="1112"/>
              <a:ext cx="326" cy="192"/>
            </a:xfrm>
            <a:custGeom>
              <a:avLst/>
              <a:gdLst>
                <a:gd name="T0" fmla="*/ 235 w 326"/>
                <a:gd name="T1" fmla="*/ 289 h 179"/>
                <a:gd name="T2" fmla="*/ 0 w 326"/>
                <a:gd name="T3" fmla="*/ 35 h 179"/>
                <a:gd name="T4" fmla="*/ 10 w 326"/>
                <a:gd name="T5" fmla="*/ 0 h 179"/>
                <a:gd name="T6" fmla="*/ 246 w 326"/>
                <a:gd name="T7" fmla="*/ 254 h 179"/>
                <a:gd name="T8" fmla="*/ 235 w 326"/>
                <a:gd name="T9" fmla="*/ 289 h 179"/>
                <a:gd name="T10" fmla="*/ 242 w 326"/>
                <a:gd name="T11" fmla="*/ 223 h 179"/>
                <a:gd name="T12" fmla="*/ 326 w 326"/>
                <a:gd name="T13" fmla="*/ 360 h 179"/>
                <a:gd name="T14" fmla="*/ 221 w 326"/>
                <a:gd name="T15" fmla="*/ 295 h 179"/>
                <a:gd name="T16" fmla="*/ 242 w 326"/>
                <a:gd name="T17" fmla="*/ 223 h 17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6" h="179">
                  <a:moveTo>
                    <a:pt x="235" y="143"/>
                  </a:moveTo>
                  <a:lnTo>
                    <a:pt x="0" y="18"/>
                  </a:lnTo>
                  <a:lnTo>
                    <a:pt x="10" y="0"/>
                  </a:lnTo>
                  <a:lnTo>
                    <a:pt x="246" y="126"/>
                  </a:lnTo>
                  <a:lnTo>
                    <a:pt x="235" y="143"/>
                  </a:lnTo>
                  <a:close/>
                  <a:moveTo>
                    <a:pt x="242" y="111"/>
                  </a:moveTo>
                  <a:lnTo>
                    <a:pt x="326" y="179"/>
                  </a:lnTo>
                  <a:lnTo>
                    <a:pt x="221" y="147"/>
                  </a:lnTo>
                  <a:lnTo>
                    <a:pt x="242" y="111"/>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82125" name="Freeform 606">
              <a:extLst>
                <a:ext uri="{FF2B5EF4-FFF2-40B4-BE49-F238E27FC236}">
                  <a16:creationId xmlns:a16="http://schemas.microsoft.com/office/drawing/2014/main" id="{A2F63045-EBEB-0917-7425-A0DD660461EF}"/>
                </a:ext>
              </a:extLst>
            </p:cNvPr>
            <p:cNvSpPr>
              <a:spLocks noEditPoints="1"/>
            </p:cNvSpPr>
            <p:nvPr/>
          </p:nvSpPr>
          <p:spPr bwMode="auto">
            <a:xfrm>
              <a:off x="4611" y="1771"/>
              <a:ext cx="160" cy="257"/>
            </a:xfrm>
            <a:custGeom>
              <a:avLst/>
              <a:gdLst>
                <a:gd name="T0" fmla="*/ 100 w 160"/>
                <a:gd name="T1" fmla="*/ 335 h 240"/>
                <a:gd name="T2" fmla="*/ 0 w 160"/>
                <a:gd name="T3" fmla="*/ 20 h 240"/>
                <a:gd name="T4" fmla="*/ 18 w 160"/>
                <a:gd name="T5" fmla="*/ 0 h 240"/>
                <a:gd name="T6" fmla="*/ 119 w 160"/>
                <a:gd name="T7" fmla="*/ 312 h 240"/>
                <a:gd name="T8" fmla="*/ 100 w 160"/>
                <a:gd name="T9" fmla="*/ 335 h 240"/>
                <a:gd name="T10" fmla="*/ 122 w 160"/>
                <a:gd name="T11" fmla="*/ 282 h 240"/>
                <a:gd name="T12" fmla="*/ 160 w 160"/>
                <a:gd name="T13" fmla="*/ 474 h 240"/>
                <a:gd name="T14" fmla="*/ 85 w 160"/>
                <a:gd name="T15" fmla="*/ 323 h 240"/>
                <a:gd name="T16" fmla="*/ 122 w 160"/>
                <a:gd name="T17" fmla="*/ 282 h 2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60" h="240">
                  <a:moveTo>
                    <a:pt x="100" y="168"/>
                  </a:moveTo>
                  <a:lnTo>
                    <a:pt x="0" y="10"/>
                  </a:lnTo>
                  <a:lnTo>
                    <a:pt x="18" y="0"/>
                  </a:lnTo>
                  <a:lnTo>
                    <a:pt x="119" y="156"/>
                  </a:lnTo>
                  <a:lnTo>
                    <a:pt x="100" y="168"/>
                  </a:lnTo>
                  <a:close/>
                  <a:moveTo>
                    <a:pt x="122" y="143"/>
                  </a:moveTo>
                  <a:lnTo>
                    <a:pt x="160" y="240"/>
                  </a:lnTo>
                  <a:lnTo>
                    <a:pt x="85" y="164"/>
                  </a:lnTo>
                  <a:lnTo>
                    <a:pt x="122" y="143"/>
                  </a:lnTo>
                  <a:close/>
                </a:path>
              </a:pathLst>
            </a:custGeom>
            <a:solidFill>
              <a:srgbClr val="993366"/>
            </a:solidFill>
            <a:ln w="1588">
              <a:solidFill>
                <a:srgbClr val="993366"/>
              </a:solidFill>
              <a:prstDash val="solid"/>
              <a:round/>
              <a:headEnd/>
              <a:tailEnd/>
            </a:ln>
          </p:spPr>
          <p:txBody>
            <a:bodyPr/>
            <a:lstStyle/>
            <a:p>
              <a:endParaRPr lang="zh-CN" altLang="en-US"/>
            </a:p>
          </p:txBody>
        </p:sp>
        <p:sp>
          <p:nvSpPr>
            <p:cNvPr id="82126" name="Rectangle 607">
              <a:extLst>
                <a:ext uri="{FF2B5EF4-FFF2-40B4-BE49-F238E27FC236}">
                  <a16:creationId xmlns:a16="http://schemas.microsoft.com/office/drawing/2014/main" id="{96342746-9E65-603E-A744-8F4BF42718D0}"/>
                </a:ext>
              </a:extLst>
            </p:cNvPr>
            <p:cNvSpPr>
              <a:spLocks noChangeArrowheads="1"/>
            </p:cNvSpPr>
            <p:nvPr/>
          </p:nvSpPr>
          <p:spPr bwMode="auto">
            <a:xfrm>
              <a:off x="4753" y="783"/>
              <a:ext cx="58"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Times New Roman" panose="02020603050405020304" pitchFamily="18" charset="0"/>
                </a:rPr>
                <a:t>//</a:t>
              </a:r>
              <a:endParaRPr lang="en-US" altLang="zh-CN" sz="1400">
                <a:solidFill>
                  <a:srgbClr val="000000"/>
                </a:solidFill>
              </a:endParaRPr>
            </a:p>
          </p:txBody>
        </p:sp>
        <p:sp>
          <p:nvSpPr>
            <p:cNvPr id="82127" name="Rectangle 608">
              <a:extLst>
                <a:ext uri="{FF2B5EF4-FFF2-40B4-BE49-F238E27FC236}">
                  <a16:creationId xmlns:a16="http://schemas.microsoft.com/office/drawing/2014/main" id="{677BF116-4488-8452-2E06-C91526EDA842}"/>
                </a:ext>
              </a:extLst>
            </p:cNvPr>
            <p:cNvSpPr>
              <a:spLocks noChangeArrowheads="1"/>
            </p:cNvSpPr>
            <p:nvPr/>
          </p:nvSpPr>
          <p:spPr bwMode="auto">
            <a:xfrm>
              <a:off x="4711" y="783"/>
              <a:ext cx="4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82128" name="Rectangle 609">
              <a:extLst>
                <a:ext uri="{FF2B5EF4-FFF2-40B4-BE49-F238E27FC236}">
                  <a16:creationId xmlns:a16="http://schemas.microsoft.com/office/drawing/2014/main" id="{3FDE797B-3A93-576E-C59A-7FBC1DD30DE8}"/>
                </a:ext>
              </a:extLst>
            </p:cNvPr>
            <p:cNvSpPr>
              <a:spLocks noChangeArrowheads="1"/>
            </p:cNvSpPr>
            <p:nvPr/>
          </p:nvSpPr>
          <p:spPr bwMode="auto">
            <a:xfrm>
              <a:off x="4624" y="701"/>
              <a:ext cx="70"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b="1">
                <a:solidFill>
                  <a:srgbClr val="000000"/>
                </a:solidFill>
              </a:endParaRPr>
            </a:p>
          </p:txBody>
        </p:sp>
        <p:sp>
          <p:nvSpPr>
            <p:cNvPr id="82129" name="Rectangle 610">
              <a:extLst>
                <a:ext uri="{FF2B5EF4-FFF2-40B4-BE49-F238E27FC236}">
                  <a16:creationId xmlns:a16="http://schemas.microsoft.com/office/drawing/2014/main" id="{EA4CB14D-F1A1-ECBE-4A8C-8DC613B4A1AE}"/>
                </a:ext>
              </a:extLst>
            </p:cNvPr>
            <p:cNvSpPr>
              <a:spLocks noChangeArrowheads="1"/>
            </p:cNvSpPr>
            <p:nvPr/>
          </p:nvSpPr>
          <p:spPr bwMode="auto">
            <a:xfrm>
              <a:off x="4872" y="1357"/>
              <a:ext cx="4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82130" name="Rectangle 611">
              <a:extLst>
                <a:ext uri="{FF2B5EF4-FFF2-40B4-BE49-F238E27FC236}">
                  <a16:creationId xmlns:a16="http://schemas.microsoft.com/office/drawing/2014/main" id="{E7241446-3F3C-4836-02C8-6557511E13B5}"/>
                </a:ext>
              </a:extLst>
            </p:cNvPr>
            <p:cNvSpPr>
              <a:spLocks noChangeArrowheads="1"/>
            </p:cNvSpPr>
            <p:nvPr/>
          </p:nvSpPr>
          <p:spPr bwMode="auto">
            <a:xfrm>
              <a:off x="4908" y="1350"/>
              <a:ext cx="6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Symbol" panose="05050102010706020507" pitchFamily="18" charset="2"/>
                </a:rPr>
                <a:t>^</a:t>
              </a:r>
              <a:endParaRPr lang="en-US" altLang="zh-CN" sz="1400">
                <a:solidFill>
                  <a:srgbClr val="000000"/>
                </a:solidFill>
              </a:endParaRPr>
            </a:p>
          </p:txBody>
        </p:sp>
        <p:sp>
          <p:nvSpPr>
            <p:cNvPr id="82131" name="Rectangle 612">
              <a:extLst>
                <a:ext uri="{FF2B5EF4-FFF2-40B4-BE49-F238E27FC236}">
                  <a16:creationId xmlns:a16="http://schemas.microsoft.com/office/drawing/2014/main" id="{973B3D4F-DBC6-B876-9EB3-8050B275DA2E}"/>
                </a:ext>
              </a:extLst>
            </p:cNvPr>
            <p:cNvSpPr>
              <a:spLocks noChangeArrowheads="1"/>
            </p:cNvSpPr>
            <p:nvPr/>
          </p:nvSpPr>
          <p:spPr bwMode="auto">
            <a:xfrm>
              <a:off x="4784" y="1276"/>
              <a:ext cx="6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32" name="Rectangle 613">
              <a:extLst>
                <a:ext uri="{FF2B5EF4-FFF2-40B4-BE49-F238E27FC236}">
                  <a16:creationId xmlns:a16="http://schemas.microsoft.com/office/drawing/2014/main" id="{7EC8CE84-951F-C48B-741D-BBEAD5DCA3E4}"/>
                </a:ext>
              </a:extLst>
            </p:cNvPr>
            <p:cNvSpPr>
              <a:spLocks noChangeArrowheads="1"/>
            </p:cNvSpPr>
            <p:nvPr/>
          </p:nvSpPr>
          <p:spPr bwMode="auto">
            <a:xfrm>
              <a:off x="4528" y="1048"/>
              <a:ext cx="41"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82133" name="Rectangle 614">
              <a:extLst>
                <a:ext uri="{FF2B5EF4-FFF2-40B4-BE49-F238E27FC236}">
                  <a16:creationId xmlns:a16="http://schemas.microsoft.com/office/drawing/2014/main" id="{226B26A1-E6B2-8E26-4777-C9FFCCA72C80}"/>
                </a:ext>
              </a:extLst>
            </p:cNvPr>
            <p:cNvSpPr>
              <a:spLocks noChangeArrowheads="1"/>
            </p:cNvSpPr>
            <p:nvPr/>
          </p:nvSpPr>
          <p:spPr bwMode="auto">
            <a:xfrm>
              <a:off x="4442" y="968"/>
              <a:ext cx="6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34" name="Rectangle 615">
              <a:extLst>
                <a:ext uri="{FF2B5EF4-FFF2-40B4-BE49-F238E27FC236}">
                  <a16:creationId xmlns:a16="http://schemas.microsoft.com/office/drawing/2014/main" id="{1836D782-3F49-3589-5C2F-47D2E245349B}"/>
                </a:ext>
              </a:extLst>
            </p:cNvPr>
            <p:cNvSpPr>
              <a:spLocks noChangeArrowheads="1"/>
            </p:cNvSpPr>
            <p:nvPr/>
          </p:nvSpPr>
          <p:spPr bwMode="auto">
            <a:xfrm>
              <a:off x="4528" y="2034"/>
              <a:ext cx="29"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82135" name="Rectangle 616">
              <a:extLst>
                <a:ext uri="{FF2B5EF4-FFF2-40B4-BE49-F238E27FC236}">
                  <a16:creationId xmlns:a16="http://schemas.microsoft.com/office/drawing/2014/main" id="{5280EC71-66DC-5260-A3CC-9BE16C91F7A5}"/>
                </a:ext>
              </a:extLst>
            </p:cNvPr>
            <p:cNvSpPr>
              <a:spLocks noChangeArrowheads="1"/>
            </p:cNvSpPr>
            <p:nvPr/>
          </p:nvSpPr>
          <p:spPr bwMode="auto">
            <a:xfrm>
              <a:off x="4557" y="2027"/>
              <a:ext cx="68"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Symbol" panose="05050102010706020507" pitchFamily="18" charset="2"/>
                </a:rPr>
                <a:t>^</a:t>
              </a:r>
              <a:endParaRPr lang="en-US" altLang="zh-CN" sz="1400">
                <a:solidFill>
                  <a:srgbClr val="000000"/>
                </a:solidFill>
              </a:endParaRPr>
            </a:p>
          </p:txBody>
        </p:sp>
        <p:sp>
          <p:nvSpPr>
            <p:cNvPr id="82136" name="Rectangle 617">
              <a:extLst>
                <a:ext uri="{FF2B5EF4-FFF2-40B4-BE49-F238E27FC236}">
                  <a16:creationId xmlns:a16="http://schemas.microsoft.com/office/drawing/2014/main" id="{489AD9B0-4ED6-E3F1-12EF-061B56C0CDD9}"/>
                </a:ext>
              </a:extLst>
            </p:cNvPr>
            <p:cNvSpPr>
              <a:spLocks noChangeArrowheads="1"/>
            </p:cNvSpPr>
            <p:nvPr/>
          </p:nvSpPr>
          <p:spPr bwMode="auto">
            <a:xfrm>
              <a:off x="4444" y="1953"/>
              <a:ext cx="70"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37" name="Rectangle 618">
              <a:extLst>
                <a:ext uri="{FF2B5EF4-FFF2-40B4-BE49-F238E27FC236}">
                  <a16:creationId xmlns:a16="http://schemas.microsoft.com/office/drawing/2014/main" id="{46F164DF-D771-2D51-3394-E61457DA2A57}"/>
                </a:ext>
              </a:extLst>
            </p:cNvPr>
            <p:cNvSpPr>
              <a:spLocks noChangeArrowheads="1"/>
            </p:cNvSpPr>
            <p:nvPr/>
          </p:nvSpPr>
          <p:spPr bwMode="auto">
            <a:xfrm>
              <a:off x="4881" y="1868"/>
              <a:ext cx="2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82138" name="Rectangle 619">
              <a:extLst>
                <a:ext uri="{FF2B5EF4-FFF2-40B4-BE49-F238E27FC236}">
                  <a16:creationId xmlns:a16="http://schemas.microsoft.com/office/drawing/2014/main" id="{785B1772-50FA-7ECB-ACB7-C08E05C89030}"/>
                </a:ext>
              </a:extLst>
            </p:cNvPr>
            <p:cNvSpPr>
              <a:spLocks noChangeArrowheads="1"/>
            </p:cNvSpPr>
            <p:nvPr/>
          </p:nvSpPr>
          <p:spPr bwMode="auto">
            <a:xfrm>
              <a:off x="4794" y="1786"/>
              <a:ext cx="6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39" name="Rectangle 620">
              <a:extLst>
                <a:ext uri="{FF2B5EF4-FFF2-40B4-BE49-F238E27FC236}">
                  <a16:creationId xmlns:a16="http://schemas.microsoft.com/office/drawing/2014/main" id="{3C6A25EC-3A09-59E9-940D-DB7FA246869F}"/>
                </a:ext>
              </a:extLst>
            </p:cNvPr>
            <p:cNvSpPr>
              <a:spLocks noChangeArrowheads="1"/>
            </p:cNvSpPr>
            <p:nvPr/>
          </p:nvSpPr>
          <p:spPr bwMode="auto">
            <a:xfrm>
              <a:off x="5015" y="1586"/>
              <a:ext cx="58"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a:solidFill>
                    <a:srgbClr val="000000"/>
                  </a:solidFill>
                  <a:latin typeface="Times New Roman" panose="02020603050405020304" pitchFamily="18" charset="0"/>
                </a:rPr>
                <a:t>//</a:t>
              </a:r>
              <a:endParaRPr lang="en-US" altLang="zh-CN" sz="1400">
                <a:solidFill>
                  <a:srgbClr val="000000"/>
                </a:solidFill>
              </a:endParaRPr>
            </a:p>
          </p:txBody>
        </p:sp>
        <p:sp>
          <p:nvSpPr>
            <p:cNvPr id="82140" name="Rectangle 621">
              <a:extLst>
                <a:ext uri="{FF2B5EF4-FFF2-40B4-BE49-F238E27FC236}">
                  <a16:creationId xmlns:a16="http://schemas.microsoft.com/office/drawing/2014/main" id="{572A5EEA-E05B-9BAD-BAB1-89816E6AA172}"/>
                </a:ext>
              </a:extLst>
            </p:cNvPr>
            <p:cNvSpPr>
              <a:spLocks noChangeArrowheads="1"/>
            </p:cNvSpPr>
            <p:nvPr/>
          </p:nvSpPr>
          <p:spPr bwMode="auto">
            <a:xfrm>
              <a:off x="4982" y="1586"/>
              <a:ext cx="29"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82141" name="Rectangle 622">
              <a:extLst>
                <a:ext uri="{FF2B5EF4-FFF2-40B4-BE49-F238E27FC236}">
                  <a16:creationId xmlns:a16="http://schemas.microsoft.com/office/drawing/2014/main" id="{3D632ABA-017C-33C9-A76C-7ABE48EDFBBE}"/>
                </a:ext>
              </a:extLst>
            </p:cNvPr>
            <p:cNvSpPr>
              <a:spLocks noChangeArrowheads="1"/>
            </p:cNvSpPr>
            <p:nvPr/>
          </p:nvSpPr>
          <p:spPr bwMode="auto">
            <a:xfrm>
              <a:off x="4897" y="1505"/>
              <a:ext cx="6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E</a:t>
              </a:r>
              <a:endParaRPr lang="en-US" altLang="zh-CN" sz="1400">
                <a:solidFill>
                  <a:srgbClr val="000000"/>
                </a:solidFill>
              </a:endParaRPr>
            </a:p>
          </p:txBody>
        </p:sp>
        <p:sp>
          <p:nvSpPr>
            <p:cNvPr id="82142" name="Rectangle 623">
              <a:extLst>
                <a:ext uri="{FF2B5EF4-FFF2-40B4-BE49-F238E27FC236}">
                  <a16:creationId xmlns:a16="http://schemas.microsoft.com/office/drawing/2014/main" id="{6ECC4B1F-94CD-64E5-31EE-8F48D3B3136C}"/>
                </a:ext>
              </a:extLst>
            </p:cNvPr>
            <p:cNvSpPr>
              <a:spLocks noChangeArrowheads="1"/>
            </p:cNvSpPr>
            <p:nvPr/>
          </p:nvSpPr>
          <p:spPr bwMode="auto">
            <a:xfrm>
              <a:off x="4134" y="1158"/>
              <a:ext cx="29"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i</a:t>
              </a:r>
              <a:endParaRPr lang="en-US" altLang="zh-CN" sz="1400">
                <a:solidFill>
                  <a:srgbClr val="000000"/>
                </a:solidFill>
              </a:endParaRPr>
            </a:p>
          </p:txBody>
        </p:sp>
        <p:sp>
          <p:nvSpPr>
            <p:cNvPr id="82143" name="Rectangle 624">
              <a:extLst>
                <a:ext uri="{FF2B5EF4-FFF2-40B4-BE49-F238E27FC236}">
                  <a16:creationId xmlns:a16="http://schemas.microsoft.com/office/drawing/2014/main" id="{85C566B7-B3A9-AD46-3B24-02A9DCF0DFDC}"/>
                </a:ext>
              </a:extLst>
            </p:cNvPr>
            <p:cNvSpPr>
              <a:spLocks noChangeArrowheads="1"/>
            </p:cNvSpPr>
            <p:nvPr/>
          </p:nvSpPr>
          <p:spPr bwMode="auto">
            <a:xfrm>
              <a:off x="4072" y="1077"/>
              <a:ext cx="52"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k</a:t>
              </a:r>
              <a:endParaRPr lang="en-US" altLang="zh-CN" sz="1400">
                <a:solidFill>
                  <a:srgbClr val="000000"/>
                </a:solidFill>
              </a:endParaRPr>
            </a:p>
          </p:txBody>
        </p:sp>
        <p:sp>
          <p:nvSpPr>
            <p:cNvPr id="82144" name="Rectangle 625">
              <a:extLst>
                <a:ext uri="{FF2B5EF4-FFF2-40B4-BE49-F238E27FC236}">
                  <a16:creationId xmlns:a16="http://schemas.microsoft.com/office/drawing/2014/main" id="{6E177A5B-886D-EE82-548A-2B3EF8EEF0A8}"/>
                </a:ext>
              </a:extLst>
            </p:cNvPr>
            <p:cNvSpPr>
              <a:spLocks noChangeArrowheads="1"/>
            </p:cNvSpPr>
            <p:nvPr/>
          </p:nvSpPr>
          <p:spPr bwMode="auto">
            <a:xfrm>
              <a:off x="5203" y="1092"/>
              <a:ext cx="41" cy="1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r</a:t>
              </a:r>
              <a:endParaRPr lang="en-US" altLang="zh-CN" sz="1400">
                <a:solidFill>
                  <a:srgbClr val="000000"/>
                </a:solidFill>
              </a:endParaRPr>
            </a:p>
          </p:txBody>
        </p:sp>
        <p:sp>
          <p:nvSpPr>
            <p:cNvPr id="82145" name="Rectangle 626">
              <a:extLst>
                <a:ext uri="{FF2B5EF4-FFF2-40B4-BE49-F238E27FC236}">
                  <a16:creationId xmlns:a16="http://schemas.microsoft.com/office/drawing/2014/main" id="{A68F4F95-1523-0D69-79FF-6B6F274F41B8}"/>
                </a:ext>
              </a:extLst>
            </p:cNvPr>
            <p:cNvSpPr>
              <a:spLocks noChangeArrowheads="1"/>
            </p:cNvSpPr>
            <p:nvPr/>
          </p:nvSpPr>
          <p:spPr bwMode="auto">
            <a:xfrm>
              <a:off x="5139" y="1009"/>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k</a:t>
              </a:r>
              <a:endParaRPr lang="en-US" altLang="zh-CN" sz="1400">
                <a:solidFill>
                  <a:srgbClr val="000000"/>
                </a:solidFill>
              </a:endParaRPr>
            </a:p>
          </p:txBody>
        </p:sp>
        <p:sp>
          <p:nvSpPr>
            <p:cNvPr id="82146" name="Rectangle 627">
              <a:extLst>
                <a:ext uri="{FF2B5EF4-FFF2-40B4-BE49-F238E27FC236}">
                  <a16:creationId xmlns:a16="http://schemas.microsoft.com/office/drawing/2014/main" id="{7CE7318F-6BB4-5CCF-3B00-0F9AF569CCC7}"/>
                </a:ext>
              </a:extLst>
            </p:cNvPr>
            <p:cNvSpPr>
              <a:spLocks noChangeArrowheads="1"/>
            </p:cNvSpPr>
            <p:nvPr/>
          </p:nvSpPr>
          <p:spPr bwMode="auto">
            <a:xfrm>
              <a:off x="4800" y="2120"/>
              <a:ext cx="2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i="1">
                  <a:solidFill>
                    <a:srgbClr val="000000"/>
                  </a:solidFill>
                  <a:latin typeface="Times New Roman" panose="02020603050405020304" pitchFamily="18" charset="0"/>
                </a:rPr>
                <a:t>t</a:t>
              </a:r>
              <a:endParaRPr lang="en-US" altLang="zh-CN" sz="1400">
                <a:solidFill>
                  <a:srgbClr val="000000"/>
                </a:solidFill>
              </a:endParaRPr>
            </a:p>
          </p:txBody>
        </p:sp>
        <p:sp>
          <p:nvSpPr>
            <p:cNvPr id="82147" name="Rectangle 628">
              <a:extLst>
                <a:ext uri="{FF2B5EF4-FFF2-40B4-BE49-F238E27FC236}">
                  <a16:creationId xmlns:a16="http://schemas.microsoft.com/office/drawing/2014/main" id="{EE99A563-408B-909B-029A-831C93401AE9}"/>
                </a:ext>
              </a:extLst>
            </p:cNvPr>
            <p:cNvSpPr>
              <a:spLocks noChangeArrowheads="1"/>
            </p:cNvSpPr>
            <p:nvPr/>
          </p:nvSpPr>
          <p:spPr bwMode="auto">
            <a:xfrm>
              <a:off x="4737" y="2037"/>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400" b="1" i="1">
                  <a:solidFill>
                    <a:srgbClr val="000000"/>
                  </a:solidFill>
                  <a:latin typeface="Times New Roman" panose="02020603050405020304" pitchFamily="18" charset="0"/>
                </a:rPr>
                <a:t>k</a:t>
              </a:r>
              <a:endParaRPr lang="en-US" altLang="zh-CN" sz="1400">
                <a:solidFill>
                  <a:srgbClr val="000000"/>
                </a:solidFill>
              </a:endParaRPr>
            </a:p>
          </p:txBody>
        </p:sp>
      </p:grpSp>
      <p:sp>
        <p:nvSpPr>
          <p:cNvPr id="81925" name="矩形 1">
            <a:extLst>
              <a:ext uri="{FF2B5EF4-FFF2-40B4-BE49-F238E27FC236}">
                <a16:creationId xmlns:a16="http://schemas.microsoft.com/office/drawing/2014/main" id="{F83E801B-E02C-216E-CE99-31971165F38E}"/>
              </a:ext>
            </a:extLst>
          </p:cNvPr>
          <p:cNvSpPr>
            <a:spLocks noChangeArrowheads="1"/>
          </p:cNvSpPr>
          <p:nvPr/>
        </p:nvSpPr>
        <p:spPr bwMode="auto">
          <a:xfrm>
            <a:off x="107950" y="5048875"/>
            <a:ext cx="5040114"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dirty="0">
                <a:solidFill>
                  <a:srgbClr val="FFFFFF"/>
                </a:solidFill>
                <a:latin typeface="Times New Roman" panose="02020603050405020304" pitchFamily="18" charset="0"/>
                <a:ea typeface="楷体_GB2312" pitchFamily="49" charset="-122"/>
              </a:rPr>
              <a:t>   </a:t>
            </a:r>
            <a:r>
              <a:rPr kumimoji="1" lang="zh-CN" altLang="en-US" b="1" dirty="0">
                <a:solidFill>
                  <a:srgbClr val="E781E0"/>
                </a:solidFill>
                <a:latin typeface="Times New Roman" panose="02020603050405020304" pitchFamily="18" charset="0"/>
                <a:ea typeface="楷体_GB2312" pitchFamily="49" charset="-122"/>
              </a:rPr>
              <a:t>入射面（ </a:t>
            </a:r>
            <a:r>
              <a:rPr lang="zh-CN" altLang="en-US" b="1" dirty="0">
                <a:solidFill>
                  <a:srgbClr val="E781E0"/>
                </a:solidFill>
                <a:latin typeface="宋体" panose="02010600030101010101" pitchFamily="2" charset="-122"/>
              </a:rPr>
              <a:t>⊥</a:t>
            </a:r>
            <a:r>
              <a:rPr lang="zh-CN" altLang="en-US" b="1" dirty="0">
                <a:solidFill>
                  <a:srgbClr val="E781E0"/>
                </a:solidFill>
              </a:rPr>
              <a:t>分界面</a:t>
            </a:r>
            <a:r>
              <a:rPr kumimoji="1" lang="zh-CN" altLang="en-US" b="1" dirty="0">
                <a:solidFill>
                  <a:srgbClr val="E781E0"/>
                </a:solidFill>
                <a:latin typeface="Times New Roman" panose="02020603050405020304" pitchFamily="18" charset="0"/>
                <a:ea typeface="楷体_GB2312" pitchFamily="49" charset="-122"/>
              </a:rPr>
              <a:t>）</a:t>
            </a:r>
            <a:endParaRPr kumimoji="1" lang="en-US" altLang="zh-CN" b="1" dirty="0">
              <a:solidFill>
                <a:srgbClr val="E781E0"/>
              </a:solidFill>
              <a:latin typeface="Times New Roman" panose="02020603050405020304" pitchFamily="18" charset="0"/>
              <a:ea typeface="楷体_GB2312" pitchFamily="49" charset="-122"/>
            </a:endParaRPr>
          </a:p>
          <a:p>
            <a:pPr algn="just" eaLnBrk="1" hangingPunct="1">
              <a:lnSpc>
                <a:spcPct val="130000"/>
              </a:lnSpc>
            </a:pPr>
            <a:r>
              <a:rPr kumimoji="1" lang="zh-CN" altLang="en-US" b="1" dirty="0">
                <a:solidFill>
                  <a:srgbClr val="FFFFFF"/>
                </a:solidFill>
                <a:latin typeface="Times New Roman" panose="02020603050405020304" pitchFamily="18" charset="0"/>
                <a:ea typeface="楷体_GB2312" pitchFamily="49" charset="-122"/>
              </a:rPr>
              <a:t>入射波的波矢量与分界面法线矢量构成的平面。</a:t>
            </a:r>
          </a:p>
        </p:txBody>
      </p:sp>
      <p:sp>
        <p:nvSpPr>
          <p:cNvPr id="626" name="Text Box 2">
            <a:extLst>
              <a:ext uri="{FF2B5EF4-FFF2-40B4-BE49-F238E27FC236}">
                <a16:creationId xmlns:a16="http://schemas.microsoft.com/office/drawing/2014/main" id="{2B1E74A4-B1D7-242C-696E-6A82D1C5CA15}"/>
              </a:ext>
            </a:extLst>
          </p:cNvPr>
          <p:cNvSpPr txBox="1">
            <a:spLocks noChangeArrowheads="1"/>
          </p:cNvSpPr>
          <p:nvPr/>
        </p:nvSpPr>
        <p:spPr bwMode="auto">
          <a:xfrm>
            <a:off x="107950" y="774700"/>
            <a:ext cx="9144000" cy="5256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a:lnSpc>
                <a:spcPct val="130000"/>
              </a:lnSpc>
            </a:pPr>
            <a:r>
              <a:rPr lang="zh-CN" altLang="en-US" b="1" dirty="0">
                <a:solidFill>
                  <a:srgbClr val="FFC000"/>
                </a:solidFill>
                <a:latin typeface="楷体_GB2312" pitchFamily="49" charset="-122"/>
                <a:ea typeface="楷体_GB2312" pitchFamily="49" charset="-122"/>
              </a:rPr>
              <a:t>斜入射的情况下，反射系数和透射系数</a:t>
            </a:r>
            <a:r>
              <a:rPr lang="zh-CN" altLang="en-US" b="1" u="sng" dirty="0">
                <a:solidFill>
                  <a:srgbClr val="FFC000"/>
                </a:solidFill>
                <a:latin typeface="楷体_GB2312" pitchFamily="49" charset="-122"/>
                <a:ea typeface="楷体_GB2312" pitchFamily="49" charset="-122"/>
              </a:rPr>
              <a:t>与入射波的极化特性有关</a:t>
            </a:r>
            <a:r>
              <a:rPr lang="zh-CN" altLang="en-US" b="1" dirty="0">
                <a:solidFill>
                  <a:srgbClr val="FFC000"/>
                </a:solidFill>
                <a:latin typeface="楷体_GB2312" pitchFamily="49" charset="-122"/>
                <a:ea typeface="楷体_GB2312" pitchFamily="49" charset="-122"/>
              </a:rPr>
              <a:t>。</a:t>
            </a:r>
          </a:p>
        </p:txBody>
      </p:sp>
      <p:sp>
        <p:nvSpPr>
          <p:cNvPr id="627" name="Rectangle 3">
            <a:extLst>
              <a:ext uri="{FF2B5EF4-FFF2-40B4-BE49-F238E27FC236}">
                <a16:creationId xmlns:a16="http://schemas.microsoft.com/office/drawing/2014/main" id="{172EE0E1-66EE-7905-CD8D-6A92290431D7}"/>
              </a:ext>
            </a:extLst>
          </p:cNvPr>
          <p:cNvSpPr>
            <a:spLocks noChangeArrowheads="1"/>
          </p:cNvSpPr>
          <p:nvPr/>
        </p:nvSpPr>
        <p:spPr bwMode="blackGray">
          <a:xfrm>
            <a:off x="107950" y="487363"/>
            <a:ext cx="7772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en-US" altLang="zh-CN" b="1">
                <a:solidFill>
                  <a:srgbClr val="FFBDDE"/>
                </a:solidFill>
                <a:latin typeface="Times New Roman" panose="02020603050405020304" pitchFamily="18" charset="0"/>
                <a:cs typeface="Arial" panose="020B0604020202020204" pitchFamily="34" charset="0"/>
              </a:rPr>
              <a:t>6.3.2  </a:t>
            </a:r>
            <a:r>
              <a:rPr lang="zh-CN" altLang="en-US" b="1">
                <a:solidFill>
                  <a:srgbClr val="FFBDDE"/>
                </a:solidFill>
                <a:latin typeface="Times New Roman" panose="02020603050405020304" pitchFamily="18" charset="0"/>
                <a:cs typeface="Arial" panose="020B0604020202020204" pitchFamily="34" charset="0"/>
              </a:rPr>
              <a:t>反射系数与折射系数</a:t>
            </a:r>
          </a:p>
        </p:txBody>
      </p:sp>
      <p:pic>
        <p:nvPicPr>
          <p:cNvPr id="2" name="图片 1">
            <a:extLst>
              <a:ext uri="{FF2B5EF4-FFF2-40B4-BE49-F238E27FC236}">
                <a16:creationId xmlns:a16="http://schemas.microsoft.com/office/drawing/2014/main" id="{9B983D3E-69AD-263A-B14B-98255AA72A5D}"/>
              </a:ext>
            </a:extLst>
          </p:cNvPr>
          <p:cNvPicPr>
            <a:picLocks noChangeAspect="1"/>
          </p:cNvPicPr>
          <p:nvPr/>
        </p:nvPicPr>
        <p:blipFill>
          <a:blip r:embed="rId4"/>
          <a:stretch>
            <a:fillRect/>
          </a:stretch>
        </p:blipFill>
        <p:spPr>
          <a:xfrm>
            <a:off x="5433012" y="1474540"/>
            <a:ext cx="1728192" cy="2276155"/>
          </a:xfrm>
          <a:prstGeom prst="rect">
            <a:avLst/>
          </a:prstGeom>
        </p:spPr>
      </p:pic>
      <p:pic>
        <p:nvPicPr>
          <p:cNvPr id="3" name="图片 2">
            <a:extLst>
              <a:ext uri="{FF2B5EF4-FFF2-40B4-BE49-F238E27FC236}">
                <a16:creationId xmlns:a16="http://schemas.microsoft.com/office/drawing/2014/main" id="{0EE37A35-4E43-1D1D-F1D1-3D0505D6522E}"/>
              </a:ext>
            </a:extLst>
          </p:cNvPr>
          <p:cNvPicPr>
            <a:picLocks noChangeAspect="1"/>
          </p:cNvPicPr>
          <p:nvPr/>
        </p:nvPicPr>
        <p:blipFill>
          <a:blip r:embed="rId5"/>
          <a:stretch>
            <a:fillRect/>
          </a:stretch>
        </p:blipFill>
        <p:spPr>
          <a:xfrm>
            <a:off x="7277077" y="1474540"/>
            <a:ext cx="1728192" cy="22963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124936"/>
                                        </p:tgtEl>
                                        <p:attrNameLst>
                                          <p:attrName>style.visibility</p:attrName>
                                        </p:attrNameLst>
                                      </p:cBhvr>
                                      <p:to>
                                        <p:strVal val="visible"/>
                                      </p:to>
                                    </p:set>
                                    <p:animEffect transition="in" filter="fade">
                                      <p:cBhvr>
                                        <p:cTn id="7" dur="2000"/>
                                        <p:tgtEl>
                                          <p:spTgt spid="1249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24935"/>
                                        </p:tgtEl>
                                        <p:attrNameLst>
                                          <p:attrName>style.visibility</p:attrName>
                                        </p:attrNameLst>
                                      </p:cBhvr>
                                      <p:to>
                                        <p:strVal val="visible"/>
                                      </p:to>
                                    </p:set>
                                    <p:animEffect transition="in" filter="wipe(up)">
                                      <p:cBhvr>
                                        <p:cTn id="12" dur="2000"/>
                                        <p:tgtEl>
                                          <p:spTgt spid="12493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24934"/>
                                        </p:tgtEl>
                                        <p:attrNameLst>
                                          <p:attrName>style.visibility</p:attrName>
                                        </p:attrNameLst>
                                      </p:cBhvr>
                                      <p:to>
                                        <p:strVal val="visible"/>
                                      </p:to>
                                    </p:set>
                                    <p:animEffect transition="in" filter="wipe(up)">
                                      <p:cBhvr>
                                        <p:cTn id="17" dur="2000"/>
                                        <p:tgtEl>
                                          <p:spTgt spid="124934"/>
                                        </p:tgtEl>
                                      </p:cBhvr>
                                    </p:animEffect>
                                  </p:childTnLst>
                                </p:cTn>
                              </p:par>
                              <p:par>
                                <p:cTn id="18" presetID="22" presetClass="entr" presetSubtype="1" fill="hold" grpId="0" nodeType="withEffect">
                                  <p:stCondLst>
                                    <p:cond delay="0"/>
                                  </p:stCondLst>
                                  <p:childTnLst>
                                    <p:set>
                                      <p:cBhvr>
                                        <p:cTn id="19" dur="1" fill="hold">
                                          <p:stCondLst>
                                            <p:cond delay="0"/>
                                          </p:stCondLst>
                                        </p:cTn>
                                        <p:tgtEl>
                                          <p:spTgt spid="627"/>
                                        </p:tgtEl>
                                        <p:attrNameLst>
                                          <p:attrName>style.visibility</p:attrName>
                                        </p:attrNameLst>
                                      </p:cBhvr>
                                      <p:to>
                                        <p:strVal val="visible"/>
                                      </p:to>
                                    </p:set>
                                    <p:animEffect transition="in" filter="wipe(up)">
                                      <p:cBhvr>
                                        <p:cTn id="20" dur="2000"/>
                                        <p:tgtEl>
                                          <p:spTgt spid="62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626"/>
                                        </p:tgtEl>
                                        <p:attrNameLst>
                                          <p:attrName>style.visibility</p:attrName>
                                        </p:attrNameLst>
                                      </p:cBhvr>
                                      <p:to>
                                        <p:strVal val="visible"/>
                                      </p:to>
                                    </p:set>
                                    <p:animEffect transition="in" filter="wipe(up)">
                                      <p:cBhvr>
                                        <p:cTn id="25" dur="3000"/>
                                        <p:tgtEl>
                                          <p:spTgt spid="6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34" grpId="0"/>
      <p:bldP spid="124935" grpId="0"/>
      <p:bldP spid="626" grpId="0" autoUpdateAnimBg="0"/>
      <p:bldP spid="62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29" name="Rectangle 629">
            <a:extLst>
              <a:ext uri="{FF2B5EF4-FFF2-40B4-BE49-F238E27FC236}">
                <a16:creationId xmlns:a16="http://schemas.microsoft.com/office/drawing/2014/main" id="{047B8DDA-DDE5-C173-4A3D-3B99FA5CB177}"/>
              </a:ext>
            </a:extLst>
          </p:cNvPr>
          <p:cNvSpPr>
            <a:spLocks noChangeArrowheads="1"/>
          </p:cNvSpPr>
          <p:nvPr/>
        </p:nvSpPr>
        <p:spPr bwMode="blackGray">
          <a:xfrm>
            <a:off x="34925" y="549275"/>
            <a:ext cx="7772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en-US" altLang="zh-CN" b="1">
                <a:solidFill>
                  <a:srgbClr val="FF9966"/>
                </a:solidFill>
                <a:latin typeface="Times New Roman" panose="02020603050405020304" pitchFamily="18" charset="0"/>
                <a:cs typeface="Arial" panose="020B0604020202020204" pitchFamily="34" charset="0"/>
              </a:rPr>
              <a:t>1.  </a:t>
            </a:r>
            <a:r>
              <a:rPr lang="zh-CN" altLang="en-US" b="1">
                <a:solidFill>
                  <a:srgbClr val="FF9966"/>
                </a:solidFill>
                <a:latin typeface="Times New Roman" panose="02020603050405020304" pitchFamily="18" charset="0"/>
                <a:cs typeface="Arial" panose="020B0604020202020204" pitchFamily="34" charset="0"/>
              </a:rPr>
              <a:t>垂直极化波的反射系数与透射系数</a:t>
            </a:r>
          </a:p>
        </p:txBody>
      </p:sp>
      <p:graphicFrame>
        <p:nvGraphicFramePr>
          <p:cNvPr id="77430" name="Object 630">
            <a:extLst>
              <a:ext uri="{FF2B5EF4-FFF2-40B4-BE49-F238E27FC236}">
                <a16:creationId xmlns:a16="http://schemas.microsoft.com/office/drawing/2014/main" id="{8FB82E97-E72B-8117-DBE9-E54ED983D7D7}"/>
              </a:ext>
            </a:extLst>
          </p:cNvPr>
          <p:cNvGraphicFramePr>
            <a:graphicFrameLocks noChangeAspect="1"/>
          </p:cNvGraphicFramePr>
          <p:nvPr>
            <p:extLst>
              <p:ext uri="{D42A27DB-BD31-4B8C-83A1-F6EECF244321}">
                <p14:modId xmlns:p14="http://schemas.microsoft.com/office/powerpoint/2010/main" val="1514574335"/>
              </p:ext>
            </p:extLst>
          </p:nvPr>
        </p:nvGraphicFramePr>
        <p:xfrm>
          <a:off x="1344613" y="3500438"/>
          <a:ext cx="3371850" cy="533400"/>
        </p:xfrm>
        <a:graphic>
          <a:graphicData uri="http://schemas.openxmlformats.org/presentationml/2006/ole">
            <mc:AlternateContent xmlns:mc="http://schemas.openxmlformats.org/markup-compatibility/2006">
              <mc:Choice xmlns:v="urn:schemas-microsoft-com:vml" Requires="v">
                <p:oleObj name="Equation" r:id="rId3" imgW="1663605" imgH="241485" progId="Equation.DSMT4">
                  <p:embed/>
                </p:oleObj>
              </mc:Choice>
              <mc:Fallback>
                <p:oleObj name="Equation" r:id="rId3" imgW="1663605" imgH="241485" progId="Equation.DSMT4">
                  <p:embed/>
                  <p:pic>
                    <p:nvPicPr>
                      <p:cNvPr id="0" name="Object 6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44613" y="3500438"/>
                        <a:ext cx="33718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431" name="Object 631">
            <a:extLst>
              <a:ext uri="{FF2B5EF4-FFF2-40B4-BE49-F238E27FC236}">
                <a16:creationId xmlns:a16="http://schemas.microsoft.com/office/drawing/2014/main" id="{88B2688F-E57B-B9A3-0C7C-A5A3830EFE96}"/>
              </a:ext>
            </a:extLst>
          </p:cNvPr>
          <p:cNvGraphicFramePr>
            <a:graphicFrameLocks noChangeAspect="1"/>
          </p:cNvGraphicFramePr>
          <p:nvPr>
            <p:extLst>
              <p:ext uri="{D42A27DB-BD31-4B8C-83A1-F6EECF244321}">
                <p14:modId xmlns:p14="http://schemas.microsoft.com/office/powerpoint/2010/main" val="2032437743"/>
              </p:ext>
            </p:extLst>
          </p:nvPr>
        </p:nvGraphicFramePr>
        <p:xfrm>
          <a:off x="1331913" y="4005263"/>
          <a:ext cx="6383337" cy="2520950"/>
        </p:xfrm>
        <a:graphic>
          <a:graphicData uri="http://schemas.openxmlformats.org/presentationml/2006/ole">
            <mc:AlternateContent xmlns:mc="http://schemas.openxmlformats.org/markup-compatibility/2006">
              <mc:Choice xmlns:v="urn:schemas-microsoft-com:vml" Requires="v">
                <p:oleObj name="Equation" r:id="rId5" imgW="3162430" imgH="1295539" progId="Equation.DSMT4">
                  <p:embed/>
                </p:oleObj>
              </mc:Choice>
              <mc:Fallback>
                <p:oleObj name="Equation" r:id="rId5" imgW="3162430" imgH="1295539" progId="Equation.DSMT4">
                  <p:embed/>
                  <p:pic>
                    <p:nvPicPr>
                      <p:cNvPr id="0" name="Object 6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4005263"/>
                        <a:ext cx="6383337" cy="2520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7432" name="Object 632">
            <a:extLst>
              <a:ext uri="{FF2B5EF4-FFF2-40B4-BE49-F238E27FC236}">
                <a16:creationId xmlns:a16="http://schemas.microsoft.com/office/drawing/2014/main" id="{F186D84A-22D2-6D0A-8546-71C40217E6D9}"/>
              </a:ext>
            </a:extLst>
          </p:cNvPr>
          <p:cNvGraphicFramePr>
            <a:graphicFrameLocks noChangeAspect="1"/>
          </p:cNvGraphicFramePr>
          <p:nvPr>
            <p:extLst>
              <p:ext uri="{D42A27DB-BD31-4B8C-83A1-F6EECF244321}">
                <p14:modId xmlns:p14="http://schemas.microsoft.com/office/powerpoint/2010/main" val="599568052"/>
              </p:ext>
            </p:extLst>
          </p:nvPr>
        </p:nvGraphicFramePr>
        <p:xfrm>
          <a:off x="1365250" y="1844675"/>
          <a:ext cx="2774950" cy="1449388"/>
        </p:xfrm>
        <a:graphic>
          <a:graphicData uri="http://schemas.openxmlformats.org/presentationml/2006/ole">
            <mc:AlternateContent xmlns:mc="http://schemas.openxmlformats.org/markup-compatibility/2006">
              <mc:Choice xmlns:v="urn:schemas-microsoft-com:vml" Requires="v">
                <p:oleObj name="Equation" r:id="rId7" imgW="1409778" imgH="724039" progId="Equation.DSMT4">
                  <p:embed/>
                </p:oleObj>
              </mc:Choice>
              <mc:Fallback>
                <p:oleObj name="Equation" r:id="rId7" imgW="1409778" imgH="724039" progId="Equation.DSMT4">
                  <p:embed/>
                  <p:pic>
                    <p:nvPicPr>
                      <p:cNvPr id="0" name="Object 6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65250" y="1844675"/>
                        <a:ext cx="2774950" cy="1449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7435" name="Group 635">
            <a:extLst>
              <a:ext uri="{FF2B5EF4-FFF2-40B4-BE49-F238E27FC236}">
                <a16:creationId xmlns:a16="http://schemas.microsoft.com/office/drawing/2014/main" id="{D3C9EF13-371A-669D-E37B-1A7CA4BCC269}"/>
              </a:ext>
            </a:extLst>
          </p:cNvPr>
          <p:cNvGrpSpPr>
            <a:grpSpLocks/>
          </p:cNvGrpSpPr>
          <p:nvPr/>
        </p:nvGrpSpPr>
        <p:grpSpPr bwMode="auto">
          <a:xfrm>
            <a:off x="5616575" y="416719"/>
            <a:ext cx="3492500" cy="3168650"/>
            <a:chOff x="3152" y="482"/>
            <a:chExt cx="2381" cy="2223"/>
          </a:xfrm>
        </p:grpSpPr>
        <p:grpSp>
          <p:nvGrpSpPr>
            <p:cNvPr id="83979" name="Group 636">
              <a:extLst>
                <a:ext uri="{FF2B5EF4-FFF2-40B4-BE49-F238E27FC236}">
                  <a16:creationId xmlns:a16="http://schemas.microsoft.com/office/drawing/2014/main" id="{AFD27E0B-599F-9C45-FDDC-C745E84755A3}"/>
                </a:ext>
              </a:extLst>
            </p:cNvPr>
            <p:cNvGrpSpPr>
              <a:grpSpLocks/>
            </p:cNvGrpSpPr>
            <p:nvPr/>
          </p:nvGrpSpPr>
          <p:grpSpPr bwMode="auto">
            <a:xfrm>
              <a:off x="3152" y="482"/>
              <a:ext cx="2381" cy="2223"/>
              <a:chOff x="3379" y="255"/>
              <a:chExt cx="2381" cy="2223"/>
            </a:xfrm>
          </p:grpSpPr>
          <p:sp>
            <p:nvSpPr>
              <p:cNvPr id="83981" name="Rectangle 637">
                <a:extLst>
                  <a:ext uri="{FF2B5EF4-FFF2-40B4-BE49-F238E27FC236}">
                    <a16:creationId xmlns:a16="http://schemas.microsoft.com/office/drawing/2014/main" id="{CD789FEB-E951-6E5A-F18F-167B47DC0F0E}"/>
                  </a:ext>
                </a:extLst>
              </p:cNvPr>
              <p:cNvSpPr>
                <a:spLocks noChangeArrowheads="1"/>
              </p:cNvSpPr>
              <p:nvPr/>
            </p:nvSpPr>
            <p:spPr bwMode="auto">
              <a:xfrm>
                <a:off x="3379" y="255"/>
                <a:ext cx="2381" cy="2223"/>
              </a:xfrm>
              <a:prstGeom prst="rect">
                <a:avLst/>
              </a:prstGeom>
              <a:solidFill>
                <a:srgbClr val="CCFFFF"/>
              </a:solidFill>
              <a:ln w="254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nvGrpSpPr>
              <p:cNvPr id="83982" name="Group 638">
                <a:extLst>
                  <a:ext uri="{FF2B5EF4-FFF2-40B4-BE49-F238E27FC236}">
                    <a16:creationId xmlns:a16="http://schemas.microsoft.com/office/drawing/2014/main" id="{9CDCB70B-7AB3-3855-72D9-15E2AE228162}"/>
                  </a:ext>
                </a:extLst>
              </p:cNvPr>
              <p:cNvGrpSpPr>
                <a:grpSpLocks/>
              </p:cNvGrpSpPr>
              <p:nvPr/>
            </p:nvGrpSpPr>
            <p:grpSpPr bwMode="auto">
              <a:xfrm>
                <a:off x="3494" y="301"/>
                <a:ext cx="2244" cy="2088"/>
                <a:chOff x="3323" y="709"/>
                <a:chExt cx="2244" cy="2088"/>
              </a:xfrm>
            </p:grpSpPr>
            <p:sp>
              <p:nvSpPr>
                <p:cNvPr id="83983" name="Rectangle 639">
                  <a:extLst>
                    <a:ext uri="{FF2B5EF4-FFF2-40B4-BE49-F238E27FC236}">
                      <a16:creationId xmlns:a16="http://schemas.microsoft.com/office/drawing/2014/main" id="{59B48BB5-25FC-B3B5-8BD0-5A7CF211FF66}"/>
                    </a:ext>
                  </a:extLst>
                </p:cNvPr>
                <p:cNvSpPr>
                  <a:spLocks noChangeArrowheads="1"/>
                </p:cNvSpPr>
                <p:nvPr/>
              </p:nvSpPr>
              <p:spPr bwMode="auto">
                <a:xfrm>
                  <a:off x="3334" y="835"/>
                  <a:ext cx="1026" cy="19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3984" name="Rectangle 640">
                  <a:extLst>
                    <a:ext uri="{FF2B5EF4-FFF2-40B4-BE49-F238E27FC236}">
                      <a16:creationId xmlns:a16="http://schemas.microsoft.com/office/drawing/2014/main" id="{100854ED-E053-1437-7C4C-C21BA51295B1}"/>
                    </a:ext>
                  </a:extLst>
                </p:cNvPr>
                <p:cNvSpPr>
                  <a:spLocks noChangeArrowheads="1"/>
                </p:cNvSpPr>
                <p:nvPr/>
              </p:nvSpPr>
              <p:spPr bwMode="auto">
                <a:xfrm>
                  <a:off x="4360" y="835"/>
                  <a:ext cx="1105" cy="19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3985" name="Text Box 641">
                  <a:extLst>
                    <a:ext uri="{FF2B5EF4-FFF2-40B4-BE49-F238E27FC236}">
                      <a16:creationId xmlns:a16="http://schemas.microsoft.com/office/drawing/2014/main" id="{2BA81E29-DA5B-FAED-62AE-1924D76EED2C}"/>
                    </a:ext>
                  </a:extLst>
                </p:cNvPr>
                <p:cNvSpPr txBox="1">
                  <a:spLocks noChangeArrowheads="1"/>
                </p:cNvSpPr>
                <p:nvPr/>
              </p:nvSpPr>
              <p:spPr bwMode="auto">
                <a:xfrm>
                  <a:off x="3335" y="1888"/>
                  <a:ext cx="633"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1</a:t>
                  </a:r>
                </a:p>
              </p:txBody>
            </p:sp>
            <p:sp>
              <p:nvSpPr>
                <p:cNvPr id="83986" name="Text Box 642">
                  <a:extLst>
                    <a:ext uri="{FF2B5EF4-FFF2-40B4-BE49-F238E27FC236}">
                      <a16:creationId xmlns:a16="http://schemas.microsoft.com/office/drawing/2014/main" id="{390C1276-B99D-CD51-F619-A69EEBCEA925}"/>
                    </a:ext>
                  </a:extLst>
                </p:cNvPr>
                <p:cNvSpPr txBox="1">
                  <a:spLocks noChangeArrowheads="1"/>
                </p:cNvSpPr>
                <p:nvPr/>
              </p:nvSpPr>
              <p:spPr bwMode="auto">
                <a:xfrm>
                  <a:off x="4649" y="2025"/>
                  <a:ext cx="635"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2</a:t>
                  </a:r>
                </a:p>
              </p:txBody>
            </p:sp>
            <p:sp>
              <p:nvSpPr>
                <p:cNvPr id="83987" name="Line 643">
                  <a:extLst>
                    <a:ext uri="{FF2B5EF4-FFF2-40B4-BE49-F238E27FC236}">
                      <a16:creationId xmlns:a16="http://schemas.microsoft.com/office/drawing/2014/main" id="{E5C62E74-4BCB-BE84-9043-44F174CDE80B}"/>
                    </a:ext>
                  </a:extLst>
                </p:cNvPr>
                <p:cNvSpPr>
                  <a:spLocks noChangeShapeType="1"/>
                </p:cNvSpPr>
                <p:nvPr/>
              </p:nvSpPr>
              <p:spPr bwMode="auto">
                <a:xfrm>
                  <a:off x="3323" y="1798"/>
                  <a:ext cx="2142"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8" name="Line 644">
                  <a:extLst>
                    <a:ext uri="{FF2B5EF4-FFF2-40B4-BE49-F238E27FC236}">
                      <a16:creationId xmlns:a16="http://schemas.microsoft.com/office/drawing/2014/main" id="{933BF699-E712-9712-6F38-267A288073B0}"/>
                    </a:ext>
                  </a:extLst>
                </p:cNvPr>
                <p:cNvSpPr>
                  <a:spLocks noChangeShapeType="1"/>
                </p:cNvSpPr>
                <p:nvPr/>
              </p:nvSpPr>
              <p:spPr bwMode="auto">
                <a:xfrm flipV="1">
                  <a:off x="4360" y="835"/>
                  <a:ext cx="0" cy="196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89" name="Text Box 645">
                  <a:extLst>
                    <a:ext uri="{FF2B5EF4-FFF2-40B4-BE49-F238E27FC236}">
                      <a16:creationId xmlns:a16="http://schemas.microsoft.com/office/drawing/2014/main" id="{B03CD0FD-FFCA-C93E-38E4-E1C282D45CB6}"/>
                    </a:ext>
                  </a:extLst>
                </p:cNvPr>
                <p:cNvSpPr txBox="1">
                  <a:spLocks noChangeArrowheads="1"/>
                </p:cNvSpPr>
                <p:nvPr/>
              </p:nvSpPr>
              <p:spPr bwMode="auto">
                <a:xfrm>
                  <a:off x="5329" y="1736"/>
                  <a:ext cx="238" cy="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000000"/>
                      </a:solidFill>
                      <a:latin typeface="楷体_GB2312" pitchFamily="49" charset="-122"/>
                      <a:ea typeface="楷体_GB2312" pitchFamily="49" charset="-122"/>
                    </a:rPr>
                    <a:t>z</a:t>
                  </a:r>
                </a:p>
              </p:txBody>
            </p:sp>
            <p:sp>
              <p:nvSpPr>
                <p:cNvPr id="83990" name="Text Box 646">
                  <a:extLst>
                    <a:ext uri="{FF2B5EF4-FFF2-40B4-BE49-F238E27FC236}">
                      <a16:creationId xmlns:a16="http://schemas.microsoft.com/office/drawing/2014/main" id="{486E5B73-83F6-A4B8-2336-B58E63270F5F}"/>
                    </a:ext>
                  </a:extLst>
                </p:cNvPr>
                <p:cNvSpPr txBox="1">
                  <a:spLocks noChangeArrowheads="1"/>
                </p:cNvSpPr>
                <p:nvPr/>
              </p:nvSpPr>
              <p:spPr bwMode="auto">
                <a:xfrm>
                  <a:off x="4330" y="709"/>
                  <a:ext cx="238" cy="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rgbClr val="000000"/>
                      </a:solidFill>
                      <a:latin typeface="Times New Roman" panose="02020603050405020304" pitchFamily="18" charset="0"/>
                      <a:ea typeface="楷体_GB2312" pitchFamily="49" charset="-122"/>
                    </a:rPr>
                    <a:t>x</a:t>
                  </a:r>
                </a:p>
              </p:txBody>
            </p:sp>
            <p:sp>
              <p:nvSpPr>
                <p:cNvPr id="83991" name="Line 647">
                  <a:extLst>
                    <a:ext uri="{FF2B5EF4-FFF2-40B4-BE49-F238E27FC236}">
                      <a16:creationId xmlns:a16="http://schemas.microsoft.com/office/drawing/2014/main" id="{984DB0E1-C6D9-AF5E-7A88-E0B921F1C18C}"/>
                    </a:ext>
                  </a:extLst>
                </p:cNvPr>
                <p:cNvSpPr>
                  <a:spLocks noChangeAspect="1" noChangeShapeType="1"/>
                </p:cNvSpPr>
                <p:nvPr/>
              </p:nvSpPr>
              <p:spPr bwMode="auto">
                <a:xfrm flipV="1">
                  <a:off x="3661" y="1798"/>
                  <a:ext cx="705" cy="72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2" name="Line 648">
                  <a:extLst>
                    <a:ext uri="{FF2B5EF4-FFF2-40B4-BE49-F238E27FC236}">
                      <a16:creationId xmlns:a16="http://schemas.microsoft.com/office/drawing/2014/main" id="{6A61D2C5-70D6-397F-51EB-6E614B178C6F}"/>
                    </a:ext>
                  </a:extLst>
                </p:cNvPr>
                <p:cNvSpPr>
                  <a:spLocks noChangeAspect="1" noChangeShapeType="1"/>
                </p:cNvSpPr>
                <p:nvPr/>
              </p:nvSpPr>
              <p:spPr bwMode="auto">
                <a:xfrm>
                  <a:off x="3681" y="1096"/>
                  <a:ext cx="685" cy="701"/>
                </a:xfrm>
                <a:prstGeom prst="line">
                  <a:avLst/>
                </a:prstGeom>
                <a:noFill/>
                <a:ln w="28575">
                  <a:solidFill>
                    <a:srgbClr val="CC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3993" name="Line 649">
                  <a:extLst>
                    <a:ext uri="{FF2B5EF4-FFF2-40B4-BE49-F238E27FC236}">
                      <a16:creationId xmlns:a16="http://schemas.microsoft.com/office/drawing/2014/main" id="{7BC19729-66EB-0C12-C80A-DC27510C396D}"/>
                    </a:ext>
                  </a:extLst>
                </p:cNvPr>
                <p:cNvSpPr>
                  <a:spLocks noChangeShapeType="1"/>
                </p:cNvSpPr>
                <p:nvPr/>
              </p:nvSpPr>
              <p:spPr bwMode="auto">
                <a:xfrm flipV="1">
                  <a:off x="4360" y="1282"/>
                  <a:ext cx="833" cy="516"/>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3994" name="Group 650">
                  <a:extLst>
                    <a:ext uri="{FF2B5EF4-FFF2-40B4-BE49-F238E27FC236}">
                      <a16:creationId xmlns:a16="http://schemas.microsoft.com/office/drawing/2014/main" id="{E6065904-0A26-0F08-CC76-7D9C6445FDAE}"/>
                    </a:ext>
                  </a:extLst>
                </p:cNvPr>
                <p:cNvGrpSpPr>
                  <a:grpSpLocks/>
                </p:cNvGrpSpPr>
                <p:nvPr/>
              </p:nvGrpSpPr>
              <p:grpSpPr bwMode="auto">
                <a:xfrm>
                  <a:off x="3795" y="2279"/>
                  <a:ext cx="89" cy="103"/>
                  <a:chOff x="5040" y="3504"/>
                  <a:chExt cx="144" cy="144"/>
                </a:xfrm>
              </p:grpSpPr>
              <p:sp>
                <p:nvSpPr>
                  <p:cNvPr id="84023" name="Oval 651">
                    <a:extLst>
                      <a:ext uri="{FF2B5EF4-FFF2-40B4-BE49-F238E27FC236}">
                        <a16:creationId xmlns:a16="http://schemas.microsoft.com/office/drawing/2014/main" id="{23BB832F-F7DD-256E-617A-F0D0D5FDC0E8}"/>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4024" name="Oval 652">
                    <a:extLst>
                      <a:ext uri="{FF2B5EF4-FFF2-40B4-BE49-F238E27FC236}">
                        <a16:creationId xmlns:a16="http://schemas.microsoft.com/office/drawing/2014/main" id="{2F91BFE2-DB6A-E6E5-2D51-59BD2B8D4CBD}"/>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3995" name="Group 653">
                  <a:extLst>
                    <a:ext uri="{FF2B5EF4-FFF2-40B4-BE49-F238E27FC236}">
                      <a16:creationId xmlns:a16="http://schemas.microsoft.com/office/drawing/2014/main" id="{5CBFEAB6-566B-F7B6-75A9-5C1ACED65A39}"/>
                    </a:ext>
                  </a:extLst>
                </p:cNvPr>
                <p:cNvGrpSpPr>
                  <a:grpSpLocks/>
                </p:cNvGrpSpPr>
                <p:nvPr/>
              </p:nvGrpSpPr>
              <p:grpSpPr bwMode="auto">
                <a:xfrm>
                  <a:off x="3921" y="1353"/>
                  <a:ext cx="89" cy="103"/>
                  <a:chOff x="5040" y="3504"/>
                  <a:chExt cx="144" cy="144"/>
                </a:xfrm>
              </p:grpSpPr>
              <p:sp>
                <p:nvSpPr>
                  <p:cNvPr id="84021" name="Oval 654">
                    <a:extLst>
                      <a:ext uri="{FF2B5EF4-FFF2-40B4-BE49-F238E27FC236}">
                        <a16:creationId xmlns:a16="http://schemas.microsoft.com/office/drawing/2014/main" id="{982EF347-4D3D-AADD-6B03-3943C410D05E}"/>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4022" name="Oval 655">
                    <a:extLst>
                      <a:ext uri="{FF2B5EF4-FFF2-40B4-BE49-F238E27FC236}">
                        <a16:creationId xmlns:a16="http://schemas.microsoft.com/office/drawing/2014/main" id="{80BBBE40-2BCC-1A12-E9A4-59F63F9B1FCA}"/>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3996" name="Group 656">
                  <a:extLst>
                    <a:ext uri="{FF2B5EF4-FFF2-40B4-BE49-F238E27FC236}">
                      <a16:creationId xmlns:a16="http://schemas.microsoft.com/office/drawing/2014/main" id="{039C1B77-12A4-3CE2-6CCA-4DA55E143DCA}"/>
                    </a:ext>
                  </a:extLst>
                </p:cNvPr>
                <p:cNvGrpSpPr>
                  <a:grpSpLocks/>
                </p:cNvGrpSpPr>
                <p:nvPr/>
              </p:nvGrpSpPr>
              <p:grpSpPr bwMode="auto">
                <a:xfrm>
                  <a:off x="4836" y="1420"/>
                  <a:ext cx="89" cy="103"/>
                  <a:chOff x="5040" y="3504"/>
                  <a:chExt cx="144" cy="144"/>
                </a:xfrm>
              </p:grpSpPr>
              <p:sp>
                <p:nvSpPr>
                  <p:cNvPr id="84019" name="Oval 657">
                    <a:extLst>
                      <a:ext uri="{FF2B5EF4-FFF2-40B4-BE49-F238E27FC236}">
                        <a16:creationId xmlns:a16="http://schemas.microsoft.com/office/drawing/2014/main" id="{0F52953B-682B-7924-8398-CC8C3AE9F7A7}"/>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4020" name="Oval 658">
                    <a:extLst>
                      <a:ext uri="{FF2B5EF4-FFF2-40B4-BE49-F238E27FC236}">
                        <a16:creationId xmlns:a16="http://schemas.microsoft.com/office/drawing/2014/main" id="{ACB3C5F4-2DBC-9859-D8AC-2608D693E916}"/>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83997" name="Object 659">
                  <a:extLst>
                    <a:ext uri="{FF2B5EF4-FFF2-40B4-BE49-F238E27FC236}">
                      <a16:creationId xmlns:a16="http://schemas.microsoft.com/office/drawing/2014/main" id="{D14322D6-3C6E-D6D3-5F21-75BD94818B5D}"/>
                    </a:ext>
                  </a:extLst>
                </p:cNvPr>
                <p:cNvGraphicFramePr>
                  <a:graphicFrameLocks noChangeAspect="1"/>
                </p:cNvGraphicFramePr>
                <p:nvPr>
                  <p:extLst>
                    <p:ext uri="{D42A27DB-BD31-4B8C-83A1-F6EECF244321}">
                      <p14:modId xmlns:p14="http://schemas.microsoft.com/office/powerpoint/2010/main" val="4052141408"/>
                    </p:ext>
                  </p:extLst>
                </p:nvPr>
              </p:nvGraphicFramePr>
              <p:xfrm>
                <a:off x="3641" y="2113"/>
                <a:ext cx="161" cy="248"/>
              </p:xfrm>
              <a:graphic>
                <a:graphicData uri="http://schemas.openxmlformats.org/presentationml/2006/ole">
                  <mc:AlternateContent xmlns:mc="http://schemas.openxmlformats.org/markup-compatibility/2006">
                    <mc:Choice xmlns:v="urn:schemas-microsoft-com:vml" Requires="v">
                      <p:oleObj name="Equation" r:id="rId9" imgW="190417" imgH="253890" progId="Equation.DSMT4">
                        <p:embed/>
                      </p:oleObj>
                    </mc:Choice>
                    <mc:Fallback>
                      <p:oleObj name="Equation" r:id="rId9" imgW="190417" imgH="253890" progId="Equation.DSMT4">
                        <p:embed/>
                        <p:pic>
                          <p:nvPicPr>
                            <p:cNvPr id="0" name="Object 65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41" y="2113"/>
                              <a:ext cx="16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98" name="Line 660">
                  <a:extLst>
                    <a:ext uri="{FF2B5EF4-FFF2-40B4-BE49-F238E27FC236}">
                      <a16:creationId xmlns:a16="http://schemas.microsoft.com/office/drawing/2014/main" id="{039DBA69-73C0-393A-02E5-B1400C4A2195}"/>
                    </a:ext>
                  </a:extLst>
                </p:cNvPr>
                <p:cNvSpPr>
                  <a:spLocks noChangeShapeType="1"/>
                </p:cNvSpPr>
                <p:nvPr/>
              </p:nvSpPr>
              <p:spPr bwMode="auto">
                <a:xfrm>
                  <a:off x="3851" y="2341"/>
                  <a:ext cx="227" cy="227"/>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3999" name="Object 661">
                  <a:extLst>
                    <a:ext uri="{FF2B5EF4-FFF2-40B4-BE49-F238E27FC236}">
                      <a16:creationId xmlns:a16="http://schemas.microsoft.com/office/drawing/2014/main" id="{17632DC4-4FB4-5D46-58A2-0F34E41EB20D}"/>
                    </a:ext>
                  </a:extLst>
                </p:cNvPr>
                <p:cNvGraphicFramePr>
                  <a:graphicFrameLocks noChangeAspect="1"/>
                </p:cNvGraphicFramePr>
                <p:nvPr>
                  <p:extLst>
                    <p:ext uri="{D42A27DB-BD31-4B8C-83A1-F6EECF244321}">
                      <p14:modId xmlns:p14="http://schemas.microsoft.com/office/powerpoint/2010/main" val="2202368912"/>
                    </p:ext>
                  </p:extLst>
                </p:nvPr>
              </p:nvGraphicFramePr>
              <p:xfrm>
                <a:off x="4099" y="2456"/>
                <a:ext cx="182" cy="249"/>
              </p:xfrm>
              <a:graphic>
                <a:graphicData uri="http://schemas.openxmlformats.org/presentationml/2006/ole">
                  <mc:AlternateContent xmlns:mc="http://schemas.openxmlformats.org/markup-compatibility/2006">
                    <mc:Choice xmlns:v="urn:schemas-microsoft-com:vml" Requires="v">
                      <p:oleObj name="Equation" r:id="rId11" imgW="215713" imgH="253780" progId="Equation.DSMT4">
                        <p:embed/>
                      </p:oleObj>
                    </mc:Choice>
                    <mc:Fallback>
                      <p:oleObj name="Equation" r:id="rId11" imgW="215713" imgH="253780" progId="Equation.DSMT4">
                        <p:embed/>
                        <p:pic>
                          <p:nvPicPr>
                            <p:cNvPr id="0" name="Object 66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99" y="2456"/>
                              <a:ext cx="182"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00" name="Line 662">
                  <a:extLst>
                    <a:ext uri="{FF2B5EF4-FFF2-40B4-BE49-F238E27FC236}">
                      <a16:creationId xmlns:a16="http://schemas.microsoft.com/office/drawing/2014/main" id="{4F7C4935-B87E-49D5-0509-8BD3104AA7F9}"/>
                    </a:ext>
                  </a:extLst>
                </p:cNvPr>
                <p:cNvSpPr>
                  <a:spLocks noChangeShapeType="1"/>
                </p:cNvSpPr>
                <p:nvPr/>
              </p:nvSpPr>
              <p:spPr bwMode="auto">
                <a:xfrm flipV="1">
                  <a:off x="3855" y="2073"/>
                  <a:ext cx="237" cy="241"/>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4001" name="Object 663">
                  <a:extLst>
                    <a:ext uri="{FF2B5EF4-FFF2-40B4-BE49-F238E27FC236}">
                      <a16:creationId xmlns:a16="http://schemas.microsoft.com/office/drawing/2014/main" id="{94FD1E20-FF66-A558-601B-EC5755CA0CF3}"/>
                    </a:ext>
                  </a:extLst>
                </p:cNvPr>
                <p:cNvGraphicFramePr>
                  <a:graphicFrameLocks noChangeAspect="1"/>
                </p:cNvGraphicFramePr>
                <p:nvPr>
                  <p:extLst>
                    <p:ext uri="{D42A27DB-BD31-4B8C-83A1-F6EECF244321}">
                      <p14:modId xmlns:p14="http://schemas.microsoft.com/office/powerpoint/2010/main" val="505969008"/>
                    </p:ext>
                  </p:extLst>
                </p:nvPr>
              </p:nvGraphicFramePr>
              <p:xfrm>
                <a:off x="4079" y="2073"/>
                <a:ext cx="118" cy="223"/>
              </p:xfrm>
              <a:graphic>
                <a:graphicData uri="http://schemas.openxmlformats.org/presentationml/2006/ole">
                  <mc:AlternateContent xmlns:mc="http://schemas.openxmlformats.org/markup-compatibility/2006">
                    <mc:Choice xmlns:v="urn:schemas-microsoft-com:vml" Requires="v">
                      <p:oleObj name="Equation" r:id="rId13" imgW="139700" imgH="228600" progId="Equation.DSMT4">
                        <p:embed/>
                      </p:oleObj>
                    </mc:Choice>
                    <mc:Fallback>
                      <p:oleObj name="Equation" r:id="rId13" imgW="139700" imgH="228600" progId="Equation.DSMT4">
                        <p:embed/>
                        <p:pic>
                          <p:nvPicPr>
                            <p:cNvPr id="0" name="Object 6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79" y="2073"/>
                              <a:ext cx="118"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02" name="Line 664">
                  <a:extLst>
                    <a:ext uri="{FF2B5EF4-FFF2-40B4-BE49-F238E27FC236}">
                      <a16:creationId xmlns:a16="http://schemas.microsoft.com/office/drawing/2014/main" id="{4501F7D4-465E-D0DC-6F7D-F801FBA31F7B}"/>
                    </a:ext>
                  </a:extLst>
                </p:cNvPr>
                <p:cNvSpPr>
                  <a:spLocks noChangeShapeType="1"/>
                </p:cNvSpPr>
                <p:nvPr/>
              </p:nvSpPr>
              <p:spPr bwMode="auto">
                <a:xfrm flipV="1">
                  <a:off x="3980" y="1146"/>
                  <a:ext cx="208" cy="241"/>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4003" name="Object 665">
                  <a:extLst>
                    <a:ext uri="{FF2B5EF4-FFF2-40B4-BE49-F238E27FC236}">
                      <a16:creationId xmlns:a16="http://schemas.microsoft.com/office/drawing/2014/main" id="{8F649164-34CD-90E9-58A8-46F4E96F975A}"/>
                    </a:ext>
                  </a:extLst>
                </p:cNvPr>
                <p:cNvGraphicFramePr>
                  <a:graphicFrameLocks noChangeAspect="1"/>
                </p:cNvGraphicFramePr>
                <p:nvPr>
                  <p:extLst>
                    <p:ext uri="{D42A27DB-BD31-4B8C-83A1-F6EECF244321}">
                      <p14:modId xmlns:p14="http://schemas.microsoft.com/office/powerpoint/2010/main" val="2384679619"/>
                    </p:ext>
                  </p:extLst>
                </p:nvPr>
              </p:nvGraphicFramePr>
              <p:xfrm>
                <a:off x="4154" y="997"/>
                <a:ext cx="182" cy="248"/>
              </p:xfrm>
              <a:graphic>
                <a:graphicData uri="http://schemas.openxmlformats.org/presentationml/2006/ole">
                  <mc:AlternateContent xmlns:mc="http://schemas.openxmlformats.org/markup-compatibility/2006">
                    <mc:Choice xmlns:v="urn:schemas-microsoft-com:vml" Requires="v">
                      <p:oleObj name="Equation" r:id="rId15" imgW="215713" imgH="253780" progId="Equation.DSMT4">
                        <p:embed/>
                      </p:oleObj>
                    </mc:Choice>
                    <mc:Fallback>
                      <p:oleObj name="Equation" r:id="rId15" imgW="215713" imgH="253780" progId="Equation.DSMT4">
                        <p:embed/>
                        <p:pic>
                          <p:nvPicPr>
                            <p:cNvPr id="0" name="Object 66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54" y="997"/>
                              <a:ext cx="18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04" name="Object 666">
                  <a:extLst>
                    <a:ext uri="{FF2B5EF4-FFF2-40B4-BE49-F238E27FC236}">
                      <a16:creationId xmlns:a16="http://schemas.microsoft.com/office/drawing/2014/main" id="{58DE1E58-1A87-8EF8-C1E6-AF33E3FDC66D}"/>
                    </a:ext>
                  </a:extLst>
                </p:cNvPr>
                <p:cNvGraphicFramePr>
                  <a:graphicFrameLocks noChangeAspect="1"/>
                </p:cNvGraphicFramePr>
                <p:nvPr>
                  <p:extLst>
                    <p:ext uri="{D42A27DB-BD31-4B8C-83A1-F6EECF244321}">
                      <p14:modId xmlns:p14="http://schemas.microsoft.com/office/powerpoint/2010/main" val="3022842126"/>
                    </p:ext>
                  </p:extLst>
                </p:nvPr>
              </p:nvGraphicFramePr>
              <p:xfrm>
                <a:off x="3796" y="1340"/>
                <a:ext cx="161" cy="250"/>
              </p:xfrm>
              <a:graphic>
                <a:graphicData uri="http://schemas.openxmlformats.org/presentationml/2006/ole">
                  <mc:AlternateContent xmlns:mc="http://schemas.openxmlformats.org/markup-compatibility/2006">
                    <mc:Choice xmlns:v="urn:schemas-microsoft-com:vml" Requires="v">
                      <p:oleObj name="Equation" r:id="rId17" imgW="190417" imgH="253890" progId="Equation.DSMT4">
                        <p:embed/>
                      </p:oleObj>
                    </mc:Choice>
                    <mc:Fallback>
                      <p:oleObj name="Equation" r:id="rId17" imgW="190417" imgH="253890" progId="Equation.DSMT4">
                        <p:embed/>
                        <p:pic>
                          <p:nvPicPr>
                            <p:cNvPr id="0" name="Object 66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96" y="1340"/>
                              <a:ext cx="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05" name="Object 667">
                  <a:extLst>
                    <a:ext uri="{FF2B5EF4-FFF2-40B4-BE49-F238E27FC236}">
                      <a16:creationId xmlns:a16="http://schemas.microsoft.com/office/drawing/2014/main" id="{599D45ED-8B7B-3237-64A9-C6A3968D2FDA}"/>
                    </a:ext>
                  </a:extLst>
                </p:cNvPr>
                <p:cNvGraphicFramePr>
                  <a:graphicFrameLocks noChangeAspect="1"/>
                </p:cNvGraphicFramePr>
                <p:nvPr>
                  <p:extLst>
                    <p:ext uri="{D42A27DB-BD31-4B8C-83A1-F6EECF244321}">
                      <p14:modId xmlns:p14="http://schemas.microsoft.com/office/powerpoint/2010/main" val="3891023270"/>
                    </p:ext>
                  </p:extLst>
                </p:nvPr>
              </p:nvGraphicFramePr>
              <p:xfrm>
                <a:off x="3554" y="1020"/>
                <a:ext cx="130" cy="223"/>
              </p:xfrm>
              <a:graphic>
                <a:graphicData uri="http://schemas.openxmlformats.org/presentationml/2006/ole">
                  <mc:AlternateContent xmlns:mc="http://schemas.openxmlformats.org/markup-compatibility/2006">
                    <mc:Choice xmlns:v="urn:schemas-microsoft-com:vml" Requires="v">
                      <p:oleObj name="Equation" r:id="rId19" imgW="152334" imgH="228501" progId="Equation.DSMT4">
                        <p:embed/>
                      </p:oleObj>
                    </mc:Choice>
                    <mc:Fallback>
                      <p:oleObj name="Equation" r:id="rId19" imgW="152334" imgH="228501" progId="Equation.DSMT4">
                        <p:embed/>
                        <p:pic>
                          <p:nvPicPr>
                            <p:cNvPr id="0" name="Object 66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54" y="1020"/>
                              <a:ext cx="13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06" name="Line 668">
                  <a:extLst>
                    <a:ext uri="{FF2B5EF4-FFF2-40B4-BE49-F238E27FC236}">
                      <a16:creationId xmlns:a16="http://schemas.microsoft.com/office/drawing/2014/main" id="{001E8EF5-0C74-5CEE-7951-C24A3CC56565}"/>
                    </a:ext>
                  </a:extLst>
                </p:cNvPr>
                <p:cNvSpPr>
                  <a:spLocks noChangeShapeType="1"/>
                </p:cNvSpPr>
                <p:nvPr/>
              </p:nvSpPr>
              <p:spPr bwMode="auto">
                <a:xfrm>
                  <a:off x="4895" y="1488"/>
                  <a:ext cx="151" cy="264"/>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4007" name="Object 669">
                  <a:extLst>
                    <a:ext uri="{FF2B5EF4-FFF2-40B4-BE49-F238E27FC236}">
                      <a16:creationId xmlns:a16="http://schemas.microsoft.com/office/drawing/2014/main" id="{85D195B9-AA00-2646-8792-3AE025EC29AB}"/>
                    </a:ext>
                  </a:extLst>
                </p:cNvPr>
                <p:cNvGraphicFramePr>
                  <a:graphicFrameLocks noChangeAspect="1"/>
                </p:cNvGraphicFramePr>
                <p:nvPr>
                  <p:extLst>
                    <p:ext uri="{D42A27DB-BD31-4B8C-83A1-F6EECF244321}">
                      <p14:modId xmlns:p14="http://schemas.microsoft.com/office/powerpoint/2010/main" val="822099897"/>
                    </p:ext>
                  </p:extLst>
                </p:nvPr>
              </p:nvGraphicFramePr>
              <p:xfrm>
                <a:off x="5052" y="1558"/>
                <a:ext cx="181" cy="248"/>
              </p:xfrm>
              <a:graphic>
                <a:graphicData uri="http://schemas.openxmlformats.org/presentationml/2006/ole">
                  <mc:AlternateContent xmlns:mc="http://schemas.openxmlformats.org/markup-compatibility/2006">
                    <mc:Choice xmlns:v="urn:schemas-microsoft-com:vml" Requires="v">
                      <p:oleObj name="Equation" r:id="rId21" imgW="215713" imgH="253780" progId="Equation.DSMT4">
                        <p:embed/>
                      </p:oleObj>
                    </mc:Choice>
                    <mc:Fallback>
                      <p:oleObj name="Equation" r:id="rId21" imgW="215713" imgH="253780" progId="Equation.DSMT4">
                        <p:embed/>
                        <p:pic>
                          <p:nvPicPr>
                            <p:cNvPr id="0" name="Object 66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52" y="1558"/>
                              <a:ext cx="18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08" name="Object 670">
                  <a:extLst>
                    <a:ext uri="{FF2B5EF4-FFF2-40B4-BE49-F238E27FC236}">
                      <a16:creationId xmlns:a16="http://schemas.microsoft.com/office/drawing/2014/main" id="{8C957AC6-4D25-368F-82E0-F2C2ECAFC1E2}"/>
                    </a:ext>
                  </a:extLst>
                </p:cNvPr>
                <p:cNvGraphicFramePr>
                  <a:graphicFrameLocks noChangeAspect="1"/>
                </p:cNvGraphicFramePr>
                <p:nvPr>
                  <p:extLst>
                    <p:ext uri="{D42A27DB-BD31-4B8C-83A1-F6EECF244321}">
                      <p14:modId xmlns:p14="http://schemas.microsoft.com/office/powerpoint/2010/main" val="1564679397"/>
                    </p:ext>
                  </p:extLst>
                </p:nvPr>
              </p:nvGraphicFramePr>
              <p:xfrm>
                <a:off x="4712" y="1201"/>
                <a:ext cx="161" cy="249"/>
              </p:xfrm>
              <a:graphic>
                <a:graphicData uri="http://schemas.openxmlformats.org/presentationml/2006/ole">
                  <mc:AlternateContent xmlns:mc="http://schemas.openxmlformats.org/markup-compatibility/2006">
                    <mc:Choice xmlns:v="urn:schemas-microsoft-com:vml" Requires="v">
                      <p:oleObj name="Equation" r:id="rId23" imgW="190417" imgH="253890" progId="Equation.DSMT4">
                        <p:embed/>
                      </p:oleObj>
                    </mc:Choice>
                    <mc:Fallback>
                      <p:oleObj name="Equation" r:id="rId23" imgW="190417" imgH="253890" progId="Equation.DSMT4">
                        <p:embed/>
                        <p:pic>
                          <p:nvPicPr>
                            <p:cNvPr id="0" name="Object 67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712" y="1201"/>
                              <a:ext cx="16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09" name="Object 671">
                  <a:extLst>
                    <a:ext uri="{FF2B5EF4-FFF2-40B4-BE49-F238E27FC236}">
                      <a16:creationId xmlns:a16="http://schemas.microsoft.com/office/drawing/2014/main" id="{5E517ACB-7767-BAF4-12D6-B2C187DAE689}"/>
                    </a:ext>
                  </a:extLst>
                </p:cNvPr>
                <p:cNvGraphicFramePr>
                  <a:graphicFrameLocks noChangeAspect="1"/>
                </p:cNvGraphicFramePr>
                <p:nvPr>
                  <p:extLst>
                    <p:ext uri="{D42A27DB-BD31-4B8C-83A1-F6EECF244321}">
                      <p14:modId xmlns:p14="http://schemas.microsoft.com/office/powerpoint/2010/main" val="2065885206"/>
                    </p:ext>
                  </p:extLst>
                </p:nvPr>
              </p:nvGraphicFramePr>
              <p:xfrm>
                <a:off x="5158" y="1316"/>
                <a:ext cx="128" cy="224"/>
              </p:xfrm>
              <a:graphic>
                <a:graphicData uri="http://schemas.openxmlformats.org/presentationml/2006/ole">
                  <mc:AlternateContent xmlns:mc="http://schemas.openxmlformats.org/markup-compatibility/2006">
                    <mc:Choice xmlns:v="urn:schemas-microsoft-com:vml" Requires="v">
                      <p:oleObj name="Equation" r:id="rId25" imgW="152334" imgH="228501" progId="Equation.DSMT4">
                        <p:embed/>
                      </p:oleObj>
                    </mc:Choice>
                    <mc:Fallback>
                      <p:oleObj name="Equation" r:id="rId25" imgW="152334" imgH="228501" progId="Equation.DSMT4">
                        <p:embed/>
                        <p:pic>
                          <p:nvPicPr>
                            <p:cNvPr id="0" name="Object 67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158" y="1316"/>
                              <a:ext cx="12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10" name="Text Box 672">
                  <a:extLst>
                    <a:ext uri="{FF2B5EF4-FFF2-40B4-BE49-F238E27FC236}">
                      <a16:creationId xmlns:a16="http://schemas.microsoft.com/office/drawing/2014/main" id="{B1D811C0-C8A6-05F1-E444-783A8E3C7EF9}"/>
                    </a:ext>
                  </a:extLst>
                </p:cNvPr>
                <p:cNvSpPr txBox="1">
                  <a:spLocks noChangeArrowheads="1"/>
                </p:cNvSpPr>
                <p:nvPr/>
              </p:nvSpPr>
              <p:spPr bwMode="auto">
                <a:xfrm>
                  <a:off x="3546" y="2519"/>
                  <a:ext cx="740"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入射波</a:t>
                  </a:r>
                </a:p>
              </p:txBody>
            </p:sp>
            <p:sp>
              <p:nvSpPr>
                <p:cNvPr id="84011" name="Text Box 673">
                  <a:extLst>
                    <a:ext uri="{FF2B5EF4-FFF2-40B4-BE49-F238E27FC236}">
                      <a16:creationId xmlns:a16="http://schemas.microsoft.com/office/drawing/2014/main" id="{F66DCA6E-75C0-13C3-B151-4AFEB38B2DCC}"/>
                    </a:ext>
                  </a:extLst>
                </p:cNvPr>
                <p:cNvSpPr txBox="1">
                  <a:spLocks noChangeArrowheads="1"/>
                </p:cNvSpPr>
                <p:nvPr/>
              </p:nvSpPr>
              <p:spPr bwMode="auto">
                <a:xfrm>
                  <a:off x="3511" y="842"/>
                  <a:ext cx="684"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反射波</a:t>
                  </a:r>
                </a:p>
              </p:txBody>
            </p:sp>
            <p:sp>
              <p:nvSpPr>
                <p:cNvPr id="84012" name="Text Box 674">
                  <a:extLst>
                    <a:ext uri="{FF2B5EF4-FFF2-40B4-BE49-F238E27FC236}">
                      <a16:creationId xmlns:a16="http://schemas.microsoft.com/office/drawing/2014/main" id="{CDFDE10B-1CC3-6EC5-3173-C92564D2233C}"/>
                    </a:ext>
                  </a:extLst>
                </p:cNvPr>
                <p:cNvSpPr txBox="1">
                  <a:spLocks noChangeArrowheads="1"/>
                </p:cNvSpPr>
                <p:nvPr/>
              </p:nvSpPr>
              <p:spPr bwMode="auto">
                <a:xfrm>
                  <a:off x="4604" y="982"/>
                  <a:ext cx="730" cy="2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折射波</a:t>
                  </a:r>
                </a:p>
              </p:txBody>
            </p:sp>
            <p:graphicFrame>
              <p:nvGraphicFramePr>
                <p:cNvPr id="84013" name="Object 675">
                  <a:extLst>
                    <a:ext uri="{FF2B5EF4-FFF2-40B4-BE49-F238E27FC236}">
                      <a16:creationId xmlns:a16="http://schemas.microsoft.com/office/drawing/2014/main" id="{0E2ECAD6-EE3F-1761-0448-D0D57FB071F9}"/>
                    </a:ext>
                  </a:extLst>
                </p:cNvPr>
                <p:cNvGraphicFramePr>
                  <a:graphicFrameLocks noChangeAspect="1"/>
                </p:cNvGraphicFramePr>
                <p:nvPr>
                  <p:extLst>
                    <p:ext uri="{D42A27DB-BD31-4B8C-83A1-F6EECF244321}">
                      <p14:modId xmlns:p14="http://schemas.microsoft.com/office/powerpoint/2010/main" val="2197140536"/>
                    </p:ext>
                  </p:extLst>
                </p:nvPr>
              </p:nvGraphicFramePr>
              <p:xfrm>
                <a:off x="3988" y="1546"/>
                <a:ext cx="128" cy="223"/>
              </p:xfrm>
              <a:graphic>
                <a:graphicData uri="http://schemas.openxmlformats.org/presentationml/2006/ole">
                  <mc:AlternateContent xmlns:mc="http://schemas.openxmlformats.org/markup-compatibility/2006">
                    <mc:Choice xmlns:v="urn:schemas-microsoft-com:vml" Requires="v">
                      <p:oleObj name="Equation" r:id="rId27" imgW="152334" imgH="228501" progId="Equation.DSMT4">
                        <p:embed/>
                      </p:oleObj>
                    </mc:Choice>
                    <mc:Fallback>
                      <p:oleObj name="Equation" r:id="rId27" imgW="152334" imgH="228501" progId="Equation.DSMT4">
                        <p:embed/>
                        <p:pic>
                          <p:nvPicPr>
                            <p:cNvPr id="0" name="Object 675"/>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88" y="1546"/>
                              <a:ext cx="128"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014" name="Object 676">
                  <a:extLst>
                    <a:ext uri="{FF2B5EF4-FFF2-40B4-BE49-F238E27FC236}">
                      <a16:creationId xmlns:a16="http://schemas.microsoft.com/office/drawing/2014/main" id="{3AC221A5-2CA7-AC7B-8DF3-C7FD2662A764}"/>
                    </a:ext>
                  </a:extLst>
                </p:cNvPr>
                <p:cNvGraphicFramePr>
                  <a:graphicFrameLocks noChangeAspect="1"/>
                </p:cNvGraphicFramePr>
                <p:nvPr>
                  <p:extLst>
                    <p:ext uri="{D42A27DB-BD31-4B8C-83A1-F6EECF244321}">
                      <p14:modId xmlns:p14="http://schemas.microsoft.com/office/powerpoint/2010/main" val="2502962152"/>
                    </p:ext>
                  </p:extLst>
                </p:nvPr>
              </p:nvGraphicFramePr>
              <p:xfrm>
                <a:off x="4008" y="1832"/>
                <a:ext cx="118" cy="224"/>
              </p:xfrm>
              <a:graphic>
                <a:graphicData uri="http://schemas.openxmlformats.org/presentationml/2006/ole">
                  <mc:AlternateContent xmlns:mc="http://schemas.openxmlformats.org/markup-compatibility/2006">
                    <mc:Choice xmlns:v="urn:schemas-microsoft-com:vml" Requires="v">
                      <p:oleObj name="Equation" r:id="rId29" imgW="139700" imgH="228600" progId="Equation.DSMT4">
                        <p:embed/>
                      </p:oleObj>
                    </mc:Choice>
                    <mc:Fallback>
                      <p:oleObj name="Equation" r:id="rId29" imgW="139700" imgH="228600" progId="Equation.DSMT4">
                        <p:embed/>
                        <p:pic>
                          <p:nvPicPr>
                            <p:cNvPr id="0" name="Object 67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008" y="1832"/>
                              <a:ext cx="11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15" name="Freeform 677">
                  <a:extLst>
                    <a:ext uri="{FF2B5EF4-FFF2-40B4-BE49-F238E27FC236}">
                      <a16:creationId xmlns:a16="http://schemas.microsoft.com/office/drawing/2014/main" id="{AC2CAEA0-6559-7A66-5394-B4F318A3CF82}"/>
                    </a:ext>
                  </a:extLst>
                </p:cNvPr>
                <p:cNvSpPr>
                  <a:spLocks/>
                </p:cNvSpPr>
                <p:nvPr/>
              </p:nvSpPr>
              <p:spPr bwMode="auto">
                <a:xfrm>
                  <a:off x="4628" y="1626"/>
                  <a:ext cx="89" cy="172"/>
                </a:xfrm>
                <a:custGeom>
                  <a:avLst/>
                  <a:gdLst>
                    <a:gd name="T0" fmla="*/ 0 w 144"/>
                    <a:gd name="T1" fmla="*/ 0 h 240"/>
                    <a:gd name="T2" fmla="*/ 1 w 144"/>
                    <a:gd name="T3" fmla="*/ 3 h 240"/>
                    <a:gd name="T4" fmla="*/ 1 w 144"/>
                    <a:gd name="T5" fmla="*/ 8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cubicBezTo>
                        <a:pt x="36" y="28"/>
                        <a:pt x="72" y="56"/>
                        <a:pt x="96" y="96"/>
                      </a:cubicBezTo>
                      <a:cubicBezTo>
                        <a:pt x="120" y="136"/>
                        <a:pt x="132" y="188"/>
                        <a:pt x="144" y="2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4016" name="Object 678">
                  <a:extLst>
                    <a:ext uri="{FF2B5EF4-FFF2-40B4-BE49-F238E27FC236}">
                      <a16:creationId xmlns:a16="http://schemas.microsoft.com/office/drawing/2014/main" id="{9BEA15A8-8694-9F18-9065-0712E0E849DF}"/>
                    </a:ext>
                  </a:extLst>
                </p:cNvPr>
                <p:cNvGraphicFramePr>
                  <a:graphicFrameLocks noChangeAspect="1"/>
                </p:cNvGraphicFramePr>
                <p:nvPr>
                  <p:extLst>
                    <p:ext uri="{D42A27DB-BD31-4B8C-83A1-F6EECF244321}">
                      <p14:modId xmlns:p14="http://schemas.microsoft.com/office/powerpoint/2010/main" val="329401317"/>
                    </p:ext>
                  </p:extLst>
                </p:nvPr>
              </p:nvGraphicFramePr>
              <p:xfrm>
                <a:off x="4722" y="1580"/>
                <a:ext cx="129" cy="224"/>
              </p:xfrm>
              <a:graphic>
                <a:graphicData uri="http://schemas.openxmlformats.org/presentationml/2006/ole">
                  <mc:AlternateContent xmlns:mc="http://schemas.openxmlformats.org/markup-compatibility/2006">
                    <mc:Choice xmlns:v="urn:schemas-microsoft-com:vml" Requires="v">
                      <p:oleObj name="Equation" r:id="rId31" imgW="152334" imgH="228501" progId="Equation.DSMT4">
                        <p:embed/>
                      </p:oleObj>
                    </mc:Choice>
                    <mc:Fallback>
                      <p:oleObj name="Equation" r:id="rId31" imgW="152334" imgH="228501" progId="Equation.DSMT4">
                        <p:embed/>
                        <p:pic>
                          <p:nvPicPr>
                            <p:cNvPr id="0" name="Object 67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722" y="1580"/>
                              <a:ext cx="129"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017" name="Freeform 679">
                  <a:extLst>
                    <a:ext uri="{FF2B5EF4-FFF2-40B4-BE49-F238E27FC236}">
                      <a16:creationId xmlns:a16="http://schemas.microsoft.com/office/drawing/2014/main" id="{F563E4C4-D397-AABE-7D7F-0AA86FE0E61C}"/>
                    </a:ext>
                  </a:extLst>
                </p:cNvPr>
                <p:cNvSpPr>
                  <a:spLocks/>
                </p:cNvSpPr>
                <p:nvPr/>
              </p:nvSpPr>
              <p:spPr bwMode="auto">
                <a:xfrm>
                  <a:off x="4122" y="1660"/>
                  <a:ext cx="89" cy="138"/>
                </a:xfrm>
                <a:custGeom>
                  <a:avLst/>
                  <a:gdLst>
                    <a:gd name="T0" fmla="*/ 1 w 144"/>
                    <a:gd name="T1" fmla="*/ 0 h 192"/>
                    <a:gd name="T2" fmla="*/ 1 w 144"/>
                    <a:gd name="T3" fmla="*/ 1 h 192"/>
                    <a:gd name="T4" fmla="*/ 0 w 144"/>
                    <a:gd name="T5" fmla="*/ 7 h 192"/>
                    <a:gd name="T6" fmla="*/ 0 60000 65536"/>
                    <a:gd name="T7" fmla="*/ 0 60000 65536"/>
                    <a:gd name="T8" fmla="*/ 0 60000 65536"/>
                  </a:gdLst>
                  <a:ahLst/>
                  <a:cxnLst>
                    <a:cxn ang="T6">
                      <a:pos x="T0" y="T1"/>
                    </a:cxn>
                    <a:cxn ang="T7">
                      <a:pos x="T2" y="T3"/>
                    </a:cxn>
                    <a:cxn ang="T8">
                      <a:pos x="T4" y="T5"/>
                    </a:cxn>
                  </a:cxnLst>
                  <a:rect l="0" t="0" r="r" b="b"/>
                  <a:pathLst>
                    <a:path w="144" h="192">
                      <a:moveTo>
                        <a:pt x="144" y="0"/>
                      </a:moveTo>
                      <a:cubicBezTo>
                        <a:pt x="108" y="8"/>
                        <a:pt x="72" y="16"/>
                        <a:pt x="48" y="48"/>
                      </a:cubicBezTo>
                      <a:cubicBezTo>
                        <a:pt x="24" y="80"/>
                        <a:pt x="12" y="13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4018" name="Freeform 680">
                  <a:extLst>
                    <a:ext uri="{FF2B5EF4-FFF2-40B4-BE49-F238E27FC236}">
                      <a16:creationId xmlns:a16="http://schemas.microsoft.com/office/drawing/2014/main" id="{38F70262-2FB4-B742-C4F3-976B5D6C97FB}"/>
                    </a:ext>
                  </a:extLst>
                </p:cNvPr>
                <p:cNvSpPr>
                  <a:spLocks/>
                </p:cNvSpPr>
                <p:nvPr/>
              </p:nvSpPr>
              <p:spPr bwMode="auto">
                <a:xfrm>
                  <a:off x="4142" y="1798"/>
                  <a:ext cx="69" cy="137"/>
                </a:xfrm>
                <a:custGeom>
                  <a:avLst/>
                  <a:gdLst>
                    <a:gd name="T0" fmla="*/ 1 w 112"/>
                    <a:gd name="T1" fmla="*/ 0 h 192"/>
                    <a:gd name="T2" fmla="*/ 1 w 112"/>
                    <a:gd name="T3" fmla="*/ 3 h 192"/>
                    <a:gd name="T4" fmla="*/ 1 w 112"/>
                    <a:gd name="T5" fmla="*/ 7 h 192"/>
                    <a:gd name="T6" fmla="*/ 0 60000 65536"/>
                    <a:gd name="T7" fmla="*/ 0 60000 65536"/>
                    <a:gd name="T8" fmla="*/ 0 60000 65536"/>
                  </a:gdLst>
                  <a:ahLst/>
                  <a:cxnLst>
                    <a:cxn ang="T6">
                      <a:pos x="T0" y="T1"/>
                    </a:cxn>
                    <a:cxn ang="T7">
                      <a:pos x="T2" y="T3"/>
                    </a:cxn>
                    <a:cxn ang="T8">
                      <a:pos x="T4" y="T5"/>
                    </a:cxn>
                  </a:cxnLst>
                  <a:rect l="0" t="0" r="r" b="b"/>
                  <a:pathLst>
                    <a:path w="112" h="192">
                      <a:moveTo>
                        <a:pt x="16" y="0"/>
                      </a:moveTo>
                      <a:cubicBezTo>
                        <a:pt x="8" y="32"/>
                        <a:pt x="0" y="64"/>
                        <a:pt x="16" y="96"/>
                      </a:cubicBezTo>
                      <a:cubicBezTo>
                        <a:pt x="32" y="128"/>
                        <a:pt x="72" y="160"/>
                        <a:pt x="112"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83980" name="Rectangle 681">
              <a:extLst>
                <a:ext uri="{FF2B5EF4-FFF2-40B4-BE49-F238E27FC236}">
                  <a16:creationId xmlns:a16="http://schemas.microsoft.com/office/drawing/2014/main" id="{6569ACD3-86DE-E69E-4C0D-0714E38D5174}"/>
                </a:ext>
              </a:extLst>
            </p:cNvPr>
            <p:cNvSpPr>
              <a:spLocks noChangeArrowheads="1"/>
            </p:cNvSpPr>
            <p:nvPr/>
          </p:nvSpPr>
          <p:spPr bwMode="auto">
            <a:xfrm>
              <a:off x="4268" y="1571"/>
              <a:ext cx="251" cy="2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000" i="1">
                  <a:solidFill>
                    <a:srgbClr val="000000"/>
                  </a:solidFill>
                  <a:latin typeface="Times New Roman" panose="02020603050405020304" pitchFamily="18" charset="0"/>
                  <a:ea typeface="楷体_GB2312" pitchFamily="49" charset="-122"/>
                </a:rPr>
                <a:t>O</a:t>
              </a:r>
            </a:p>
          </p:txBody>
        </p:sp>
      </p:grpSp>
      <p:sp>
        <p:nvSpPr>
          <p:cNvPr id="77482" name="Text Box 682">
            <a:extLst>
              <a:ext uri="{FF2B5EF4-FFF2-40B4-BE49-F238E27FC236}">
                <a16:creationId xmlns:a16="http://schemas.microsoft.com/office/drawing/2014/main" id="{2E495C53-5EBD-5F33-5953-7AE2C32A5827}"/>
              </a:ext>
            </a:extLst>
          </p:cNvPr>
          <p:cNvSpPr txBox="1">
            <a:spLocks noChangeArrowheads="1"/>
          </p:cNvSpPr>
          <p:nvPr/>
        </p:nvSpPr>
        <p:spPr bwMode="auto">
          <a:xfrm>
            <a:off x="250825" y="1125538"/>
            <a:ext cx="4410075" cy="571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33"/>
              </a:buBlip>
            </a:pPr>
            <a:r>
              <a:rPr kumimoji="1" lang="zh-CN" altLang="en-US" b="1">
                <a:solidFill>
                  <a:srgbClr val="FFFFFF"/>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1</a:t>
            </a:r>
            <a:r>
              <a:rPr kumimoji="1" lang="zh-CN" altLang="en-US" b="1">
                <a:solidFill>
                  <a:srgbClr val="FFBDDE"/>
                </a:solidFill>
                <a:latin typeface="Times New Roman" panose="02020603050405020304" pitchFamily="18" charset="0"/>
              </a:rPr>
              <a:t>中的入射波</a:t>
            </a:r>
            <a:endParaRPr lang="zh-CN" altLang="en-US" sz="2000" b="1">
              <a:solidFill>
                <a:srgbClr val="FFBDDE"/>
              </a:solidFill>
              <a:ea typeface="楷体_GB2312" pitchFamily="49" charset="-122"/>
            </a:endParaRPr>
          </a:p>
        </p:txBody>
      </p:sp>
      <p:sp>
        <p:nvSpPr>
          <p:cNvPr id="83976" name="Rectangle 683">
            <a:extLst>
              <a:ext uri="{FF2B5EF4-FFF2-40B4-BE49-F238E27FC236}">
                <a16:creationId xmlns:a16="http://schemas.microsoft.com/office/drawing/2014/main" id="{F3DE3CF8-C8B5-ED85-00F8-0AFC32C5F16B}"/>
              </a:ext>
            </a:extLst>
          </p:cNvPr>
          <p:cNvSpPr>
            <a:spLocks noChangeArrowheads="1"/>
          </p:cNvSpPr>
          <p:nvPr/>
        </p:nvSpPr>
        <p:spPr bwMode="auto">
          <a:xfrm>
            <a:off x="4881563" y="3644900"/>
            <a:ext cx="4298950" cy="1163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1800" b="1" dirty="0">
                <a:solidFill>
                  <a:srgbClr val="FFFF57"/>
                </a:solidFill>
                <a:ea typeface="楷体_GB2312" pitchFamily="49" charset="-122"/>
              </a:rPr>
              <a:t>垂直极化波 </a:t>
            </a:r>
          </a:p>
          <a:p>
            <a:pPr algn="just" eaLnBrk="1" hangingPunct="1">
              <a:lnSpc>
                <a:spcPct val="130000"/>
              </a:lnSpc>
              <a:buFontTx/>
              <a:buChar char="•"/>
            </a:pPr>
            <a:r>
              <a:rPr lang="zh-CN" altLang="en-US" sz="1800" b="1" dirty="0">
                <a:solidFill>
                  <a:srgbClr val="FFFF57"/>
                </a:solidFill>
                <a:ea typeface="楷体_GB2312" pitchFamily="49" charset="-122"/>
              </a:rPr>
              <a:t>  入射面： </a:t>
            </a:r>
            <a:r>
              <a:rPr lang="en-US" altLang="zh-CN" sz="1800" b="1" dirty="0" err="1">
                <a:solidFill>
                  <a:srgbClr val="FFFF57"/>
                </a:solidFill>
                <a:ea typeface="楷体_GB2312" pitchFamily="49" charset="-122"/>
              </a:rPr>
              <a:t>xoz</a:t>
            </a:r>
            <a:r>
              <a:rPr lang="en-US" altLang="zh-CN" sz="1800" b="1" dirty="0">
                <a:solidFill>
                  <a:srgbClr val="FFFF57"/>
                </a:solidFill>
                <a:ea typeface="楷体_GB2312" pitchFamily="49" charset="-122"/>
              </a:rPr>
              <a:t> </a:t>
            </a:r>
            <a:r>
              <a:rPr lang="zh-CN" altLang="en-US" sz="1800" b="1" dirty="0">
                <a:solidFill>
                  <a:srgbClr val="FFFF57"/>
                </a:solidFill>
                <a:ea typeface="楷体_GB2312" pitchFamily="49" charset="-122"/>
              </a:rPr>
              <a:t>平面</a:t>
            </a:r>
          </a:p>
          <a:p>
            <a:pPr algn="just" eaLnBrk="1" hangingPunct="1">
              <a:lnSpc>
                <a:spcPct val="130000"/>
              </a:lnSpc>
              <a:buFontTx/>
              <a:buChar char="•"/>
            </a:pPr>
            <a:r>
              <a:rPr lang="zh-CN" altLang="en-US" sz="1800" b="1" dirty="0">
                <a:solidFill>
                  <a:srgbClr val="FFFF57"/>
                </a:solidFill>
                <a:ea typeface="楷体_GB2312" pitchFamily="49" charset="-122"/>
              </a:rPr>
              <a:t>  电场只有</a:t>
            </a:r>
            <a:r>
              <a:rPr lang="en-US" altLang="zh-CN" sz="1800" b="1" dirty="0">
                <a:solidFill>
                  <a:srgbClr val="FFFF57"/>
                </a:solidFill>
                <a:ea typeface="楷体_GB2312" pitchFamily="49" charset="-122"/>
              </a:rPr>
              <a:t>Ey</a:t>
            </a:r>
            <a:r>
              <a:rPr lang="zh-CN" altLang="en-US" sz="1800" b="1" dirty="0">
                <a:solidFill>
                  <a:srgbClr val="FFFF57"/>
                </a:solidFill>
                <a:ea typeface="楷体_GB2312" pitchFamily="49" charset="-122"/>
              </a:rPr>
              <a:t>分量，磁场有</a:t>
            </a:r>
            <a:r>
              <a:rPr lang="en-US" altLang="zh-CN" sz="1800" b="1" dirty="0" err="1">
                <a:solidFill>
                  <a:srgbClr val="FFFF57"/>
                </a:solidFill>
                <a:ea typeface="楷体_GB2312" pitchFamily="49" charset="-122"/>
              </a:rPr>
              <a:t>Hx</a:t>
            </a:r>
            <a:r>
              <a:rPr lang="zh-CN" altLang="en-US" sz="1800" b="1" dirty="0">
                <a:solidFill>
                  <a:srgbClr val="FFFF57"/>
                </a:solidFill>
                <a:ea typeface="楷体_GB2312" pitchFamily="49" charset="-122"/>
              </a:rPr>
              <a:t>和</a:t>
            </a:r>
            <a:r>
              <a:rPr lang="en-US" altLang="zh-CN" sz="1800" b="1" dirty="0">
                <a:solidFill>
                  <a:srgbClr val="FFFF57"/>
                </a:solidFill>
                <a:ea typeface="楷体_GB2312" pitchFamily="49" charset="-122"/>
              </a:rPr>
              <a:t>Hz</a:t>
            </a:r>
            <a:r>
              <a:rPr lang="zh-CN" altLang="en-US" sz="1800" b="1" dirty="0">
                <a:solidFill>
                  <a:srgbClr val="FFFF57"/>
                </a:solidFill>
                <a:ea typeface="楷体_GB2312" pitchFamily="49" charset="-122"/>
              </a:rPr>
              <a:t>分量</a:t>
            </a:r>
          </a:p>
        </p:txBody>
      </p:sp>
      <p:sp>
        <p:nvSpPr>
          <p:cNvPr id="77485" name="Text Box 685">
            <a:extLst>
              <a:ext uri="{FF2B5EF4-FFF2-40B4-BE49-F238E27FC236}">
                <a16:creationId xmlns:a16="http://schemas.microsoft.com/office/drawing/2014/main" id="{82023C58-276B-0E77-1F04-49938C3126D2}"/>
              </a:ext>
            </a:extLst>
          </p:cNvPr>
          <p:cNvSpPr txBox="1">
            <a:spLocks noChangeArrowheads="1"/>
          </p:cNvSpPr>
          <p:nvPr/>
        </p:nvSpPr>
        <p:spPr bwMode="auto">
          <a:xfrm>
            <a:off x="611188" y="1852613"/>
            <a:ext cx="25923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由于</a:t>
            </a:r>
          </a:p>
        </p:txBody>
      </p:sp>
      <p:sp>
        <p:nvSpPr>
          <p:cNvPr id="77486" name="Text Box 686">
            <a:extLst>
              <a:ext uri="{FF2B5EF4-FFF2-40B4-BE49-F238E27FC236}">
                <a16:creationId xmlns:a16="http://schemas.microsoft.com/office/drawing/2014/main" id="{DD688FFE-4DFA-AABF-C4C2-FFE03473470B}"/>
              </a:ext>
            </a:extLst>
          </p:cNvPr>
          <p:cNvSpPr txBox="1">
            <a:spLocks noChangeArrowheads="1"/>
          </p:cNvSpPr>
          <p:nvPr/>
        </p:nvSpPr>
        <p:spPr bwMode="auto">
          <a:xfrm>
            <a:off x="684213" y="3429000"/>
            <a:ext cx="2303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故</a:t>
            </a:r>
          </a:p>
        </p:txBody>
      </p:sp>
      <p:sp>
        <p:nvSpPr>
          <p:cNvPr id="2" name="Rectangle 2">
            <a:extLst>
              <a:ext uri="{FF2B5EF4-FFF2-40B4-BE49-F238E27FC236}">
                <a16:creationId xmlns:a16="http://schemas.microsoft.com/office/drawing/2014/main" id="{A85A6779-9E30-9FCB-E4C6-D61DA99DB639}"/>
              </a:ext>
            </a:extLst>
          </p:cNvPr>
          <p:cNvSpPr>
            <a:spLocks noChangeArrowheads="1"/>
          </p:cNvSpPr>
          <p:nvPr/>
        </p:nvSpPr>
        <p:spPr bwMode="blackGray">
          <a:xfrm>
            <a:off x="7190473" y="2751697"/>
            <a:ext cx="2051122" cy="62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zh-CN" altLang="en-US" sz="1600" b="1" dirty="0">
                <a:solidFill>
                  <a:srgbClr val="FF0000"/>
                </a:solidFill>
                <a:latin typeface="Times New Roman" panose="02020603050405020304" pitchFamily="18" charset="0"/>
                <a:cs typeface="Arial" panose="020B0604020202020204" pitchFamily="34" charset="0"/>
              </a:rPr>
              <a:t>垂直极化波对理想</a:t>
            </a:r>
            <a:endParaRPr lang="en-US" altLang="zh-CN" sz="1600" b="1" dirty="0">
              <a:solidFill>
                <a:srgbClr val="FF0000"/>
              </a:solidFill>
              <a:latin typeface="Times New Roman" panose="02020603050405020304" pitchFamily="18" charset="0"/>
              <a:cs typeface="Arial" panose="020B0604020202020204" pitchFamily="34" charset="0"/>
            </a:endParaRPr>
          </a:p>
          <a:p>
            <a:pPr eaLnBrk="1" hangingPunct="1">
              <a:lnSpc>
                <a:spcPct val="90000"/>
              </a:lnSpc>
              <a:spcBef>
                <a:spcPct val="20000"/>
              </a:spcBef>
            </a:pPr>
            <a:r>
              <a:rPr lang="zh-CN" altLang="en-US" sz="1600" b="1" dirty="0">
                <a:solidFill>
                  <a:srgbClr val="FF0000"/>
                </a:solidFill>
                <a:latin typeface="Times New Roman" panose="02020603050405020304" pitchFamily="18" charset="0"/>
                <a:cs typeface="Arial" panose="020B0604020202020204" pitchFamily="34" charset="0"/>
              </a:rPr>
              <a:t>介质分界面的斜入射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77429"/>
                                        </p:tgtEl>
                                        <p:attrNameLst>
                                          <p:attrName>style.visibility</p:attrName>
                                        </p:attrNameLst>
                                      </p:cBhvr>
                                      <p:to>
                                        <p:strVal val="visible"/>
                                      </p:to>
                                    </p:set>
                                    <p:animEffect transition="in" filter="wipe(up)">
                                      <p:cBhvr>
                                        <p:cTn id="7" dur="2000"/>
                                        <p:tgtEl>
                                          <p:spTgt spid="77429"/>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77435"/>
                                        </p:tgtEl>
                                        <p:attrNameLst>
                                          <p:attrName>style.visibility</p:attrName>
                                        </p:attrNameLst>
                                      </p:cBhvr>
                                      <p:to>
                                        <p:strVal val="visible"/>
                                      </p:to>
                                    </p:set>
                                    <p:animEffect transition="in" filter="fade">
                                      <p:cBhvr>
                                        <p:cTn id="11" dur="2000"/>
                                        <p:tgtEl>
                                          <p:spTgt spid="7743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77432"/>
                                        </p:tgtEl>
                                        <p:attrNameLst>
                                          <p:attrName>style.visibility</p:attrName>
                                        </p:attrNameLst>
                                      </p:cBhvr>
                                      <p:to>
                                        <p:strVal val="visible"/>
                                      </p:to>
                                    </p:set>
                                    <p:animEffect transition="in" filter="wipe(up)">
                                      <p:cBhvr>
                                        <p:cTn id="16" dur="3000"/>
                                        <p:tgtEl>
                                          <p:spTgt spid="7743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77430"/>
                                        </p:tgtEl>
                                        <p:attrNameLst>
                                          <p:attrName>style.visibility</p:attrName>
                                        </p:attrNameLst>
                                      </p:cBhvr>
                                      <p:to>
                                        <p:strVal val="visible"/>
                                      </p:to>
                                    </p:set>
                                    <p:animEffect transition="in" filter="wipe(up)">
                                      <p:cBhvr>
                                        <p:cTn id="21" dur="500"/>
                                        <p:tgtEl>
                                          <p:spTgt spid="7743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77431"/>
                                        </p:tgtEl>
                                        <p:attrNameLst>
                                          <p:attrName>style.visibility</p:attrName>
                                        </p:attrNameLst>
                                      </p:cBhvr>
                                      <p:to>
                                        <p:strVal val="visible"/>
                                      </p:to>
                                    </p:set>
                                    <p:animEffect transition="in" filter="wipe(up)">
                                      <p:cBhvr>
                                        <p:cTn id="26" dur="3000"/>
                                        <p:tgtEl>
                                          <p:spTgt spid="77431"/>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77482"/>
                                        </p:tgtEl>
                                        <p:attrNameLst>
                                          <p:attrName>style.visibility</p:attrName>
                                        </p:attrNameLst>
                                      </p:cBhvr>
                                      <p:to>
                                        <p:strVal val="visible"/>
                                      </p:to>
                                    </p:set>
                                    <p:animEffect transition="in" filter="wipe(left)">
                                      <p:cBhvr>
                                        <p:cTn id="31" dur="2000"/>
                                        <p:tgtEl>
                                          <p:spTgt spid="7748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77485"/>
                                        </p:tgtEl>
                                        <p:attrNameLst>
                                          <p:attrName>style.visibility</p:attrName>
                                        </p:attrNameLst>
                                      </p:cBhvr>
                                      <p:to>
                                        <p:strVal val="visible"/>
                                      </p:to>
                                    </p:set>
                                    <p:animEffect transition="in" filter="wipe(left)">
                                      <p:cBhvr>
                                        <p:cTn id="36" dur="2000"/>
                                        <p:tgtEl>
                                          <p:spTgt spid="77485"/>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77486"/>
                                        </p:tgtEl>
                                        <p:attrNameLst>
                                          <p:attrName>style.visibility</p:attrName>
                                        </p:attrNameLst>
                                      </p:cBhvr>
                                      <p:to>
                                        <p:strVal val="visible"/>
                                      </p:to>
                                    </p:set>
                                    <p:animEffect transition="in" filter="wipe(left)">
                                      <p:cBhvr>
                                        <p:cTn id="41" dur="2000"/>
                                        <p:tgtEl>
                                          <p:spTgt spid="77486"/>
                                        </p:tgtEl>
                                      </p:cBhvr>
                                    </p:animEffect>
                                  </p:childTnLst>
                                </p:cTn>
                              </p:par>
                              <p:par>
                                <p:cTn id="42" presetID="22" presetClass="entr" presetSubtype="1" fill="hold" grpId="0" nodeType="withEffect">
                                  <p:stCondLst>
                                    <p:cond delay="0"/>
                                  </p:stCondLst>
                                  <p:childTnLst>
                                    <p:set>
                                      <p:cBhvr>
                                        <p:cTn id="43" dur="1" fill="hold">
                                          <p:stCondLst>
                                            <p:cond delay="0"/>
                                          </p:stCondLst>
                                        </p:cTn>
                                        <p:tgtEl>
                                          <p:spTgt spid="2"/>
                                        </p:tgtEl>
                                        <p:attrNameLst>
                                          <p:attrName>style.visibility</p:attrName>
                                        </p:attrNameLst>
                                      </p:cBhvr>
                                      <p:to>
                                        <p:strVal val="visible"/>
                                      </p:to>
                                    </p:set>
                                    <p:animEffect transition="in" filter="wipe(up)">
                                      <p:cBhvr>
                                        <p:cTn id="44"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429" grpId="0"/>
      <p:bldP spid="77482" grpId="0"/>
      <p:bldP spid="77485" grpId="0"/>
      <p:bldP spid="77486" grpId="0"/>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9874" name="Object 2">
            <a:extLst>
              <a:ext uri="{FF2B5EF4-FFF2-40B4-BE49-F238E27FC236}">
                <a16:creationId xmlns:a16="http://schemas.microsoft.com/office/drawing/2014/main" id="{EFB65122-04F2-8F6C-3F44-3CE710B29E38}"/>
              </a:ext>
            </a:extLst>
          </p:cNvPr>
          <p:cNvGraphicFramePr>
            <a:graphicFrameLocks noChangeAspect="1"/>
          </p:cNvGraphicFramePr>
          <p:nvPr>
            <p:extLst>
              <p:ext uri="{D42A27DB-BD31-4B8C-83A1-F6EECF244321}">
                <p14:modId xmlns:p14="http://schemas.microsoft.com/office/powerpoint/2010/main" val="2970790672"/>
              </p:ext>
            </p:extLst>
          </p:nvPr>
        </p:nvGraphicFramePr>
        <p:xfrm>
          <a:off x="1141413" y="2509838"/>
          <a:ext cx="3752850" cy="1063625"/>
        </p:xfrm>
        <a:graphic>
          <a:graphicData uri="http://schemas.openxmlformats.org/presentationml/2006/ole">
            <mc:AlternateContent xmlns:mc="http://schemas.openxmlformats.org/markup-compatibility/2006">
              <mc:Choice xmlns:v="urn:schemas-microsoft-com:vml" Requires="v">
                <p:oleObj name="Equation" r:id="rId2" imgW="1854183" imgH="507908" progId="Equation.DSMT4">
                  <p:embed/>
                </p:oleObj>
              </mc:Choice>
              <mc:Fallback>
                <p:oleObj name="Equation" r:id="rId2" imgW="1854183" imgH="507908"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2509838"/>
                        <a:ext cx="3752850" cy="1063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5" name="Object 3">
            <a:extLst>
              <a:ext uri="{FF2B5EF4-FFF2-40B4-BE49-F238E27FC236}">
                <a16:creationId xmlns:a16="http://schemas.microsoft.com/office/drawing/2014/main" id="{91C27D74-E361-6933-A222-E4FF58C2A83C}"/>
              </a:ext>
            </a:extLst>
          </p:cNvPr>
          <p:cNvGraphicFramePr>
            <a:graphicFrameLocks noChangeAspect="1"/>
          </p:cNvGraphicFramePr>
          <p:nvPr>
            <p:extLst>
              <p:ext uri="{D42A27DB-BD31-4B8C-83A1-F6EECF244321}">
                <p14:modId xmlns:p14="http://schemas.microsoft.com/office/powerpoint/2010/main" val="867843789"/>
              </p:ext>
            </p:extLst>
          </p:nvPr>
        </p:nvGraphicFramePr>
        <p:xfrm>
          <a:off x="1008063" y="3789363"/>
          <a:ext cx="6621462" cy="2449512"/>
        </p:xfrm>
        <a:graphic>
          <a:graphicData uri="http://schemas.openxmlformats.org/presentationml/2006/ole">
            <mc:AlternateContent xmlns:mc="http://schemas.openxmlformats.org/markup-compatibility/2006">
              <mc:Choice xmlns:v="urn:schemas-microsoft-com:vml" Requires="v">
                <p:oleObj name="Equation" r:id="rId4" imgW="3353008" imgH="1295539" progId="Equation.DSMT4">
                  <p:embed/>
                </p:oleObj>
              </mc:Choice>
              <mc:Fallback>
                <p:oleObj name="Equation" r:id="rId4" imgW="3353008" imgH="129553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8063" y="3789363"/>
                        <a:ext cx="6621462" cy="2449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9876" name="Object 4">
            <a:extLst>
              <a:ext uri="{FF2B5EF4-FFF2-40B4-BE49-F238E27FC236}">
                <a16:creationId xmlns:a16="http://schemas.microsoft.com/office/drawing/2014/main" id="{285DDBF1-36D9-AAEC-70EC-4A1D84CBFF63}"/>
              </a:ext>
            </a:extLst>
          </p:cNvPr>
          <p:cNvGraphicFramePr>
            <a:graphicFrameLocks noChangeAspect="1"/>
          </p:cNvGraphicFramePr>
          <p:nvPr>
            <p:extLst>
              <p:ext uri="{D42A27DB-BD31-4B8C-83A1-F6EECF244321}">
                <p14:modId xmlns:p14="http://schemas.microsoft.com/office/powerpoint/2010/main" val="753139769"/>
              </p:ext>
            </p:extLst>
          </p:nvPr>
        </p:nvGraphicFramePr>
        <p:xfrm>
          <a:off x="1177925" y="1268413"/>
          <a:ext cx="3219450" cy="1012825"/>
        </p:xfrm>
        <a:graphic>
          <a:graphicData uri="http://schemas.openxmlformats.org/presentationml/2006/ole">
            <mc:AlternateContent xmlns:mc="http://schemas.openxmlformats.org/markup-compatibility/2006">
              <mc:Choice xmlns:v="urn:schemas-microsoft-com:vml" Requires="v">
                <p:oleObj name="Equation" r:id="rId6" imgW="1587457" imgH="482554" progId="Equation.DSMT4">
                  <p:embed/>
                </p:oleObj>
              </mc:Choice>
              <mc:Fallback>
                <p:oleObj name="Equation" r:id="rId6" imgW="1587457" imgH="482554"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77925" y="1268413"/>
                        <a:ext cx="3219450" cy="101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9877" name="Text Box 5">
            <a:extLst>
              <a:ext uri="{FF2B5EF4-FFF2-40B4-BE49-F238E27FC236}">
                <a16:creationId xmlns:a16="http://schemas.microsoft.com/office/drawing/2014/main" id="{3A96BF15-9697-D50C-D53A-9C55A3ACE12E}"/>
              </a:ext>
            </a:extLst>
          </p:cNvPr>
          <p:cNvSpPr txBox="1">
            <a:spLocks noChangeArrowheads="1"/>
          </p:cNvSpPr>
          <p:nvPr/>
        </p:nvSpPr>
        <p:spPr bwMode="auto">
          <a:xfrm>
            <a:off x="250825" y="1268413"/>
            <a:ext cx="25923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由于</a:t>
            </a:r>
          </a:p>
        </p:txBody>
      </p:sp>
      <p:sp>
        <p:nvSpPr>
          <p:cNvPr id="79878" name="Text Box 6">
            <a:extLst>
              <a:ext uri="{FF2B5EF4-FFF2-40B4-BE49-F238E27FC236}">
                <a16:creationId xmlns:a16="http://schemas.microsoft.com/office/drawing/2014/main" id="{1629D821-EA29-CA64-C366-DB026152FF68}"/>
              </a:ext>
            </a:extLst>
          </p:cNvPr>
          <p:cNvSpPr txBox="1">
            <a:spLocks noChangeArrowheads="1"/>
          </p:cNvSpPr>
          <p:nvPr/>
        </p:nvSpPr>
        <p:spPr bwMode="auto">
          <a:xfrm>
            <a:off x="323850" y="2540000"/>
            <a:ext cx="23034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故</a:t>
            </a:r>
          </a:p>
        </p:txBody>
      </p:sp>
      <p:grpSp>
        <p:nvGrpSpPr>
          <p:cNvPr id="79879" name="Group 7">
            <a:extLst>
              <a:ext uri="{FF2B5EF4-FFF2-40B4-BE49-F238E27FC236}">
                <a16:creationId xmlns:a16="http://schemas.microsoft.com/office/drawing/2014/main" id="{3D3FF5EA-A3CF-DC1B-610E-12F950B4EFC9}"/>
              </a:ext>
            </a:extLst>
          </p:cNvPr>
          <p:cNvGrpSpPr>
            <a:grpSpLocks/>
          </p:cNvGrpSpPr>
          <p:nvPr/>
        </p:nvGrpSpPr>
        <p:grpSpPr bwMode="auto">
          <a:xfrm>
            <a:off x="5003800" y="692150"/>
            <a:ext cx="3779838" cy="3529013"/>
            <a:chOff x="3152" y="482"/>
            <a:chExt cx="2381" cy="2223"/>
          </a:xfrm>
        </p:grpSpPr>
        <p:grpSp>
          <p:nvGrpSpPr>
            <p:cNvPr id="86025" name="Group 8">
              <a:extLst>
                <a:ext uri="{FF2B5EF4-FFF2-40B4-BE49-F238E27FC236}">
                  <a16:creationId xmlns:a16="http://schemas.microsoft.com/office/drawing/2014/main" id="{347AAD1A-DBE5-2DC1-3001-34EAD3D07688}"/>
                </a:ext>
              </a:extLst>
            </p:cNvPr>
            <p:cNvGrpSpPr>
              <a:grpSpLocks/>
            </p:cNvGrpSpPr>
            <p:nvPr/>
          </p:nvGrpSpPr>
          <p:grpSpPr bwMode="auto">
            <a:xfrm>
              <a:off x="3152" y="482"/>
              <a:ext cx="2381" cy="2223"/>
              <a:chOff x="3379" y="255"/>
              <a:chExt cx="2381" cy="2223"/>
            </a:xfrm>
          </p:grpSpPr>
          <p:sp>
            <p:nvSpPr>
              <p:cNvPr id="86027" name="Rectangle 9">
                <a:extLst>
                  <a:ext uri="{FF2B5EF4-FFF2-40B4-BE49-F238E27FC236}">
                    <a16:creationId xmlns:a16="http://schemas.microsoft.com/office/drawing/2014/main" id="{3658659C-0604-9F75-CB40-A0D0531584E5}"/>
                  </a:ext>
                </a:extLst>
              </p:cNvPr>
              <p:cNvSpPr>
                <a:spLocks noChangeArrowheads="1"/>
              </p:cNvSpPr>
              <p:nvPr/>
            </p:nvSpPr>
            <p:spPr bwMode="auto">
              <a:xfrm>
                <a:off x="3379" y="255"/>
                <a:ext cx="2381" cy="2223"/>
              </a:xfrm>
              <a:prstGeom prst="rect">
                <a:avLst/>
              </a:prstGeom>
              <a:solidFill>
                <a:srgbClr val="CCFFFF"/>
              </a:solidFill>
              <a:ln w="254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nvGrpSpPr>
              <p:cNvPr id="86028" name="Group 10">
                <a:extLst>
                  <a:ext uri="{FF2B5EF4-FFF2-40B4-BE49-F238E27FC236}">
                    <a16:creationId xmlns:a16="http://schemas.microsoft.com/office/drawing/2014/main" id="{4D658484-35E2-540F-3C33-9FEB707B73C6}"/>
                  </a:ext>
                </a:extLst>
              </p:cNvPr>
              <p:cNvGrpSpPr>
                <a:grpSpLocks/>
              </p:cNvGrpSpPr>
              <p:nvPr/>
            </p:nvGrpSpPr>
            <p:grpSpPr bwMode="auto">
              <a:xfrm>
                <a:off x="3494" y="301"/>
                <a:ext cx="2244" cy="2086"/>
                <a:chOff x="3323" y="709"/>
                <a:chExt cx="2244" cy="2086"/>
              </a:xfrm>
            </p:grpSpPr>
            <p:sp>
              <p:nvSpPr>
                <p:cNvPr id="86029" name="Rectangle 11">
                  <a:extLst>
                    <a:ext uri="{FF2B5EF4-FFF2-40B4-BE49-F238E27FC236}">
                      <a16:creationId xmlns:a16="http://schemas.microsoft.com/office/drawing/2014/main" id="{A35A4AF9-533D-D8AC-D6F6-F854AF8331B2}"/>
                    </a:ext>
                  </a:extLst>
                </p:cNvPr>
                <p:cNvSpPr>
                  <a:spLocks noChangeArrowheads="1"/>
                </p:cNvSpPr>
                <p:nvPr/>
              </p:nvSpPr>
              <p:spPr bwMode="auto">
                <a:xfrm>
                  <a:off x="3334" y="835"/>
                  <a:ext cx="1026" cy="19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6030" name="Rectangle 12">
                  <a:extLst>
                    <a:ext uri="{FF2B5EF4-FFF2-40B4-BE49-F238E27FC236}">
                      <a16:creationId xmlns:a16="http://schemas.microsoft.com/office/drawing/2014/main" id="{18F24524-EE31-D10F-0A14-21BDFC216FDE}"/>
                    </a:ext>
                  </a:extLst>
                </p:cNvPr>
                <p:cNvSpPr>
                  <a:spLocks noChangeArrowheads="1"/>
                </p:cNvSpPr>
                <p:nvPr/>
              </p:nvSpPr>
              <p:spPr bwMode="auto">
                <a:xfrm>
                  <a:off x="4360" y="835"/>
                  <a:ext cx="1105" cy="19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6031" name="Text Box 13">
                  <a:extLst>
                    <a:ext uri="{FF2B5EF4-FFF2-40B4-BE49-F238E27FC236}">
                      <a16:creationId xmlns:a16="http://schemas.microsoft.com/office/drawing/2014/main" id="{E1E706AB-0276-4BDF-0B5C-EE657CB9FB5B}"/>
                    </a:ext>
                  </a:extLst>
                </p:cNvPr>
                <p:cNvSpPr txBox="1">
                  <a:spLocks noChangeArrowheads="1"/>
                </p:cNvSpPr>
                <p:nvPr/>
              </p:nvSpPr>
              <p:spPr bwMode="auto">
                <a:xfrm>
                  <a:off x="3334" y="1888"/>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1</a:t>
                  </a:r>
                </a:p>
              </p:txBody>
            </p:sp>
            <p:sp>
              <p:nvSpPr>
                <p:cNvPr id="86032" name="Text Box 14">
                  <a:extLst>
                    <a:ext uri="{FF2B5EF4-FFF2-40B4-BE49-F238E27FC236}">
                      <a16:creationId xmlns:a16="http://schemas.microsoft.com/office/drawing/2014/main" id="{56F9F8AF-0143-5232-F548-44DEC3325F7A}"/>
                    </a:ext>
                  </a:extLst>
                </p:cNvPr>
                <p:cNvSpPr txBox="1">
                  <a:spLocks noChangeArrowheads="1"/>
                </p:cNvSpPr>
                <p:nvPr/>
              </p:nvSpPr>
              <p:spPr bwMode="auto">
                <a:xfrm>
                  <a:off x="4649" y="2024"/>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2</a:t>
                  </a:r>
                </a:p>
              </p:txBody>
            </p:sp>
            <p:sp>
              <p:nvSpPr>
                <p:cNvPr id="86033" name="Line 15">
                  <a:extLst>
                    <a:ext uri="{FF2B5EF4-FFF2-40B4-BE49-F238E27FC236}">
                      <a16:creationId xmlns:a16="http://schemas.microsoft.com/office/drawing/2014/main" id="{B97766E1-45DD-D31A-0CCC-6E45ADD78511}"/>
                    </a:ext>
                  </a:extLst>
                </p:cNvPr>
                <p:cNvSpPr>
                  <a:spLocks noChangeShapeType="1"/>
                </p:cNvSpPr>
                <p:nvPr/>
              </p:nvSpPr>
              <p:spPr bwMode="auto">
                <a:xfrm>
                  <a:off x="3323" y="1798"/>
                  <a:ext cx="2142"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34" name="Line 16">
                  <a:extLst>
                    <a:ext uri="{FF2B5EF4-FFF2-40B4-BE49-F238E27FC236}">
                      <a16:creationId xmlns:a16="http://schemas.microsoft.com/office/drawing/2014/main" id="{71637E48-FFF0-5EAC-EDC9-3737EB0708D1}"/>
                    </a:ext>
                  </a:extLst>
                </p:cNvPr>
                <p:cNvSpPr>
                  <a:spLocks noChangeShapeType="1"/>
                </p:cNvSpPr>
                <p:nvPr/>
              </p:nvSpPr>
              <p:spPr bwMode="auto">
                <a:xfrm flipV="1">
                  <a:off x="4360" y="835"/>
                  <a:ext cx="0" cy="196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35" name="Text Box 17">
                  <a:extLst>
                    <a:ext uri="{FF2B5EF4-FFF2-40B4-BE49-F238E27FC236}">
                      <a16:creationId xmlns:a16="http://schemas.microsoft.com/office/drawing/2014/main" id="{9172646F-FF1C-373C-90AD-EB193F7D3A90}"/>
                    </a:ext>
                  </a:extLst>
                </p:cNvPr>
                <p:cNvSpPr txBox="1">
                  <a:spLocks noChangeArrowheads="1"/>
                </p:cNvSpPr>
                <p:nvPr/>
              </p:nvSpPr>
              <p:spPr bwMode="auto">
                <a:xfrm>
                  <a:off x="5329" y="1736"/>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000000"/>
                      </a:solidFill>
                      <a:latin typeface="楷体_GB2312" pitchFamily="49" charset="-122"/>
                      <a:ea typeface="楷体_GB2312" pitchFamily="49" charset="-122"/>
                    </a:rPr>
                    <a:t>z</a:t>
                  </a:r>
                </a:p>
              </p:txBody>
            </p:sp>
            <p:sp>
              <p:nvSpPr>
                <p:cNvPr id="86036" name="Text Box 18">
                  <a:extLst>
                    <a:ext uri="{FF2B5EF4-FFF2-40B4-BE49-F238E27FC236}">
                      <a16:creationId xmlns:a16="http://schemas.microsoft.com/office/drawing/2014/main" id="{4E18C026-3C26-FA24-F46E-A2C23C755CC1}"/>
                    </a:ext>
                  </a:extLst>
                </p:cNvPr>
                <p:cNvSpPr txBox="1">
                  <a:spLocks noChangeArrowheads="1"/>
                </p:cNvSpPr>
                <p:nvPr/>
              </p:nvSpPr>
              <p:spPr bwMode="auto">
                <a:xfrm>
                  <a:off x="4330" y="709"/>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rgbClr val="000000"/>
                      </a:solidFill>
                      <a:latin typeface="Times New Roman" panose="02020603050405020304" pitchFamily="18" charset="0"/>
                      <a:ea typeface="楷体_GB2312" pitchFamily="49" charset="-122"/>
                    </a:rPr>
                    <a:t>x</a:t>
                  </a:r>
                </a:p>
              </p:txBody>
            </p:sp>
            <p:sp>
              <p:nvSpPr>
                <p:cNvPr id="86037" name="Line 19">
                  <a:extLst>
                    <a:ext uri="{FF2B5EF4-FFF2-40B4-BE49-F238E27FC236}">
                      <a16:creationId xmlns:a16="http://schemas.microsoft.com/office/drawing/2014/main" id="{BC509B9B-3CD7-2762-6AA3-0A7BF9E6264C}"/>
                    </a:ext>
                  </a:extLst>
                </p:cNvPr>
                <p:cNvSpPr>
                  <a:spLocks noChangeAspect="1" noChangeShapeType="1"/>
                </p:cNvSpPr>
                <p:nvPr/>
              </p:nvSpPr>
              <p:spPr bwMode="auto">
                <a:xfrm flipV="1">
                  <a:off x="3661" y="1798"/>
                  <a:ext cx="705" cy="72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38" name="Line 20">
                  <a:extLst>
                    <a:ext uri="{FF2B5EF4-FFF2-40B4-BE49-F238E27FC236}">
                      <a16:creationId xmlns:a16="http://schemas.microsoft.com/office/drawing/2014/main" id="{09A08D7F-4370-2D5A-66EA-C055D9803292}"/>
                    </a:ext>
                  </a:extLst>
                </p:cNvPr>
                <p:cNvSpPr>
                  <a:spLocks noChangeAspect="1" noChangeShapeType="1"/>
                </p:cNvSpPr>
                <p:nvPr/>
              </p:nvSpPr>
              <p:spPr bwMode="auto">
                <a:xfrm>
                  <a:off x="3681" y="1096"/>
                  <a:ext cx="685" cy="701"/>
                </a:xfrm>
                <a:prstGeom prst="line">
                  <a:avLst/>
                </a:prstGeom>
                <a:noFill/>
                <a:ln w="28575">
                  <a:solidFill>
                    <a:srgbClr val="CC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39" name="Line 21">
                  <a:extLst>
                    <a:ext uri="{FF2B5EF4-FFF2-40B4-BE49-F238E27FC236}">
                      <a16:creationId xmlns:a16="http://schemas.microsoft.com/office/drawing/2014/main" id="{2AC5B4EA-7139-9D4E-ED1C-67ABF6243737}"/>
                    </a:ext>
                  </a:extLst>
                </p:cNvPr>
                <p:cNvSpPr>
                  <a:spLocks noChangeShapeType="1"/>
                </p:cNvSpPr>
                <p:nvPr/>
              </p:nvSpPr>
              <p:spPr bwMode="auto">
                <a:xfrm flipV="1">
                  <a:off x="4360" y="1282"/>
                  <a:ext cx="833" cy="516"/>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6040" name="Group 22">
                  <a:extLst>
                    <a:ext uri="{FF2B5EF4-FFF2-40B4-BE49-F238E27FC236}">
                      <a16:creationId xmlns:a16="http://schemas.microsoft.com/office/drawing/2014/main" id="{1C6B47CB-1B16-A033-82DE-26417611CD2F}"/>
                    </a:ext>
                  </a:extLst>
                </p:cNvPr>
                <p:cNvGrpSpPr>
                  <a:grpSpLocks/>
                </p:cNvGrpSpPr>
                <p:nvPr/>
              </p:nvGrpSpPr>
              <p:grpSpPr bwMode="auto">
                <a:xfrm>
                  <a:off x="3795" y="2279"/>
                  <a:ext cx="89" cy="103"/>
                  <a:chOff x="5040" y="3504"/>
                  <a:chExt cx="144" cy="144"/>
                </a:xfrm>
              </p:grpSpPr>
              <p:sp>
                <p:nvSpPr>
                  <p:cNvPr id="86069" name="Oval 23">
                    <a:extLst>
                      <a:ext uri="{FF2B5EF4-FFF2-40B4-BE49-F238E27FC236}">
                        <a16:creationId xmlns:a16="http://schemas.microsoft.com/office/drawing/2014/main" id="{622EFCD6-6B57-A3E0-E0CA-A59E84ECBAF4}"/>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6070" name="Oval 24">
                    <a:extLst>
                      <a:ext uri="{FF2B5EF4-FFF2-40B4-BE49-F238E27FC236}">
                        <a16:creationId xmlns:a16="http://schemas.microsoft.com/office/drawing/2014/main" id="{F7D7984B-0394-80A8-B04D-1613E8B7D274}"/>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6041" name="Group 25">
                  <a:extLst>
                    <a:ext uri="{FF2B5EF4-FFF2-40B4-BE49-F238E27FC236}">
                      <a16:creationId xmlns:a16="http://schemas.microsoft.com/office/drawing/2014/main" id="{97284FDC-AB61-FBBD-0771-5A6AB397E673}"/>
                    </a:ext>
                  </a:extLst>
                </p:cNvPr>
                <p:cNvGrpSpPr>
                  <a:grpSpLocks/>
                </p:cNvGrpSpPr>
                <p:nvPr/>
              </p:nvGrpSpPr>
              <p:grpSpPr bwMode="auto">
                <a:xfrm>
                  <a:off x="3921" y="1353"/>
                  <a:ext cx="89" cy="103"/>
                  <a:chOff x="5040" y="3504"/>
                  <a:chExt cx="144" cy="144"/>
                </a:xfrm>
              </p:grpSpPr>
              <p:sp>
                <p:nvSpPr>
                  <p:cNvPr id="86067" name="Oval 26">
                    <a:extLst>
                      <a:ext uri="{FF2B5EF4-FFF2-40B4-BE49-F238E27FC236}">
                        <a16:creationId xmlns:a16="http://schemas.microsoft.com/office/drawing/2014/main" id="{619D7927-8EB7-106C-2DCA-BEF82FFF8FCD}"/>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6068" name="Oval 27">
                    <a:extLst>
                      <a:ext uri="{FF2B5EF4-FFF2-40B4-BE49-F238E27FC236}">
                        <a16:creationId xmlns:a16="http://schemas.microsoft.com/office/drawing/2014/main" id="{7213985F-010E-D38D-D213-518879C81677}"/>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6042" name="Group 28">
                  <a:extLst>
                    <a:ext uri="{FF2B5EF4-FFF2-40B4-BE49-F238E27FC236}">
                      <a16:creationId xmlns:a16="http://schemas.microsoft.com/office/drawing/2014/main" id="{E896FEB4-E4B6-860F-5F6C-6F0ED2EAC4A8}"/>
                    </a:ext>
                  </a:extLst>
                </p:cNvPr>
                <p:cNvGrpSpPr>
                  <a:grpSpLocks/>
                </p:cNvGrpSpPr>
                <p:nvPr/>
              </p:nvGrpSpPr>
              <p:grpSpPr bwMode="auto">
                <a:xfrm>
                  <a:off x="4836" y="1420"/>
                  <a:ext cx="89" cy="103"/>
                  <a:chOff x="5040" y="3504"/>
                  <a:chExt cx="144" cy="144"/>
                </a:xfrm>
              </p:grpSpPr>
              <p:sp>
                <p:nvSpPr>
                  <p:cNvPr id="86065" name="Oval 29">
                    <a:extLst>
                      <a:ext uri="{FF2B5EF4-FFF2-40B4-BE49-F238E27FC236}">
                        <a16:creationId xmlns:a16="http://schemas.microsoft.com/office/drawing/2014/main" id="{402E4F74-6A39-0555-0F57-06F1B8C3FF44}"/>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6066" name="Oval 30">
                    <a:extLst>
                      <a:ext uri="{FF2B5EF4-FFF2-40B4-BE49-F238E27FC236}">
                        <a16:creationId xmlns:a16="http://schemas.microsoft.com/office/drawing/2014/main" id="{D1D4911F-8667-1220-DE84-C03384E7C3BF}"/>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86043" name="Object 31">
                  <a:extLst>
                    <a:ext uri="{FF2B5EF4-FFF2-40B4-BE49-F238E27FC236}">
                      <a16:creationId xmlns:a16="http://schemas.microsoft.com/office/drawing/2014/main" id="{3DD57176-E169-CDD3-282B-1EFE91BD12D8}"/>
                    </a:ext>
                  </a:extLst>
                </p:cNvPr>
                <p:cNvGraphicFramePr>
                  <a:graphicFrameLocks noChangeAspect="1"/>
                </p:cNvGraphicFramePr>
                <p:nvPr>
                  <p:extLst>
                    <p:ext uri="{D42A27DB-BD31-4B8C-83A1-F6EECF244321}">
                      <p14:modId xmlns:p14="http://schemas.microsoft.com/office/powerpoint/2010/main" val="1152161611"/>
                    </p:ext>
                  </p:extLst>
                </p:nvPr>
              </p:nvGraphicFramePr>
              <p:xfrm>
                <a:off x="3641" y="2113"/>
                <a:ext cx="161" cy="248"/>
              </p:xfrm>
              <a:graphic>
                <a:graphicData uri="http://schemas.openxmlformats.org/presentationml/2006/ole">
                  <mc:AlternateContent xmlns:mc="http://schemas.openxmlformats.org/markup-compatibility/2006">
                    <mc:Choice xmlns:v="urn:schemas-microsoft-com:vml" Requires="v">
                      <p:oleObj name="Equation" r:id="rId8" imgW="190417" imgH="253890" progId="Equation.DSMT4">
                        <p:embed/>
                      </p:oleObj>
                    </mc:Choice>
                    <mc:Fallback>
                      <p:oleObj name="Equation" r:id="rId8" imgW="190417" imgH="253890" progId="Equation.DSMT4">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1" y="2113"/>
                              <a:ext cx="16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44" name="Line 32">
                  <a:extLst>
                    <a:ext uri="{FF2B5EF4-FFF2-40B4-BE49-F238E27FC236}">
                      <a16:creationId xmlns:a16="http://schemas.microsoft.com/office/drawing/2014/main" id="{AC5FB5BC-2523-E85C-E8C0-B83E618795F3}"/>
                    </a:ext>
                  </a:extLst>
                </p:cNvPr>
                <p:cNvSpPr>
                  <a:spLocks noChangeShapeType="1"/>
                </p:cNvSpPr>
                <p:nvPr/>
              </p:nvSpPr>
              <p:spPr bwMode="auto">
                <a:xfrm>
                  <a:off x="3851" y="2341"/>
                  <a:ext cx="227" cy="227"/>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6045" name="Object 33">
                  <a:extLst>
                    <a:ext uri="{FF2B5EF4-FFF2-40B4-BE49-F238E27FC236}">
                      <a16:creationId xmlns:a16="http://schemas.microsoft.com/office/drawing/2014/main" id="{45542285-FC59-0383-AD38-E8A86C686741}"/>
                    </a:ext>
                  </a:extLst>
                </p:cNvPr>
                <p:cNvGraphicFramePr>
                  <a:graphicFrameLocks noChangeAspect="1"/>
                </p:cNvGraphicFramePr>
                <p:nvPr>
                  <p:extLst>
                    <p:ext uri="{D42A27DB-BD31-4B8C-83A1-F6EECF244321}">
                      <p14:modId xmlns:p14="http://schemas.microsoft.com/office/powerpoint/2010/main" val="652346441"/>
                    </p:ext>
                  </p:extLst>
                </p:nvPr>
              </p:nvGraphicFramePr>
              <p:xfrm>
                <a:off x="4099" y="2456"/>
                <a:ext cx="182" cy="249"/>
              </p:xfrm>
              <a:graphic>
                <a:graphicData uri="http://schemas.openxmlformats.org/presentationml/2006/ole">
                  <mc:AlternateContent xmlns:mc="http://schemas.openxmlformats.org/markup-compatibility/2006">
                    <mc:Choice xmlns:v="urn:schemas-microsoft-com:vml" Requires="v">
                      <p:oleObj name="Equation" r:id="rId10" imgW="215713" imgH="253780" progId="Equation.DSMT4">
                        <p:embed/>
                      </p:oleObj>
                    </mc:Choice>
                    <mc:Fallback>
                      <p:oleObj name="Equation" r:id="rId10" imgW="215713" imgH="253780" progId="Equation.DSMT4">
                        <p:embed/>
                        <p:pic>
                          <p:nvPicPr>
                            <p:cNvPr id="0"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99" y="2456"/>
                              <a:ext cx="182"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46" name="Line 34">
                  <a:extLst>
                    <a:ext uri="{FF2B5EF4-FFF2-40B4-BE49-F238E27FC236}">
                      <a16:creationId xmlns:a16="http://schemas.microsoft.com/office/drawing/2014/main" id="{BB4F9AF2-0C14-D468-1FD0-A5E692BA228D}"/>
                    </a:ext>
                  </a:extLst>
                </p:cNvPr>
                <p:cNvSpPr>
                  <a:spLocks noChangeShapeType="1"/>
                </p:cNvSpPr>
                <p:nvPr/>
              </p:nvSpPr>
              <p:spPr bwMode="auto">
                <a:xfrm flipV="1">
                  <a:off x="3855" y="2073"/>
                  <a:ext cx="237" cy="241"/>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6047" name="Object 35">
                  <a:extLst>
                    <a:ext uri="{FF2B5EF4-FFF2-40B4-BE49-F238E27FC236}">
                      <a16:creationId xmlns:a16="http://schemas.microsoft.com/office/drawing/2014/main" id="{C7587CF5-C5A2-B777-AC1B-0520923DDE4E}"/>
                    </a:ext>
                  </a:extLst>
                </p:cNvPr>
                <p:cNvGraphicFramePr>
                  <a:graphicFrameLocks noChangeAspect="1"/>
                </p:cNvGraphicFramePr>
                <p:nvPr>
                  <p:extLst>
                    <p:ext uri="{D42A27DB-BD31-4B8C-83A1-F6EECF244321}">
                      <p14:modId xmlns:p14="http://schemas.microsoft.com/office/powerpoint/2010/main" val="581096553"/>
                    </p:ext>
                  </p:extLst>
                </p:nvPr>
              </p:nvGraphicFramePr>
              <p:xfrm>
                <a:off x="4079" y="2073"/>
                <a:ext cx="118" cy="223"/>
              </p:xfrm>
              <a:graphic>
                <a:graphicData uri="http://schemas.openxmlformats.org/presentationml/2006/ole">
                  <mc:AlternateContent xmlns:mc="http://schemas.openxmlformats.org/markup-compatibility/2006">
                    <mc:Choice xmlns:v="urn:schemas-microsoft-com:vml" Requires="v">
                      <p:oleObj name="Equation" r:id="rId12" imgW="139700" imgH="228600" progId="Equation.DSMT4">
                        <p:embed/>
                      </p:oleObj>
                    </mc:Choice>
                    <mc:Fallback>
                      <p:oleObj name="Equation" r:id="rId12" imgW="139700" imgH="228600" progId="Equation.DSMT4">
                        <p:embed/>
                        <p:pic>
                          <p:nvPicPr>
                            <p:cNvPr id="0"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79" y="2073"/>
                              <a:ext cx="118"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48" name="Line 36">
                  <a:extLst>
                    <a:ext uri="{FF2B5EF4-FFF2-40B4-BE49-F238E27FC236}">
                      <a16:creationId xmlns:a16="http://schemas.microsoft.com/office/drawing/2014/main" id="{2AF66882-17F3-5BB4-BAE7-871BA2CBD9EC}"/>
                    </a:ext>
                  </a:extLst>
                </p:cNvPr>
                <p:cNvSpPr>
                  <a:spLocks noChangeShapeType="1"/>
                </p:cNvSpPr>
                <p:nvPr/>
              </p:nvSpPr>
              <p:spPr bwMode="auto">
                <a:xfrm flipV="1">
                  <a:off x="3980" y="1146"/>
                  <a:ext cx="208" cy="241"/>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6049" name="Object 37">
                  <a:extLst>
                    <a:ext uri="{FF2B5EF4-FFF2-40B4-BE49-F238E27FC236}">
                      <a16:creationId xmlns:a16="http://schemas.microsoft.com/office/drawing/2014/main" id="{12E1690F-058F-D754-0F84-20E48CA1586D}"/>
                    </a:ext>
                  </a:extLst>
                </p:cNvPr>
                <p:cNvGraphicFramePr>
                  <a:graphicFrameLocks noChangeAspect="1"/>
                </p:cNvGraphicFramePr>
                <p:nvPr>
                  <p:extLst>
                    <p:ext uri="{D42A27DB-BD31-4B8C-83A1-F6EECF244321}">
                      <p14:modId xmlns:p14="http://schemas.microsoft.com/office/powerpoint/2010/main" val="2952484344"/>
                    </p:ext>
                  </p:extLst>
                </p:nvPr>
              </p:nvGraphicFramePr>
              <p:xfrm>
                <a:off x="4154" y="997"/>
                <a:ext cx="182" cy="248"/>
              </p:xfrm>
              <a:graphic>
                <a:graphicData uri="http://schemas.openxmlformats.org/presentationml/2006/ole">
                  <mc:AlternateContent xmlns:mc="http://schemas.openxmlformats.org/markup-compatibility/2006">
                    <mc:Choice xmlns:v="urn:schemas-microsoft-com:vml" Requires="v">
                      <p:oleObj name="Equation" r:id="rId14" imgW="215713" imgH="253780" progId="Equation.DSMT4">
                        <p:embed/>
                      </p:oleObj>
                    </mc:Choice>
                    <mc:Fallback>
                      <p:oleObj name="Equation" r:id="rId14" imgW="215713" imgH="253780" progId="Equation.DSMT4">
                        <p:embed/>
                        <p:pic>
                          <p:nvPicPr>
                            <p:cNvPr id="0"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54" y="997"/>
                              <a:ext cx="18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0" name="Object 38">
                  <a:extLst>
                    <a:ext uri="{FF2B5EF4-FFF2-40B4-BE49-F238E27FC236}">
                      <a16:creationId xmlns:a16="http://schemas.microsoft.com/office/drawing/2014/main" id="{83D46F4C-61BD-BAA2-415C-F3C3599184EE}"/>
                    </a:ext>
                  </a:extLst>
                </p:cNvPr>
                <p:cNvGraphicFramePr>
                  <a:graphicFrameLocks noChangeAspect="1"/>
                </p:cNvGraphicFramePr>
                <p:nvPr>
                  <p:extLst>
                    <p:ext uri="{D42A27DB-BD31-4B8C-83A1-F6EECF244321}">
                      <p14:modId xmlns:p14="http://schemas.microsoft.com/office/powerpoint/2010/main" val="2341206936"/>
                    </p:ext>
                  </p:extLst>
                </p:nvPr>
              </p:nvGraphicFramePr>
              <p:xfrm>
                <a:off x="3796" y="1340"/>
                <a:ext cx="161" cy="250"/>
              </p:xfrm>
              <a:graphic>
                <a:graphicData uri="http://schemas.openxmlformats.org/presentationml/2006/ole">
                  <mc:AlternateContent xmlns:mc="http://schemas.openxmlformats.org/markup-compatibility/2006">
                    <mc:Choice xmlns:v="urn:schemas-microsoft-com:vml" Requires="v">
                      <p:oleObj name="Equation" r:id="rId16" imgW="190417" imgH="253890" progId="Equation.DSMT4">
                        <p:embed/>
                      </p:oleObj>
                    </mc:Choice>
                    <mc:Fallback>
                      <p:oleObj name="Equation" r:id="rId16" imgW="190417" imgH="253890" progId="Equation.DSMT4">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96" y="1340"/>
                              <a:ext cx="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1" name="Object 39">
                  <a:extLst>
                    <a:ext uri="{FF2B5EF4-FFF2-40B4-BE49-F238E27FC236}">
                      <a16:creationId xmlns:a16="http://schemas.microsoft.com/office/drawing/2014/main" id="{1D1DD3E7-F14A-BE97-0B94-68629628ADE1}"/>
                    </a:ext>
                  </a:extLst>
                </p:cNvPr>
                <p:cNvGraphicFramePr>
                  <a:graphicFrameLocks noChangeAspect="1"/>
                </p:cNvGraphicFramePr>
                <p:nvPr>
                  <p:extLst>
                    <p:ext uri="{D42A27DB-BD31-4B8C-83A1-F6EECF244321}">
                      <p14:modId xmlns:p14="http://schemas.microsoft.com/office/powerpoint/2010/main" val="3200166904"/>
                    </p:ext>
                  </p:extLst>
                </p:nvPr>
              </p:nvGraphicFramePr>
              <p:xfrm>
                <a:off x="3554" y="1020"/>
                <a:ext cx="130" cy="223"/>
              </p:xfrm>
              <a:graphic>
                <a:graphicData uri="http://schemas.openxmlformats.org/presentationml/2006/ole">
                  <mc:AlternateContent xmlns:mc="http://schemas.openxmlformats.org/markup-compatibility/2006">
                    <mc:Choice xmlns:v="urn:schemas-microsoft-com:vml" Requires="v">
                      <p:oleObj name="Equation" r:id="rId18" imgW="152334" imgH="228501" progId="Equation.DSMT4">
                        <p:embed/>
                      </p:oleObj>
                    </mc:Choice>
                    <mc:Fallback>
                      <p:oleObj name="Equation" r:id="rId18" imgW="152334" imgH="228501" progId="Equation.DSMT4">
                        <p:embed/>
                        <p:pic>
                          <p:nvPicPr>
                            <p:cNvPr id="0"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54" y="1020"/>
                              <a:ext cx="13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52" name="Line 40">
                  <a:extLst>
                    <a:ext uri="{FF2B5EF4-FFF2-40B4-BE49-F238E27FC236}">
                      <a16:creationId xmlns:a16="http://schemas.microsoft.com/office/drawing/2014/main" id="{24DD3630-8F77-CB8E-8E9B-C909079A9064}"/>
                    </a:ext>
                  </a:extLst>
                </p:cNvPr>
                <p:cNvSpPr>
                  <a:spLocks noChangeShapeType="1"/>
                </p:cNvSpPr>
                <p:nvPr/>
              </p:nvSpPr>
              <p:spPr bwMode="auto">
                <a:xfrm>
                  <a:off x="4895" y="1488"/>
                  <a:ext cx="151" cy="264"/>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6053" name="Object 41">
                  <a:extLst>
                    <a:ext uri="{FF2B5EF4-FFF2-40B4-BE49-F238E27FC236}">
                      <a16:creationId xmlns:a16="http://schemas.microsoft.com/office/drawing/2014/main" id="{B13BF1B0-657D-9870-CE96-78E9F2A482CE}"/>
                    </a:ext>
                  </a:extLst>
                </p:cNvPr>
                <p:cNvGraphicFramePr>
                  <a:graphicFrameLocks noChangeAspect="1"/>
                </p:cNvGraphicFramePr>
                <p:nvPr>
                  <p:extLst>
                    <p:ext uri="{D42A27DB-BD31-4B8C-83A1-F6EECF244321}">
                      <p14:modId xmlns:p14="http://schemas.microsoft.com/office/powerpoint/2010/main" val="1471990288"/>
                    </p:ext>
                  </p:extLst>
                </p:nvPr>
              </p:nvGraphicFramePr>
              <p:xfrm>
                <a:off x="5052" y="1558"/>
                <a:ext cx="181" cy="248"/>
              </p:xfrm>
              <a:graphic>
                <a:graphicData uri="http://schemas.openxmlformats.org/presentationml/2006/ole">
                  <mc:AlternateContent xmlns:mc="http://schemas.openxmlformats.org/markup-compatibility/2006">
                    <mc:Choice xmlns:v="urn:schemas-microsoft-com:vml" Requires="v">
                      <p:oleObj name="Equation" r:id="rId20" imgW="215713" imgH="253780" progId="Equation.DSMT4">
                        <p:embed/>
                      </p:oleObj>
                    </mc:Choice>
                    <mc:Fallback>
                      <p:oleObj name="Equation" r:id="rId20" imgW="215713" imgH="253780" progId="Equation.DSMT4">
                        <p:embed/>
                        <p:pic>
                          <p:nvPicPr>
                            <p:cNvPr id="0"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52" y="1558"/>
                              <a:ext cx="18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4" name="Object 42">
                  <a:extLst>
                    <a:ext uri="{FF2B5EF4-FFF2-40B4-BE49-F238E27FC236}">
                      <a16:creationId xmlns:a16="http://schemas.microsoft.com/office/drawing/2014/main" id="{B6163168-E509-46ED-7C85-54476F5EDD6F}"/>
                    </a:ext>
                  </a:extLst>
                </p:cNvPr>
                <p:cNvGraphicFramePr>
                  <a:graphicFrameLocks noChangeAspect="1"/>
                </p:cNvGraphicFramePr>
                <p:nvPr>
                  <p:extLst>
                    <p:ext uri="{D42A27DB-BD31-4B8C-83A1-F6EECF244321}">
                      <p14:modId xmlns:p14="http://schemas.microsoft.com/office/powerpoint/2010/main" val="2806109602"/>
                    </p:ext>
                  </p:extLst>
                </p:nvPr>
              </p:nvGraphicFramePr>
              <p:xfrm>
                <a:off x="4712" y="1201"/>
                <a:ext cx="161" cy="249"/>
              </p:xfrm>
              <a:graphic>
                <a:graphicData uri="http://schemas.openxmlformats.org/presentationml/2006/ole">
                  <mc:AlternateContent xmlns:mc="http://schemas.openxmlformats.org/markup-compatibility/2006">
                    <mc:Choice xmlns:v="urn:schemas-microsoft-com:vml" Requires="v">
                      <p:oleObj name="Equation" r:id="rId22" imgW="190417" imgH="253890" progId="Equation.DSMT4">
                        <p:embed/>
                      </p:oleObj>
                    </mc:Choice>
                    <mc:Fallback>
                      <p:oleObj name="Equation" r:id="rId22" imgW="190417" imgH="253890" progId="Equation.DSMT4">
                        <p:embed/>
                        <p:pic>
                          <p:nvPicPr>
                            <p:cNvPr id="0"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12" y="1201"/>
                              <a:ext cx="16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55" name="Object 43">
                  <a:extLst>
                    <a:ext uri="{FF2B5EF4-FFF2-40B4-BE49-F238E27FC236}">
                      <a16:creationId xmlns:a16="http://schemas.microsoft.com/office/drawing/2014/main" id="{169875E6-1243-6033-0799-3B217E2C43DB}"/>
                    </a:ext>
                  </a:extLst>
                </p:cNvPr>
                <p:cNvGraphicFramePr>
                  <a:graphicFrameLocks noChangeAspect="1"/>
                </p:cNvGraphicFramePr>
                <p:nvPr>
                  <p:extLst>
                    <p:ext uri="{D42A27DB-BD31-4B8C-83A1-F6EECF244321}">
                      <p14:modId xmlns:p14="http://schemas.microsoft.com/office/powerpoint/2010/main" val="2477324137"/>
                    </p:ext>
                  </p:extLst>
                </p:nvPr>
              </p:nvGraphicFramePr>
              <p:xfrm>
                <a:off x="5158" y="1316"/>
                <a:ext cx="128" cy="224"/>
              </p:xfrm>
              <a:graphic>
                <a:graphicData uri="http://schemas.openxmlformats.org/presentationml/2006/ole">
                  <mc:AlternateContent xmlns:mc="http://schemas.openxmlformats.org/markup-compatibility/2006">
                    <mc:Choice xmlns:v="urn:schemas-microsoft-com:vml" Requires="v">
                      <p:oleObj name="Equation" r:id="rId24" imgW="152334" imgH="228501" progId="Equation.DSMT4">
                        <p:embed/>
                      </p:oleObj>
                    </mc:Choice>
                    <mc:Fallback>
                      <p:oleObj name="Equation" r:id="rId24" imgW="152334" imgH="228501" progId="Equation.DSMT4">
                        <p:embed/>
                        <p:pic>
                          <p:nvPicPr>
                            <p:cNvPr id="0" name="Object 4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158" y="1316"/>
                              <a:ext cx="12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56" name="Text Box 44">
                  <a:extLst>
                    <a:ext uri="{FF2B5EF4-FFF2-40B4-BE49-F238E27FC236}">
                      <a16:creationId xmlns:a16="http://schemas.microsoft.com/office/drawing/2014/main" id="{0BAC0CFE-4E0F-ADCE-FE58-3B136058AB3D}"/>
                    </a:ext>
                  </a:extLst>
                </p:cNvPr>
                <p:cNvSpPr txBox="1">
                  <a:spLocks noChangeArrowheads="1"/>
                </p:cNvSpPr>
                <p:nvPr/>
              </p:nvSpPr>
              <p:spPr bwMode="auto">
                <a:xfrm>
                  <a:off x="3545" y="2520"/>
                  <a:ext cx="74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入射波</a:t>
                  </a:r>
                </a:p>
              </p:txBody>
            </p:sp>
            <p:sp>
              <p:nvSpPr>
                <p:cNvPr id="86057" name="Text Box 45">
                  <a:extLst>
                    <a:ext uri="{FF2B5EF4-FFF2-40B4-BE49-F238E27FC236}">
                      <a16:creationId xmlns:a16="http://schemas.microsoft.com/office/drawing/2014/main" id="{F3821503-9258-D267-7C16-253AB014B1F0}"/>
                    </a:ext>
                  </a:extLst>
                </p:cNvPr>
                <p:cNvSpPr txBox="1">
                  <a:spLocks noChangeArrowheads="1"/>
                </p:cNvSpPr>
                <p:nvPr/>
              </p:nvSpPr>
              <p:spPr bwMode="auto">
                <a:xfrm>
                  <a:off x="3511" y="841"/>
                  <a:ext cx="6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反射波</a:t>
                  </a:r>
                </a:p>
              </p:txBody>
            </p:sp>
            <p:sp>
              <p:nvSpPr>
                <p:cNvPr id="86058" name="Text Box 46">
                  <a:extLst>
                    <a:ext uri="{FF2B5EF4-FFF2-40B4-BE49-F238E27FC236}">
                      <a16:creationId xmlns:a16="http://schemas.microsoft.com/office/drawing/2014/main" id="{2F05C234-5014-638C-F97E-FD252CC4A77B}"/>
                    </a:ext>
                  </a:extLst>
                </p:cNvPr>
                <p:cNvSpPr txBox="1">
                  <a:spLocks noChangeArrowheads="1"/>
                </p:cNvSpPr>
                <p:nvPr/>
              </p:nvSpPr>
              <p:spPr bwMode="auto">
                <a:xfrm>
                  <a:off x="4604" y="981"/>
                  <a:ext cx="73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折射波</a:t>
                  </a:r>
                </a:p>
              </p:txBody>
            </p:sp>
            <p:graphicFrame>
              <p:nvGraphicFramePr>
                <p:cNvPr id="86059" name="Object 47">
                  <a:extLst>
                    <a:ext uri="{FF2B5EF4-FFF2-40B4-BE49-F238E27FC236}">
                      <a16:creationId xmlns:a16="http://schemas.microsoft.com/office/drawing/2014/main" id="{63CF0391-1F8E-314C-51B0-9B54DD7404E9}"/>
                    </a:ext>
                  </a:extLst>
                </p:cNvPr>
                <p:cNvGraphicFramePr>
                  <a:graphicFrameLocks noChangeAspect="1"/>
                </p:cNvGraphicFramePr>
                <p:nvPr>
                  <p:extLst>
                    <p:ext uri="{D42A27DB-BD31-4B8C-83A1-F6EECF244321}">
                      <p14:modId xmlns:p14="http://schemas.microsoft.com/office/powerpoint/2010/main" val="1633586587"/>
                    </p:ext>
                  </p:extLst>
                </p:nvPr>
              </p:nvGraphicFramePr>
              <p:xfrm>
                <a:off x="3988" y="1546"/>
                <a:ext cx="128" cy="223"/>
              </p:xfrm>
              <a:graphic>
                <a:graphicData uri="http://schemas.openxmlformats.org/presentationml/2006/ole">
                  <mc:AlternateContent xmlns:mc="http://schemas.openxmlformats.org/markup-compatibility/2006">
                    <mc:Choice xmlns:v="urn:schemas-microsoft-com:vml" Requires="v">
                      <p:oleObj name="Equation" r:id="rId26" imgW="152334" imgH="228501" progId="Equation.DSMT4">
                        <p:embed/>
                      </p:oleObj>
                    </mc:Choice>
                    <mc:Fallback>
                      <p:oleObj name="Equation" r:id="rId26" imgW="152334" imgH="228501" progId="Equation.DSMT4">
                        <p:embed/>
                        <p:pic>
                          <p:nvPicPr>
                            <p:cNvPr id="0" name="Object 4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88" y="1546"/>
                              <a:ext cx="128"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60" name="Object 48">
                  <a:extLst>
                    <a:ext uri="{FF2B5EF4-FFF2-40B4-BE49-F238E27FC236}">
                      <a16:creationId xmlns:a16="http://schemas.microsoft.com/office/drawing/2014/main" id="{C659954C-9CD5-9E2C-0836-BEE5C3C0E3EF}"/>
                    </a:ext>
                  </a:extLst>
                </p:cNvPr>
                <p:cNvGraphicFramePr>
                  <a:graphicFrameLocks noChangeAspect="1"/>
                </p:cNvGraphicFramePr>
                <p:nvPr>
                  <p:extLst>
                    <p:ext uri="{D42A27DB-BD31-4B8C-83A1-F6EECF244321}">
                      <p14:modId xmlns:p14="http://schemas.microsoft.com/office/powerpoint/2010/main" val="4078935189"/>
                    </p:ext>
                  </p:extLst>
                </p:nvPr>
              </p:nvGraphicFramePr>
              <p:xfrm>
                <a:off x="4008" y="1832"/>
                <a:ext cx="118" cy="224"/>
              </p:xfrm>
              <a:graphic>
                <a:graphicData uri="http://schemas.openxmlformats.org/presentationml/2006/ole">
                  <mc:AlternateContent xmlns:mc="http://schemas.openxmlformats.org/markup-compatibility/2006">
                    <mc:Choice xmlns:v="urn:schemas-microsoft-com:vml" Requires="v">
                      <p:oleObj name="Equation" r:id="rId28" imgW="139700" imgH="228600" progId="Equation.DSMT4">
                        <p:embed/>
                      </p:oleObj>
                    </mc:Choice>
                    <mc:Fallback>
                      <p:oleObj name="Equation" r:id="rId28" imgW="139700" imgH="228600" progId="Equation.DSMT4">
                        <p:embed/>
                        <p:pic>
                          <p:nvPicPr>
                            <p:cNvPr id="0" name="Object 4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008" y="1832"/>
                              <a:ext cx="11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61" name="Freeform 49">
                  <a:extLst>
                    <a:ext uri="{FF2B5EF4-FFF2-40B4-BE49-F238E27FC236}">
                      <a16:creationId xmlns:a16="http://schemas.microsoft.com/office/drawing/2014/main" id="{2BAA0F87-E6B6-F7AA-9F0D-A8630A603686}"/>
                    </a:ext>
                  </a:extLst>
                </p:cNvPr>
                <p:cNvSpPr>
                  <a:spLocks/>
                </p:cNvSpPr>
                <p:nvPr/>
              </p:nvSpPr>
              <p:spPr bwMode="auto">
                <a:xfrm>
                  <a:off x="4628" y="1626"/>
                  <a:ext cx="89" cy="172"/>
                </a:xfrm>
                <a:custGeom>
                  <a:avLst/>
                  <a:gdLst>
                    <a:gd name="T0" fmla="*/ 0 w 144"/>
                    <a:gd name="T1" fmla="*/ 0 h 240"/>
                    <a:gd name="T2" fmla="*/ 1 w 144"/>
                    <a:gd name="T3" fmla="*/ 3 h 240"/>
                    <a:gd name="T4" fmla="*/ 1 w 144"/>
                    <a:gd name="T5" fmla="*/ 8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cubicBezTo>
                        <a:pt x="36" y="28"/>
                        <a:pt x="72" y="56"/>
                        <a:pt x="96" y="96"/>
                      </a:cubicBezTo>
                      <a:cubicBezTo>
                        <a:pt x="120" y="136"/>
                        <a:pt x="132" y="188"/>
                        <a:pt x="144" y="2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6062" name="Object 50">
                  <a:extLst>
                    <a:ext uri="{FF2B5EF4-FFF2-40B4-BE49-F238E27FC236}">
                      <a16:creationId xmlns:a16="http://schemas.microsoft.com/office/drawing/2014/main" id="{A2013894-05E8-336A-DF88-478666716C5B}"/>
                    </a:ext>
                  </a:extLst>
                </p:cNvPr>
                <p:cNvGraphicFramePr>
                  <a:graphicFrameLocks noChangeAspect="1"/>
                </p:cNvGraphicFramePr>
                <p:nvPr>
                  <p:extLst>
                    <p:ext uri="{D42A27DB-BD31-4B8C-83A1-F6EECF244321}">
                      <p14:modId xmlns:p14="http://schemas.microsoft.com/office/powerpoint/2010/main" val="3448765347"/>
                    </p:ext>
                  </p:extLst>
                </p:nvPr>
              </p:nvGraphicFramePr>
              <p:xfrm>
                <a:off x="4722" y="1580"/>
                <a:ext cx="129" cy="224"/>
              </p:xfrm>
              <a:graphic>
                <a:graphicData uri="http://schemas.openxmlformats.org/presentationml/2006/ole">
                  <mc:AlternateContent xmlns:mc="http://schemas.openxmlformats.org/markup-compatibility/2006">
                    <mc:Choice xmlns:v="urn:schemas-microsoft-com:vml" Requires="v">
                      <p:oleObj name="Equation" r:id="rId30" imgW="152334" imgH="228501" progId="Equation.DSMT4">
                        <p:embed/>
                      </p:oleObj>
                    </mc:Choice>
                    <mc:Fallback>
                      <p:oleObj name="Equation" r:id="rId30" imgW="152334" imgH="228501" progId="Equation.DSMT4">
                        <p:embed/>
                        <p:pic>
                          <p:nvPicPr>
                            <p:cNvPr id="0" name="Object 5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22" y="1580"/>
                              <a:ext cx="129"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63" name="Freeform 51">
                  <a:extLst>
                    <a:ext uri="{FF2B5EF4-FFF2-40B4-BE49-F238E27FC236}">
                      <a16:creationId xmlns:a16="http://schemas.microsoft.com/office/drawing/2014/main" id="{FFEBB286-B77D-F90F-FDD0-AA19D1F71D27}"/>
                    </a:ext>
                  </a:extLst>
                </p:cNvPr>
                <p:cNvSpPr>
                  <a:spLocks/>
                </p:cNvSpPr>
                <p:nvPr/>
              </p:nvSpPr>
              <p:spPr bwMode="auto">
                <a:xfrm>
                  <a:off x="4122" y="1660"/>
                  <a:ext cx="89" cy="138"/>
                </a:xfrm>
                <a:custGeom>
                  <a:avLst/>
                  <a:gdLst>
                    <a:gd name="T0" fmla="*/ 1 w 144"/>
                    <a:gd name="T1" fmla="*/ 0 h 192"/>
                    <a:gd name="T2" fmla="*/ 1 w 144"/>
                    <a:gd name="T3" fmla="*/ 1 h 192"/>
                    <a:gd name="T4" fmla="*/ 0 w 144"/>
                    <a:gd name="T5" fmla="*/ 7 h 192"/>
                    <a:gd name="T6" fmla="*/ 0 60000 65536"/>
                    <a:gd name="T7" fmla="*/ 0 60000 65536"/>
                    <a:gd name="T8" fmla="*/ 0 60000 65536"/>
                  </a:gdLst>
                  <a:ahLst/>
                  <a:cxnLst>
                    <a:cxn ang="T6">
                      <a:pos x="T0" y="T1"/>
                    </a:cxn>
                    <a:cxn ang="T7">
                      <a:pos x="T2" y="T3"/>
                    </a:cxn>
                    <a:cxn ang="T8">
                      <a:pos x="T4" y="T5"/>
                    </a:cxn>
                  </a:cxnLst>
                  <a:rect l="0" t="0" r="r" b="b"/>
                  <a:pathLst>
                    <a:path w="144" h="192">
                      <a:moveTo>
                        <a:pt x="144" y="0"/>
                      </a:moveTo>
                      <a:cubicBezTo>
                        <a:pt x="108" y="8"/>
                        <a:pt x="72" y="16"/>
                        <a:pt x="48" y="48"/>
                      </a:cubicBezTo>
                      <a:cubicBezTo>
                        <a:pt x="24" y="80"/>
                        <a:pt x="12" y="13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6064" name="Freeform 52">
                  <a:extLst>
                    <a:ext uri="{FF2B5EF4-FFF2-40B4-BE49-F238E27FC236}">
                      <a16:creationId xmlns:a16="http://schemas.microsoft.com/office/drawing/2014/main" id="{908ABD53-2CD9-7CFE-FD47-E3797B3E255F}"/>
                    </a:ext>
                  </a:extLst>
                </p:cNvPr>
                <p:cNvSpPr>
                  <a:spLocks/>
                </p:cNvSpPr>
                <p:nvPr/>
              </p:nvSpPr>
              <p:spPr bwMode="auto">
                <a:xfrm>
                  <a:off x="4142" y="1798"/>
                  <a:ext cx="69" cy="137"/>
                </a:xfrm>
                <a:custGeom>
                  <a:avLst/>
                  <a:gdLst>
                    <a:gd name="T0" fmla="*/ 1 w 112"/>
                    <a:gd name="T1" fmla="*/ 0 h 192"/>
                    <a:gd name="T2" fmla="*/ 1 w 112"/>
                    <a:gd name="T3" fmla="*/ 3 h 192"/>
                    <a:gd name="T4" fmla="*/ 1 w 112"/>
                    <a:gd name="T5" fmla="*/ 7 h 192"/>
                    <a:gd name="T6" fmla="*/ 0 60000 65536"/>
                    <a:gd name="T7" fmla="*/ 0 60000 65536"/>
                    <a:gd name="T8" fmla="*/ 0 60000 65536"/>
                  </a:gdLst>
                  <a:ahLst/>
                  <a:cxnLst>
                    <a:cxn ang="T6">
                      <a:pos x="T0" y="T1"/>
                    </a:cxn>
                    <a:cxn ang="T7">
                      <a:pos x="T2" y="T3"/>
                    </a:cxn>
                    <a:cxn ang="T8">
                      <a:pos x="T4" y="T5"/>
                    </a:cxn>
                  </a:cxnLst>
                  <a:rect l="0" t="0" r="r" b="b"/>
                  <a:pathLst>
                    <a:path w="112" h="192">
                      <a:moveTo>
                        <a:pt x="16" y="0"/>
                      </a:moveTo>
                      <a:cubicBezTo>
                        <a:pt x="8" y="32"/>
                        <a:pt x="0" y="64"/>
                        <a:pt x="16" y="96"/>
                      </a:cubicBezTo>
                      <a:cubicBezTo>
                        <a:pt x="32" y="128"/>
                        <a:pt x="72" y="160"/>
                        <a:pt x="112"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86026" name="Rectangle 53">
              <a:extLst>
                <a:ext uri="{FF2B5EF4-FFF2-40B4-BE49-F238E27FC236}">
                  <a16:creationId xmlns:a16="http://schemas.microsoft.com/office/drawing/2014/main" id="{07E2AEA2-A5A5-2F77-5683-423BF33C359A}"/>
                </a:ext>
              </a:extLst>
            </p:cNvPr>
            <p:cNvSpPr>
              <a:spLocks noChangeArrowheads="1"/>
            </p:cNvSpPr>
            <p:nvPr/>
          </p:nvSpPr>
          <p:spPr bwMode="auto">
            <a:xfrm>
              <a:off x="4268" y="1570"/>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000" i="1">
                  <a:solidFill>
                    <a:srgbClr val="000000"/>
                  </a:solidFill>
                  <a:latin typeface="Times New Roman" panose="02020603050405020304" pitchFamily="18" charset="0"/>
                  <a:ea typeface="楷体_GB2312" pitchFamily="49" charset="-122"/>
                </a:rPr>
                <a:t>O</a:t>
              </a:r>
            </a:p>
          </p:txBody>
        </p:sp>
      </p:grpSp>
      <p:sp>
        <p:nvSpPr>
          <p:cNvPr id="79926" name="Text Box 54">
            <a:extLst>
              <a:ext uri="{FF2B5EF4-FFF2-40B4-BE49-F238E27FC236}">
                <a16:creationId xmlns:a16="http://schemas.microsoft.com/office/drawing/2014/main" id="{BA7C2DF4-2419-E428-B01E-EAB98C73B5AA}"/>
              </a:ext>
            </a:extLst>
          </p:cNvPr>
          <p:cNvSpPr txBox="1">
            <a:spLocks noChangeArrowheads="1"/>
          </p:cNvSpPr>
          <p:nvPr/>
        </p:nvSpPr>
        <p:spPr bwMode="auto">
          <a:xfrm>
            <a:off x="250825" y="558800"/>
            <a:ext cx="49688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32"/>
              </a:buBlip>
            </a:pPr>
            <a:r>
              <a:rPr kumimoji="1" lang="zh-CN" altLang="en-US" b="1">
                <a:solidFill>
                  <a:srgbClr val="FFFFFF"/>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1</a:t>
            </a:r>
            <a:r>
              <a:rPr kumimoji="1" lang="zh-CN" altLang="en-US" b="1">
                <a:solidFill>
                  <a:srgbClr val="FFBDDE"/>
                </a:solidFill>
                <a:latin typeface="Times New Roman" panose="02020603050405020304" pitchFamily="18" charset="0"/>
              </a:rPr>
              <a:t>中的反射波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79879"/>
                                        </p:tgtEl>
                                        <p:attrNameLst>
                                          <p:attrName>style.visibility</p:attrName>
                                        </p:attrNameLst>
                                      </p:cBhvr>
                                      <p:to>
                                        <p:strVal val="visible"/>
                                      </p:to>
                                    </p:set>
                                    <p:animEffect transition="in" filter="fade">
                                      <p:cBhvr>
                                        <p:cTn id="7" dur="2000"/>
                                        <p:tgtEl>
                                          <p:spTgt spid="798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9877"/>
                                        </p:tgtEl>
                                        <p:attrNameLst>
                                          <p:attrName>style.visibility</p:attrName>
                                        </p:attrNameLst>
                                      </p:cBhvr>
                                      <p:to>
                                        <p:strVal val="visible"/>
                                      </p:to>
                                    </p:set>
                                    <p:animEffect transition="in" filter="wipe(left)">
                                      <p:cBhvr>
                                        <p:cTn id="12" dur="2000"/>
                                        <p:tgtEl>
                                          <p:spTgt spid="79877"/>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79876"/>
                                        </p:tgtEl>
                                        <p:attrNameLst>
                                          <p:attrName>style.visibility</p:attrName>
                                        </p:attrNameLst>
                                      </p:cBhvr>
                                      <p:to>
                                        <p:strVal val="visible"/>
                                      </p:to>
                                    </p:set>
                                    <p:animEffect transition="in" filter="wipe(up)">
                                      <p:cBhvr>
                                        <p:cTn id="16" dur="2000"/>
                                        <p:tgtEl>
                                          <p:spTgt spid="798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79878"/>
                                        </p:tgtEl>
                                        <p:attrNameLst>
                                          <p:attrName>style.visibility</p:attrName>
                                        </p:attrNameLst>
                                      </p:cBhvr>
                                      <p:to>
                                        <p:strVal val="visible"/>
                                      </p:to>
                                    </p:set>
                                    <p:animEffect transition="in" filter="wipe(left)">
                                      <p:cBhvr>
                                        <p:cTn id="21" dur="2000"/>
                                        <p:tgtEl>
                                          <p:spTgt spid="79878"/>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79874"/>
                                        </p:tgtEl>
                                        <p:attrNameLst>
                                          <p:attrName>style.visibility</p:attrName>
                                        </p:attrNameLst>
                                      </p:cBhvr>
                                      <p:to>
                                        <p:strVal val="visible"/>
                                      </p:to>
                                    </p:set>
                                    <p:animEffect transition="in" filter="wipe(up)">
                                      <p:cBhvr>
                                        <p:cTn id="25" dur="2000"/>
                                        <p:tgtEl>
                                          <p:spTgt spid="79874"/>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9875"/>
                                        </p:tgtEl>
                                        <p:attrNameLst>
                                          <p:attrName>style.visibility</p:attrName>
                                        </p:attrNameLst>
                                      </p:cBhvr>
                                      <p:to>
                                        <p:strVal val="visible"/>
                                      </p:to>
                                    </p:set>
                                    <p:animEffect transition="in" filter="wipe(up)">
                                      <p:cBhvr>
                                        <p:cTn id="30" dur="2000"/>
                                        <p:tgtEl>
                                          <p:spTgt spid="7987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79926"/>
                                        </p:tgtEl>
                                        <p:attrNameLst>
                                          <p:attrName>style.visibility</p:attrName>
                                        </p:attrNameLst>
                                      </p:cBhvr>
                                      <p:to>
                                        <p:strVal val="visible"/>
                                      </p:to>
                                    </p:set>
                                    <p:animEffect transition="in" filter="wipe(left)">
                                      <p:cBhvr>
                                        <p:cTn id="35" dur="2000"/>
                                        <p:tgtEl>
                                          <p:spTgt spid="799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877" grpId="0"/>
      <p:bldP spid="79878" grpId="0"/>
      <p:bldP spid="7992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0898" name="Object 2">
            <a:extLst>
              <a:ext uri="{FF2B5EF4-FFF2-40B4-BE49-F238E27FC236}">
                <a16:creationId xmlns:a16="http://schemas.microsoft.com/office/drawing/2014/main" id="{58BEE2AA-0CE0-8B4D-A5FD-2BEF7A79FB04}"/>
              </a:ext>
            </a:extLst>
          </p:cNvPr>
          <p:cNvGraphicFramePr>
            <a:graphicFrameLocks noChangeAspect="1"/>
          </p:cNvGraphicFramePr>
          <p:nvPr>
            <p:extLst>
              <p:ext uri="{D42A27DB-BD31-4B8C-83A1-F6EECF244321}">
                <p14:modId xmlns:p14="http://schemas.microsoft.com/office/powerpoint/2010/main" val="2328022247"/>
              </p:ext>
            </p:extLst>
          </p:nvPr>
        </p:nvGraphicFramePr>
        <p:xfrm>
          <a:off x="755650" y="920750"/>
          <a:ext cx="6292850" cy="1549400"/>
        </p:xfrm>
        <a:graphic>
          <a:graphicData uri="http://schemas.openxmlformats.org/presentationml/2006/ole">
            <mc:AlternateContent xmlns:mc="http://schemas.openxmlformats.org/markup-compatibility/2006">
              <mc:Choice xmlns:v="urn:schemas-microsoft-com:vml" Requires="v">
                <p:oleObj name="Equation" r:id="rId2" imgW="2958953" imgH="749392" progId="Equation.DSMT4">
                  <p:embed/>
                </p:oleObj>
              </mc:Choice>
              <mc:Fallback>
                <p:oleObj name="Equation" r:id="rId2" imgW="2958953" imgH="749392"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920750"/>
                        <a:ext cx="6292850" cy="1549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0899" name="Object 3">
            <a:extLst>
              <a:ext uri="{FF2B5EF4-FFF2-40B4-BE49-F238E27FC236}">
                <a16:creationId xmlns:a16="http://schemas.microsoft.com/office/drawing/2014/main" id="{034426CE-DB64-AB03-4866-DF65E73BE646}"/>
              </a:ext>
            </a:extLst>
          </p:cNvPr>
          <p:cNvGraphicFramePr>
            <a:graphicFrameLocks noChangeAspect="1"/>
          </p:cNvGraphicFramePr>
          <p:nvPr>
            <p:extLst>
              <p:ext uri="{D42A27DB-BD31-4B8C-83A1-F6EECF244321}">
                <p14:modId xmlns:p14="http://schemas.microsoft.com/office/powerpoint/2010/main" val="3116700508"/>
              </p:ext>
            </p:extLst>
          </p:nvPr>
        </p:nvGraphicFramePr>
        <p:xfrm>
          <a:off x="696913" y="2538413"/>
          <a:ext cx="7462837" cy="4059237"/>
        </p:xfrm>
        <a:graphic>
          <a:graphicData uri="http://schemas.openxmlformats.org/presentationml/2006/ole">
            <mc:AlternateContent xmlns:mc="http://schemas.openxmlformats.org/markup-compatibility/2006">
              <mc:Choice xmlns:v="urn:schemas-microsoft-com:vml" Requires="v">
                <p:oleObj name="Equation" r:id="rId4" imgW="3517787" imgH="2006692" progId="Equation.DSMT4">
                  <p:embed/>
                </p:oleObj>
              </mc:Choice>
              <mc:Fallback>
                <p:oleObj name="Equation" r:id="rId4" imgW="3517787" imgH="2006692"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6913" y="2538413"/>
                        <a:ext cx="7462837" cy="4059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0" name="Text Box 4">
            <a:extLst>
              <a:ext uri="{FF2B5EF4-FFF2-40B4-BE49-F238E27FC236}">
                <a16:creationId xmlns:a16="http://schemas.microsoft.com/office/drawing/2014/main" id="{22BC56B7-398E-30B8-8791-F8DE6F018F05}"/>
              </a:ext>
            </a:extLst>
          </p:cNvPr>
          <p:cNvSpPr txBox="1">
            <a:spLocks noChangeArrowheads="1"/>
          </p:cNvSpPr>
          <p:nvPr/>
        </p:nvSpPr>
        <p:spPr bwMode="auto">
          <a:xfrm>
            <a:off x="250825" y="333375"/>
            <a:ext cx="49688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6"/>
              </a:buBlip>
            </a:pPr>
            <a:r>
              <a:rPr kumimoji="1" lang="zh-CN" altLang="en-US" b="1">
                <a:solidFill>
                  <a:srgbClr val="FFFFFF"/>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1</a:t>
            </a:r>
            <a:r>
              <a:rPr kumimoji="1" lang="zh-CN" altLang="en-US" b="1">
                <a:solidFill>
                  <a:srgbClr val="FFBDDE"/>
                </a:solidFill>
                <a:latin typeface="Times New Roman" panose="02020603050405020304" pitchFamily="18" charset="0"/>
              </a:rPr>
              <a:t>中的合成波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wipe(up)">
                                      <p:cBhvr>
                                        <p:cTn id="7" dur="3000"/>
                                        <p:tgtEl>
                                          <p:spTgt spid="808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0899"/>
                                        </p:tgtEl>
                                        <p:attrNameLst>
                                          <p:attrName>style.visibility</p:attrName>
                                        </p:attrNameLst>
                                      </p:cBhvr>
                                      <p:to>
                                        <p:strVal val="visible"/>
                                      </p:to>
                                    </p:set>
                                    <p:animEffect transition="in" filter="wipe(up)">
                                      <p:cBhvr>
                                        <p:cTn id="12" dur="5000"/>
                                        <p:tgtEl>
                                          <p:spTgt spid="8089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0900"/>
                                        </p:tgtEl>
                                        <p:attrNameLst>
                                          <p:attrName>style.visibility</p:attrName>
                                        </p:attrNameLst>
                                      </p:cBhvr>
                                      <p:to>
                                        <p:strVal val="visible"/>
                                      </p:to>
                                    </p:set>
                                    <p:animEffect transition="in" filter="wipe(left)">
                                      <p:cBhvr>
                                        <p:cTn id="17" dur="2000"/>
                                        <p:tgtEl>
                                          <p:spTgt spid="80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22" name="Object 2">
            <a:extLst>
              <a:ext uri="{FF2B5EF4-FFF2-40B4-BE49-F238E27FC236}">
                <a16:creationId xmlns:a16="http://schemas.microsoft.com/office/drawing/2014/main" id="{D11858F8-1FC6-917D-2F17-FC2AC485AFED}"/>
              </a:ext>
            </a:extLst>
          </p:cNvPr>
          <p:cNvGraphicFramePr>
            <a:graphicFrameLocks noChangeAspect="1"/>
          </p:cNvGraphicFramePr>
          <p:nvPr>
            <p:extLst>
              <p:ext uri="{D42A27DB-BD31-4B8C-83A1-F6EECF244321}">
                <p14:modId xmlns:p14="http://schemas.microsoft.com/office/powerpoint/2010/main" val="4272026263"/>
              </p:ext>
            </p:extLst>
          </p:nvPr>
        </p:nvGraphicFramePr>
        <p:xfrm>
          <a:off x="785813" y="2781300"/>
          <a:ext cx="4403725" cy="1103313"/>
        </p:xfrm>
        <a:graphic>
          <a:graphicData uri="http://schemas.openxmlformats.org/presentationml/2006/ole">
            <mc:AlternateContent xmlns:mc="http://schemas.openxmlformats.org/markup-compatibility/2006">
              <mc:Choice xmlns:v="urn:schemas-microsoft-com:vml" Requires="v">
                <p:oleObj name="Equation" r:id="rId2" imgW="1841699" imgH="482554" progId="Equation.DSMT4">
                  <p:embed/>
                </p:oleObj>
              </mc:Choice>
              <mc:Fallback>
                <p:oleObj name="Equation" r:id="rId2" imgW="1841699" imgH="482554"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5813" y="2781300"/>
                        <a:ext cx="4403725" cy="1103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3" name="Object 3">
            <a:extLst>
              <a:ext uri="{FF2B5EF4-FFF2-40B4-BE49-F238E27FC236}">
                <a16:creationId xmlns:a16="http://schemas.microsoft.com/office/drawing/2014/main" id="{5BF36C0A-413B-2214-873D-FA9BFC8B8243}"/>
              </a:ext>
            </a:extLst>
          </p:cNvPr>
          <p:cNvGraphicFramePr>
            <a:graphicFrameLocks noChangeAspect="1"/>
          </p:cNvGraphicFramePr>
          <p:nvPr>
            <p:extLst>
              <p:ext uri="{D42A27DB-BD31-4B8C-83A1-F6EECF244321}">
                <p14:modId xmlns:p14="http://schemas.microsoft.com/office/powerpoint/2010/main" val="1279427876"/>
              </p:ext>
            </p:extLst>
          </p:nvPr>
        </p:nvGraphicFramePr>
        <p:xfrm>
          <a:off x="985838" y="981075"/>
          <a:ext cx="3498850" cy="1736725"/>
        </p:xfrm>
        <a:graphic>
          <a:graphicData uri="http://schemas.openxmlformats.org/presentationml/2006/ole">
            <mc:AlternateContent xmlns:mc="http://schemas.openxmlformats.org/markup-compatibility/2006">
              <mc:Choice xmlns:v="urn:schemas-microsoft-com:vml" Requires="v">
                <p:oleObj name="Equation" r:id="rId4" imgW="1485926" imgH="724039" progId="Equation.DSMT4">
                  <p:embed/>
                </p:oleObj>
              </mc:Choice>
              <mc:Fallback>
                <p:oleObj name="Equation" r:id="rId4" imgW="1485926" imgH="724039"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5838" y="981075"/>
                        <a:ext cx="3498850" cy="1736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24" name="Object 4">
            <a:extLst>
              <a:ext uri="{FF2B5EF4-FFF2-40B4-BE49-F238E27FC236}">
                <a16:creationId xmlns:a16="http://schemas.microsoft.com/office/drawing/2014/main" id="{41440FA4-FCCA-025F-DF4A-811FEA24A0DC}"/>
              </a:ext>
            </a:extLst>
          </p:cNvPr>
          <p:cNvGraphicFramePr>
            <a:graphicFrameLocks noChangeAspect="1"/>
          </p:cNvGraphicFramePr>
          <p:nvPr>
            <p:extLst>
              <p:ext uri="{D42A27DB-BD31-4B8C-83A1-F6EECF244321}">
                <p14:modId xmlns:p14="http://schemas.microsoft.com/office/powerpoint/2010/main" val="1727214581"/>
              </p:ext>
            </p:extLst>
          </p:nvPr>
        </p:nvGraphicFramePr>
        <p:xfrm>
          <a:off x="768350" y="3860800"/>
          <a:ext cx="6526213" cy="2651125"/>
        </p:xfrm>
        <a:graphic>
          <a:graphicData uri="http://schemas.openxmlformats.org/presentationml/2006/ole">
            <mc:AlternateContent xmlns:mc="http://schemas.openxmlformats.org/markup-compatibility/2006">
              <mc:Choice xmlns:v="urn:schemas-microsoft-com:vml" Requires="v">
                <p:oleObj name="Equation" r:id="rId6" imgW="2997235" imgH="1295539" progId="Equation.DSMT4">
                  <p:embed/>
                </p:oleObj>
              </mc:Choice>
              <mc:Fallback>
                <p:oleObj name="Equation" r:id="rId6" imgW="2997235" imgH="1295539"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8350" y="3860800"/>
                        <a:ext cx="6526213" cy="2651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25" name="Text Box 5">
            <a:extLst>
              <a:ext uri="{FF2B5EF4-FFF2-40B4-BE49-F238E27FC236}">
                <a16:creationId xmlns:a16="http://schemas.microsoft.com/office/drawing/2014/main" id="{E333A3B8-02A3-0183-636E-A6EC73A3F902}"/>
              </a:ext>
            </a:extLst>
          </p:cNvPr>
          <p:cNvSpPr txBox="1">
            <a:spLocks noChangeArrowheads="1"/>
          </p:cNvSpPr>
          <p:nvPr/>
        </p:nvSpPr>
        <p:spPr bwMode="auto">
          <a:xfrm>
            <a:off x="142875" y="27813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Times New Roman" panose="02020603050405020304" pitchFamily="18" charset="0"/>
                <a:ea typeface="楷体_GB2312" pitchFamily="49" charset="-122"/>
              </a:rPr>
              <a:t>故</a:t>
            </a:r>
          </a:p>
        </p:txBody>
      </p:sp>
      <p:sp>
        <p:nvSpPr>
          <p:cNvPr id="81926" name="Text Box 6">
            <a:extLst>
              <a:ext uri="{FF2B5EF4-FFF2-40B4-BE49-F238E27FC236}">
                <a16:creationId xmlns:a16="http://schemas.microsoft.com/office/drawing/2014/main" id="{C9EE9BA9-EBB1-C987-AA0B-7EF00D6C03E7}"/>
              </a:ext>
            </a:extLst>
          </p:cNvPr>
          <p:cNvSpPr txBox="1">
            <a:spLocks noChangeArrowheads="1"/>
          </p:cNvSpPr>
          <p:nvPr/>
        </p:nvSpPr>
        <p:spPr bwMode="auto">
          <a:xfrm>
            <a:off x="107950" y="981075"/>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Times New Roman" panose="02020603050405020304" pitchFamily="18" charset="0"/>
                <a:ea typeface="楷体_GB2312" pitchFamily="49" charset="-122"/>
              </a:rPr>
              <a:t>由于</a:t>
            </a:r>
          </a:p>
        </p:txBody>
      </p:sp>
      <p:grpSp>
        <p:nvGrpSpPr>
          <p:cNvPr id="81927" name="Group 7">
            <a:extLst>
              <a:ext uri="{FF2B5EF4-FFF2-40B4-BE49-F238E27FC236}">
                <a16:creationId xmlns:a16="http://schemas.microsoft.com/office/drawing/2014/main" id="{BD19AEA6-6393-5AD7-4A78-ED3BA6622814}"/>
              </a:ext>
            </a:extLst>
          </p:cNvPr>
          <p:cNvGrpSpPr>
            <a:grpSpLocks/>
          </p:cNvGrpSpPr>
          <p:nvPr/>
        </p:nvGrpSpPr>
        <p:grpSpPr bwMode="auto">
          <a:xfrm>
            <a:off x="5256213" y="765175"/>
            <a:ext cx="3779837" cy="3529013"/>
            <a:chOff x="3152" y="482"/>
            <a:chExt cx="2381" cy="2223"/>
          </a:xfrm>
        </p:grpSpPr>
        <p:grpSp>
          <p:nvGrpSpPr>
            <p:cNvPr id="88073" name="Group 8">
              <a:extLst>
                <a:ext uri="{FF2B5EF4-FFF2-40B4-BE49-F238E27FC236}">
                  <a16:creationId xmlns:a16="http://schemas.microsoft.com/office/drawing/2014/main" id="{559A147B-C1D7-E8A5-4EEB-13253A88914D}"/>
                </a:ext>
              </a:extLst>
            </p:cNvPr>
            <p:cNvGrpSpPr>
              <a:grpSpLocks/>
            </p:cNvGrpSpPr>
            <p:nvPr/>
          </p:nvGrpSpPr>
          <p:grpSpPr bwMode="auto">
            <a:xfrm>
              <a:off x="3152" y="482"/>
              <a:ext cx="2381" cy="2223"/>
              <a:chOff x="3379" y="255"/>
              <a:chExt cx="2381" cy="2223"/>
            </a:xfrm>
          </p:grpSpPr>
          <p:sp>
            <p:nvSpPr>
              <p:cNvPr id="88075" name="Rectangle 9">
                <a:extLst>
                  <a:ext uri="{FF2B5EF4-FFF2-40B4-BE49-F238E27FC236}">
                    <a16:creationId xmlns:a16="http://schemas.microsoft.com/office/drawing/2014/main" id="{9B8321BF-6A78-E5BD-6FDB-91E9CAFC5FA6}"/>
                  </a:ext>
                </a:extLst>
              </p:cNvPr>
              <p:cNvSpPr>
                <a:spLocks noChangeArrowheads="1"/>
              </p:cNvSpPr>
              <p:nvPr/>
            </p:nvSpPr>
            <p:spPr bwMode="auto">
              <a:xfrm>
                <a:off x="3379" y="255"/>
                <a:ext cx="2381" cy="2223"/>
              </a:xfrm>
              <a:prstGeom prst="rect">
                <a:avLst/>
              </a:prstGeom>
              <a:solidFill>
                <a:srgbClr val="CCFFFF"/>
              </a:solidFill>
              <a:ln w="254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nvGrpSpPr>
              <p:cNvPr id="88076" name="Group 10">
                <a:extLst>
                  <a:ext uri="{FF2B5EF4-FFF2-40B4-BE49-F238E27FC236}">
                    <a16:creationId xmlns:a16="http://schemas.microsoft.com/office/drawing/2014/main" id="{8C9B931B-37A9-57E6-9C6D-F637B76C7BE3}"/>
                  </a:ext>
                </a:extLst>
              </p:cNvPr>
              <p:cNvGrpSpPr>
                <a:grpSpLocks/>
              </p:cNvGrpSpPr>
              <p:nvPr/>
            </p:nvGrpSpPr>
            <p:grpSpPr bwMode="auto">
              <a:xfrm>
                <a:off x="3494" y="301"/>
                <a:ext cx="2244" cy="2086"/>
                <a:chOff x="3323" y="709"/>
                <a:chExt cx="2244" cy="2086"/>
              </a:xfrm>
            </p:grpSpPr>
            <p:sp>
              <p:nvSpPr>
                <p:cNvPr id="88077" name="Rectangle 11">
                  <a:extLst>
                    <a:ext uri="{FF2B5EF4-FFF2-40B4-BE49-F238E27FC236}">
                      <a16:creationId xmlns:a16="http://schemas.microsoft.com/office/drawing/2014/main" id="{E0F3C385-F370-7C6B-83E7-38DF5224459E}"/>
                    </a:ext>
                  </a:extLst>
                </p:cNvPr>
                <p:cNvSpPr>
                  <a:spLocks noChangeArrowheads="1"/>
                </p:cNvSpPr>
                <p:nvPr/>
              </p:nvSpPr>
              <p:spPr bwMode="auto">
                <a:xfrm>
                  <a:off x="3334" y="835"/>
                  <a:ext cx="1026" cy="196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078" name="Rectangle 12">
                  <a:extLst>
                    <a:ext uri="{FF2B5EF4-FFF2-40B4-BE49-F238E27FC236}">
                      <a16:creationId xmlns:a16="http://schemas.microsoft.com/office/drawing/2014/main" id="{751EB81D-4E92-E871-8189-456FAFFFDF2D}"/>
                    </a:ext>
                  </a:extLst>
                </p:cNvPr>
                <p:cNvSpPr>
                  <a:spLocks noChangeArrowheads="1"/>
                </p:cNvSpPr>
                <p:nvPr/>
              </p:nvSpPr>
              <p:spPr bwMode="auto">
                <a:xfrm>
                  <a:off x="4360" y="835"/>
                  <a:ext cx="1105" cy="1960"/>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079" name="Text Box 13">
                  <a:extLst>
                    <a:ext uri="{FF2B5EF4-FFF2-40B4-BE49-F238E27FC236}">
                      <a16:creationId xmlns:a16="http://schemas.microsoft.com/office/drawing/2014/main" id="{F0B0D73F-2D36-371C-F88E-240C3D1D5397}"/>
                    </a:ext>
                  </a:extLst>
                </p:cNvPr>
                <p:cNvSpPr txBox="1">
                  <a:spLocks noChangeArrowheads="1"/>
                </p:cNvSpPr>
                <p:nvPr/>
              </p:nvSpPr>
              <p:spPr bwMode="auto">
                <a:xfrm>
                  <a:off x="3334" y="1888"/>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1</a:t>
                  </a:r>
                </a:p>
              </p:txBody>
            </p:sp>
            <p:sp>
              <p:nvSpPr>
                <p:cNvPr id="88080" name="Text Box 14">
                  <a:extLst>
                    <a:ext uri="{FF2B5EF4-FFF2-40B4-BE49-F238E27FC236}">
                      <a16:creationId xmlns:a16="http://schemas.microsoft.com/office/drawing/2014/main" id="{7E004DB0-3800-BD3C-3D78-1C58A0EB36E2}"/>
                    </a:ext>
                  </a:extLst>
                </p:cNvPr>
                <p:cNvSpPr txBox="1">
                  <a:spLocks noChangeArrowheads="1"/>
                </p:cNvSpPr>
                <p:nvPr/>
              </p:nvSpPr>
              <p:spPr bwMode="auto">
                <a:xfrm>
                  <a:off x="4649" y="2024"/>
                  <a:ext cx="63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2</a:t>
                  </a:r>
                </a:p>
              </p:txBody>
            </p:sp>
            <p:sp>
              <p:nvSpPr>
                <p:cNvPr id="88081" name="Line 15">
                  <a:extLst>
                    <a:ext uri="{FF2B5EF4-FFF2-40B4-BE49-F238E27FC236}">
                      <a16:creationId xmlns:a16="http://schemas.microsoft.com/office/drawing/2014/main" id="{14657BE0-56D5-4549-C0CD-18A173F511DC}"/>
                    </a:ext>
                  </a:extLst>
                </p:cNvPr>
                <p:cNvSpPr>
                  <a:spLocks noChangeShapeType="1"/>
                </p:cNvSpPr>
                <p:nvPr/>
              </p:nvSpPr>
              <p:spPr bwMode="auto">
                <a:xfrm>
                  <a:off x="3323" y="1798"/>
                  <a:ext cx="2142"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2" name="Line 16">
                  <a:extLst>
                    <a:ext uri="{FF2B5EF4-FFF2-40B4-BE49-F238E27FC236}">
                      <a16:creationId xmlns:a16="http://schemas.microsoft.com/office/drawing/2014/main" id="{063EA472-101D-2FB8-DB1A-164D825C0412}"/>
                    </a:ext>
                  </a:extLst>
                </p:cNvPr>
                <p:cNvSpPr>
                  <a:spLocks noChangeShapeType="1"/>
                </p:cNvSpPr>
                <p:nvPr/>
              </p:nvSpPr>
              <p:spPr bwMode="auto">
                <a:xfrm flipV="1">
                  <a:off x="4360" y="835"/>
                  <a:ext cx="0" cy="1960"/>
                </a:xfrm>
                <a:prstGeom prst="line">
                  <a:avLst/>
                </a:prstGeom>
                <a:noFill/>
                <a:ln w="25400">
                  <a:solidFill>
                    <a:srgbClr val="0000FF"/>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3" name="Text Box 17">
                  <a:extLst>
                    <a:ext uri="{FF2B5EF4-FFF2-40B4-BE49-F238E27FC236}">
                      <a16:creationId xmlns:a16="http://schemas.microsoft.com/office/drawing/2014/main" id="{3ACBEE1B-0122-073C-EAFF-6A1344DF3FC0}"/>
                    </a:ext>
                  </a:extLst>
                </p:cNvPr>
                <p:cNvSpPr txBox="1">
                  <a:spLocks noChangeArrowheads="1"/>
                </p:cNvSpPr>
                <p:nvPr/>
              </p:nvSpPr>
              <p:spPr bwMode="auto">
                <a:xfrm>
                  <a:off x="5329" y="1736"/>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000000"/>
                      </a:solidFill>
                      <a:latin typeface="楷体_GB2312" pitchFamily="49" charset="-122"/>
                      <a:ea typeface="楷体_GB2312" pitchFamily="49" charset="-122"/>
                    </a:rPr>
                    <a:t>z</a:t>
                  </a:r>
                </a:p>
              </p:txBody>
            </p:sp>
            <p:sp>
              <p:nvSpPr>
                <p:cNvPr id="88084" name="Text Box 18">
                  <a:extLst>
                    <a:ext uri="{FF2B5EF4-FFF2-40B4-BE49-F238E27FC236}">
                      <a16:creationId xmlns:a16="http://schemas.microsoft.com/office/drawing/2014/main" id="{664CEDF1-CF3A-673A-F81D-5D1E57990D39}"/>
                    </a:ext>
                  </a:extLst>
                </p:cNvPr>
                <p:cNvSpPr txBox="1">
                  <a:spLocks noChangeArrowheads="1"/>
                </p:cNvSpPr>
                <p:nvPr/>
              </p:nvSpPr>
              <p:spPr bwMode="auto">
                <a:xfrm>
                  <a:off x="4330" y="709"/>
                  <a:ext cx="2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b="1" i="1">
                      <a:solidFill>
                        <a:srgbClr val="000000"/>
                      </a:solidFill>
                      <a:latin typeface="Times New Roman" panose="02020603050405020304" pitchFamily="18" charset="0"/>
                      <a:ea typeface="楷体_GB2312" pitchFamily="49" charset="-122"/>
                    </a:rPr>
                    <a:t>x</a:t>
                  </a:r>
                </a:p>
              </p:txBody>
            </p:sp>
            <p:sp>
              <p:nvSpPr>
                <p:cNvPr id="88085" name="Line 19">
                  <a:extLst>
                    <a:ext uri="{FF2B5EF4-FFF2-40B4-BE49-F238E27FC236}">
                      <a16:creationId xmlns:a16="http://schemas.microsoft.com/office/drawing/2014/main" id="{6ED86519-FA80-FEDE-6CED-DD8381BA10CC}"/>
                    </a:ext>
                  </a:extLst>
                </p:cNvPr>
                <p:cNvSpPr>
                  <a:spLocks noChangeAspect="1" noChangeShapeType="1"/>
                </p:cNvSpPr>
                <p:nvPr/>
              </p:nvSpPr>
              <p:spPr bwMode="auto">
                <a:xfrm flipV="1">
                  <a:off x="3661" y="1798"/>
                  <a:ext cx="705" cy="721"/>
                </a:xfrm>
                <a:prstGeom prst="line">
                  <a:avLst/>
                </a:prstGeom>
                <a:noFill/>
                <a:ln w="28575">
                  <a:solidFill>
                    <a:srgbClr val="CC33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6" name="Line 20">
                  <a:extLst>
                    <a:ext uri="{FF2B5EF4-FFF2-40B4-BE49-F238E27FC236}">
                      <a16:creationId xmlns:a16="http://schemas.microsoft.com/office/drawing/2014/main" id="{B16C6F39-073C-8C8F-EE45-81CE5961BF8E}"/>
                    </a:ext>
                  </a:extLst>
                </p:cNvPr>
                <p:cNvSpPr>
                  <a:spLocks noChangeAspect="1" noChangeShapeType="1"/>
                </p:cNvSpPr>
                <p:nvPr/>
              </p:nvSpPr>
              <p:spPr bwMode="auto">
                <a:xfrm>
                  <a:off x="3681" y="1096"/>
                  <a:ext cx="685" cy="701"/>
                </a:xfrm>
                <a:prstGeom prst="line">
                  <a:avLst/>
                </a:prstGeom>
                <a:noFill/>
                <a:ln w="28575">
                  <a:solidFill>
                    <a:srgbClr val="CC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087" name="Line 21">
                  <a:extLst>
                    <a:ext uri="{FF2B5EF4-FFF2-40B4-BE49-F238E27FC236}">
                      <a16:creationId xmlns:a16="http://schemas.microsoft.com/office/drawing/2014/main" id="{FE304C75-EC49-6C92-EE0E-A835F205B274}"/>
                    </a:ext>
                  </a:extLst>
                </p:cNvPr>
                <p:cNvSpPr>
                  <a:spLocks noChangeShapeType="1"/>
                </p:cNvSpPr>
                <p:nvPr/>
              </p:nvSpPr>
              <p:spPr bwMode="auto">
                <a:xfrm flipV="1">
                  <a:off x="4360" y="1282"/>
                  <a:ext cx="833" cy="516"/>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88088" name="Group 22">
                  <a:extLst>
                    <a:ext uri="{FF2B5EF4-FFF2-40B4-BE49-F238E27FC236}">
                      <a16:creationId xmlns:a16="http://schemas.microsoft.com/office/drawing/2014/main" id="{EF0F1D18-3626-941F-2AD8-3A8F4AE8B2BD}"/>
                    </a:ext>
                  </a:extLst>
                </p:cNvPr>
                <p:cNvGrpSpPr>
                  <a:grpSpLocks/>
                </p:cNvGrpSpPr>
                <p:nvPr/>
              </p:nvGrpSpPr>
              <p:grpSpPr bwMode="auto">
                <a:xfrm>
                  <a:off x="3795" y="2279"/>
                  <a:ext cx="89" cy="103"/>
                  <a:chOff x="5040" y="3504"/>
                  <a:chExt cx="144" cy="144"/>
                </a:xfrm>
              </p:grpSpPr>
              <p:sp>
                <p:nvSpPr>
                  <p:cNvPr id="88117" name="Oval 23">
                    <a:extLst>
                      <a:ext uri="{FF2B5EF4-FFF2-40B4-BE49-F238E27FC236}">
                        <a16:creationId xmlns:a16="http://schemas.microsoft.com/office/drawing/2014/main" id="{359C3924-1B4F-CD6A-B86E-879505015B85}"/>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118" name="Oval 24">
                    <a:extLst>
                      <a:ext uri="{FF2B5EF4-FFF2-40B4-BE49-F238E27FC236}">
                        <a16:creationId xmlns:a16="http://schemas.microsoft.com/office/drawing/2014/main" id="{2323206E-2803-9CC7-46D0-116E16B1BB96}"/>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8089" name="Group 25">
                  <a:extLst>
                    <a:ext uri="{FF2B5EF4-FFF2-40B4-BE49-F238E27FC236}">
                      <a16:creationId xmlns:a16="http://schemas.microsoft.com/office/drawing/2014/main" id="{862E4901-A47D-7913-9B24-852BC0B17F12}"/>
                    </a:ext>
                  </a:extLst>
                </p:cNvPr>
                <p:cNvGrpSpPr>
                  <a:grpSpLocks/>
                </p:cNvGrpSpPr>
                <p:nvPr/>
              </p:nvGrpSpPr>
              <p:grpSpPr bwMode="auto">
                <a:xfrm>
                  <a:off x="3921" y="1353"/>
                  <a:ext cx="89" cy="103"/>
                  <a:chOff x="5040" y="3504"/>
                  <a:chExt cx="144" cy="144"/>
                </a:xfrm>
              </p:grpSpPr>
              <p:sp>
                <p:nvSpPr>
                  <p:cNvPr id="88115" name="Oval 26">
                    <a:extLst>
                      <a:ext uri="{FF2B5EF4-FFF2-40B4-BE49-F238E27FC236}">
                        <a16:creationId xmlns:a16="http://schemas.microsoft.com/office/drawing/2014/main" id="{2AC5355A-00AF-ECC0-8D8F-03D5D3A39E1A}"/>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116" name="Oval 27">
                    <a:extLst>
                      <a:ext uri="{FF2B5EF4-FFF2-40B4-BE49-F238E27FC236}">
                        <a16:creationId xmlns:a16="http://schemas.microsoft.com/office/drawing/2014/main" id="{4EFE9B84-A327-AF2E-663B-C251E887EC0B}"/>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8090" name="Group 28">
                  <a:extLst>
                    <a:ext uri="{FF2B5EF4-FFF2-40B4-BE49-F238E27FC236}">
                      <a16:creationId xmlns:a16="http://schemas.microsoft.com/office/drawing/2014/main" id="{808A1E21-AF94-A114-B3E7-B39C43AAE3C5}"/>
                    </a:ext>
                  </a:extLst>
                </p:cNvPr>
                <p:cNvGrpSpPr>
                  <a:grpSpLocks/>
                </p:cNvGrpSpPr>
                <p:nvPr/>
              </p:nvGrpSpPr>
              <p:grpSpPr bwMode="auto">
                <a:xfrm>
                  <a:off x="4836" y="1420"/>
                  <a:ext cx="89" cy="103"/>
                  <a:chOff x="5040" y="3504"/>
                  <a:chExt cx="144" cy="144"/>
                </a:xfrm>
              </p:grpSpPr>
              <p:sp>
                <p:nvSpPr>
                  <p:cNvPr id="88113" name="Oval 29">
                    <a:extLst>
                      <a:ext uri="{FF2B5EF4-FFF2-40B4-BE49-F238E27FC236}">
                        <a16:creationId xmlns:a16="http://schemas.microsoft.com/office/drawing/2014/main" id="{BCB519A5-99AA-BED0-26E7-B445B892C15B}"/>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114" name="Oval 30">
                    <a:extLst>
                      <a:ext uri="{FF2B5EF4-FFF2-40B4-BE49-F238E27FC236}">
                        <a16:creationId xmlns:a16="http://schemas.microsoft.com/office/drawing/2014/main" id="{B5FE4A51-2A39-789A-8BF5-7A3D7782201A}"/>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88091" name="Object 31">
                  <a:extLst>
                    <a:ext uri="{FF2B5EF4-FFF2-40B4-BE49-F238E27FC236}">
                      <a16:creationId xmlns:a16="http://schemas.microsoft.com/office/drawing/2014/main" id="{05E7AB9A-9F88-3222-3493-430DDA3473E8}"/>
                    </a:ext>
                  </a:extLst>
                </p:cNvPr>
                <p:cNvGraphicFramePr>
                  <a:graphicFrameLocks noChangeAspect="1"/>
                </p:cNvGraphicFramePr>
                <p:nvPr>
                  <p:extLst>
                    <p:ext uri="{D42A27DB-BD31-4B8C-83A1-F6EECF244321}">
                      <p14:modId xmlns:p14="http://schemas.microsoft.com/office/powerpoint/2010/main" val="1807223215"/>
                    </p:ext>
                  </p:extLst>
                </p:nvPr>
              </p:nvGraphicFramePr>
              <p:xfrm>
                <a:off x="3641" y="2113"/>
                <a:ext cx="161" cy="248"/>
              </p:xfrm>
              <a:graphic>
                <a:graphicData uri="http://schemas.openxmlformats.org/presentationml/2006/ole">
                  <mc:AlternateContent xmlns:mc="http://schemas.openxmlformats.org/markup-compatibility/2006">
                    <mc:Choice xmlns:v="urn:schemas-microsoft-com:vml" Requires="v">
                      <p:oleObj name="Equation" r:id="rId8" imgW="190417" imgH="253890" progId="Equation.DSMT4">
                        <p:embed/>
                      </p:oleObj>
                    </mc:Choice>
                    <mc:Fallback>
                      <p:oleObj name="Equation" r:id="rId8" imgW="190417" imgH="253890" progId="Equation.DSMT4">
                        <p:embed/>
                        <p:pic>
                          <p:nvPicPr>
                            <p:cNvPr id="0" name="Object 3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41" y="2113"/>
                              <a:ext cx="16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92" name="Line 32">
                  <a:extLst>
                    <a:ext uri="{FF2B5EF4-FFF2-40B4-BE49-F238E27FC236}">
                      <a16:creationId xmlns:a16="http://schemas.microsoft.com/office/drawing/2014/main" id="{02986844-9B85-6730-A7AB-4DE81BCC37CF}"/>
                    </a:ext>
                  </a:extLst>
                </p:cNvPr>
                <p:cNvSpPr>
                  <a:spLocks noChangeShapeType="1"/>
                </p:cNvSpPr>
                <p:nvPr/>
              </p:nvSpPr>
              <p:spPr bwMode="auto">
                <a:xfrm>
                  <a:off x="3851" y="2341"/>
                  <a:ext cx="227" cy="227"/>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093" name="Object 33">
                  <a:extLst>
                    <a:ext uri="{FF2B5EF4-FFF2-40B4-BE49-F238E27FC236}">
                      <a16:creationId xmlns:a16="http://schemas.microsoft.com/office/drawing/2014/main" id="{A570B25E-E64C-94E4-69D7-44DB1F0C9953}"/>
                    </a:ext>
                  </a:extLst>
                </p:cNvPr>
                <p:cNvGraphicFramePr>
                  <a:graphicFrameLocks noChangeAspect="1"/>
                </p:cNvGraphicFramePr>
                <p:nvPr>
                  <p:extLst>
                    <p:ext uri="{D42A27DB-BD31-4B8C-83A1-F6EECF244321}">
                      <p14:modId xmlns:p14="http://schemas.microsoft.com/office/powerpoint/2010/main" val="617878881"/>
                    </p:ext>
                  </p:extLst>
                </p:nvPr>
              </p:nvGraphicFramePr>
              <p:xfrm>
                <a:off x="4099" y="2456"/>
                <a:ext cx="182" cy="249"/>
              </p:xfrm>
              <a:graphic>
                <a:graphicData uri="http://schemas.openxmlformats.org/presentationml/2006/ole">
                  <mc:AlternateContent xmlns:mc="http://schemas.openxmlformats.org/markup-compatibility/2006">
                    <mc:Choice xmlns:v="urn:schemas-microsoft-com:vml" Requires="v">
                      <p:oleObj name="Equation" r:id="rId10" imgW="215713" imgH="253780" progId="Equation.DSMT4">
                        <p:embed/>
                      </p:oleObj>
                    </mc:Choice>
                    <mc:Fallback>
                      <p:oleObj name="Equation" r:id="rId10" imgW="215713" imgH="253780" progId="Equation.DSMT4">
                        <p:embed/>
                        <p:pic>
                          <p:nvPicPr>
                            <p:cNvPr id="0"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99" y="2456"/>
                              <a:ext cx="182"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94" name="Line 34">
                  <a:extLst>
                    <a:ext uri="{FF2B5EF4-FFF2-40B4-BE49-F238E27FC236}">
                      <a16:creationId xmlns:a16="http://schemas.microsoft.com/office/drawing/2014/main" id="{86ABC8C6-11E1-28F5-9E17-3D89E1D9B1EF}"/>
                    </a:ext>
                  </a:extLst>
                </p:cNvPr>
                <p:cNvSpPr>
                  <a:spLocks noChangeShapeType="1"/>
                </p:cNvSpPr>
                <p:nvPr/>
              </p:nvSpPr>
              <p:spPr bwMode="auto">
                <a:xfrm flipV="1">
                  <a:off x="3855" y="2073"/>
                  <a:ext cx="237" cy="241"/>
                </a:xfrm>
                <a:prstGeom prst="line">
                  <a:avLst/>
                </a:prstGeom>
                <a:noFill/>
                <a:ln w="28575">
                  <a:solidFill>
                    <a:srgbClr val="FF0000"/>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095" name="Object 35">
                  <a:extLst>
                    <a:ext uri="{FF2B5EF4-FFF2-40B4-BE49-F238E27FC236}">
                      <a16:creationId xmlns:a16="http://schemas.microsoft.com/office/drawing/2014/main" id="{8794E0F2-9887-B995-EAA1-EA4636CD0FEF}"/>
                    </a:ext>
                  </a:extLst>
                </p:cNvPr>
                <p:cNvGraphicFramePr>
                  <a:graphicFrameLocks noChangeAspect="1"/>
                </p:cNvGraphicFramePr>
                <p:nvPr>
                  <p:extLst>
                    <p:ext uri="{D42A27DB-BD31-4B8C-83A1-F6EECF244321}">
                      <p14:modId xmlns:p14="http://schemas.microsoft.com/office/powerpoint/2010/main" val="1399132032"/>
                    </p:ext>
                  </p:extLst>
                </p:nvPr>
              </p:nvGraphicFramePr>
              <p:xfrm>
                <a:off x="4079" y="2073"/>
                <a:ext cx="118" cy="223"/>
              </p:xfrm>
              <a:graphic>
                <a:graphicData uri="http://schemas.openxmlformats.org/presentationml/2006/ole">
                  <mc:AlternateContent xmlns:mc="http://schemas.openxmlformats.org/markup-compatibility/2006">
                    <mc:Choice xmlns:v="urn:schemas-microsoft-com:vml" Requires="v">
                      <p:oleObj name="Equation" r:id="rId12" imgW="139700" imgH="228600" progId="Equation.DSMT4">
                        <p:embed/>
                      </p:oleObj>
                    </mc:Choice>
                    <mc:Fallback>
                      <p:oleObj name="Equation" r:id="rId12" imgW="139700" imgH="228600" progId="Equation.DSMT4">
                        <p:embed/>
                        <p:pic>
                          <p:nvPicPr>
                            <p:cNvPr id="0" name="Object 3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079" y="2073"/>
                              <a:ext cx="118"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096" name="Line 36">
                  <a:extLst>
                    <a:ext uri="{FF2B5EF4-FFF2-40B4-BE49-F238E27FC236}">
                      <a16:creationId xmlns:a16="http://schemas.microsoft.com/office/drawing/2014/main" id="{42534A5B-BC76-5124-6419-35881487E7D5}"/>
                    </a:ext>
                  </a:extLst>
                </p:cNvPr>
                <p:cNvSpPr>
                  <a:spLocks noChangeShapeType="1"/>
                </p:cNvSpPr>
                <p:nvPr/>
              </p:nvSpPr>
              <p:spPr bwMode="auto">
                <a:xfrm flipV="1">
                  <a:off x="3980" y="1146"/>
                  <a:ext cx="208" cy="241"/>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097" name="Object 37">
                  <a:extLst>
                    <a:ext uri="{FF2B5EF4-FFF2-40B4-BE49-F238E27FC236}">
                      <a16:creationId xmlns:a16="http://schemas.microsoft.com/office/drawing/2014/main" id="{AC1AC17C-85EE-92D3-36CF-76C8945354EF}"/>
                    </a:ext>
                  </a:extLst>
                </p:cNvPr>
                <p:cNvGraphicFramePr>
                  <a:graphicFrameLocks noChangeAspect="1"/>
                </p:cNvGraphicFramePr>
                <p:nvPr>
                  <p:extLst>
                    <p:ext uri="{D42A27DB-BD31-4B8C-83A1-F6EECF244321}">
                      <p14:modId xmlns:p14="http://schemas.microsoft.com/office/powerpoint/2010/main" val="3413322350"/>
                    </p:ext>
                  </p:extLst>
                </p:nvPr>
              </p:nvGraphicFramePr>
              <p:xfrm>
                <a:off x="4154" y="997"/>
                <a:ext cx="182" cy="248"/>
              </p:xfrm>
              <a:graphic>
                <a:graphicData uri="http://schemas.openxmlformats.org/presentationml/2006/ole">
                  <mc:AlternateContent xmlns:mc="http://schemas.openxmlformats.org/markup-compatibility/2006">
                    <mc:Choice xmlns:v="urn:schemas-microsoft-com:vml" Requires="v">
                      <p:oleObj name="Equation" r:id="rId14" imgW="215713" imgH="253780" progId="Equation.DSMT4">
                        <p:embed/>
                      </p:oleObj>
                    </mc:Choice>
                    <mc:Fallback>
                      <p:oleObj name="Equation" r:id="rId14" imgW="215713" imgH="253780" progId="Equation.DSMT4">
                        <p:embed/>
                        <p:pic>
                          <p:nvPicPr>
                            <p:cNvPr id="0" name="Object 3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54" y="997"/>
                              <a:ext cx="18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98" name="Object 38">
                  <a:extLst>
                    <a:ext uri="{FF2B5EF4-FFF2-40B4-BE49-F238E27FC236}">
                      <a16:creationId xmlns:a16="http://schemas.microsoft.com/office/drawing/2014/main" id="{1F4993EF-C0FF-2ADB-9D64-BCD7E315BDA1}"/>
                    </a:ext>
                  </a:extLst>
                </p:cNvPr>
                <p:cNvGraphicFramePr>
                  <a:graphicFrameLocks noChangeAspect="1"/>
                </p:cNvGraphicFramePr>
                <p:nvPr>
                  <p:extLst>
                    <p:ext uri="{D42A27DB-BD31-4B8C-83A1-F6EECF244321}">
                      <p14:modId xmlns:p14="http://schemas.microsoft.com/office/powerpoint/2010/main" val="2677180327"/>
                    </p:ext>
                  </p:extLst>
                </p:nvPr>
              </p:nvGraphicFramePr>
              <p:xfrm>
                <a:off x="3796" y="1340"/>
                <a:ext cx="161" cy="250"/>
              </p:xfrm>
              <a:graphic>
                <a:graphicData uri="http://schemas.openxmlformats.org/presentationml/2006/ole">
                  <mc:AlternateContent xmlns:mc="http://schemas.openxmlformats.org/markup-compatibility/2006">
                    <mc:Choice xmlns:v="urn:schemas-microsoft-com:vml" Requires="v">
                      <p:oleObj name="Equation" r:id="rId16" imgW="190417" imgH="253890" progId="Equation.DSMT4">
                        <p:embed/>
                      </p:oleObj>
                    </mc:Choice>
                    <mc:Fallback>
                      <p:oleObj name="Equation" r:id="rId16" imgW="190417" imgH="253890" progId="Equation.DSMT4">
                        <p:embed/>
                        <p:pic>
                          <p:nvPicPr>
                            <p:cNvPr id="0" name="Object 3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96" y="1340"/>
                              <a:ext cx="161"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99" name="Object 39">
                  <a:extLst>
                    <a:ext uri="{FF2B5EF4-FFF2-40B4-BE49-F238E27FC236}">
                      <a16:creationId xmlns:a16="http://schemas.microsoft.com/office/drawing/2014/main" id="{B51EECF8-0F2D-A4A9-8AEE-AC54ED78B0AF}"/>
                    </a:ext>
                  </a:extLst>
                </p:cNvPr>
                <p:cNvGraphicFramePr>
                  <a:graphicFrameLocks noChangeAspect="1"/>
                </p:cNvGraphicFramePr>
                <p:nvPr>
                  <p:extLst>
                    <p:ext uri="{D42A27DB-BD31-4B8C-83A1-F6EECF244321}">
                      <p14:modId xmlns:p14="http://schemas.microsoft.com/office/powerpoint/2010/main" val="454041887"/>
                    </p:ext>
                  </p:extLst>
                </p:nvPr>
              </p:nvGraphicFramePr>
              <p:xfrm>
                <a:off x="3554" y="1020"/>
                <a:ext cx="130" cy="223"/>
              </p:xfrm>
              <a:graphic>
                <a:graphicData uri="http://schemas.openxmlformats.org/presentationml/2006/ole">
                  <mc:AlternateContent xmlns:mc="http://schemas.openxmlformats.org/markup-compatibility/2006">
                    <mc:Choice xmlns:v="urn:schemas-microsoft-com:vml" Requires="v">
                      <p:oleObj name="Equation" r:id="rId18" imgW="152334" imgH="228501" progId="Equation.DSMT4">
                        <p:embed/>
                      </p:oleObj>
                    </mc:Choice>
                    <mc:Fallback>
                      <p:oleObj name="Equation" r:id="rId18" imgW="152334" imgH="228501" progId="Equation.DSMT4">
                        <p:embed/>
                        <p:pic>
                          <p:nvPicPr>
                            <p:cNvPr id="0" name="Object 3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554" y="1020"/>
                              <a:ext cx="130"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00" name="Line 40">
                  <a:extLst>
                    <a:ext uri="{FF2B5EF4-FFF2-40B4-BE49-F238E27FC236}">
                      <a16:creationId xmlns:a16="http://schemas.microsoft.com/office/drawing/2014/main" id="{1B701AC3-C990-B937-BC34-4E927BB120A3}"/>
                    </a:ext>
                  </a:extLst>
                </p:cNvPr>
                <p:cNvSpPr>
                  <a:spLocks noChangeShapeType="1"/>
                </p:cNvSpPr>
                <p:nvPr/>
              </p:nvSpPr>
              <p:spPr bwMode="auto">
                <a:xfrm>
                  <a:off x="4895" y="1488"/>
                  <a:ext cx="151" cy="264"/>
                </a:xfrm>
                <a:prstGeom prst="line">
                  <a:avLst/>
                </a:prstGeom>
                <a:noFill/>
                <a:ln w="31750">
                  <a:solidFill>
                    <a:srgbClr val="FF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101" name="Object 41">
                  <a:extLst>
                    <a:ext uri="{FF2B5EF4-FFF2-40B4-BE49-F238E27FC236}">
                      <a16:creationId xmlns:a16="http://schemas.microsoft.com/office/drawing/2014/main" id="{9A71B1F5-D83E-28CE-82A7-C32208E2F996}"/>
                    </a:ext>
                  </a:extLst>
                </p:cNvPr>
                <p:cNvGraphicFramePr>
                  <a:graphicFrameLocks noChangeAspect="1"/>
                </p:cNvGraphicFramePr>
                <p:nvPr>
                  <p:extLst>
                    <p:ext uri="{D42A27DB-BD31-4B8C-83A1-F6EECF244321}">
                      <p14:modId xmlns:p14="http://schemas.microsoft.com/office/powerpoint/2010/main" val="117548850"/>
                    </p:ext>
                  </p:extLst>
                </p:nvPr>
              </p:nvGraphicFramePr>
              <p:xfrm>
                <a:off x="5052" y="1558"/>
                <a:ext cx="181" cy="248"/>
              </p:xfrm>
              <a:graphic>
                <a:graphicData uri="http://schemas.openxmlformats.org/presentationml/2006/ole">
                  <mc:AlternateContent xmlns:mc="http://schemas.openxmlformats.org/markup-compatibility/2006">
                    <mc:Choice xmlns:v="urn:schemas-microsoft-com:vml" Requires="v">
                      <p:oleObj name="Equation" r:id="rId20" imgW="215713" imgH="253780" progId="Equation.DSMT4">
                        <p:embed/>
                      </p:oleObj>
                    </mc:Choice>
                    <mc:Fallback>
                      <p:oleObj name="Equation" r:id="rId20" imgW="215713" imgH="253780" progId="Equation.DSMT4">
                        <p:embed/>
                        <p:pic>
                          <p:nvPicPr>
                            <p:cNvPr id="0" name="Object 4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052" y="1558"/>
                              <a:ext cx="18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02" name="Object 42">
                  <a:extLst>
                    <a:ext uri="{FF2B5EF4-FFF2-40B4-BE49-F238E27FC236}">
                      <a16:creationId xmlns:a16="http://schemas.microsoft.com/office/drawing/2014/main" id="{8A608B59-88F1-C3E9-83C2-E9F97081488D}"/>
                    </a:ext>
                  </a:extLst>
                </p:cNvPr>
                <p:cNvGraphicFramePr>
                  <a:graphicFrameLocks noChangeAspect="1"/>
                </p:cNvGraphicFramePr>
                <p:nvPr>
                  <p:extLst>
                    <p:ext uri="{D42A27DB-BD31-4B8C-83A1-F6EECF244321}">
                      <p14:modId xmlns:p14="http://schemas.microsoft.com/office/powerpoint/2010/main" val="2998023309"/>
                    </p:ext>
                  </p:extLst>
                </p:nvPr>
              </p:nvGraphicFramePr>
              <p:xfrm>
                <a:off x="4712" y="1201"/>
                <a:ext cx="161" cy="249"/>
              </p:xfrm>
              <a:graphic>
                <a:graphicData uri="http://schemas.openxmlformats.org/presentationml/2006/ole">
                  <mc:AlternateContent xmlns:mc="http://schemas.openxmlformats.org/markup-compatibility/2006">
                    <mc:Choice xmlns:v="urn:schemas-microsoft-com:vml" Requires="v">
                      <p:oleObj name="Equation" r:id="rId22" imgW="190417" imgH="253890" progId="Equation.DSMT4">
                        <p:embed/>
                      </p:oleObj>
                    </mc:Choice>
                    <mc:Fallback>
                      <p:oleObj name="Equation" r:id="rId22" imgW="190417" imgH="253890" progId="Equation.DSMT4">
                        <p:embed/>
                        <p:pic>
                          <p:nvPicPr>
                            <p:cNvPr id="0"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712" y="1201"/>
                              <a:ext cx="161" cy="2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03" name="Object 43">
                  <a:extLst>
                    <a:ext uri="{FF2B5EF4-FFF2-40B4-BE49-F238E27FC236}">
                      <a16:creationId xmlns:a16="http://schemas.microsoft.com/office/drawing/2014/main" id="{9AA0FA53-6172-56BE-0071-E0E9E5B91DBB}"/>
                    </a:ext>
                  </a:extLst>
                </p:cNvPr>
                <p:cNvGraphicFramePr>
                  <a:graphicFrameLocks noChangeAspect="1"/>
                </p:cNvGraphicFramePr>
                <p:nvPr>
                  <p:extLst>
                    <p:ext uri="{D42A27DB-BD31-4B8C-83A1-F6EECF244321}">
                      <p14:modId xmlns:p14="http://schemas.microsoft.com/office/powerpoint/2010/main" val="776481248"/>
                    </p:ext>
                  </p:extLst>
                </p:nvPr>
              </p:nvGraphicFramePr>
              <p:xfrm>
                <a:off x="5158" y="1316"/>
                <a:ext cx="128" cy="224"/>
              </p:xfrm>
              <a:graphic>
                <a:graphicData uri="http://schemas.openxmlformats.org/presentationml/2006/ole">
                  <mc:AlternateContent xmlns:mc="http://schemas.openxmlformats.org/markup-compatibility/2006">
                    <mc:Choice xmlns:v="urn:schemas-microsoft-com:vml" Requires="v">
                      <p:oleObj name="Equation" r:id="rId24" imgW="152334" imgH="228501" progId="Equation.DSMT4">
                        <p:embed/>
                      </p:oleObj>
                    </mc:Choice>
                    <mc:Fallback>
                      <p:oleObj name="Equation" r:id="rId24" imgW="152334" imgH="228501" progId="Equation.DSMT4">
                        <p:embed/>
                        <p:pic>
                          <p:nvPicPr>
                            <p:cNvPr id="0" name="Object 43"/>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158" y="1316"/>
                              <a:ext cx="12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04" name="Text Box 44">
                  <a:extLst>
                    <a:ext uri="{FF2B5EF4-FFF2-40B4-BE49-F238E27FC236}">
                      <a16:creationId xmlns:a16="http://schemas.microsoft.com/office/drawing/2014/main" id="{7DE83661-0A92-9D41-1E72-94EE47363A7F}"/>
                    </a:ext>
                  </a:extLst>
                </p:cNvPr>
                <p:cNvSpPr txBox="1">
                  <a:spLocks noChangeArrowheads="1"/>
                </p:cNvSpPr>
                <p:nvPr/>
              </p:nvSpPr>
              <p:spPr bwMode="auto">
                <a:xfrm>
                  <a:off x="3545" y="2520"/>
                  <a:ext cx="74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入射波</a:t>
                  </a:r>
                </a:p>
              </p:txBody>
            </p:sp>
            <p:sp>
              <p:nvSpPr>
                <p:cNvPr id="88105" name="Text Box 45">
                  <a:extLst>
                    <a:ext uri="{FF2B5EF4-FFF2-40B4-BE49-F238E27FC236}">
                      <a16:creationId xmlns:a16="http://schemas.microsoft.com/office/drawing/2014/main" id="{6BF97346-064A-2AC7-7BB3-C92F4C6EF73A}"/>
                    </a:ext>
                  </a:extLst>
                </p:cNvPr>
                <p:cNvSpPr txBox="1">
                  <a:spLocks noChangeArrowheads="1"/>
                </p:cNvSpPr>
                <p:nvPr/>
              </p:nvSpPr>
              <p:spPr bwMode="auto">
                <a:xfrm>
                  <a:off x="3511" y="841"/>
                  <a:ext cx="6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反射波</a:t>
                  </a:r>
                </a:p>
              </p:txBody>
            </p:sp>
            <p:sp>
              <p:nvSpPr>
                <p:cNvPr id="88106" name="Text Box 46">
                  <a:extLst>
                    <a:ext uri="{FF2B5EF4-FFF2-40B4-BE49-F238E27FC236}">
                      <a16:creationId xmlns:a16="http://schemas.microsoft.com/office/drawing/2014/main" id="{AFAE3C03-E9D6-60E8-CDFC-28C83617EC30}"/>
                    </a:ext>
                  </a:extLst>
                </p:cNvPr>
                <p:cNvSpPr txBox="1">
                  <a:spLocks noChangeArrowheads="1"/>
                </p:cNvSpPr>
                <p:nvPr/>
              </p:nvSpPr>
              <p:spPr bwMode="auto">
                <a:xfrm>
                  <a:off x="4604" y="981"/>
                  <a:ext cx="73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宋体" panose="02010600030101010101" pitchFamily="2" charset="-122"/>
                    </a:rPr>
                    <a:t>折射波</a:t>
                  </a:r>
                </a:p>
              </p:txBody>
            </p:sp>
            <p:graphicFrame>
              <p:nvGraphicFramePr>
                <p:cNvPr id="88107" name="Object 47">
                  <a:extLst>
                    <a:ext uri="{FF2B5EF4-FFF2-40B4-BE49-F238E27FC236}">
                      <a16:creationId xmlns:a16="http://schemas.microsoft.com/office/drawing/2014/main" id="{32034DD7-20B8-1923-5D38-617BC456C3FC}"/>
                    </a:ext>
                  </a:extLst>
                </p:cNvPr>
                <p:cNvGraphicFramePr>
                  <a:graphicFrameLocks noChangeAspect="1"/>
                </p:cNvGraphicFramePr>
                <p:nvPr>
                  <p:extLst>
                    <p:ext uri="{D42A27DB-BD31-4B8C-83A1-F6EECF244321}">
                      <p14:modId xmlns:p14="http://schemas.microsoft.com/office/powerpoint/2010/main" val="1605708882"/>
                    </p:ext>
                  </p:extLst>
                </p:nvPr>
              </p:nvGraphicFramePr>
              <p:xfrm>
                <a:off x="3988" y="1546"/>
                <a:ext cx="128" cy="223"/>
              </p:xfrm>
              <a:graphic>
                <a:graphicData uri="http://schemas.openxmlformats.org/presentationml/2006/ole">
                  <mc:AlternateContent xmlns:mc="http://schemas.openxmlformats.org/markup-compatibility/2006">
                    <mc:Choice xmlns:v="urn:schemas-microsoft-com:vml" Requires="v">
                      <p:oleObj name="Equation" r:id="rId26" imgW="152334" imgH="228501" progId="Equation.DSMT4">
                        <p:embed/>
                      </p:oleObj>
                    </mc:Choice>
                    <mc:Fallback>
                      <p:oleObj name="Equation" r:id="rId26" imgW="152334" imgH="228501" progId="Equation.DSMT4">
                        <p:embed/>
                        <p:pic>
                          <p:nvPicPr>
                            <p:cNvPr id="0" name="Object 47"/>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3988" y="1546"/>
                              <a:ext cx="128" cy="22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108" name="Object 48">
                  <a:extLst>
                    <a:ext uri="{FF2B5EF4-FFF2-40B4-BE49-F238E27FC236}">
                      <a16:creationId xmlns:a16="http://schemas.microsoft.com/office/drawing/2014/main" id="{357B783F-917D-D398-4F77-AB6A779393B1}"/>
                    </a:ext>
                  </a:extLst>
                </p:cNvPr>
                <p:cNvGraphicFramePr>
                  <a:graphicFrameLocks noChangeAspect="1"/>
                </p:cNvGraphicFramePr>
                <p:nvPr>
                  <p:extLst>
                    <p:ext uri="{D42A27DB-BD31-4B8C-83A1-F6EECF244321}">
                      <p14:modId xmlns:p14="http://schemas.microsoft.com/office/powerpoint/2010/main" val="3854452791"/>
                    </p:ext>
                  </p:extLst>
                </p:nvPr>
              </p:nvGraphicFramePr>
              <p:xfrm>
                <a:off x="4008" y="1832"/>
                <a:ext cx="118" cy="224"/>
              </p:xfrm>
              <a:graphic>
                <a:graphicData uri="http://schemas.openxmlformats.org/presentationml/2006/ole">
                  <mc:AlternateContent xmlns:mc="http://schemas.openxmlformats.org/markup-compatibility/2006">
                    <mc:Choice xmlns:v="urn:schemas-microsoft-com:vml" Requires="v">
                      <p:oleObj name="Equation" r:id="rId28" imgW="139700" imgH="228600" progId="Equation.DSMT4">
                        <p:embed/>
                      </p:oleObj>
                    </mc:Choice>
                    <mc:Fallback>
                      <p:oleObj name="Equation" r:id="rId28" imgW="139700" imgH="228600" progId="Equation.DSMT4">
                        <p:embed/>
                        <p:pic>
                          <p:nvPicPr>
                            <p:cNvPr id="0" name="Object 48"/>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008" y="1832"/>
                              <a:ext cx="118"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09" name="Freeform 49">
                  <a:extLst>
                    <a:ext uri="{FF2B5EF4-FFF2-40B4-BE49-F238E27FC236}">
                      <a16:creationId xmlns:a16="http://schemas.microsoft.com/office/drawing/2014/main" id="{9C0DE82A-947B-E58E-A981-6D0E94E73960}"/>
                    </a:ext>
                  </a:extLst>
                </p:cNvPr>
                <p:cNvSpPr>
                  <a:spLocks/>
                </p:cNvSpPr>
                <p:nvPr/>
              </p:nvSpPr>
              <p:spPr bwMode="auto">
                <a:xfrm>
                  <a:off x="4628" y="1626"/>
                  <a:ext cx="89" cy="172"/>
                </a:xfrm>
                <a:custGeom>
                  <a:avLst/>
                  <a:gdLst>
                    <a:gd name="T0" fmla="*/ 0 w 144"/>
                    <a:gd name="T1" fmla="*/ 0 h 240"/>
                    <a:gd name="T2" fmla="*/ 1 w 144"/>
                    <a:gd name="T3" fmla="*/ 3 h 240"/>
                    <a:gd name="T4" fmla="*/ 1 w 144"/>
                    <a:gd name="T5" fmla="*/ 8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cubicBezTo>
                        <a:pt x="36" y="28"/>
                        <a:pt x="72" y="56"/>
                        <a:pt x="96" y="96"/>
                      </a:cubicBezTo>
                      <a:cubicBezTo>
                        <a:pt x="120" y="136"/>
                        <a:pt x="132" y="188"/>
                        <a:pt x="144" y="2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88110" name="Object 50">
                  <a:extLst>
                    <a:ext uri="{FF2B5EF4-FFF2-40B4-BE49-F238E27FC236}">
                      <a16:creationId xmlns:a16="http://schemas.microsoft.com/office/drawing/2014/main" id="{65F157DF-99C6-02F2-4B32-48951F223FE2}"/>
                    </a:ext>
                  </a:extLst>
                </p:cNvPr>
                <p:cNvGraphicFramePr>
                  <a:graphicFrameLocks noChangeAspect="1"/>
                </p:cNvGraphicFramePr>
                <p:nvPr>
                  <p:extLst>
                    <p:ext uri="{D42A27DB-BD31-4B8C-83A1-F6EECF244321}">
                      <p14:modId xmlns:p14="http://schemas.microsoft.com/office/powerpoint/2010/main" val="736029819"/>
                    </p:ext>
                  </p:extLst>
                </p:nvPr>
              </p:nvGraphicFramePr>
              <p:xfrm>
                <a:off x="4722" y="1580"/>
                <a:ext cx="129" cy="224"/>
              </p:xfrm>
              <a:graphic>
                <a:graphicData uri="http://schemas.openxmlformats.org/presentationml/2006/ole">
                  <mc:AlternateContent xmlns:mc="http://schemas.openxmlformats.org/markup-compatibility/2006">
                    <mc:Choice xmlns:v="urn:schemas-microsoft-com:vml" Requires="v">
                      <p:oleObj name="Equation" r:id="rId30" imgW="152334" imgH="228501" progId="Equation.DSMT4">
                        <p:embed/>
                      </p:oleObj>
                    </mc:Choice>
                    <mc:Fallback>
                      <p:oleObj name="Equation" r:id="rId30" imgW="152334" imgH="228501" progId="Equation.DSMT4">
                        <p:embed/>
                        <p:pic>
                          <p:nvPicPr>
                            <p:cNvPr id="0" name="Object 50"/>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4722" y="1580"/>
                              <a:ext cx="129" cy="2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8111" name="Freeform 51">
                  <a:extLst>
                    <a:ext uri="{FF2B5EF4-FFF2-40B4-BE49-F238E27FC236}">
                      <a16:creationId xmlns:a16="http://schemas.microsoft.com/office/drawing/2014/main" id="{915B428B-3D12-1543-9E01-0D150E480803}"/>
                    </a:ext>
                  </a:extLst>
                </p:cNvPr>
                <p:cNvSpPr>
                  <a:spLocks/>
                </p:cNvSpPr>
                <p:nvPr/>
              </p:nvSpPr>
              <p:spPr bwMode="auto">
                <a:xfrm>
                  <a:off x="4122" y="1660"/>
                  <a:ext cx="89" cy="138"/>
                </a:xfrm>
                <a:custGeom>
                  <a:avLst/>
                  <a:gdLst>
                    <a:gd name="T0" fmla="*/ 1 w 144"/>
                    <a:gd name="T1" fmla="*/ 0 h 192"/>
                    <a:gd name="T2" fmla="*/ 1 w 144"/>
                    <a:gd name="T3" fmla="*/ 1 h 192"/>
                    <a:gd name="T4" fmla="*/ 0 w 144"/>
                    <a:gd name="T5" fmla="*/ 7 h 192"/>
                    <a:gd name="T6" fmla="*/ 0 60000 65536"/>
                    <a:gd name="T7" fmla="*/ 0 60000 65536"/>
                    <a:gd name="T8" fmla="*/ 0 60000 65536"/>
                  </a:gdLst>
                  <a:ahLst/>
                  <a:cxnLst>
                    <a:cxn ang="T6">
                      <a:pos x="T0" y="T1"/>
                    </a:cxn>
                    <a:cxn ang="T7">
                      <a:pos x="T2" y="T3"/>
                    </a:cxn>
                    <a:cxn ang="T8">
                      <a:pos x="T4" y="T5"/>
                    </a:cxn>
                  </a:cxnLst>
                  <a:rect l="0" t="0" r="r" b="b"/>
                  <a:pathLst>
                    <a:path w="144" h="192">
                      <a:moveTo>
                        <a:pt x="144" y="0"/>
                      </a:moveTo>
                      <a:cubicBezTo>
                        <a:pt x="108" y="8"/>
                        <a:pt x="72" y="16"/>
                        <a:pt x="48" y="48"/>
                      </a:cubicBezTo>
                      <a:cubicBezTo>
                        <a:pt x="24" y="80"/>
                        <a:pt x="12" y="13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8112" name="Freeform 52">
                  <a:extLst>
                    <a:ext uri="{FF2B5EF4-FFF2-40B4-BE49-F238E27FC236}">
                      <a16:creationId xmlns:a16="http://schemas.microsoft.com/office/drawing/2014/main" id="{72397093-B28B-2E98-C805-77ECB24A90CB}"/>
                    </a:ext>
                  </a:extLst>
                </p:cNvPr>
                <p:cNvSpPr>
                  <a:spLocks/>
                </p:cNvSpPr>
                <p:nvPr/>
              </p:nvSpPr>
              <p:spPr bwMode="auto">
                <a:xfrm>
                  <a:off x="4142" y="1798"/>
                  <a:ext cx="69" cy="137"/>
                </a:xfrm>
                <a:custGeom>
                  <a:avLst/>
                  <a:gdLst>
                    <a:gd name="T0" fmla="*/ 1 w 112"/>
                    <a:gd name="T1" fmla="*/ 0 h 192"/>
                    <a:gd name="T2" fmla="*/ 1 w 112"/>
                    <a:gd name="T3" fmla="*/ 3 h 192"/>
                    <a:gd name="T4" fmla="*/ 1 w 112"/>
                    <a:gd name="T5" fmla="*/ 7 h 192"/>
                    <a:gd name="T6" fmla="*/ 0 60000 65536"/>
                    <a:gd name="T7" fmla="*/ 0 60000 65536"/>
                    <a:gd name="T8" fmla="*/ 0 60000 65536"/>
                  </a:gdLst>
                  <a:ahLst/>
                  <a:cxnLst>
                    <a:cxn ang="T6">
                      <a:pos x="T0" y="T1"/>
                    </a:cxn>
                    <a:cxn ang="T7">
                      <a:pos x="T2" y="T3"/>
                    </a:cxn>
                    <a:cxn ang="T8">
                      <a:pos x="T4" y="T5"/>
                    </a:cxn>
                  </a:cxnLst>
                  <a:rect l="0" t="0" r="r" b="b"/>
                  <a:pathLst>
                    <a:path w="112" h="192">
                      <a:moveTo>
                        <a:pt x="16" y="0"/>
                      </a:moveTo>
                      <a:cubicBezTo>
                        <a:pt x="8" y="32"/>
                        <a:pt x="0" y="64"/>
                        <a:pt x="16" y="96"/>
                      </a:cubicBezTo>
                      <a:cubicBezTo>
                        <a:pt x="32" y="128"/>
                        <a:pt x="72" y="160"/>
                        <a:pt x="112"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grpSp>
        <p:sp>
          <p:nvSpPr>
            <p:cNvPr id="88074" name="Rectangle 53">
              <a:extLst>
                <a:ext uri="{FF2B5EF4-FFF2-40B4-BE49-F238E27FC236}">
                  <a16:creationId xmlns:a16="http://schemas.microsoft.com/office/drawing/2014/main" id="{4FC36D58-EEF9-C393-E039-C703C90462AF}"/>
                </a:ext>
              </a:extLst>
            </p:cNvPr>
            <p:cNvSpPr>
              <a:spLocks noChangeArrowheads="1"/>
            </p:cNvSpPr>
            <p:nvPr/>
          </p:nvSpPr>
          <p:spPr bwMode="auto">
            <a:xfrm>
              <a:off x="4268" y="1570"/>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000" i="1">
                  <a:solidFill>
                    <a:srgbClr val="000000"/>
                  </a:solidFill>
                  <a:latin typeface="Times New Roman" panose="02020603050405020304" pitchFamily="18" charset="0"/>
                  <a:ea typeface="楷体_GB2312" pitchFamily="49" charset="-122"/>
                </a:rPr>
                <a:t>O</a:t>
              </a:r>
            </a:p>
          </p:txBody>
        </p:sp>
      </p:grpSp>
      <p:sp>
        <p:nvSpPr>
          <p:cNvPr id="81974" name="Text Box 54">
            <a:extLst>
              <a:ext uri="{FF2B5EF4-FFF2-40B4-BE49-F238E27FC236}">
                <a16:creationId xmlns:a16="http://schemas.microsoft.com/office/drawing/2014/main" id="{3423C4FD-6BA6-C309-A8F1-C9A4793530D5}"/>
              </a:ext>
            </a:extLst>
          </p:cNvPr>
          <p:cNvSpPr txBox="1">
            <a:spLocks noChangeArrowheads="1"/>
          </p:cNvSpPr>
          <p:nvPr/>
        </p:nvSpPr>
        <p:spPr bwMode="auto">
          <a:xfrm>
            <a:off x="250825" y="476250"/>
            <a:ext cx="4968875"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32"/>
              </a:buBlip>
            </a:pPr>
            <a:r>
              <a:rPr kumimoji="1" lang="zh-CN" altLang="en-US" b="1">
                <a:solidFill>
                  <a:srgbClr val="FFFFFF"/>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2</a:t>
            </a:r>
            <a:r>
              <a:rPr kumimoji="1" lang="zh-CN" altLang="en-US" b="1">
                <a:solidFill>
                  <a:srgbClr val="FFBDDE"/>
                </a:solidFill>
                <a:latin typeface="Times New Roman" panose="02020603050405020304" pitchFamily="18" charset="0"/>
              </a:rPr>
              <a:t>中的折射波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81927"/>
                                        </p:tgtEl>
                                        <p:attrNameLst>
                                          <p:attrName>style.visibility</p:attrName>
                                        </p:attrNameLst>
                                      </p:cBhvr>
                                      <p:to>
                                        <p:strVal val="visible"/>
                                      </p:to>
                                    </p:set>
                                    <p:animEffect transition="in" filter="fade">
                                      <p:cBhvr>
                                        <p:cTn id="7" dur="2000"/>
                                        <p:tgtEl>
                                          <p:spTgt spid="8192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1926"/>
                                        </p:tgtEl>
                                        <p:attrNameLst>
                                          <p:attrName>style.visibility</p:attrName>
                                        </p:attrNameLst>
                                      </p:cBhvr>
                                      <p:to>
                                        <p:strVal val="visible"/>
                                      </p:to>
                                    </p:set>
                                    <p:animEffect transition="in" filter="wipe(up)">
                                      <p:cBhvr>
                                        <p:cTn id="12" dur="2000"/>
                                        <p:tgtEl>
                                          <p:spTgt spid="8192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1923"/>
                                        </p:tgtEl>
                                        <p:attrNameLst>
                                          <p:attrName>style.visibility</p:attrName>
                                        </p:attrNameLst>
                                      </p:cBhvr>
                                      <p:to>
                                        <p:strVal val="visible"/>
                                      </p:to>
                                    </p:set>
                                    <p:animEffect transition="in" filter="wipe(up)">
                                      <p:cBhvr>
                                        <p:cTn id="17" dur="3000"/>
                                        <p:tgtEl>
                                          <p:spTgt spid="8192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81925"/>
                                        </p:tgtEl>
                                        <p:attrNameLst>
                                          <p:attrName>style.visibility</p:attrName>
                                        </p:attrNameLst>
                                      </p:cBhvr>
                                      <p:to>
                                        <p:strVal val="visible"/>
                                      </p:to>
                                    </p:set>
                                    <p:animEffect transition="in" filter="wipe(up)">
                                      <p:cBhvr>
                                        <p:cTn id="22" dur="2000"/>
                                        <p:tgtEl>
                                          <p:spTgt spid="8192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1922"/>
                                        </p:tgtEl>
                                        <p:attrNameLst>
                                          <p:attrName>style.visibility</p:attrName>
                                        </p:attrNameLst>
                                      </p:cBhvr>
                                      <p:to>
                                        <p:strVal val="visible"/>
                                      </p:to>
                                    </p:set>
                                    <p:animEffect transition="in" filter="wipe(up)">
                                      <p:cBhvr>
                                        <p:cTn id="27" dur="2000"/>
                                        <p:tgtEl>
                                          <p:spTgt spid="8192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81924"/>
                                        </p:tgtEl>
                                        <p:attrNameLst>
                                          <p:attrName>style.visibility</p:attrName>
                                        </p:attrNameLst>
                                      </p:cBhvr>
                                      <p:to>
                                        <p:strVal val="visible"/>
                                      </p:to>
                                    </p:set>
                                    <p:animEffect transition="in" filter="wipe(up)">
                                      <p:cBhvr>
                                        <p:cTn id="32" dur="3000"/>
                                        <p:tgtEl>
                                          <p:spTgt spid="8192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1974"/>
                                        </p:tgtEl>
                                        <p:attrNameLst>
                                          <p:attrName>style.visibility</p:attrName>
                                        </p:attrNameLst>
                                      </p:cBhvr>
                                      <p:to>
                                        <p:strVal val="visible"/>
                                      </p:to>
                                    </p:set>
                                    <p:animEffect transition="in" filter="wipe(left)">
                                      <p:cBhvr>
                                        <p:cTn id="37" dur="2000"/>
                                        <p:tgtEl>
                                          <p:spTgt spid="819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25" grpId="0"/>
      <p:bldP spid="81926" grpId="0"/>
      <p:bldP spid="8197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2">
            <a:extLst>
              <a:ext uri="{FF2B5EF4-FFF2-40B4-BE49-F238E27FC236}">
                <a16:creationId xmlns:a16="http://schemas.microsoft.com/office/drawing/2014/main" id="{FA797D36-3890-C56B-B763-F5CFD5562414}"/>
              </a:ext>
            </a:extLst>
          </p:cNvPr>
          <p:cNvSpPr txBox="1">
            <a:spLocks noChangeArrowheads="1"/>
          </p:cNvSpPr>
          <p:nvPr/>
        </p:nvSpPr>
        <p:spPr bwMode="auto">
          <a:xfrm>
            <a:off x="179388" y="549275"/>
            <a:ext cx="8280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Times New Roman" panose="02020603050405020304" pitchFamily="18" charset="0"/>
                <a:ea typeface="楷体_GB2312" pitchFamily="49" charset="-122"/>
              </a:rPr>
              <a:t>分界面上电场强度和磁场强度的切向分量连续，有</a:t>
            </a:r>
          </a:p>
        </p:txBody>
      </p:sp>
      <p:graphicFrame>
        <p:nvGraphicFramePr>
          <p:cNvPr id="82947" name="Object 3">
            <a:extLst>
              <a:ext uri="{FF2B5EF4-FFF2-40B4-BE49-F238E27FC236}">
                <a16:creationId xmlns:a16="http://schemas.microsoft.com/office/drawing/2014/main" id="{1BE33FE6-8439-08E0-EBD3-CB15F3160E18}"/>
              </a:ext>
            </a:extLst>
          </p:cNvPr>
          <p:cNvGraphicFramePr>
            <a:graphicFrameLocks noChangeAspect="1"/>
          </p:cNvGraphicFramePr>
          <p:nvPr>
            <p:extLst>
              <p:ext uri="{D42A27DB-BD31-4B8C-83A1-F6EECF244321}">
                <p14:modId xmlns:p14="http://schemas.microsoft.com/office/powerpoint/2010/main" val="3690663737"/>
              </p:ext>
            </p:extLst>
          </p:nvPr>
        </p:nvGraphicFramePr>
        <p:xfrm>
          <a:off x="1195388" y="1147763"/>
          <a:ext cx="2439987" cy="481012"/>
        </p:xfrm>
        <a:graphic>
          <a:graphicData uri="http://schemas.openxmlformats.org/presentationml/2006/ole">
            <mc:AlternateContent xmlns:mc="http://schemas.openxmlformats.org/markup-compatibility/2006">
              <mc:Choice xmlns:v="urn:schemas-microsoft-com:vml" Requires="v">
                <p:oleObj name="公式" r:id="rId3" imgW="1193817" imgH="215715" progId="Equation.3">
                  <p:embed/>
                </p:oleObj>
              </mc:Choice>
              <mc:Fallback>
                <p:oleObj name="公式" r:id="rId3" imgW="1193817" imgH="215715"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95388" y="1147763"/>
                        <a:ext cx="2439987"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2948" name="Object 4">
            <a:extLst>
              <a:ext uri="{FF2B5EF4-FFF2-40B4-BE49-F238E27FC236}">
                <a16:creationId xmlns:a16="http://schemas.microsoft.com/office/drawing/2014/main" id="{54291506-A2A2-7BD9-8B99-4443EFB6810E}"/>
              </a:ext>
            </a:extLst>
          </p:cNvPr>
          <p:cNvGraphicFramePr>
            <a:graphicFrameLocks noChangeAspect="1"/>
          </p:cNvGraphicFramePr>
          <p:nvPr>
            <p:extLst>
              <p:ext uri="{D42A27DB-BD31-4B8C-83A1-F6EECF244321}">
                <p14:modId xmlns:p14="http://schemas.microsoft.com/office/powerpoint/2010/main" val="3523269094"/>
              </p:ext>
            </p:extLst>
          </p:nvPr>
        </p:nvGraphicFramePr>
        <p:xfrm>
          <a:off x="1187450" y="1844675"/>
          <a:ext cx="2514600" cy="455613"/>
        </p:xfrm>
        <a:graphic>
          <a:graphicData uri="http://schemas.openxmlformats.org/presentationml/2006/ole">
            <mc:AlternateContent xmlns:mc="http://schemas.openxmlformats.org/markup-compatibility/2006">
              <mc:Choice xmlns:v="urn:schemas-microsoft-com:vml" Requires="v">
                <p:oleObj name="公式" r:id="rId5" imgW="1232099" imgH="203246" progId="Equation.3">
                  <p:embed/>
                </p:oleObj>
              </mc:Choice>
              <mc:Fallback>
                <p:oleObj name="公式" r:id="rId5" imgW="1232099" imgH="203246"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87450" y="1844675"/>
                        <a:ext cx="251460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2949" name="Text Box 5">
            <a:extLst>
              <a:ext uri="{FF2B5EF4-FFF2-40B4-BE49-F238E27FC236}">
                <a16:creationId xmlns:a16="http://schemas.microsoft.com/office/drawing/2014/main" id="{4FFBBF29-C644-84AF-5C6B-95CF0E97FD8D}"/>
              </a:ext>
            </a:extLst>
          </p:cNvPr>
          <p:cNvSpPr txBox="1">
            <a:spLocks noChangeArrowheads="1"/>
          </p:cNvSpPr>
          <p:nvPr/>
        </p:nvSpPr>
        <p:spPr bwMode="auto">
          <a:xfrm>
            <a:off x="63500" y="4292600"/>
            <a:ext cx="70294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solidFill>
                  <a:srgbClr val="FFBDDE"/>
                </a:solidFill>
                <a:latin typeface="Times New Roman" panose="02020603050405020304" pitchFamily="18" charset="0"/>
                <a:ea typeface="楷体_GB2312" pitchFamily="49" charset="-122"/>
              </a:rPr>
              <a:t>对于非磁性介质，</a:t>
            </a:r>
            <a:r>
              <a:rPr kumimoji="1" lang="el-GR" altLang="zh-CN" b="1" i="1" dirty="0">
                <a:solidFill>
                  <a:srgbClr val="FFBDDE"/>
                </a:solidFill>
                <a:latin typeface="Times New Roman" panose="02020603050405020304" pitchFamily="18" charset="0"/>
              </a:rPr>
              <a:t>μ</a:t>
            </a:r>
            <a:r>
              <a:rPr kumimoji="1" lang="en-US" altLang="zh-CN" b="1" baseline="-25000" dirty="0">
                <a:solidFill>
                  <a:srgbClr val="FFBDDE"/>
                </a:solidFill>
                <a:latin typeface="Times New Roman" panose="02020603050405020304" pitchFamily="18" charset="0"/>
              </a:rPr>
              <a:t>1</a:t>
            </a:r>
            <a:r>
              <a:rPr kumimoji="1" lang="en-US" altLang="zh-CN" dirty="0">
                <a:solidFill>
                  <a:srgbClr val="FFBDDE"/>
                </a:solidFill>
                <a:ea typeface="楷体_GB2312" pitchFamily="49" charset="-122"/>
              </a:rPr>
              <a:t>=</a:t>
            </a:r>
            <a:r>
              <a:rPr kumimoji="1" lang="el-GR" altLang="zh-CN" b="1" i="1" dirty="0">
                <a:solidFill>
                  <a:srgbClr val="FFBDDE"/>
                </a:solidFill>
                <a:latin typeface="Times New Roman" panose="02020603050405020304" pitchFamily="18" charset="0"/>
              </a:rPr>
              <a:t>μ</a:t>
            </a:r>
            <a:r>
              <a:rPr kumimoji="1" lang="en-US" altLang="zh-CN" b="1" baseline="-25000" dirty="0">
                <a:solidFill>
                  <a:srgbClr val="FFBDDE"/>
                </a:solidFill>
                <a:latin typeface="Times New Roman" panose="02020603050405020304" pitchFamily="18" charset="0"/>
              </a:rPr>
              <a:t>2</a:t>
            </a:r>
            <a:r>
              <a:rPr kumimoji="1" lang="en-US" altLang="zh-CN" dirty="0">
                <a:solidFill>
                  <a:srgbClr val="FFBDDE"/>
                </a:solidFill>
                <a:ea typeface="楷体_GB2312" pitchFamily="49" charset="-122"/>
              </a:rPr>
              <a:t>=</a:t>
            </a:r>
            <a:r>
              <a:rPr kumimoji="1" lang="el-GR" altLang="zh-CN" b="1" i="1" dirty="0">
                <a:solidFill>
                  <a:srgbClr val="FFBDDE"/>
                </a:solidFill>
                <a:latin typeface="Times New Roman" panose="02020603050405020304" pitchFamily="18" charset="0"/>
              </a:rPr>
              <a:t>μ</a:t>
            </a:r>
            <a:r>
              <a:rPr kumimoji="1" lang="en-US" altLang="zh-CN" b="1" baseline="-25000" dirty="0">
                <a:solidFill>
                  <a:srgbClr val="FFBDDE"/>
                </a:solidFill>
                <a:latin typeface="Times New Roman" panose="02020603050405020304" pitchFamily="18" charset="0"/>
              </a:rPr>
              <a:t>0</a:t>
            </a:r>
            <a:r>
              <a:rPr kumimoji="1" lang="en-US" altLang="zh-CN" b="1" baseline="-25000" dirty="0">
                <a:solidFill>
                  <a:srgbClr val="FFFFFF"/>
                </a:solidFill>
                <a:latin typeface="Times New Roman" panose="02020603050405020304" pitchFamily="18" charset="0"/>
              </a:rPr>
              <a:t> </a:t>
            </a:r>
            <a:r>
              <a:rPr kumimoji="1" lang="zh-CN" altLang="en-US" b="1" dirty="0">
                <a:solidFill>
                  <a:srgbClr val="FFFFFF"/>
                </a:solidFill>
              </a:rPr>
              <a:t>，</a:t>
            </a:r>
            <a:r>
              <a:rPr kumimoji="1" lang="zh-CN" altLang="en-US" b="1" dirty="0">
                <a:solidFill>
                  <a:srgbClr val="FFFFFF"/>
                </a:solidFill>
                <a:ea typeface="楷体_GB2312" pitchFamily="49" charset="-122"/>
              </a:rPr>
              <a:t>则</a:t>
            </a:r>
            <a:endParaRPr kumimoji="1" lang="zh-CN" altLang="el-GR" b="1" dirty="0">
              <a:solidFill>
                <a:srgbClr val="FFFFFF"/>
              </a:solidFill>
              <a:ea typeface="楷体_GB2312" pitchFamily="49" charset="-122"/>
            </a:endParaRPr>
          </a:p>
        </p:txBody>
      </p:sp>
      <p:graphicFrame>
        <p:nvGraphicFramePr>
          <p:cNvPr id="82950" name="Object 6">
            <a:extLst>
              <a:ext uri="{FF2B5EF4-FFF2-40B4-BE49-F238E27FC236}">
                <a16:creationId xmlns:a16="http://schemas.microsoft.com/office/drawing/2014/main" id="{27A03666-1EA2-D5A2-9343-FF8785F6907A}"/>
              </a:ext>
            </a:extLst>
          </p:cNvPr>
          <p:cNvGraphicFramePr>
            <a:graphicFrameLocks noChangeAspect="1"/>
          </p:cNvGraphicFramePr>
          <p:nvPr>
            <p:extLst>
              <p:ext uri="{D42A27DB-BD31-4B8C-83A1-F6EECF244321}">
                <p14:modId xmlns:p14="http://schemas.microsoft.com/office/powerpoint/2010/main" val="2510472452"/>
              </p:ext>
            </p:extLst>
          </p:nvPr>
        </p:nvGraphicFramePr>
        <p:xfrm>
          <a:off x="539750" y="5084763"/>
          <a:ext cx="3609975" cy="965200"/>
        </p:xfrm>
        <a:graphic>
          <a:graphicData uri="http://schemas.openxmlformats.org/presentationml/2006/ole">
            <mc:AlternateContent xmlns:mc="http://schemas.openxmlformats.org/markup-compatibility/2006">
              <mc:Choice xmlns:v="urn:schemas-microsoft-com:vml" Requires="v">
                <p:oleObj name="Equation" r:id="rId7" imgW="1778035" imgH="457200" progId="Equation.DSMT4">
                  <p:embed/>
                </p:oleObj>
              </mc:Choice>
              <mc:Fallback>
                <p:oleObj name="Equation" r:id="rId7" imgW="1778035" imgH="45720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750" y="5084763"/>
                        <a:ext cx="36099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2951" name="Group 7">
            <a:extLst>
              <a:ext uri="{FF2B5EF4-FFF2-40B4-BE49-F238E27FC236}">
                <a16:creationId xmlns:a16="http://schemas.microsoft.com/office/drawing/2014/main" id="{84276340-6B83-FE1F-5BC4-6EF142475503}"/>
              </a:ext>
            </a:extLst>
          </p:cNvPr>
          <p:cNvGrpSpPr>
            <a:grpSpLocks/>
          </p:cNvGrpSpPr>
          <p:nvPr/>
        </p:nvGrpSpPr>
        <p:grpSpPr bwMode="auto">
          <a:xfrm>
            <a:off x="539750" y="2370138"/>
            <a:ext cx="4195763" cy="1827212"/>
            <a:chOff x="340" y="1538"/>
            <a:chExt cx="2643" cy="1151"/>
          </a:xfrm>
        </p:grpSpPr>
        <p:graphicFrame>
          <p:nvGraphicFramePr>
            <p:cNvPr id="89109" name="Object 8">
              <a:extLst>
                <a:ext uri="{FF2B5EF4-FFF2-40B4-BE49-F238E27FC236}">
                  <a16:creationId xmlns:a16="http://schemas.microsoft.com/office/drawing/2014/main" id="{AC80A4F5-153E-BAB5-D7F7-F22D0F6CEB43}"/>
                </a:ext>
              </a:extLst>
            </p:cNvPr>
            <p:cNvGraphicFramePr>
              <a:graphicFrameLocks noChangeAspect="1"/>
            </p:cNvGraphicFramePr>
            <p:nvPr>
              <p:extLst>
                <p:ext uri="{D42A27DB-BD31-4B8C-83A1-F6EECF244321}">
                  <p14:modId xmlns:p14="http://schemas.microsoft.com/office/powerpoint/2010/main" val="1513458685"/>
                </p:ext>
              </p:extLst>
            </p:nvPr>
          </p:nvGraphicFramePr>
          <p:xfrm>
            <a:off x="967" y="1538"/>
            <a:ext cx="2016" cy="1151"/>
          </p:xfrm>
          <a:graphic>
            <a:graphicData uri="http://schemas.openxmlformats.org/presentationml/2006/ole">
              <mc:AlternateContent xmlns:mc="http://schemas.openxmlformats.org/markup-compatibility/2006">
                <mc:Choice xmlns:v="urn:schemas-microsoft-com:vml" Requires="v">
                  <p:oleObj name="Equation" r:id="rId9" imgW="1574973" imgH="889046" progId="Equation.DSMT4">
                    <p:embed/>
                  </p:oleObj>
                </mc:Choice>
                <mc:Fallback>
                  <p:oleObj name="Equation" r:id="rId9" imgW="1574973" imgH="889046"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7" y="1538"/>
                          <a:ext cx="2016" cy="1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110" name="AutoShape 9">
              <a:extLst>
                <a:ext uri="{FF2B5EF4-FFF2-40B4-BE49-F238E27FC236}">
                  <a16:creationId xmlns:a16="http://schemas.microsoft.com/office/drawing/2014/main" id="{578B4182-F175-6E5D-B68F-01359A157A21}"/>
                </a:ext>
              </a:extLst>
            </p:cNvPr>
            <p:cNvSpPr>
              <a:spLocks noChangeArrowheads="1"/>
            </p:cNvSpPr>
            <p:nvPr/>
          </p:nvSpPr>
          <p:spPr bwMode="auto">
            <a:xfrm>
              <a:off x="340" y="2069"/>
              <a:ext cx="590" cy="136"/>
            </a:xfrm>
            <a:prstGeom prst="rightArrow">
              <a:avLst>
                <a:gd name="adj1" fmla="val 50000"/>
                <a:gd name="adj2" fmla="val 10845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2954" name="Group 10">
            <a:extLst>
              <a:ext uri="{FF2B5EF4-FFF2-40B4-BE49-F238E27FC236}">
                <a16:creationId xmlns:a16="http://schemas.microsoft.com/office/drawing/2014/main" id="{728C3C3A-A65F-76CE-C0FD-4F76FD1DFFB7}"/>
              </a:ext>
            </a:extLst>
          </p:cNvPr>
          <p:cNvGrpSpPr>
            <a:grpSpLocks/>
          </p:cNvGrpSpPr>
          <p:nvPr/>
        </p:nvGrpSpPr>
        <p:grpSpPr bwMode="auto">
          <a:xfrm>
            <a:off x="4284663" y="4464050"/>
            <a:ext cx="4681537" cy="2133600"/>
            <a:chOff x="2653" y="2763"/>
            <a:chExt cx="2949" cy="1344"/>
          </a:xfrm>
        </p:grpSpPr>
        <p:graphicFrame>
          <p:nvGraphicFramePr>
            <p:cNvPr id="89107" name="Object 11">
              <a:extLst>
                <a:ext uri="{FF2B5EF4-FFF2-40B4-BE49-F238E27FC236}">
                  <a16:creationId xmlns:a16="http://schemas.microsoft.com/office/drawing/2014/main" id="{89EA19B3-CF40-7A67-D312-C01049C5B6F5}"/>
                </a:ext>
              </a:extLst>
            </p:cNvPr>
            <p:cNvGraphicFramePr>
              <a:graphicFrameLocks noChangeAspect="1"/>
            </p:cNvGraphicFramePr>
            <p:nvPr>
              <p:extLst>
                <p:ext uri="{D42A27DB-BD31-4B8C-83A1-F6EECF244321}">
                  <p14:modId xmlns:p14="http://schemas.microsoft.com/office/powerpoint/2010/main" val="3782909397"/>
                </p:ext>
              </p:extLst>
            </p:nvPr>
          </p:nvGraphicFramePr>
          <p:xfrm>
            <a:off x="3198" y="2763"/>
            <a:ext cx="2404" cy="1344"/>
          </p:xfrm>
          <a:graphic>
            <a:graphicData uri="http://schemas.openxmlformats.org/presentationml/2006/ole">
              <mc:AlternateContent xmlns:mc="http://schemas.openxmlformats.org/markup-compatibility/2006">
                <mc:Choice xmlns:v="urn:schemas-microsoft-com:vml" Requires="v">
                  <p:oleObj name="Equation" r:id="rId11" imgW="1879565" imgH="1041585" progId="Equation.DSMT4">
                    <p:embed/>
                  </p:oleObj>
                </mc:Choice>
                <mc:Fallback>
                  <p:oleObj name="Equation" r:id="rId11" imgW="1879565" imgH="1041585" progId="Equation.DSMT4">
                    <p:embed/>
                    <p:pic>
                      <p:nvPicPr>
                        <p:cNvPr id="0" name="Object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98" y="2763"/>
                          <a:ext cx="2404" cy="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9108" name="AutoShape 12">
              <a:extLst>
                <a:ext uri="{FF2B5EF4-FFF2-40B4-BE49-F238E27FC236}">
                  <a16:creationId xmlns:a16="http://schemas.microsoft.com/office/drawing/2014/main" id="{86246E7F-34A0-FF3D-9CF1-D4009F04E7DA}"/>
                </a:ext>
              </a:extLst>
            </p:cNvPr>
            <p:cNvSpPr>
              <a:spLocks noChangeArrowheads="1"/>
            </p:cNvSpPr>
            <p:nvPr/>
          </p:nvSpPr>
          <p:spPr bwMode="auto">
            <a:xfrm>
              <a:off x="2653" y="3385"/>
              <a:ext cx="499" cy="18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2957" name="Group 13">
            <a:extLst>
              <a:ext uri="{FF2B5EF4-FFF2-40B4-BE49-F238E27FC236}">
                <a16:creationId xmlns:a16="http://schemas.microsoft.com/office/drawing/2014/main" id="{17FBC60A-134C-BCCA-4353-BE6ECB188D3F}"/>
              </a:ext>
            </a:extLst>
          </p:cNvPr>
          <p:cNvGrpSpPr>
            <a:grpSpLocks/>
          </p:cNvGrpSpPr>
          <p:nvPr/>
        </p:nvGrpSpPr>
        <p:grpSpPr bwMode="auto">
          <a:xfrm>
            <a:off x="3851275" y="1184275"/>
            <a:ext cx="2667000" cy="457200"/>
            <a:chOff x="2426" y="746"/>
            <a:chExt cx="1680" cy="288"/>
          </a:xfrm>
        </p:grpSpPr>
        <p:graphicFrame>
          <p:nvGraphicFramePr>
            <p:cNvPr id="89105" name="Object 14">
              <a:extLst>
                <a:ext uri="{FF2B5EF4-FFF2-40B4-BE49-F238E27FC236}">
                  <a16:creationId xmlns:a16="http://schemas.microsoft.com/office/drawing/2014/main" id="{20DC1ACF-39E4-DC69-1280-BDC0FAA6029D}"/>
                </a:ext>
              </a:extLst>
            </p:cNvPr>
            <p:cNvGraphicFramePr>
              <a:graphicFrameLocks noChangeAspect="1"/>
            </p:cNvGraphicFramePr>
            <p:nvPr>
              <p:extLst>
                <p:ext uri="{D42A27DB-BD31-4B8C-83A1-F6EECF244321}">
                  <p14:modId xmlns:p14="http://schemas.microsoft.com/office/powerpoint/2010/main" val="187899409"/>
                </p:ext>
              </p:extLst>
            </p:nvPr>
          </p:nvGraphicFramePr>
          <p:xfrm>
            <a:off x="3116" y="746"/>
            <a:ext cx="990" cy="288"/>
          </p:xfrm>
          <a:graphic>
            <a:graphicData uri="http://schemas.openxmlformats.org/presentationml/2006/ole">
              <mc:AlternateContent xmlns:mc="http://schemas.openxmlformats.org/markup-compatibility/2006">
                <mc:Choice xmlns:v="urn:schemas-microsoft-com:vml" Requires="v">
                  <p:oleObj name="Equation" r:id="rId13" imgW="673265" imgH="203246" progId="Equation.DSMT4">
                    <p:embed/>
                  </p:oleObj>
                </mc:Choice>
                <mc:Fallback>
                  <p:oleObj name="Equation" r:id="rId13" imgW="673265" imgH="203246" progId="Equation.DSMT4">
                    <p:embed/>
                    <p:pic>
                      <p:nvPicPr>
                        <p:cNvPr id="0" name="Object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16" y="746"/>
                          <a:ext cx="99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6" name="AutoShape 15">
              <a:extLst>
                <a:ext uri="{FF2B5EF4-FFF2-40B4-BE49-F238E27FC236}">
                  <a16:creationId xmlns:a16="http://schemas.microsoft.com/office/drawing/2014/main" id="{2A149B87-2EDE-771A-9FFC-80E7B1BCEF90}"/>
                </a:ext>
              </a:extLst>
            </p:cNvPr>
            <p:cNvSpPr>
              <a:spLocks noChangeArrowheads="1"/>
            </p:cNvSpPr>
            <p:nvPr/>
          </p:nvSpPr>
          <p:spPr bwMode="auto">
            <a:xfrm>
              <a:off x="2426" y="801"/>
              <a:ext cx="499" cy="18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2960" name="Group 16">
            <a:extLst>
              <a:ext uri="{FF2B5EF4-FFF2-40B4-BE49-F238E27FC236}">
                <a16:creationId xmlns:a16="http://schemas.microsoft.com/office/drawing/2014/main" id="{CD141EF6-A66C-7610-F2E6-753163D65F7F}"/>
              </a:ext>
            </a:extLst>
          </p:cNvPr>
          <p:cNvGrpSpPr>
            <a:grpSpLocks/>
          </p:cNvGrpSpPr>
          <p:nvPr/>
        </p:nvGrpSpPr>
        <p:grpSpPr bwMode="auto">
          <a:xfrm>
            <a:off x="3851275" y="1773238"/>
            <a:ext cx="3673475" cy="792162"/>
            <a:chOff x="2426" y="1117"/>
            <a:chExt cx="2314" cy="499"/>
          </a:xfrm>
        </p:grpSpPr>
        <p:graphicFrame>
          <p:nvGraphicFramePr>
            <p:cNvPr id="89103" name="Object 17">
              <a:extLst>
                <a:ext uri="{FF2B5EF4-FFF2-40B4-BE49-F238E27FC236}">
                  <a16:creationId xmlns:a16="http://schemas.microsoft.com/office/drawing/2014/main" id="{BA3E10F5-3DF7-4075-AB2A-295A7D651545}"/>
                </a:ext>
              </a:extLst>
            </p:cNvPr>
            <p:cNvGraphicFramePr>
              <a:graphicFrameLocks noChangeAspect="1"/>
            </p:cNvGraphicFramePr>
            <p:nvPr>
              <p:extLst>
                <p:ext uri="{D42A27DB-BD31-4B8C-83A1-F6EECF244321}">
                  <p14:modId xmlns:p14="http://schemas.microsoft.com/office/powerpoint/2010/main" val="448714902"/>
                </p:ext>
              </p:extLst>
            </p:nvPr>
          </p:nvGraphicFramePr>
          <p:xfrm>
            <a:off x="2971" y="1117"/>
            <a:ext cx="1769" cy="499"/>
          </p:xfrm>
          <a:graphic>
            <a:graphicData uri="http://schemas.openxmlformats.org/presentationml/2006/ole">
              <mc:AlternateContent xmlns:mc="http://schemas.openxmlformats.org/markup-compatibility/2006">
                <mc:Choice xmlns:v="urn:schemas-microsoft-com:vml" Requires="v">
                  <p:oleObj name="Equation" r:id="rId15" imgW="1536691" imgH="406492" progId="Equation.DSMT4">
                    <p:embed/>
                  </p:oleObj>
                </mc:Choice>
                <mc:Fallback>
                  <p:oleObj name="Equation" r:id="rId15" imgW="1536691" imgH="406492" progId="Equation.DSMT4">
                    <p:embed/>
                    <p:pic>
                      <p:nvPicPr>
                        <p:cNvPr id="0" name="Object 1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71" y="1117"/>
                          <a:ext cx="1769" cy="49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104" name="AutoShape 18">
              <a:extLst>
                <a:ext uri="{FF2B5EF4-FFF2-40B4-BE49-F238E27FC236}">
                  <a16:creationId xmlns:a16="http://schemas.microsoft.com/office/drawing/2014/main" id="{F297870F-463D-3724-21D7-9479E944AD09}"/>
                </a:ext>
              </a:extLst>
            </p:cNvPr>
            <p:cNvSpPr>
              <a:spLocks noChangeArrowheads="1"/>
            </p:cNvSpPr>
            <p:nvPr/>
          </p:nvSpPr>
          <p:spPr bwMode="auto">
            <a:xfrm>
              <a:off x="2426" y="1207"/>
              <a:ext cx="499" cy="18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82963" name="Group 19">
            <a:extLst>
              <a:ext uri="{FF2B5EF4-FFF2-40B4-BE49-F238E27FC236}">
                <a16:creationId xmlns:a16="http://schemas.microsoft.com/office/drawing/2014/main" id="{805BC6DC-F3C2-0BD1-08F2-90513FBDF794}"/>
              </a:ext>
            </a:extLst>
          </p:cNvPr>
          <p:cNvGrpSpPr>
            <a:grpSpLocks/>
          </p:cNvGrpSpPr>
          <p:nvPr/>
        </p:nvGrpSpPr>
        <p:grpSpPr bwMode="auto">
          <a:xfrm>
            <a:off x="4859338" y="2565400"/>
            <a:ext cx="2665412" cy="422275"/>
            <a:chOff x="3061" y="1933"/>
            <a:chExt cx="1679" cy="266"/>
          </a:xfrm>
        </p:grpSpPr>
        <p:sp>
          <p:nvSpPr>
            <p:cNvPr id="89101" name="Text Box 20">
              <a:extLst>
                <a:ext uri="{FF2B5EF4-FFF2-40B4-BE49-F238E27FC236}">
                  <a16:creationId xmlns:a16="http://schemas.microsoft.com/office/drawing/2014/main" id="{0A705B40-0BC2-13FD-E4D0-97259D67E921}"/>
                </a:ext>
              </a:extLst>
            </p:cNvPr>
            <p:cNvSpPr txBox="1">
              <a:spLocks noChangeArrowheads="1"/>
            </p:cNvSpPr>
            <p:nvPr/>
          </p:nvSpPr>
          <p:spPr bwMode="auto">
            <a:xfrm>
              <a:off x="3606" y="1933"/>
              <a:ext cx="1134" cy="266"/>
            </a:xfrm>
            <a:prstGeom prst="rect">
              <a:avLst/>
            </a:prstGeom>
            <a:solidFill>
              <a:srgbClr val="CCFFFF"/>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660033"/>
                  </a:solidFill>
                  <a:latin typeface="Times New Roman" panose="02020603050405020304" pitchFamily="18" charset="0"/>
                </a:rPr>
                <a:t>菲涅尔公式</a:t>
              </a:r>
            </a:p>
          </p:txBody>
        </p:sp>
        <p:sp>
          <p:nvSpPr>
            <p:cNvPr id="89102" name="Line 21">
              <a:extLst>
                <a:ext uri="{FF2B5EF4-FFF2-40B4-BE49-F238E27FC236}">
                  <a16:creationId xmlns:a16="http://schemas.microsoft.com/office/drawing/2014/main" id="{BFCC2F84-E9C1-C097-3ECD-DAF8A723BD84}"/>
                </a:ext>
              </a:extLst>
            </p:cNvPr>
            <p:cNvSpPr>
              <a:spLocks noChangeShapeType="1"/>
            </p:cNvSpPr>
            <p:nvPr/>
          </p:nvSpPr>
          <p:spPr bwMode="auto">
            <a:xfrm flipH="1">
              <a:off x="3061" y="2069"/>
              <a:ext cx="545" cy="0"/>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5" name="图片 4">
            <a:extLst>
              <a:ext uri="{FF2B5EF4-FFF2-40B4-BE49-F238E27FC236}">
                <a16:creationId xmlns:a16="http://schemas.microsoft.com/office/drawing/2014/main" id="{0CAFF678-57B9-17FC-FCCC-EF6E50A0FF72}"/>
              </a:ext>
            </a:extLst>
          </p:cNvPr>
          <p:cNvPicPr>
            <a:picLocks noChangeAspect="1"/>
          </p:cNvPicPr>
          <p:nvPr/>
        </p:nvPicPr>
        <p:blipFill>
          <a:blip r:embed="rId17"/>
          <a:stretch>
            <a:fillRect/>
          </a:stretch>
        </p:blipFill>
        <p:spPr>
          <a:xfrm>
            <a:off x="4946650" y="2987675"/>
            <a:ext cx="4060198" cy="150482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2946"/>
                                        </p:tgtEl>
                                        <p:attrNameLst>
                                          <p:attrName>style.visibility</p:attrName>
                                        </p:attrNameLst>
                                      </p:cBhvr>
                                      <p:to>
                                        <p:strVal val="visible"/>
                                      </p:to>
                                    </p:set>
                                    <p:animEffect transition="in" filter="wipe(up)">
                                      <p:cBhvr>
                                        <p:cTn id="7" dur="2000"/>
                                        <p:tgtEl>
                                          <p:spTgt spid="829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2947"/>
                                        </p:tgtEl>
                                        <p:attrNameLst>
                                          <p:attrName>style.visibility</p:attrName>
                                        </p:attrNameLst>
                                      </p:cBhvr>
                                      <p:to>
                                        <p:strVal val="visible"/>
                                      </p:to>
                                    </p:set>
                                    <p:animEffect transition="in" filter="wipe(up)">
                                      <p:cBhvr>
                                        <p:cTn id="12" dur="2000"/>
                                        <p:tgtEl>
                                          <p:spTgt spid="829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2957"/>
                                        </p:tgtEl>
                                        <p:attrNameLst>
                                          <p:attrName>style.visibility</p:attrName>
                                        </p:attrNameLst>
                                      </p:cBhvr>
                                      <p:to>
                                        <p:strVal val="visible"/>
                                      </p:to>
                                    </p:set>
                                    <p:animEffect transition="in" filter="wipe(up)">
                                      <p:cBhvr>
                                        <p:cTn id="17" dur="2000"/>
                                        <p:tgtEl>
                                          <p:spTgt spid="8295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2948"/>
                                        </p:tgtEl>
                                        <p:attrNameLst>
                                          <p:attrName>style.visibility</p:attrName>
                                        </p:attrNameLst>
                                      </p:cBhvr>
                                      <p:to>
                                        <p:strVal val="visible"/>
                                      </p:to>
                                    </p:set>
                                    <p:animEffect transition="in" filter="wipe(up)">
                                      <p:cBhvr>
                                        <p:cTn id="22" dur="2000"/>
                                        <p:tgtEl>
                                          <p:spTgt spid="82948"/>
                                        </p:tgtEl>
                                      </p:cBhvr>
                                    </p:animEffect>
                                  </p:childTnLst>
                                </p:cTn>
                              </p:par>
                            </p:childTnLst>
                          </p:cTn>
                        </p:par>
                        <p:par>
                          <p:cTn id="23" fill="hold" nodeType="afterGroup">
                            <p:stCondLst>
                              <p:cond delay="2000"/>
                            </p:stCondLst>
                            <p:childTnLst>
                              <p:par>
                                <p:cTn id="24" presetID="22" presetClass="entr" presetSubtype="1" fill="hold" nodeType="afterEffect">
                                  <p:stCondLst>
                                    <p:cond delay="0"/>
                                  </p:stCondLst>
                                  <p:childTnLst>
                                    <p:set>
                                      <p:cBhvr>
                                        <p:cTn id="25" dur="1" fill="hold">
                                          <p:stCondLst>
                                            <p:cond delay="0"/>
                                          </p:stCondLst>
                                        </p:cTn>
                                        <p:tgtEl>
                                          <p:spTgt spid="82960"/>
                                        </p:tgtEl>
                                        <p:attrNameLst>
                                          <p:attrName>style.visibility</p:attrName>
                                        </p:attrNameLst>
                                      </p:cBhvr>
                                      <p:to>
                                        <p:strVal val="visible"/>
                                      </p:to>
                                    </p:set>
                                    <p:animEffect transition="in" filter="wipe(up)">
                                      <p:cBhvr>
                                        <p:cTn id="26" dur="2000"/>
                                        <p:tgtEl>
                                          <p:spTgt spid="8296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82951"/>
                                        </p:tgtEl>
                                        <p:attrNameLst>
                                          <p:attrName>style.visibility</p:attrName>
                                        </p:attrNameLst>
                                      </p:cBhvr>
                                      <p:to>
                                        <p:strVal val="visible"/>
                                      </p:to>
                                    </p:set>
                                    <p:animEffect transition="in" filter="wipe(up)">
                                      <p:cBhvr>
                                        <p:cTn id="31" dur="3000"/>
                                        <p:tgtEl>
                                          <p:spTgt spid="8295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0" presetClass="entr" presetSubtype="0" fill="hold" nodeType="clickEffect">
                                  <p:stCondLst>
                                    <p:cond delay="0"/>
                                  </p:stCondLst>
                                  <p:childTnLst>
                                    <p:set>
                                      <p:cBhvr>
                                        <p:cTn id="35" dur="1" fill="hold">
                                          <p:stCondLst>
                                            <p:cond delay="0"/>
                                          </p:stCondLst>
                                        </p:cTn>
                                        <p:tgtEl>
                                          <p:spTgt spid="82963"/>
                                        </p:tgtEl>
                                        <p:attrNameLst>
                                          <p:attrName>style.visibility</p:attrName>
                                        </p:attrNameLst>
                                      </p:cBhvr>
                                      <p:to>
                                        <p:strVal val="visible"/>
                                      </p:to>
                                    </p:set>
                                    <p:animEffect transition="in" filter="fade">
                                      <p:cBhvr>
                                        <p:cTn id="36" dur="2000"/>
                                        <p:tgtEl>
                                          <p:spTgt spid="8296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82949"/>
                                        </p:tgtEl>
                                        <p:attrNameLst>
                                          <p:attrName>style.visibility</p:attrName>
                                        </p:attrNameLst>
                                      </p:cBhvr>
                                      <p:to>
                                        <p:strVal val="visible"/>
                                      </p:to>
                                    </p:set>
                                    <p:animEffect transition="in" filter="wipe(up)">
                                      <p:cBhvr>
                                        <p:cTn id="41" dur="2000"/>
                                        <p:tgtEl>
                                          <p:spTgt spid="8294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82950"/>
                                        </p:tgtEl>
                                        <p:attrNameLst>
                                          <p:attrName>style.visibility</p:attrName>
                                        </p:attrNameLst>
                                      </p:cBhvr>
                                      <p:to>
                                        <p:strVal val="visible"/>
                                      </p:to>
                                    </p:set>
                                    <p:animEffect transition="in" filter="wipe(up)">
                                      <p:cBhvr>
                                        <p:cTn id="46" dur="2000"/>
                                        <p:tgtEl>
                                          <p:spTgt spid="82950"/>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1" fill="hold" nodeType="clickEffect">
                                  <p:stCondLst>
                                    <p:cond delay="0"/>
                                  </p:stCondLst>
                                  <p:childTnLst>
                                    <p:set>
                                      <p:cBhvr>
                                        <p:cTn id="50" dur="1" fill="hold">
                                          <p:stCondLst>
                                            <p:cond delay="0"/>
                                          </p:stCondLst>
                                        </p:cTn>
                                        <p:tgtEl>
                                          <p:spTgt spid="82954"/>
                                        </p:tgtEl>
                                        <p:attrNameLst>
                                          <p:attrName>style.visibility</p:attrName>
                                        </p:attrNameLst>
                                      </p:cBhvr>
                                      <p:to>
                                        <p:strVal val="visible"/>
                                      </p:to>
                                    </p:set>
                                    <p:animEffect transition="in" filter="wipe(up)">
                                      <p:cBhvr>
                                        <p:cTn id="51" dur="3000"/>
                                        <p:tgtEl>
                                          <p:spTgt spid="829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6" grpId="0"/>
      <p:bldP spid="82949"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1D5A9515-3C03-C59B-6419-1C9D9009ED47}"/>
              </a:ext>
            </a:extLst>
          </p:cNvPr>
          <p:cNvSpPr>
            <a:spLocks noChangeArrowheads="1"/>
          </p:cNvSpPr>
          <p:nvPr/>
        </p:nvSpPr>
        <p:spPr bwMode="blackGray">
          <a:xfrm>
            <a:off x="107950" y="549275"/>
            <a:ext cx="77724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en-US" altLang="zh-CN" b="1" dirty="0">
                <a:solidFill>
                  <a:srgbClr val="FF9966"/>
                </a:solidFill>
                <a:latin typeface="Times New Roman" panose="02020603050405020304" pitchFamily="18" charset="0"/>
                <a:cs typeface="Arial" panose="020B0604020202020204" pitchFamily="34" charset="0"/>
              </a:rPr>
              <a:t>2.  </a:t>
            </a:r>
            <a:r>
              <a:rPr lang="zh-CN" altLang="en-US" b="1" dirty="0">
                <a:solidFill>
                  <a:srgbClr val="FF9966"/>
                </a:solidFill>
                <a:latin typeface="Times New Roman" panose="02020603050405020304" pitchFamily="18" charset="0"/>
                <a:cs typeface="Arial" panose="020B0604020202020204" pitchFamily="34" charset="0"/>
              </a:rPr>
              <a:t>平行极化波的反射系数与透射系数</a:t>
            </a:r>
          </a:p>
        </p:txBody>
      </p:sp>
      <p:graphicFrame>
        <p:nvGraphicFramePr>
          <p:cNvPr id="83971" name="Object 3">
            <a:extLst>
              <a:ext uri="{FF2B5EF4-FFF2-40B4-BE49-F238E27FC236}">
                <a16:creationId xmlns:a16="http://schemas.microsoft.com/office/drawing/2014/main" id="{963CD1FB-E4F3-8930-9914-17BBE90806A4}"/>
              </a:ext>
            </a:extLst>
          </p:cNvPr>
          <p:cNvGraphicFramePr>
            <a:graphicFrameLocks noChangeAspect="1"/>
          </p:cNvGraphicFramePr>
          <p:nvPr>
            <p:extLst>
              <p:ext uri="{D42A27DB-BD31-4B8C-83A1-F6EECF244321}">
                <p14:modId xmlns:p14="http://schemas.microsoft.com/office/powerpoint/2010/main" val="3777327524"/>
              </p:ext>
            </p:extLst>
          </p:nvPr>
        </p:nvGraphicFramePr>
        <p:xfrm>
          <a:off x="827088" y="3146425"/>
          <a:ext cx="5657850" cy="569913"/>
        </p:xfrm>
        <a:graphic>
          <a:graphicData uri="http://schemas.openxmlformats.org/presentationml/2006/ole">
            <mc:AlternateContent xmlns:mc="http://schemas.openxmlformats.org/markup-compatibility/2006">
              <mc:Choice xmlns:v="urn:schemas-microsoft-com:vml" Requires="v">
                <p:oleObj name="Equation" r:id="rId2" imgW="2628978" imgH="241485" progId="Equation.DSMT4">
                  <p:embed/>
                </p:oleObj>
              </mc:Choice>
              <mc:Fallback>
                <p:oleObj name="Equation" r:id="rId2" imgW="2628978" imgH="241485"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088" y="3146425"/>
                        <a:ext cx="5657850" cy="569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3972" name="Text Box 4">
            <a:extLst>
              <a:ext uri="{FF2B5EF4-FFF2-40B4-BE49-F238E27FC236}">
                <a16:creationId xmlns:a16="http://schemas.microsoft.com/office/drawing/2014/main" id="{12311F11-32EE-4C8E-620C-332999521FCA}"/>
              </a:ext>
            </a:extLst>
          </p:cNvPr>
          <p:cNvSpPr txBox="1">
            <a:spLocks noChangeArrowheads="1"/>
          </p:cNvSpPr>
          <p:nvPr/>
        </p:nvSpPr>
        <p:spPr bwMode="auto">
          <a:xfrm>
            <a:off x="66675" y="31877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由于</a:t>
            </a:r>
          </a:p>
        </p:txBody>
      </p:sp>
      <p:graphicFrame>
        <p:nvGraphicFramePr>
          <p:cNvPr id="83973" name="Object 5">
            <a:extLst>
              <a:ext uri="{FF2B5EF4-FFF2-40B4-BE49-F238E27FC236}">
                <a16:creationId xmlns:a16="http://schemas.microsoft.com/office/drawing/2014/main" id="{A959281D-7AAF-8952-EB5F-D5286E07AFB5}"/>
              </a:ext>
            </a:extLst>
          </p:cNvPr>
          <p:cNvGraphicFramePr>
            <a:graphicFrameLocks noChangeAspect="1"/>
          </p:cNvGraphicFramePr>
          <p:nvPr>
            <p:extLst>
              <p:ext uri="{D42A27DB-BD31-4B8C-83A1-F6EECF244321}">
                <p14:modId xmlns:p14="http://schemas.microsoft.com/office/powerpoint/2010/main" val="2368060770"/>
              </p:ext>
            </p:extLst>
          </p:nvPr>
        </p:nvGraphicFramePr>
        <p:xfrm>
          <a:off x="641350" y="4511675"/>
          <a:ext cx="4146550" cy="2012950"/>
        </p:xfrm>
        <a:graphic>
          <a:graphicData uri="http://schemas.openxmlformats.org/presentationml/2006/ole">
            <mc:AlternateContent xmlns:mc="http://schemas.openxmlformats.org/markup-compatibility/2006">
              <mc:Choice xmlns:v="urn:schemas-microsoft-com:vml" Requires="v">
                <p:oleObj name="Equation" r:id="rId4" imgW="1778035" imgH="863692" progId="Equation.DSMT4">
                  <p:embed/>
                </p:oleObj>
              </mc:Choice>
              <mc:Fallback>
                <p:oleObj name="Equation" r:id="rId4" imgW="1778035" imgH="863692"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350" y="4511675"/>
                        <a:ext cx="4146550" cy="2012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4" name="Text Box 6">
            <a:extLst>
              <a:ext uri="{FF2B5EF4-FFF2-40B4-BE49-F238E27FC236}">
                <a16:creationId xmlns:a16="http://schemas.microsoft.com/office/drawing/2014/main" id="{679F64E0-EC9B-E4A4-5311-C07FAAC8745A}"/>
              </a:ext>
            </a:extLst>
          </p:cNvPr>
          <p:cNvSpPr txBox="1">
            <a:spLocks noChangeArrowheads="1"/>
          </p:cNvSpPr>
          <p:nvPr/>
        </p:nvSpPr>
        <p:spPr bwMode="auto">
          <a:xfrm>
            <a:off x="107950" y="38608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故</a:t>
            </a:r>
          </a:p>
        </p:txBody>
      </p:sp>
      <p:graphicFrame>
        <p:nvGraphicFramePr>
          <p:cNvPr id="83975" name="Object 7">
            <a:extLst>
              <a:ext uri="{FF2B5EF4-FFF2-40B4-BE49-F238E27FC236}">
                <a16:creationId xmlns:a16="http://schemas.microsoft.com/office/drawing/2014/main" id="{4736A34C-1A7A-A61D-5592-96A17BF7E532}"/>
              </a:ext>
            </a:extLst>
          </p:cNvPr>
          <p:cNvGraphicFramePr>
            <a:graphicFrameLocks noChangeAspect="1"/>
          </p:cNvGraphicFramePr>
          <p:nvPr>
            <p:extLst>
              <p:ext uri="{D42A27DB-BD31-4B8C-83A1-F6EECF244321}">
                <p14:modId xmlns:p14="http://schemas.microsoft.com/office/powerpoint/2010/main" val="877316915"/>
              </p:ext>
            </p:extLst>
          </p:nvPr>
        </p:nvGraphicFramePr>
        <p:xfrm>
          <a:off x="684213" y="3860800"/>
          <a:ext cx="6453187" cy="576263"/>
        </p:xfrm>
        <a:graphic>
          <a:graphicData uri="http://schemas.openxmlformats.org/presentationml/2006/ole">
            <mc:AlternateContent xmlns:mc="http://schemas.openxmlformats.org/markup-compatibility/2006">
              <mc:Choice xmlns:v="urn:schemas-microsoft-com:vml" Requires="v">
                <p:oleObj name="Equation" r:id="rId6" imgW="2806657" imgH="228600" progId="Equation.DSMT4">
                  <p:embed/>
                </p:oleObj>
              </mc:Choice>
              <mc:Fallback>
                <p:oleObj name="Equation" r:id="rId6" imgW="2806657" imgH="2286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4213" y="3860800"/>
                        <a:ext cx="6453187"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3976" name="Text Box 8">
            <a:extLst>
              <a:ext uri="{FF2B5EF4-FFF2-40B4-BE49-F238E27FC236}">
                <a16:creationId xmlns:a16="http://schemas.microsoft.com/office/drawing/2014/main" id="{82827A1F-AAB8-D23C-5881-8F0C830B9F61}"/>
              </a:ext>
            </a:extLst>
          </p:cNvPr>
          <p:cNvSpPr txBox="1">
            <a:spLocks noChangeArrowheads="1"/>
          </p:cNvSpPr>
          <p:nvPr/>
        </p:nvSpPr>
        <p:spPr bwMode="auto">
          <a:xfrm>
            <a:off x="107950" y="2430463"/>
            <a:ext cx="49688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8"/>
              </a:buBlip>
            </a:pPr>
            <a:r>
              <a:rPr kumimoji="1" lang="zh-CN" altLang="en-US" b="1">
                <a:solidFill>
                  <a:srgbClr val="FFFFFF"/>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1</a:t>
            </a:r>
            <a:r>
              <a:rPr kumimoji="1" lang="zh-CN" altLang="en-US" b="1">
                <a:solidFill>
                  <a:srgbClr val="FFBDDE"/>
                </a:solidFill>
                <a:latin typeface="Times New Roman" panose="02020603050405020304" pitchFamily="18" charset="0"/>
              </a:rPr>
              <a:t>中的入射波</a:t>
            </a:r>
          </a:p>
        </p:txBody>
      </p:sp>
      <p:grpSp>
        <p:nvGrpSpPr>
          <p:cNvPr id="83977" name="Group 9">
            <a:extLst>
              <a:ext uri="{FF2B5EF4-FFF2-40B4-BE49-F238E27FC236}">
                <a16:creationId xmlns:a16="http://schemas.microsoft.com/office/drawing/2014/main" id="{E4650515-AFA7-5577-A72B-46B07EE57E22}"/>
              </a:ext>
            </a:extLst>
          </p:cNvPr>
          <p:cNvGrpSpPr>
            <a:grpSpLocks/>
          </p:cNvGrpSpPr>
          <p:nvPr/>
        </p:nvGrpSpPr>
        <p:grpSpPr bwMode="auto">
          <a:xfrm>
            <a:off x="5219700" y="14287"/>
            <a:ext cx="3924300" cy="3240088"/>
            <a:chOff x="3198" y="1933"/>
            <a:chExt cx="2472" cy="2041"/>
          </a:xfrm>
        </p:grpSpPr>
        <p:grpSp>
          <p:nvGrpSpPr>
            <p:cNvPr id="90123" name="Group 10">
              <a:extLst>
                <a:ext uri="{FF2B5EF4-FFF2-40B4-BE49-F238E27FC236}">
                  <a16:creationId xmlns:a16="http://schemas.microsoft.com/office/drawing/2014/main" id="{23277A61-FF23-7634-1914-A700CFB762C8}"/>
                </a:ext>
              </a:extLst>
            </p:cNvPr>
            <p:cNvGrpSpPr>
              <a:grpSpLocks/>
            </p:cNvGrpSpPr>
            <p:nvPr/>
          </p:nvGrpSpPr>
          <p:grpSpPr bwMode="auto">
            <a:xfrm>
              <a:off x="3198" y="1933"/>
              <a:ext cx="2472" cy="2041"/>
              <a:chOff x="3198" y="1888"/>
              <a:chExt cx="2517" cy="2087"/>
            </a:xfrm>
          </p:grpSpPr>
          <p:sp>
            <p:nvSpPr>
              <p:cNvPr id="90125" name="Rectangle 11">
                <a:extLst>
                  <a:ext uri="{FF2B5EF4-FFF2-40B4-BE49-F238E27FC236}">
                    <a16:creationId xmlns:a16="http://schemas.microsoft.com/office/drawing/2014/main" id="{02733566-678C-A61B-B682-DF2AFC6A6170}"/>
                  </a:ext>
                </a:extLst>
              </p:cNvPr>
              <p:cNvSpPr>
                <a:spLocks noChangeArrowheads="1"/>
              </p:cNvSpPr>
              <p:nvPr/>
            </p:nvSpPr>
            <p:spPr bwMode="auto">
              <a:xfrm>
                <a:off x="3198" y="1888"/>
                <a:ext cx="2517" cy="2087"/>
              </a:xfrm>
              <a:prstGeom prst="rect">
                <a:avLst/>
              </a:prstGeom>
              <a:solidFill>
                <a:srgbClr val="CCFFFF"/>
              </a:solidFill>
              <a:ln w="254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0126" name="Rectangle 12">
                <a:extLst>
                  <a:ext uri="{FF2B5EF4-FFF2-40B4-BE49-F238E27FC236}">
                    <a16:creationId xmlns:a16="http://schemas.microsoft.com/office/drawing/2014/main" id="{43FD6690-8789-273E-839A-B99E700F15D4}"/>
                  </a:ext>
                </a:extLst>
              </p:cNvPr>
              <p:cNvSpPr>
                <a:spLocks noChangeArrowheads="1"/>
              </p:cNvSpPr>
              <p:nvPr/>
            </p:nvSpPr>
            <p:spPr bwMode="auto">
              <a:xfrm>
                <a:off x="3328" y="2013"/>
                <a:ext cx="1130" cy="187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0127" name="Rectangle 13">
                <a:extLst>
                  <a:ext uri="{FF2B5EF4-FFF2-40B4-BE49-F238E27FC236}">
                    <a16:creationId xmlns:a16="http://schemas.microsoft.com/office/drawing/2014/main" id="{5A17BE02-46D1-1674-4704-A356EF1094ED}"/>
                  </a:ext>
                </a:extLst>
              </p:cNvPr>
              <p:cNvSpPr>
                <a:spLocks noChangeArrowheads="1"/>
              </p:cNvSpPr>
              <p:nvPr/>
            </p:nvSpPr>
            <p:spPr bwMode="auto">
              <a:xfrm>
                <a:off x="4454" y="2012"/>
                <a:ext cx="1151" cy="1877"/>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0128" name="Text Box 14">
                <a:extLst>
                  <a:ext uri="{FF2B5EF4-FFF2-40B4-BE49-F238E27FC236}">
                    <a16:creationId xmlns:a16="http://schemas.microsoft.com/office/drawing/2014/main" id="{84CA1125-4C53-EA1D-3A07-5FBA1D1AD298}"/>
                  </a:ext>
                </a:extLst>
              </p:cNvPr>
              <p:cNvSpPr txBox="1">
                <a:spLocks noChangeArrowheads="1"/>
              </p:cNvSpPr>
              <p:nvPr/>
            </p:nvSpPr>
            <p:spPr bwMode="auto">
              <a:xfrm>
                <a:off x="3334" y="2931"/>
                <a:ext cx="575"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1</a:t>
                </a:r>
              </a:p>
            </p:txBody>
          </p:sp>
          <p:sp>
            <p:nvSpPr>
              <p:cNvPr id="90129" name="Text Box 15">
                <a:extLst>
                  <a:ext uri="{FF2B5EF4-FFF2-40B4-BE49-F238E27FC236}">
                    <a16:creationId xmlns:a16="http://schemas.microsoft.com/office/drawing/2014/main" id="{5E8AC414-7B74-57D5-90AF-F17068DEBFF6}"/>
                  </a:ext>
                </a:extLst>
              </p:cNvPr>
              <p:cNvSpPr txBox="1">
                <a:spLocks noChangeArrowheads="1"/>
              </p:cNvSpPr>
              <p:nvPr/>
            </p:nvSpPr>
            <p:spPr bwMode="auto">
              <a:xfrm>
                <a:off x="4623" y="3212"/>
                <a:ext cx="80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2</a:t>
                </a:r>
              </a:p>
            </p:txBody>
          </p:sp>
          <p:sp>
            <p:nvSpPr>
              <p:cNvPr id="90130" name="Line 16">
                <a:extLst>
                  <a:ext uri="{FF2B5EF4-FFF2-40B4-BE49-F238E27FC236}">
                    <a16:creationId xmlns:a16="http://schemas.microsoft.com/office/drawing/2014/main" id="{C6D5FE92-7BE0-CD54-70BB-B571C8623A9F}"/>
                  </a:ext>
                </a:extLst>
              </p:cNvPr>
              <p:cNvSpPr>
                <a:spLocks noChangeShapeType="1"/>
              </p:cNvSpPr>
              <p:nvPr/>
            </p:nvSpPr>
            <p:spPr bwMode="auto">
              <a:xfrm>
                <a:off x="3328" y="2935"/>
                <a:ext cx="2308"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1" name="Line 17">
                <a:extLst>
                  <a:ext uri="{FF2B5EF4-FFF2-40B4-BE49-F238E27FC236}">
                    <a16:creationId xmlns:a16="http://schemas.microsoft.com/office/drawing/2014/main" id="{14579695-8987-CB1F-7064-1AA4C5AE4EBB}"/>
                  </a:ext>
                </a:extLst>
              </p:cNvPr>
              <p:cNvSpPr>
                <a:spLocks noChangeShapeType="1"/>
              </p:cNvSpPr>
              <p:nvPr/>
            </p:nvSpPr>
            <p:spPr bwMode="auto">
              <a:xfrm flipV="1">
                <a:off x="4458" y="2013"/>
                <a:ext cx="0" cy="1877"/>
              </a:xfrm>
              <a:prstGeom prst="line">
                <a:avLst/>
              </a:prstGeom>
              <a:noFill/>
              <a:ln w="190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2" name="Text Box 18">
                <a:extLst>
                  <a:ext uri="{FF2B5EF4-FFF2-40B4-BE49-F238E27FC236}">
                    <a16:creationId xmlns:a16="http://schemas.microsoft.com/office/drawing/2014/main" id="{BCA0AB64-44F7-78BE-B7C7-A6E825E6F5E6}"/>
                  </a:ext>
                </a:extLst>
              </p:cNvPr>
              <p:cNvSpPr txBox="1">
                <a:spLocks noChangeArrowheads="1"/>
              </p:cNvSpPr>
              <p:nvPr/>
            </p:nvSpPr>
            <p:spPr bwMode="auto">
              <a:xfrm>
                <a:off x="5457" y="2865"/>
                <a:ext cx="2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660033"/>
                    </a:solidFill>
                    <a:latin typeface="Times New Roman" panose="02020603050405020304" pitchFamily="18" charset="0"/>
                  </a:rPr>
                  <a:t>z</a:t>
                </a:r>
              </a:p>
            </p:txBody>
          </p:sp>
          <p:sp>
            <p:nvSpPr>
              <p:cNvPr id="90133" name="Line 19">
                <a:extLst>
                  <a:ext uri="{FF2B5EF4-FFF2-40B4-BE49-F238E27FC236}">
                    <a16:creationId xmlns:a16="http://schemas.microsoft.com/office/drawing/2014/main" id="{F967D1EF-3780-3499-D704-69845F58B26E}"/>
                  </a:ext>
                </a:extLst>
              </p:cNvPr>
              <p:cNvSpPr>
                <a:spLocks noChangeShapeType="1"/>
              </p:cNvSpPr>
              <p:nvPr/>
            </p:nvSpPr>
            <p:spPr bwMode="auto">
              <a:xfrm flipV="1">
                <a:off x="3620" y="2935"/>
                <a:ext cx="838" cy="758"/>
              </a:xfrm>
              <a:prstGeom prst="line">
                <a:avLst/>
              </a:prstGeom>
              <a:noFill/>
              <a:ln w="254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4" name="Line 20">
                <a:extLst>
                  <a:ext uri="{FF2B5EF4-FFF2-40B4-BE49-F238E27FC236}">
                    <a16:creationId xmlns:a16="http://schemas.microsoft.com/office/drawing/2014/main" id="{CA027201-8471-1896-7C69-23E65947E2A3}"/>
                  </a:ext>
                </a:extLst>
              </p:cNvPr>
              <p:cNvSpPr>
                <a:spLocks noChangeShapeType="1"/>
              </p:cNvSpPr>
              <p:nvPr/>
            </p:nvSpPr>
            <p:spPr bwMode="auto">
              <a:xfrm>
                <a:off x="3620" y="2178"/>
                <a:ext cx="838" cy="757"/>
              </a:xfrm>
              <a:prstGeom prst="line">
                <a:avLst/>
              </a:prstGeom>
              <a:noFill/>
              <a:ln w="28575">
                <a:solidFill>
                  <a:srgbClr val="CC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35" name="Line 21">
                <a:extLst>
                  <a:ext uri="{FF2B5EF4-FFF2-40B4-BE49-F238E27FC236}">
                    <a16:creationId xmlns:a16="http://schemas.microsoft.com/office/drawing/2014/main" id="{35A59D0E-8DDB-7137-3A82-A041D208474B}"/>
                  </a:ext>
                </a:extLst>
              </p:cNvPr>
              <p:cNvSpPr>
                <a:spLocks noChangeShapeType="1"/>
              </p:cNvSpPr>
              <p:nvPr/>
            </p:nvSpPr>
            <p:spPr bwMode="auto">
              <a:xfrm flipV="1">
                <a:off x="4468" y="2432"/>
                <a:ext cx="903" cy="494"/>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0136" name="Group 22">
                <a:extLst>
                  <a:ext uri="{FF2B5EF4-FFF2-40B4-BE49-F238E27FC236}">
                    <a16:creationId xmlns:a16="http://schemas.microsoft.com/office/drawing/2014/main" id="{C23DE1D1-F8E2-F771-0F52-5C04347BD758}"/>
                  </a:ext>
                </a:extLst>
              </p:cNvPr>
              <p:cNvGrpSpPr>
                <a:grpSpLocks/>
              </p:cNvGrpSpPr>
              <p:nvPr/>
            </p:nvGrpSpPr>
            <p:grpSpPr bwMode="auto">
              <a:xfrm>
                <a:off x="3846" y="3396"/>
                <a:ext cx="96" cy="99"/>
                <a:chOff x="5040" y="3504"/>
                <a:chExt cx="144" cy="144"/>
              </a:xfrm>
            </p:grpSpPr>
            <p:sp>
              <p:nvSpPr>
                <p:cNvPr id="90166" name="Oval 23">
                  <a:extLst>
                    <a:ext uri="{FF2B5EF4-FFF2-40B4-BE49-F238E27FC236}">
                      <a16:creationId xmlns:a16="http://schemas.microsoft.com/office/drawing/2014/main" id="{C799EB4A-BCD2-1631-9B2D-5C3B8625273E}"/>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0167" name="Oval 24">
                  <a:extLst>
                    <a:ext uri="{FF2B5EF4-FFF2-40B4-BE49-F238E27FC236}">
                      <a16:creationId xmlns:a16="http://schemas.microsoft.com/office/drawing/2014/main" id="{3ACA30F9-C80E-0A15-1135-DE0C0231E749}"/>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0137" name="Group 25">
                <a:extLst>
                  <a:ext uri="{FF2B5EF4-FFF2-40B4-BE49-F238E27FC236}">
                    <a16:creationId xmlns:a16="http://schemas.microsoft.com/office/drawing/2014/main" id="{255FABFC-1BD4-4BED-274A-4A605F669F63}"/>
                  </a:ext>
                </a:extLst>
              </p:cNvPr>
              <p:cNvGrpSpPr>
                <a:grpSpLocks/>
              </p:cNvGrpSpPr>
              <p:nvPr/>
            </p:nvGrpSpPr>
            <p:grpSpPr bwMode="auto">
              <a:xfrm>
                <a:off x="3878" y="2409"/>
                <a:ext cx="97" cy="98"/>
                <a:chOff x="5040" y="3504"/>
                <a:chExt cx="144" cy="144"/>
              </a:xfrm>
            </p:grpSpPr>
            <p:sp>
              <p:nvSpPr>
                <p:cNvPr id="90164" name="Oval 26">
                  <a:extLst>
                    <a:ext uri="{FF2B5EF4-FFF2-40B4-BE49-F238E27FC236}">
                      <a16:creationId xmlns:a16="http://schemas.microsoft.com/office/drawing/2014/main" id="{DED39D9E-4278-3EB5-3A88-07BC825BE72A}"/>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0165" name="Oval 27">
                  <a:extLst>
                    <a:ext uri="{FF2B5EF4-FFF2-40B4-BE49-F238E27FC236}">
                      <a16:creationId xmlns:a16="http://schemas.microsoft.com/office/drawing/2014/main" id="{8CCA380A-379A-B184-A5C4-8BFC502662CF}"/>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0138" name="Group 28">
                <a:extLst>
                  <a:ext uri="{FF2B5EF4-FFF2-40B4-BE49-F238E27FC236}">
                    <a16:creationId xmlns:a16="http://schemas.microsoft.com/office/drawing/2014/main" id="{C8CB69BC-CDF1-CE0F-C4DD-C6B85C51A8C9}"/>
                  </a:ext>
                </a:extLst>
              </p:cNvPr>
              <p:cNvGrpSpPr>
                <a:grpSpLocks/>
              </p:cNvGrpSpPr>
              <p:nvPr/>
            </p:nvGrpSpPr>
            <p:grpSpPr bwMode="auto">
              <a:xfrm>
                <a:off x="4974" y="2573"/>
                <a:ext cx="96" cy="99"/>
                <a:chOff x="5040" y="3504"/>
                <a:chExt cx="144" cy="144"/>
              </a:xfrm>
            </p:grpSpPr>
            <p:sp>
              <p:nvSpPr>
                <p:cNvPr id="90162" name="Oval 29">
                  <a:extLst>
                    <a:ext uri="{FF2B5EF4-FFF2-40B4-BE49-F238E27FC236}">
                      <a16:creationId xmlns:a16="http://schemas.microsoft.com/office/drawing/2014/main" id="{980B82AA-6D0B-3082-F58B-65A5456E3595}"/>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0163" name="Oval 30">
                  <a:extLst>
                    <a:ext uri="{FF2B5EF4-FFF2-40B4-BE49-F238E27FC236}">
                      <a16:creationId xmlns:a16="http://schemas.microsoft.com/office/drawing/2014/main" id="{92E4F44B-538D-9C29-5F43-D36AC8EB377F}"/>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90139" name="Object 31">
                <a:extLst>
                  <a:ext uri="{FF2B5EF4-FFF2-40B4-BE49-F238E27FC236}">
                    <a16:creationId xmlns:a16="http://schemas.microsoft.com/office/drawing/2014/main" id="{9F5264DF-F287-6633-B1C2-140BA01E0D12}"/>
                  </a:ext>
                </a:extLst>
              </p:cNvPr>
              <p:cNvGraphicFramePr>
                <a:graphicFrameLocks noChangeAspect="1"/>
              </p:cNvGraphicFramePr>
              <p:nvPr>
                <p:extLst>
                  <p:ext uri="{D42A27DB-BD31-4B8C-83A1-F6EECF244321}">
                    <p14:modId xmlns:p14="http://schemas.microsoft.com/office/powerpoint/2010/main" val="3023855969"/>
                  </p:ext>
                </p:extLst>
              </p:nvPr>
            </p:nvGraphicFramePr>
            <p:xfrm>
              <a:off x="3515" y="3204"/>
              <a:ext cx="206" cy="282"/>
            </p:xfrm>
            <a:graphic>
              <a:graphicData uri="http://schemas.openxmlformats.org/presentationml/2006/ole">
                <mc:AlternateContent xmlns:mc="http://schemas.openxmlformats.org/markup-compatibility/2006">
                  <mc:Choice xmlns:v="urn:schemas-microsoft-com:vml" Requires="v">
                    <p:oleObj name="Equation" r:id="rId9" imgW="190417" imgH="253890" progId="Equation.DSMT4">
                      <p:embed/>
                    </p:oleObj>
                  </mc:Choice>
                  <mc:Fallback>
                    <p:oleObj name="Equation" r:id="rId9" imgW="190417" imgH="253890" progId="Equation.DSMT4">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15" y="3204"/>
                            <a:ext cx="20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40" name="Line 32">
                <a:extLst>
                  <a:ext uri="{FF2B5EF4-FFF2-40B4-BE49-F238E27FC236}">
                    <a16:creationId xmlns:a16="http://schemas.microsoft.com/office/drawing/2014/main" id="{89563FF4-11CC-D3B1-A740-2B074469DDF1}"/>
                  </a:ext>
                </a:extLst>
              </p:cNvPr>
              <p:cNvSpPr>
                <a:spLocks noChangeShapeType="1"/>
              </p:cNvSpPr>
              <p:nvPr/>
            </p:nvSpPr>
            <p:spPr bwMode="auto">
              <a:xfrm rot="5400000" flipH="1">
                <a:off x="3716" y="3266"/>
                <a:ext cx="164" cy="16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0141" name="Object 33">
                <a:extLst>
                  <a:ext uri="{FF2B5EF4-FFF2-40B4-BE49-F238E27FC236}">
                    <a16:creationId xmlns:a16="http://schemas.microsoft.com/office/drawing/2014/main" id="{171AF472-34AB-699F-4F3E-FE0EA9562D9F}"/>
                  </a:ext>
                </a:extLst>
              </p:cNvPr>
              <p:cNvGraphicFramePr>
                <a:graphicFrameLocks noChangeAspect="1"/>
              </p:cNvGraphicFramePr>
              <p:nvPr>
                <p:extLst>
                  <p:ext uri="{D42A27DB-BD31-4B8C-83A1-F6EECF244321}">
                    <p14:modId xmlns:p14="http://schemas.microsoft.com/office/powerpoint/2010/main" val="2695693816"/>
                  </p:ext>
                </p:extLst>
              </p:nvPr>
            </p:nvGraphicFramePr>
            <p:xfrm>
              <a:off x="3880" y="3430"/>
              <a:ext cx="236" cy="284"/>
            </p:xfrm>
            <a:graphic>
              <a:graphicData uri="http://schemas.openxmlformats.org/presentationml/2006/ole">
                <mc:AlternateContent xmlns:mc="http://schemas.openxmlformats.org/markup-compatibility/2006">
                  <mc:Choice xmlns:v="urn:schemas-microsoft-com:vml" Requires="v">
                    <p:oleObj name="Equation" r:id="rId11" imgW="215713" imgH="253780" progId="Equation.DSMT4">
                      <p:embed/>
                    </p:oleObj>
                  </mc:Choice>
                  <mc:Fallback>
                    <p:oleObj name="Equation" r:id="rId11" imgW="215713" imgH="253780" progId="Equation.DSMT4">
                      <p:embed/>
                      <p:pic>
                        <p:nvPicPr>
                          <p:cNvPr id="0" name="Object 3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880" y="3430"/>
                            <a:ext cx="23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42" name="Line 34">
                <a:extLst>
                  <a:ext uri="{FF2B5EF4-FFF2-40B4-BE49-F238E27FC236}">
                    <a16:creationId xmlns:a16="http://schemas.microsoft.com/office/drawing/2014/main" id="{BF89C140-2C25-F157-7075-DCEE1154E05B}"/>
                  </a:ext>
                </a:extLst>
              </p:cNvPr>
              <p:cNvSpPr>
                <a:spLocks noChangeShapeType="1"/>
              </p:cNvSpPr>
              <p:nvPr/>
            </p:nvSpPr>
            <p:spPr bwMode="auto">
              <a:xfrm flipV="1">
                <a:off x="3910" y="3199"/>
                <a:ext cx="258" cy="23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0143" name="Object 35">
                <a:extLst>
                  <a:ext uri="{FF2B5EF4-FFF2-40B4-BE49-F238E27FC236}">
                    <a16:creationId xmlns:a16="http://schemas.microsoft.com/office/drawing/2014/main" id="{62B64083-750C-A586-64B7-B335BEFC5A27}"/>
                  </a:ext>
                </a:extLst>
              </p:cNvPr>
              <p:cNvGraphicFramePr>
                <a:graphicFrameLocks noChangeAspect="1"/>
              </p:cNvGraphicFramePr>
              <p:nvPr>
                <p:extLst>
                  <p:ext uri="{D42A27DB-BD31-4B8C-83A1-F6EECF244321}">
                    <p14:modId xmlns:p14="http://schemas.microsoft.com/office/powerpoint/2010/main" val="1168490943"/>
                  </p:ext>
                </p:extLst>
              </p:nvPr>
            </p:nvGraphicFramePr>
            <p:xfrm>
              <a:off x="4154" y="3199"/>
              <a:ext cx="229" cy="276"/>
            </p:xfrm>
            <a:graphic>
              <a:graphicData uri="http://schemas.openxmlformats.org/presentationml/2006/ole">
                <mc:AlternateContent xmlns:mc="http://schemas.openxmlformats.org/markup-compatibility/2006">
                  <mc:Choice xmlns:v="urn:schemas-microsoft-com:vml" Requires="v">
                    <p:oleObj name="Equation" r:id="rId13" imgW="139700" imgH="228600" progId="Equation.DSMT4">
                      <p:embed/>
                    </p:oleObj>
                  </mc:Choice>
                  <mc:Fallback>
                    <p:oleObj name="Equation" r:id="rId13" imgW="139700" imgH="228600" progId="Equation.DSMT4">
                      <p:embed/>
                      <p:pic>
                        <p:nvPicPr>
                          <p:cNvPr id="0" name="Object 3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54" y="3199"/>
                            <a:ext cx="229"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44" name="Line 36">
                <a:extLst>
                  <a:ext uri="{FF2B5EF4-FFF2-40B4-BE49-F238E27FC236}">
                    <a16:creationId xmlns:a16="http://schemas.microsoft.com/office/drawing/2014/main" id="{9BACD813-93E4-F5FE-CB2C-31BB722C8259}"/>
                  </a:ext>
                </a:extLst>
              </p:cNvPr>
              <p:cNvSpPr>
                <a:spLocks noChangeShapeType="1"/>
              </p:cNvSpPr>
              <p:nvPr/>
            </p:nvSpPr>
            <p:spPr bwMode="auto">
              <a:xfrm flipH="1">
                <a:off x="3684" y="2474"/>
                <a:ext cx="226" cy="23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0145" name="Object 37">
                <a:extLst>
                  <a:ext uri="{FF2B5EF4-FFF2-40B4-BE49-F238E27FC236}">
                    <a16:creationId xmlns:a16="http://schemas.microsoft.com/office/drawing/2014/main" id="{4EBEAD12-7BBB-1172-FB78-0D95FB6AACC4}"/>
                  </a:ext>
                </a:extLst>
              </p:cNvPr>
              <p:cNvGraphicFramePr>
                <a:graphicFrameLocks noChangeAspect="1"/>
              </p:cNvGraphicFramePr>
              <p:nvPr>
                <p:extLst>
                  <p:ext uri="{D42A27DB-BD31-4B8C-83A1-F6EECF244321}">
                    <p14:modId xmlns:p14="http://schemas.microsoft.com/office/powerpoint/2010/main" val="161023291"/>
                  </p:ext>
                </p:extLst>
              </p:nvPr>
            </p:nvGraphicFramePr>
            <p:xfrm>
              <a:off x="3966" y="2251"/>
              <a:ext cx="235" cy="282"/>
            </p:xfrm>
            <a:graphic>
              <a:graphicData uri="http://schemas.openxmlformats.org/presentationml/2006/ole">
                <mc:AlternateContent xmlns:mc="http://schemas.openxmlformats.org/markup-compatibility/2006">
                  <mc:Choice xmlns:v="urn:schemas-microsoft-com:vml" Requires="v">
                    <p:oleObj name="Equation" r:id="rId15" imgW="215713" imgH="253780" progId="Equation.DSMT4">
                      <p:embed/>
                    </p:oleObj>
                  </mc:Choice>
                  <mc:Fallback>
                    <p:oleObj name="Equation" r:id="rId15" imgW="215713" imgH="253780" progId="Equation.DSMT4">
                      <p:embed/>
                      <p:pic>
                        <p:nvPicPr>
                          <p:cNvPr id="0" name="Object 3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966" y="2251"/>
                            <a:ext cx="235"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46" name="Object 38">
                <a:extLst>
                  <a:ext uri="{FF2B5EF4-FFF2-40B4-BE49-F238E27FC236}">
                    <a16:creationId xmlns:a16="http://schemas.microsoft.com/office/drawing/2014/main" id="{25514D35-483B-1BB3-7A8A-E4501BB543A4}"/>
                  </a:ext>
                </a:extLst>
              </p:cNvPr>
              <p:cNvGraphicFramePr>
                <a:graphicFrameLocks noChangeAspect="1"/>
              </p:cNvGraphicFramePr>
              <p:nvPr>
                <p:extLst>
                  <p:ext uri="{D42A27DB-BD31-4B8C-83A1-F6EECF244321}">
                    <p14:modId xmlns:p14="http://schemas.microsoft.com/office/powerpoint/2010/main" val="981327389"/>
                  </p:ext>
                </p:extLst>
              </p:nvPr>
            </p:nvGraphicFramePr>
            <p:xfrm>
              <a:off x="3525" y="2614"/>
              <a:ext cx="208" cy="283"/>
            </p:xfrm>
            <a:graphic>
              <a:graphicData uri="http://schemas.openxmlformats.org/presentationml/2006/ole">
                <mc:AlternateContent xmlns:mc="http://schemas.openxmlformats.org/markup-compatibility/2006">
                  <mc:Choice xmlns:v="urn:schemas-microsoft-com:vml" Requires="v">
                    <p:oleObj name="Equation" r:id="rId17" imgW="190417" imgH="253890" progId="Equation.DSMT4">
                      <p:embed/>
                    </p:oleObj>
                  </mc:Choice>
                  <mc:Fallback>
                    <p:oleObj name="Equation" r:id="rId17" imgW="190417" imgH="253890" progId="Equation.DSMT4">
                      <p:embed/>
                      <p:pic>
                        <p:nvPicPr>
                          <p:cNvPr id="0" name="Object 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25" y="2614"/>
                            <a:ext cx="20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47" name="Object 39">
                <a:extLst>
                  <a:ext uri="{FF2B5EF4-FFF2-40B4-BE49-F238E27FC236}">
                    <a16:creationId xmlns:a16="http://schemas.microsoft.com/office/drawing/2014/main" id="{36B097BB-5A9D-E036-6210-010C9236489F}"/>
                  </a:ext>
                </a:extLst>
              </p:cNvPr>
              <p:cNvGraphicFramePr>
                <a:graphicFrameLocks noChangeAspect="1"/>
              </p:cNvGraphicFramePr>
              <p:nvPr>
                <p:extLst>
                  <p:ext uri="{D42A27DB-BD31-4B8C-83A1-F6EECF244321}">
                    <p14:modId xmlns:p14="http://schemas.microsoft.com/office/powerpoint/2010/main" val="2917271787"/>
                  </p:ext>
                </p:extLst>
              </p:nvPr>
            </p:nvGraphicFramePr>
            <p:xfrm>
              <a:off x="3470" y="2160"/>
              <a:ext cx="184" cy="281"/>
            </p:xfrm>
            <a:graphic>
              <a:graphicData uri="http://schemas.openxmlformats.org/presentationml/2006/ole">
                <mc:AlternateContent xmlns:mc="http://schemas.openxmlformats.org/markup-compatibility/2006">
                  <mc:Choice xmlns:v="urn:schemas-microsoft-com:vml" Requires="v">
                    <p:oleObj name="Equation" r:id="rId19" imgW="152334" imgH="228501" progId="Equation.DSMT4">
                      <p:embed/>
                    </p:oleObj>
                  </mc:Choice>
                  <mc:Fallback>
                    <p:oleObj name="Equation" r:id="rId19" imgW="152334" imgH="228501" progId="Equation.DSMT4">
                      <p:embed/>
                      <p:pic>
                        <p:nvPicPr>
                          <p:cNvPr id="0" name="Object 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70" y="2160"/>
                            <a:ext cx="184"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48" name="Line 40">
                <a:extLst>
                  <a:ext uri="{FF2B5EF4-FFF2-40B4-BE49-F238E27FC236}">
                    <a16:creationId xmlns:a16="http://schemas.microsoft.com/office/drawing/2014/main" id="{888994CA-97EC-3926-9E2D-8B153BA5847A}"/>
                  </a:ext>
                </a:extLst>
              </p:cNvPr>
              <p:cNvSpPr>
                <a:spLocks noChangeShapeType="1"/>
              </p:cNvSpPr>
              <p:nvPr/>
            </p:nvSpPr>
            <p:spPr bwMode="auto">
              <a:xfrm flipH="1" flipV="1">
                <a:off x="4877" y="2343"/>
                <a:ext cx="129" cy="26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0149" name="Object 41">
                <a:extLst>
                  <a:ext uri="{FF2B5EF4-FFF2-40B4-BE49-F238E27FC236}">
                    <a16:creationId xmlns:a16="http://schemas.microsoft.com/office/drawing/2014/main" id="{D1A77302-788C-1B9E-B2D0-AD5543BE023F}"/>
                  </a:ext>
                </a:extLst>
              </p:cNvPr>
              <p:cNvGraphicFramePr>
                <a:graphicFrameLocks noChangeAspect="1"/>
              </p:cNvGraphicFramePr>
              <p:nvPr>
                <p:extLst>
                  <p:ext uri="{D42A27DB-BD31-4B8C-83A1-F6EECF244321}">
                    <p14:modId xmlns:p14="http://schemas.microsoft.com/office/powerpoint/2010/main" val="2771336771"/>
                  </p:ext>
                </p:extLst>
              </p:nvPr>
            </p:nvGraphicFramePr>
            <p:xfrm>
              <a:off x="5000" y="2628"/>
              <a:ext cx="236" cy="284"/>
            </p:xfrm>
            <a:graphic>
              <a:graphicData uri="http://schemas.openxmlformats.org/presentationml/2006/ole">
                <mc:AlternateContent xmlns:mc="http://schemas.openxmlformats.org/markup-compatibility/2006">
                  <mc:Choice xmlns:v="urn:schemas-microsoft-com:vml" Requires="v">
                    <p:oleObj name="Equation" r:id="rId21" imgW="215713" imgH="253780" progId="Equation.DSMT4">
                      <p:embed/>
                    </p:oleObj>
                  </mc:Choice>
                  <mc:Fallback>
                    <p:oleObj name="Equation" r:id="rId21" imgW="215713" imgH="253780" progId="Equation.DSMT4">
                      <p:embed/>
                      <p:pic>
                        <p:nvPicPr>
                          <p:cNvPr id="0" name="Object 4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000" y="2628"/>
                            <a:ext cx="23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50" name="Object 42">
                <a:extLst>
                  <a:ext uri="{FF2B5EF4-FFF2-40B4-BE49-F238E27FC236}">
                    <a16:creationId xmlns:a16="http://schemas.microsoft.com/office/drawing/2014/main" id="{AEACAFD9-35DA-5195-8CF1-188EB4DEC926}"/>
                  </a:ext>
                </a:extLst>
              </p:cNvPr>
              <p:cNvGraphicFramePr>
                <a:graphicFrameLocks noChangeAspect="1"/>
              </p:cNvGraphicFramePr>
              <p:nvPr>
                <p:extLst>
                  <p:ext uri="{D42A27DB-BD31-4B8C-83A1-F6EECF244321}">
                    <p14:modId xmlns:p14="http://schemas.microsoft.com/office/powerpoint/2010/main" val="999846036"/>
                  </p:ext>
                </p:extLst>
              </p:nvPr>
            </p:nvGraphicFramePr>
            <p:xfrm>
              <a:off x="4694" y="2115"/>
              <a:ext cx="209" cy="286"/>
            </p:xfrm>
            <a:graphic>
              <a:graphicData uri="http://schemas.openxmlformats.org/presentationml/2006/ole">
                <mc:AlternateContent xmlns:mc="http://schemas.openxmlformats.org/markup-compatibility/2006">
                  <mc:Choice xmlns:v="urn:schemas-microsoft-com:vml" Requires="v">
                    <p:oleObj name="Equation" r:id="rId23" imgW="190417" imgH="253890" progId="Equation.DSMT4">
                      <p:embed/>
                    </p:oleObj>
                  </mc:Choice>
                  <mc:Fallback>
                    <p:oleObj name="Equation" r:id="rId23" imgW="190417" imgH="253890" progId="Equation.DSMT4">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694" y="2115"/>
                            <a:ext cx="209"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51" name="Object 43">
                <a:extLst>
                  <a:ext uri="{FF2B5EF4-FFF2-40B4-BE49-F238E27FC236}">
                    <a16:creationId xmlns:a16="http://schemas.microsoft.com/office/drawing/2014/main" id="{911AB42B-B687-DB98-00B2-7745B34F60E4}"/>
                  </a:ext>
                </a:extLst>
              </p:cNvPr>
              <p:cNvGraphicFramePr>
                <a:graphicFrameLocks noChangeAspect="1"/>
              </p:cNvGraphicFramePr>
              <p:nvPr>
                <p:extLst>
                  <p:ext uri="{D42A27DB-BD31-4B8C-83A1-F6EECF244321}">
                    <p14:modId xmlns:p14="http://schemas.microsoft.com/office/powerpoint/2010/main" val="202079735"/>
                  </p:ext>
                </p:extLst>
              </p:nvPr>
            </p:nvGraphicFramePr>
            <p:xfrm>
              <a:off x="5321" y="2432"/>
              <a:ext cx="183" cy="281"/>
            </p:xfrm>
            <a:graphic>
              <a:graphicData uri="http://schemas.openxmlformats.org/presentationml/2006/ole">
                <mc:AlternateContent xmlns:mc="http://schemas.openxmlformats.org/markup-compatibility/2006">
                  <mc:Choice xmlns:v="urn:schemas-microsoft-com:vml" Requires="v">
                    <p:oleObj name="Equation" r:id="rId25" imgW="152334" imgH="228501" progId="Equation.DSMT4">
                      <p:embed/>
                    </p:oleObj>
                  </mc:Choice>
                  <mc:Fallback>
                    <p:oleObj name="Equation" r:id="rId25" imgW="152334" imgH="228501" progId="Equation.DSMT4">
                      <p:embed/>
                      <p:pic>
                        <p:nvPicPr>
                          <p:cNvPr id="0" name="Object 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321" y="2432"/>
                            <a:ext cx="183"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52" name="Text Box 44">
                <a:extLst>
                  <a:ext uri="{FF2B5EF4-FFF2-40B4-BE49-F238E27FC236}">
                    <a16:creationId xmlns:a16="http://schemas.microsoft.com/office/drawing/2014/main" id="{98296DA7-954B-B1D6-B76A-D7F26A8633DA}"/>
                  </a:ext>
                </a:extLst>
              </p:cNvPr>
              <p:cNvSpPr txBox="1">
                <a:spLocks noChangeArrowheads="1"/>
              </p:cNvSpPr>
              <p:nvPr/>
            </p:nvSpPr>
            <p:spPr bwMode="auto">
              <a:xfrm>
                <a:off x="3455" y="3657"/>
                <a:ext cx="831"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入射波</a:t>
                </a:r>
              </a:p>
            </p:txBody>
          </p:sp>
          <p:sp>
            <p:nvSpPr>
              <p:cNvPr id="90153" name="Text Box 45">
                <a:extLst>
                  <a:ext uri="{FF2B5EF4-FFF2-40B4-BE49-F238E27FC236}">
                    <a16:creationId xmlns:a16="http://schemas.microsoft.com/office/drawing/2014/main" id="{8822152A-4FC9-E935-27DA-1F6AC2351060}"/>
                  </a:ext>
                </a:extLst>
              </p:cNvPr>
              <p:cNvSpPr txBox="1">
                <a:spLocks noChangeArrowheads="1"/>
              </p:cNvSpPr>
              <p:nvPr/>
            </p:nvSpPr>
            <p:spPr bwMode="auto">
              <a:xfrm>
                <a:off x="3641" y="2020"/>
                <a:ext cx="73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反射波</a:t>
                </a:r>
              </a:p>
            </p:txBody>
          </p:sp>
          <p:sp>
            <p:nvSpPr>
              <p:cNvPr id="90154" name="Text Box 46">
                <a:extLst>
                  <a:ext uri="{FF2B5EF4-FFF2-40B4-BE49-F238E27FC236}">
                    <a16:creationId xmlns:a16="http://schemas.microsoft.com/office/drawing/2014/main" id="{080D2C46-A077-B289-CED3-F9FC954078F8}"/>
                  </a:ext>
                </a:extLst>
              </p:cNvPr>
              <p:cNvSpPr txBox="1">
                <a:spLocks noChangeArrowheads="1"/>
              </p:cNvSpPr>
              <p:nvPr/>
            </p:nvSpPr>
            <p:spPr bwMode="auto">
              <a:xfrm>
                <a:off x="4911" y="2148"/>
                <a:ext cx="719"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折射波</a:t>
                </a:r>
              </a:p>
            </p:txBody>
          </p:sp>
          <p:graphicFrame>
            <p:nvGraphicFramePr>
              <p:cNvPr id="90155" name="Object 47">
                <a:extLst>
                  <a:ext uri="{FF2B5EF4-FFF2-40B4-BE49-F238E27FC236}">
                    <a16:creationId xmlns:a16="http://schemas.microsoft.com/office/drawing/2014/main" id="{1B23A644-96FE-21C2-2437-EE512ECDFFCD}"/>
                  </a:ext>
                </a:extLst>
              </p:cNvPr>
              <p:cNvGraphicFramePr>
                <a:graphicFrameLocks noChangeAspect="1"/>
              </p:cNvGraphicFramePr>
              <p:nvPr>
                <p:extLst>
                  <p:ext uri="{D42A27DB-BD31-4B8C-83A1-F6EECF244321}">
                    <p14:modId xmlns:p14="http://schemas.microsoft.com/office/powerpoint/2010/main" val="2220534055"/>
                  </p:ext>
                </p:extLst>
              </p:nvPr>
            </p:nvGraphicFramePr>
            <p:xfrm>
              <a:off x="4029" y="2693"/>
              <a:ext cx="172" cy="264"/>
            </p:xfrm>
            <a:graphic>
              <a:graphicData uri="http://schemas.openxmlformats.org/presentationml/2006/ole">
                <mc:AlternateContent xmlns:mc="http://schemas.openxmlformats.org/markup-compatibility/2006">
                  <mc:Choice xmlns:v="urn:schemas-microsoft-com:vml" Requires="v">
                    <p:oleObj name="Equation" r:id="rId27" imgW="152334" imgH="228501" progId="Equation.DSMT4">
                      <p:embed/>
                    </p:oleObj>
                  </mc:Choice>
                  <mc:Fallback>
                    <p:oleObj name="Equation" r:id="rId27" imgW="152334" imgH="228501" progId="Equation.DSMT4">
                      <p:embed/>
                      <p:pic>
                        <p:nvPicPr>
                          <p:cNvPr id="0" name="Object 4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029" y="2693"/>
                            <a:ext cx="17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0156" name="Object 48">
                <a:extLst>
                  <a:ext uri="{FF2B5EF4-FFF2-40B4-BE49-F238E27FC236}">
                    <a16:creationId xmlns:a16="http://schemas.microsoft.com/office/drawing/2014/main" id="{42A7BDA5-709F-FB90-39CA-C8B7CFE07FF7}"/>
                  </a:ext>
                </a:extLst>
              </p:cNvPr>
              <p:cNvGraphicFramePr>
                <a:graphicFrameLocks noChangeAspect="1"/>
              </p:cNvGraphicFramePr>
              <p:nvPr>
                <p:extLst>
                  <p:ext uri="{D42A27DB-BD31-4B8C-83A1-F6EECF244321}">
                    <p14:modId xmlns:p14="http://schemas.microsoft.com/office/powerpoint/2010/main" val="194795209"/>
                  </p:ext>
                </p:extLst>
              </p:nvPr>
            </p:nvGraphicFramePr>
            <p:xfrm>
              <a:off x="4051" y="2932"/>
              <a:ext cx="156" cy="260"/>
            </p:xfrm>
            <a:graphic>
              <a:graphicData uri="http://schemas.openxmlformats.org/presentationml/2006/ole">
                <mc:AlternateContent xmlns:mc="http://schemas.openxmlformats.org/markup-compatibility/2006">
                  <mc:Choice xmlns:v="urn:schemas-microsoft-com:vml" Requires="v">
                    <p:oleObj name="Equation" r:id="rId29" imgW="139700" imgH="228600" progId="Equation.DSMT4">
                      <p:embed/>
                    </p:oleObj>
                  </mc:Choice>
                  <mc:Fallback>
                    <p:oleObj name="Equation" r:id="rId29" imgW="139700" imgH="228600" progId="Equation.DSMT4">
                      <p:embed/>
                      <p:pic>
                        <p:nvPicPr>
                          <p:cNvPr id="0" name="Object 4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051" y="2932"/>
                            <a:ext cx="156"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57" name="Freeform 49">
                <a:extLst>
                  <a:ext uri="{FF2B5EF4-FFF2-40B4-BE49-F238E27FC236}">
                    <a16:creationId xmlns:a16="http://schemas.microsoft.com/office/drawing/2014/main" id="{6EF3E902-EFC8-7B04-A4E3-A11443C9B5EA}"/>
                  </a:ext>
                </a:extLst>
              </p:cNvPr>
              <p:cNvSpPr>
                <a:spLocks/>
              </p:cNvSpPr>
              <p:nvPr/>
            </p:nvSpPr>
            <p:spPr bwMode="auto">
              <a:xfrm>
                <a:off x="4694" y="2790"/>
                <a:ext cx="97" cy="141"/>
              </a:xfrm>
              <a:custGeom>
                <a:avLst/>
                <a:gdLst>
                  <a:gd name="T0" fmla="*/ 0 w 144"/>
                  <a:gd name="T1" fmla="*/ 0 h 240"/>
                  <a:gd name="T2" fmla="*/ 2 w 144"/>
                  <a:gd name="T3" fmla="*/ 1 h 240"/>
                  <a:gd name="T4" fmla="*/ 3 w 144"/>
                  <a:gd name="T5" fmla="*/ 1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cubicBezTo>
                      <a:pt x="36" y="28"/>
                      <a:pt x="72" y="56"/>
                      <a:pt x="96" y="96"/>
                    </a:cubicBezTo>
                    <a:cubicBezTo>
                      <a:pt x="120" y="136"/>
                      <a:pt x="132" y="188"/>
                      <a:pt x="144" y="2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0158" name="Object 50">
                <a:extLst>
                  <a:ext uri="{FF2B5EF4-FFF2-40B4-BE49-F238E27FC236}">
                    <a16:creationId xmlns:a16="http://schemas.microsoft.com/office/drawing/2014/main" id="{C10137C3-2E81-4CF2-5605-AA1D2338BF9C}"/>
                  </a:ext>
                </a:extLst>
              </p:cNvPr>
              <p:cNvGraphicFramePr>
                <a:graphicFrameLocks noChangeAspect="1"/>
              </p:cNvGraphicFramePr>
              <p:nvPr>
                <p:extLst>
                  <p:ext uri="{D42A27DB-BD31-4B8C-83A1-F6EECF244321}">
                    <p14:modId xmlns:p14="http://schemas.microsoft.com/office/powerpoint/2010/main" val="713575373"/>
                  </p:ext>
                </p:extLst>
              </p:nvPr>
            </p:nvGraphicFramePr>
            <p:xfrm>
              <a:off x="4785" y="2704"/>
              <a:ext cx="168" cy="259"/>
            </p:xfrm>
            <a:graphic>
              <a:graphicData uri="http://schemas.openxmlformats.org/presentationml/2006/ole">
                <mc:AlternateContent xmlns:mc="http://schemas.openxmlformats.org/markup-compatibility/2006">
                  <mc:Choice xmlns:v="urn:schemas-microsoft-com:vml" Requires="v">
                    <p:oleObj name="Equation" r:id="rId31" imgW="152334" imgH="228501" progId="Equation.DSMT4">
                      <p:embed/>
                    </p:oleObj>
                  </mc:Choice>
                  <mc:Fallback>
                    <p:oleObj name="Equation" r:id="rId31" imgW="152334" imgH="228501" progId="Equation.DSMT4">
                      <p:embed/>
                      <p:pic>
                        <p:nvPicPr>
                          <p:cNvPr id="0" name="Object 5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785" y="2704"/>
                            <a:ext cx="16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0159" name="Freeform 51">
                <a:extLst>
                  <a:ext uri="{FF2B5EF4-FFF2-40B4-BE49-F238E27FC236}">
                    <a16:creationId xmlns:a16="http://schemas.microsoft.com/office/drawing/2014/main" id="{584FAAA9-D77B-B93E-6AD9-08C6908EF4FB}"/>
                  </a:ext>
                </a:extLst>
              </p:cNvPr>
              <p:cNvSpPr>
                <a:spLocks/>
              </p:cNvSpPr>
              <p:nvPr/>
            </p:nvSpPr>
            <p:spPr bwMode="auto">
              <a:xfrm>
                <a:off x="4200" y="2804"/>
                <a:ext cx="97" cy="131"/>
              </a:xfrm>
              <a:custGeom>
                <a:avLst/>
                <a:gdLst>
                  <a:gd name="T0" fmla="*/ 3 w 144"/>
                  <a:gd name="T1" fmla="*/ 0 h 192"/>
                  <a:gd name="T2" fmla="*/ 1 w 144"/>
                  <a:gd name="T3" fmla="*/ 1 h 192"/>
                  <a:gd name="T4" fmla="*/ 0 w 144"/>
                  <a:gd name="T5" fmla="*/ 5 h 192"/>
                  <a:gd name="T6" fmla="*/ 0 60000 65536"/>
                  <a:gd name="T7" fmla="*/ 0 60000 65536"/>
                  <a:gd name="T8" fmla="*/ 0 60000 65536"/>
                </a:gdLst>
                <a:ahLst/>
                <a:cxnLst>
                  <a:cxn ang="T6">
                    <a:pos x="T0" y="T1"/>
                  </a:cxn>
                  <a:cxn ang="T7">
                    <a:pos x="T2" y="T3"/>
                  </a:cxn>
                  <a:cxn ang="T8">
                    <a:pos x="T4" y="T5"/>
                  </a:cxn>
                </a:cxnLst>
                <a:rect l="0" t="0" r="r" b="b"/>
                <a:pathLst>
                  <a:path w="144" h="192">
                    <a:moveTo>
                      <a:pt x="144" y="0"/>
                    </a:moveTo>
                    <a:cubicBezTo>
                      <a:pt x="108" y="8"/>
                      <a:pt x="72" y="16"/>
                      <a:pt x="48" y="48"/>
                    </a:cubicBezTo>
                    <a:cubicBezTo>
                      <a:pt x="24" y="80"/>
                      <a:pt x="12" y="13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60" name="Freeform 52">
                <a:extLst>
                  <a:ext uri="{FF2B5EF4-FFF2-40B4-BE49-F238E27FC236}">
                    <a16:creationId xmlns:a16="http://schemas.microsoft.com/office/drawing/2014/main" id="{24BC3C62-BE42-E932-5C8F-11B0237660E6}"/>
                  </a:ext>
                </a:extLst>
              </p:cNvPr>
              <p:cNvSpPr>
                <a:spLocks/>
              </p:cNvSpPr>
              <p:nvPr/>
            </p:nvSpPr>
            <p:spPr bwMode="auto">
              <a:xfrm>
                <a:off x="4221" y="2935"/>
                <a:ext cx="76" cy="132"/>
              </a:xfrm>
              <a:custGeom>
                <a:avLst/>
                <a:gdLst>
                  <a:gd name="T0" fmla="*/ 1 w 112"/>
                  <a:gd name="T1" fmla="*/ 0 h 192"/>
                  <a:gd name="T2" fmla="*/ 1 w 112"/>
                  <a:gd name="T3" fmla="*/ 2 h 192"/>
                  <a:gd name="T4" fmla="*/ 2 w 112"/>
                  <a:gd name="T5" fmla="*/ 5 h 192"/>
                  <a:gd name="T6" fmla="*/ 0 60000 65536"/>
                  <a:gd name="T7" fmla="*/ 0 60000 65536"/>
                  <a:gd name="T8" fmla="*/ 0 60000 65536"/>
                </a:gdLst>
                <a:ahLst/>
                <a:cxnLst>
                  <a:cxn ang="T6">
                    <a:pos x="T0" y="T1"/>
                  </a:cxn>
                  <a:cxn ang="T7">
                    <a:pos x="T2" y="T3"/>
                  </a:cxn>
                  <a:cxn ang="T8">
                    <a:pos x="T4" y="T5"/>
                  </a:cxn>
                </a:cxnLst>
                <a:rect l="0" t="0" r="r" b="b"/>
                <a:pathLst>
                  <a:path w="112" h="192">
                    <a:moveTo>
                      <a:pt x="16" y="0"/>
                    </a:moveTo>
                    <a:cubicBezTo>
                      <a:pt x="8" y="32"/>
                      <a:pt x="0" y="64"/>
                      <a:pt x="16" y="96"/>
                    </a:cubicBezTo>
                    <a:cubicBezTo>
                      <a:pt x="32" y="128"/>
                      <a:pt x="72" y="160"/>
                      <a:pt x="112"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0161" name="Text Box 53">
                <a:extLst>
                  <a:ext uri="{FF2B5EF4-FFF2-40B4-BE49-F238E27FC236}">
                    <a16:creationId xmlns:a16="http://schemas.microsoft.com/office/drawing/2014/main" id="{B641168F-5B53-DB4A-6032-9E130E14B3B1}"/>
                  </a:ext>
                </a:extLst>
              </p:cNvPr>
              <p:cNvSpPr txBox="1">
                <a:spLocks noChangeArrowheads="1"/>
              </p:cNvSpPr>
              <p:nvPr/>
            </p:nvSpPr>
            <p:spPr bwMode="auto">
              <a:xfrm>
                <a:off x="4450" y="1917"/>
                <a:ext cx="2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660033"/>
                    </a:solidFill>
                    <a:latin typeface="Times New Roman" panose="02020603050405020304" pitchFamily="18" charset="0"/>
                  </a:rPr>
                  <a:t>x</a:t>
                </a:r>
              </a:p>
            </p:txBody>
          </p:sp>
        </p:grpSp>
        <p:sp>
          <p:nvSpPr>
            <p:cNvPr id="90124" name="Rectangle 54">
              <a:extLst>
                <a:ext uri="{FF2B5EF4-FFF2-40B4-BE49-F238E27FC236}">
                  <a16:creationId xmlns:a16="http://schemas.microsoft.com/office/drawing/2014/main" id="{DAE3C78D-557C-BB69-3D5D-7D44A0D4A704}"/>
                </a:ext>
              </a:extLst>
            </p:cNvPr>
            <p:cNvSpPr>
              <a:spLocks noChangeArrowheads="1"/>
            </p:cNvSpPr>
            <p:nvPr/>
          </p:nvSpPr>
          <p:spPr bwMode="auto">
            <a:xfrm>
              <a:off x="4414" y="2963"/>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000" i="1">
                  <a:solidFill>
                    <a:srgbClr val="660033"/>
                  </a:solidFill>
                  <a:latin typeface="Times New Roman" panose="02020603050405020304" pitchFamily="18" charset="0"/>
                  <a:ea typeface="楷体_GB2312" pitchFamily="49" charset="-122"/>
                </a:rPr>
                <a:t>O</a:t>
              </a:r>
            </a:p>
          </p:txBody>
        </p:sp>
      </p:grpSp>
      <p:sp>
        <p:nvSpPr>
          <p:cNvPr id="90122" name="Rectangle 55">
            <a:extLst>
              <a:ext uri="{FF2B5EF4-FFF2-40B4-BE49-F238E27FC236}">
                <a16:creationId xmlns:a16="http://schemas.microsoft.com/office/drawing/2014/main" id="{B3242323-3F46-1F25-FEEC-42A10EC913A5}"/>
              </a:ext>
            </a:extLst>
          </p:cNvPr>
          <p:cNvSpPr>
            <a:spLocks noChangeArrowheads="1"/>
          </p:cNvSpPr>
          <p:nvPr/>
        </p:nvSpPr>
        <p:spPr bwMode="auto">
          <a:xfrm>
            <a:off x="468313" y="1052513"/>
            <a:ext cx="4298950" cy="1163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lang="zh-CN" altLang="en-US" sz="1800" b="1">
                <a:solidFill>
                  <a:srgbClr val="FFFF57"/>
                </a:solidFill>
                <a:ea typeface="楷体_GB2312" pitchFamily="49" charset="-122"/>
              </a:rPr>
              <a:t>平行极化波 </a:t>
            </a:r>
          </a:p>
          <a:p>
            <a:pPr algn="just" eaLnBrk="1" hangingPunct="1">
              <a:lnSpc>
                <a:spcPct val="130000"/>
              </a:lnSpc>
              <a:buFontTx/>
              <a:buChar char="•"/>
            </a:pPr>
            <a:r>
              <a:rPr lang="zh-CN" altLang="en-US" sz="1800" b="1">
                <a:solidFill>
                  <a:srgbClr val="FFFF57"/>
                </a:solidFill>
                <a:ea typeface="楷体_GB2312" pitchFamily="49" charset="-122"/>
              </a:rPr>
              <a:t>  入射面： </a:t>
            </a:r>
            <a:r>
              <a:rPr lang="en-US" altLang="zh-CN" sz="1800" b="1">
                <a:solidFill>
                  <a:srgbClr val="FFFF57"/>
                </a:solidFill>
                <a:ea typeface="楷体_GB2312" pitchFamily="49" charset="-122"/>
              </a:rPr>
              <a:t>xoz </a:t>
            </a:r>
            <a:r>
              <a:rPr lang="zh-CN" altLang="en-US" sz="1800" b="1">
                <a:solidFill>
                  <a:srgbClr val="FFFF57"/>
                </a:solidFill>
                <a:ea typeface="楷体_GB2312" pitchFamily="49" charset="-122"/>
              </a:rPr>
              <a:t>平面</a:t>
            </a:r>
          </a:p>
          <a:p>
            <a:pPr algn="just" eaLnBrk="1" hangingPunct="1">
              <a:lnSpc>
                <a:spcPct val="130000"/>
              </a:lnSpc>
              <a:buFontTx/>
              <a:buChar char="•"/>
            </a:pPr>
            <a:r>
              <a:rPr lang="zh-CN" altLang="en-US" sz="1800" b="1">
                <a:solidFill>
                  <a:srgbClr val="FFFF57"/>
                </a:solidFill>
                <a:ea typeface="楷体_GB2312" pitchFamily="49" charset="-122"/>
              </a:rPr>
              <a:t>  电场有</a:t>
            </a:r>
            <a:r>
              <a:rPr lang="en-US" altLang="zh-CN" sz="1800" b="1">
                <a:solidFill>
                  <a:srgbClr val="FFFF57"/>
                </a:solidFill>
                <a:ea typeface="楷体_GB2312" pitchFamily="49" charset="-122"/>
              </a:rPr>
              <a:t>E</a:t>
            </a:r>
            <a:r>
              <a:rPr lang="en-US" altLang="zh-CN" sz="1800" b="1" baseline="-25000">
                <a:solidFill>
                  <a:srgbClr val="FFFF57"/>
                </a:solidFill>
                <a:ea typeface="楷体_GB2312" pitchFamily="49" charset="-122"/>
              </a:rPr>
              <a:t>x</a:t>
            </a:r>
            <a:r>
              <a:rPr lang="zh-CN" altLang="en-US" sz="1800" b="1">
                <a:solidFill>
                  <a:srgbClr val="FFFF57"/>
                </a:solidFill>
                <a:ea typeface="楷体_GB2312" pitchFamily="49" charset="-122"/>
              </a:rPr>
              <a:t>和</a:t>
            </a:r>
            <a:r>
              <a:rPr lang="en-US" altLang="zh-CN" sz="1800" b="1">
                <a:solidFill>
                  <a:srgbClr val="FFFF57"/>
                </a:solidFill>
                <a:ea typeface="楷体_GB2312" pitchFamily="49" charset="-122"/>
              </a:rPr>
              <a:t>E</a:t>
            </a:r>
            <a:r>
              <a:rPr lang="en-US" altLang="zh-CN" sz="1800" b="1" baseline="-25000">
                <a:solidFill>
                  <a:srgbClr val="FFFF57"/>
                </a:solidFill>
                <a:ea typeface="楷体_GB2312" pitchFamily="49" charset="-122"/>
              </a:rPr>
              <a:t>z</a:t>
            </a:r>
            <a:r>
              <a:rPr lang="zh-CN" altLang="en-US" sz="1800" b="1">
                <a:solidFill>
                  <a:srgbClr val="FFFF57"/>
                </a:solidFill>
                <a:ea typeface="楷体_GB2312" pitchFamily="49" charset="-122"/>
              </a:rPr>
              <a:t>分量，磁场只有</a:t>
            </a:r>
            <a:r>
              <a:rPr lang="en-US" altLang="zh-CN" sz="1800" b="1">
                <a:solidFill>
                  <a:srgbClr val="FFFF57"/>
                </a:solidFill>
                <a:ea typeface="楷体_GB2312" pitchFamily="49" charset="-122"/>
              </a:rPr>
              <a:t>H</a:t>
            </a:r>
            <a:r>
              <a:rPr lang="en-US" altLang="zh-CN" sz="1800" b="1" baseline="-25000">
                <a:solidFill>
                  <a:srgbClr val="FFFF57"/>
                </a:solidFill>
                <a:ea typeface="楷体_GB2312" pitchFamily="49" charset="-122"/>
              </a:rPr>
              <a:t>y</a:t>
            </a:r>
            <a:r>
              <a:rPr lang="zh-CN" altLang="en-US" sz="1800" b="1">
                <a:solidFill>
                  <a:srgbClr val="FFFF57"/>
                </a:solidFill>
                <a:ea typeface="楷体_GB2312" pitchFamily="49" charset="-122"/>
              </a:rPr>
              <a:t>分量</a:t>
            </a:r>
          </a:p>
        </p:txBody>
      </p:sp>
      <p:sp>
        <p:nvSpPr>
          <p:cNvPr id="2" name="Rectangle 2">
            <a:extLst>
              <a:ext uri="{FF2B5EF4-FFF2-40B4-BE49-F238E27FC236}">
                <a16:creationId xmlns:a16="http://schemas.microsoft.com/office/drawing/2014/main" id="{A9BE2025-CA0A-FD43-D10E-1CAECEC55487}"/>
              </a:ext>
            </a:extLst>
          </p:cNvPr>
          <p:cNvSpPr>
            <a:spLocks noChangeArrowheads="1"/>
          </p:cNvSpPr>
          <p:nvPr/>
        </p:nvSpPr>
        <p:spPr bwMode="blackGray">
          <a:xfrm>
            <a:off x="7141379" y="2532355"/>
            <a:ext cx="2348661" cy="62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zh-CN" altLang="en-US" sz="1600" b="1" dirty="0">
                <a:solidFill>
                  <a:srgbClr val="FF0000"/>
                </a:solidFill>
                <a:latin typeface="Times New Roman" panose="02020603050405020304" pitchFamily="18" charset="0"/>
                <a:cs typeface="Arial" panose="020B0604020202020204" pitchFamily="34" charset="0"/>
              </a:rPr>
              <a:t>平行极化波对理想</a:t>
            </a:r>
            <a:endParaRPr lang="en-US" altLang="zh-CN" sz="1600" b="1" dirty="0">
              <a:solidFill>
                <a:srgbClr val="FF0000"/>
              </a:solidFill>
              <a:latin typeface="Times New Roman" panose="02020603050405020304" pitchFamily="18" charset="0"/>
              <a:cs typeface="Arial" panose="020B0604020202020204" pitchFamily="34" charset="0"/>
            </a:endParaRPr>
          </a:p>
          <a:p>
            <a:pPr eaLnBrk="1" hangingPunct="1">
              <a:lnSpc>
                <a:spcPct val="90000"/>
              </a:lnSpc>
              <a:spcBef>
                <a:spcPct val="20000"/>
              </a:spcBef>
            </a:pPr>
            <a:r>
              <a:rPr lang="zh-CN" altLang="en-US" sz="1600" b="1" dirty="0">
                <a:solidFill>
                  <a:srgbClr val="FF0000"/>
                </a:solidFill>
                <a:latin typeface="Times New Roman" panose="02020603050405020304" pitchFamily="18" charset="0"/>
                <a:cs typeface="Arial" panose="020B0604020202020204" pitchFamily="34" charset="0"/>
              </a:rPr>
              <a:t>介质分界面的斜入射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3970"/>
                                        </p:tgtEl>
                                        <p:attrNameLst>
                                          <p:attrName>style.visibility</p:attrName>
                                        </p:attrNameLst>
                                      </p:cBhvr>
                                      <p:to>
                                        <p:strVal val="visible"/>
                                      </p:to>
                                    </p:set>
                                    <p:animEffect transition="in" filter="wipe(up)">
                                      <p:cBhvr>
                                        <p:cTn id="7" dur="2000"/>
                                        <p:tgtEl>
                                          <p:spTgt spid="83970"/>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83977"/>
                                        </p:tgtEl>
                                        <p:attrNameLst>
                                          <p:attrName>style.visibility</p:attrName>
                                        </p:attrNameLst>
                                      </p:cBhvr>
                                      <p:to>
                                        <p:strVal val="visible"/>
                                      </p:to>
                                    </p:set>
                                    <p:animEffect transition="in" filter="fade">
                                      <p:cBhvr>
                                        <p:cTn id="11" dur="2000"/>
                                        <p:tgtEl>
                                          <p:spTgt spid="8397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3976"/>
                                        </p:tgtEl>
                                        <p:attrNameLst>
                                          <p:attrName>style.visibility</p:attrName>
                                        </p:attrNameLst>
                                      </p:cBhvr>
                                      <p:to>
                                        <p:strVal val="visible"/>
                                      </p:to>
                                    </p:set>
                                    <p:animEffect transition="in" filter="wipe(left)">
                                      <p:cBhvr>
                                        <p:cTn id="16" dur="2000"/>
                                        <p:tgtEl>
                                          <p:spTgt spid="8397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83972"/>
                                        </p:tgtEl>
                                        <p:attrNameLst>
                                          <p:attrName>style.visibility</p:attrName>
                                        </p:attrNameLst>
                                      </p:cBhvr>
                                      <p:to>
                                        <p:strVal val="visible"/>
                                      </p:to>
                                    </p:set>
                                    <p:animEffect transition="in" filter="wipe(left)">
                                      <p:cBhvr>
                                        <p:cTn id="21" dur="2000"/>
                                        <p:tgtEl>
                                          <p:spTgt spid="83972"/>
                                        </p:tgtEl>
                                      </p:cBhvr>
                                    </p:animEffect>
                                  </p:childTnLst>
                                </p:cTn>
                              </p:par>
                            </p:childTnLst>
                          </p:cTn>
                        </p:par>
                        <p:par>
                          <p:cTn id="22" fill="hold" nodeType="afterGroup">
                            <p:stCondLst>
                              <p:cond delay="2000"/>
                            </p:stCondLst>
                            <p:childTnLst>
                              <p:par>
                                <p:cTn id="23" presetID="22" presetClass="entr" presetSubtype="8" fill="hold" nodeType="afterEffect">
                                  <p:stCondLst>
                                    <p:cond delay="0"/>
                                  </p:stCondLst>
                                  <p:childTnLst>
                                    <p:set>
                                      <p:cBhvr>
                                        <p:cTn id="24" dur="1" fill="hold">
                                          <p:stCondLst>
                                            <p:cond delay="0"/>
                                          </p:stCondLst>
                                        </p:cTn>
                                        <p:tgtEl>
                                          <p:spTgt spid="83971"/>
                                        </p:tgtEl>
                                        <p:attrNameLst>
                                          <p:attrName>style.visibility</p:attrName>
                                        </p:attrNameLst>
                                      </p:cBhvr>
                                      <p:to>
                                        <p:strVal val="visible"/>
                                      </p:to>
                                    </p:set>
                                    <p:animEffect transition="in" filter="wipe(left)">
                                      <p:cBhvr>
                                        <p:cTn id="25" dur="2000"/>
                                        <p:tgtEl>
                                          <p:spTgt spid="83971"/>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3974"/>
                                        </p:tgtEl>
                                        <p:attrNameLst>
                                          <p:attrName>style.visibility</p:attrName>
                                        </p:attrNameLst>
                                      </p:cBhvr>
                                      <p:to>
                                        <p:strVal val="visible"/>
                                      </p:to>
                                    </p:set>
                                    <p:animEffect transition="in" filter="wipe(left)">
                                      <p:cBhvr>
                                        <p:cTn id="30" dur="2000"/>
                                        <p:tgtEl>
                                          <p:spTgt spid="83974"/>
                                        </p:tgtEl>
                                      </p:cBhvr>
                                    </p:animEffect>
                                  </p:childTnLst>
                                </p:cTn>
                              </p:par>
                            </p:childTnLst>
                          </p:cTn>
                        </p:par>
                        <p:par>
                          <p:cTn id="31" fill="hold" nodeType="afterGroup">
                            <p:stCondLst>
                              <p:cond delay="2000"/>
                            </p:stCondLst>
                            <p:childTnLst>
                              <p:par>
                                <p:cTn id="32" presetID="22" presetClass="entr" presetSubtype="8" fill="hold" nodeType="afterEffect">
                                  <p:stCondLst>
                                    <p:cond delay="0"/>
                                  </p:stCondLst>
                                  <p:childTnLst>
                                    <p:set>
                                      <p:cBhvr>
                                        <p:cTn id="33" dur="1" fill="hold">
                                          <p:stCondLst>
                                            <p:cond delay="0"/>
                                          </p:stCondLst>
                                        </p:cTn>
                                        <p:tgtEl>
                                          <p:spTgt spid="83975"/>
                                        </p:tgtEl>
                                        <p:attrNameLst>
                                          <p:attrName>style.visibility</p:attrName>
                                        </p:attrNameLst>
                                      </p:cBhvr>
                                      <p:to>
                                        <p:strVal val="visible"/>
                                      </p:to>
                                    </p:set>
                                    <p:animEffect transition="in" filter="wipe(left)">
                                      <p:cBhvr>
                                        <p:cTn id="34" dur="2000"/>
                                        <p:tgtEl>
                                          <p:spTgt spid="8397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83973"/>
                                        </p:tgtEl>
                                        <p:attrNameLst>
                                          <p:attrName>style.visibility</p:attrName>
                                        </p:attrNameLst>
                                      </p:cBhvr>
                                      <p:to>
                                        <p:strVal val="visible"/>
                                      </p:to>
                                    </p:set>
                                    <p:animEffect transition="in" filter="wipe(up)">
                                      <p:cBhvr>
                                        <p:cTn id="39" dur="2000"/>
                                        <p:tgtEl>
                                          <p:spTgt spid="83973"/>
                                        </p:tgtEl>
                                      </p:cBhvr>
                                    </p:animEffect>
                                  </p:childTnLst>
                                </p:cTn>
                              </p:par>
                              <p:par>
                                <p:cTn id="40" presetID="22" presetClass="entr" presetSubtype="1" fill="hold" grpId="0" nodeType="with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up)">
                                      <p:cBhvr>
                                        <p:cTn id="42"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p:bldP spid="83972" grpId="0"/>
      <p:bldP spid="83974" grpId="0"/>
      <p:bldP spid="83976" grpId="0"/>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4994" name="Object 2">
            <a:extLst>
              <a:ext uri="{FF2B5EF4-FFF2-40B4-BE49-F238E27FC236}">
                <a16:creationId xmlns:a16="http://schemas.microsoft.com/office/drawing/2014/main" id="{8EC32313-C229-84F6-82D2-DCC1B5D27723}"/>
              </a:ext>
            </a:extLst>
          </p:cNvPr>
          <p:cNvGraphicFramePr>
            <a:graphicFrameLocks noChangeAspect="1"/>
          </p:cNvGraphicFramePr>
          <p:nvPr>
            <p:extLst>
              <p:ext uri="{D42A27DB-BD31-4B8C-83A1-F6EECF244321}">
                <p14:modId xmlns:p14="http://schemas.microsoft.com/office/powerpoint/2010/main" val="404294476"/>
              </p:ext>
            </p:extLst>
          </p:nvPr>
        </p:nvGraphicFramePr>
        <p:xfrm>
          <a:off x="654050" y="1989138"/>
          <a:ext cx="6897688" cy="579437"/>
        </p:xfrm>
        <a:graphic>
          <a:graphicData uri="http://schemas.openxmlformats.org/presentationml/2006/ole">
            <mc:AlternateContent xmlns:mc="http://schemas.openxmlformats.org/markup-compatibility/2006">
              <mc:Choice xmlns:v="urn:schemas-microsoft-com:vml" Requires="v">
                <p:oleObj name="Equation" r:id="rId2" imgW="2984335" imgH="228600" progId="Equation.DSMT4">
                  <p:embed/>
                </p:oleObj>
              </mc:Choice>
              <mc:Fallback>
                <p:oleObj name="Equation" r:id="rId2" imgW="2984335"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4050" y="1989138"/>
                        <a:ext cx="6897688"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5" name="Object 3">
            <a:extLst>
              <a:ext uri="{FF2B5EF4-FFF2-40B4-BE49-F238E27FC236}">
                <a16:creationId xmlns:a16="http://schemas.microsoft.com/office/drawing/2014/main" id="{8411E173-B614-83C5-9148-ABF9BB034002}"/>
              </a:ext>
            </a:extLst>
          </p:cNvPr>
          <p:cNvGraphicFramePr>
            <a:graphicFrameLocks noChangeAspect="1"/>
          </p:cNvGraphicFramePr>
          <p:nvPr>
            <p:extLst>
              <p:ext uri="{D42A27DB-BD31-4B8C-83A1-F6EECF244321}">
                <p14:modId xmlns:p14="http://schemas.microsoft.com/office/powerpoint/2010/main" val="2842258535"/>
              </p:ext>
            </p:extLst>
          </p:nvPr>
        </p:nvGraphicFramePr>
        <p:xfrm>
          <a:off x="1309688" y="1241425"/>
          <a:ext cx="5876925" cy="531813"/>
        </p:xfrm>
        <a:graphic>
          <a:graphicData uri="http://schemas.openxmlformats.org/presentationml/2006/ole">
            <mc:AlternateContent xmlns:mc="http://schemas.openxmlformats.org/markup-compatibility/2006">
              <mc:Choice xmlns:v="urn:schemas-microsoft-com:vml" Requires="v">
                <p:oleObj name="Equation" r:id="rId4" imgW="2921087" imgH="241485" progId="Equation.DSMT4">
                  <p:embed/>
                </p:oleObj>
              </mc:Choice>
              <mc:Fallback>
                <p:oleObj name="Equation" r:id="rId4" imgW="2921087" imgH="24148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9688" y="1241425"/>
                        <a:ext cx="5876925" cy="531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4996" name="Text Box 4">
            <a:extLst>
              <a:ext uri="{FF2B5EF4-FFF2-40B4-BE49-F238E27FC236}">
                <a16:creationId xmlns:a16="http://schemas.microsoft.com/office/drawing/2014/main" id="{7A34A903-3D16-3DFF-0CA3-23F301D0332F}"/>
              </a:ext>
            </a:extLst>
          </p:cNvPr>
          <p:cNvSpPr txBox="1">
            <a:spLocks noChangeArrowheads="1"/>
          </p:cNvSpPr>
          <p:nvPr/>
        </p:nvSpPr>
        <p:spPr bwMode="auto">
          <a:xfrm>
            <a:off x="323850" y="12446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由于</a:t>
            </a:r>
          </a:p>
        </p:txBody>
      </p:sp>
      <p:sp>
        <p:nvSpPr>
          <p:cNvPr id="84997" name="Text Box 5">
            <a:extLst>
              <a:ext uri="{FF2B5EF4-FFF2-40B4-BE49-F238E27FC236}">
                <a16:creationId xmlns:a16="http://schemas.microsoft.com/office/drawing/2014/main" id="{2097FF58-8FF5-6CEF-4A07-75173332A39C}"/>
              </a:ext>
            </a:extLst>
          </p:cNvPr>
          <p:cNvSpPr txBox="1">
            <a:spLocks noChangeArrowheads="1"/>
          </p:cNvSpPr>
          <p:nvPr/>
        </p:nvSpPr>
        <p:spPr bwMode="auto">
          <a:xfrm>
            <a:off x="107950" y="2035175"/>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故</a:t>
            </a:r>
          </a:p>
        </p:txBody>
      </p:sp>
      <p:graphicFrame>
        <p:nvGraphicFramePr>
          <p:cNvPr id="84998" name="Object 6">
            <a:extLst>
              <a:ext uri="{FF2B5EF4-FFF2-40B4-BE49-F238E27FC236}">
                <a16:creationId xmlns:a16="http://schemas.microsoft.com/office/drawing/2014/main" id="{FD4C64D5-B559-F532-A5D4-43F54D015A96}"/>
              </a:ext>
            </a:extLst>
          </p:cNvPr>
          <p:cNvGraphicFramePr>
            <a:graphicFrameLocks noChangeAspect="1"/>
          </p:cNvGraphicFramePr>
          <p:nvPr>
            <p:extLst>
              <p:ext uri="{D42A27DB-BD31-4B8C-83A1-F6EECF244321}">
                <p14:modId xmlns:p14="http://schemas.microsoft.com/office/powerpoint/2010/main" val="2093123298"/>
              </p:ext>
            </p:extLst>
          </p:nvPr>
        </p:nvGraphicFramePr>
        <p:xfrm>
          <a:off x="1116013" y="4508500"/>
          <a:ext cx="1385887" cy="963613"/>
        </p:xfrm>
        <a:graphic>
          <a:graphicData uri="http://schemas.openxmlformats.org/presentationml/2006/ole">
            <mc:AlternateContent xmlns:mc="http://schemas.openxmlformats.org/markup-compatibility/2006">
              <mc:Choice xmlns:v="urn:schemas-microsoft-com:vml" Requires="v">
                <p:oleObj name="Equation" r:id="rId6" imgW="596701" imgH="406492" progId="Equation.DSMT4">
                  <p:embed/>
                </p:oleObj>
              </mc:Choice>
              <mc:Fallback>
                <p:oleObj name="Equation" r:id="rId6" imgW="596701" imgH="406492"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6013" y="4508500"/>
                        <a:ext cx="1385887" cy="963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4999" name="Object 7">
            <a:extLst>
              <a:ext uri="{FF2B5EF4-FFF2-40B4-BE49-F238E27FC236}">
                <a16:creationId xmlns:a16="http://schemas.microsoft.com/office/drawing/2014/main" id="{FC6393CB-2C98-7468-367E-7DB24EC30BEA}"/>
              </a:ext>
            </a:extLst>
          </p:cNvPr>
          <p:cNvGraphicFramePr>
            <a:graphicFrameLocks noChangeAspect="1"/>
          </p:cNvGraphicFramePr>
          <p:nvPr>
            <p:extLst>
              <p:ext uri="{D42A27DB-BD31-4B8C-83A1-F6EECF244321}">
                <p14:modId xmlns:p14="http://schemas.microsoft.com/office/powerpoint/2010/main" val="2936989038"/>
              </p:ext>
            </p:extLst>
          </p:nvPr>
        </p:nvGraphicFramePr>
        <p:xfrm>
          <a:off x="639763" y="2708275"/>
          <a:ext cx="4549775" cy="1943100"/>
        </p:xfrm>
        <a:graphic>
          <a:graphicData uri="http://schemas.openxmlformats.org/presentationml/2006/ole">
            <mc:AlternateContent xmlns:mc="http://schemas.openxmlformats.org/markup-compatibility/2006">
              <mc:Choice xmlns:v="urn:schemas-microsoft-com:vml" Requires="v">
                <p:oleObj name="Equation" r:id="rId8" imgW="1955713" imgH="863692" progId="Equation.DSMT4">
                  <p:embed/>
                </p:oleObj>
              </mc:Choice>
              <mc:Fallback>
                <p:oleObj name="Equation" r:id="rId8" imgW="1955713" imgH="863692"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9763" y="2708275"/>
                        <a:ext cx="4549775" cy="1943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5000" name="Text Box 8">
            <a:extLst>
              <a:ext uri="{FF2B5EF4-FFF2-40B4-BE49-F238E27FC236}">
                <a16:creationId xmlns:a16="http://schemas.microsoft.com/office/drawing/2014/main" id="{BD1621CE-1F60-8BCC-8E17-BAA9871F97A7}"/>
              </a:ext>
            </a:extLst>
          </p:cNvPr>
          <p:cNvSpPr txBox="1">
            <a:spLocks noChangeArrowheads="1"/>
          </p:cNvSpPr>
          <p:nvPr/>
        </p:nvSpPr>
        <p:spPr bwMode="auto">
          <a:xfrm>
            <a:off x="107950" y="47244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其中</a:t>
            </a:r>
          </a:p>
        </p:txBody>
      </p:sp>
      <p:sp>
        <p:nvSpPr>
          <p:cNvPr id="85001" name="Text Box 9">
            <a:extLst>
              <a:ext uri="{FF2B5EF4-FFF2-40B4-BE49-F238E27FC236}">
                <a16:creationId xmlns:a16="http://schemas.microsoft.com/office/drawing/2014/main" id="{5873DC32-E9A1-B3F2-C2FC-6EA1F901E423}"/>
              </a:ext>
            </a:extLst>
          </p:cNvPr>
          <p:cNvSpPr txBox="1">
            <a:spLocks noChangeArrowheads="1"/>
          </p:cNvSpPr>
          <p:nvPr/>
        </p:nvSpPr>
        <p:spPr bwMode="auto">
          <a:xfrm>
            <a:off x="107950" y="549275"/>
            <a:ext cx="48958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10"/>
              </a:buBlip>
            </a:pPr>
            <a:r>
              <a:rPr kumimoji="1" lang="zh-CN" altLang="en-US" b="1">
                <a:solidFill>
                  <a:srgbClr val="FFBDDE"/>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1</a:t>
            </a:r>
            <a:r>
              <a:rPr kumimoji="1" lang="zh-CN" altLang="en-US" b="1">
                <a:solidFill>
                  <a:srgbClr val="FFBDDE"/>
                </a:solidFill>
                <a:latin typeface="Times New Roman" panose="02020603050405020304" pitchFamily="18" charset="0"/>
              </a:rPr>
              <a:t>中的反射波</a:t>
            </a:r>
          </a:p>
        </p:txBody>
      </p:sp>
      <p:grpSp>
        <p:nvGrpSpPr>
          <p:cNvPr id="85002" name="Group 10">
            <a:extLst>
              <a:ext uri="{FF2B5EF4-FFF2-40B4-BE49-F238E27FC236}">
                <a16:creationId xmlns:a16="http://schemas.microsoft.com/office/drawing/2014/main" id="{3C119EB3-6A2B-8469-58CD-F524C8FAC9BB}"/>
              </a:ext>
            </a:extLst>
          </p:cNvPr>
          <p:cNvGrpSpPr>
            <a:grpSpLocks/>
          </p:cNvGrpSpPr>
          <p:nvPr/>
        </p:nvGrpSpPr>
        <p:grpSpPr bwMode="auto">
          <a:xfrm>
            <a:off x="5076825" y="3068638"/>
            <a:ext cx="3924300" cy="3240087"/>
            <a:chOff x="3198" y="1933"/>
            <a:chExt cx="2472" cy="2041"/>
          </a:xfrm>
        </p:grpSpPr>
        <p:grpSp>
          <p:nvGrpSpPr>
            <p:cNvPr id="91147" name="Group 11">
              <a:extLst>
                <a:ext uri="{FF2B5EF4-FFF2-40B4-BE49-F238E27FC236}">
                  <a16:creationId xmlns:a16="http://schemas.microsoft.com/office/drawing/2014/main" id="{F5F55D6D-87D6-2588-85F9-DE5F024B66BD}"/>
                </a:ext>
              </a:extLst>
            </p:cNvPr>
            <p:cNvGrpSpPr>
              <a:grpSpLocks/>
            </p:cNvGrpSpPr>
            <p:nvPr/>
          </p:nvGrpSpPr>
          <p:grpSpPr bwMode="auto">
            <a:xfrm>
              <a:off x="3198" y="1933"/>
              <a:ext cx="2472" cy="2041"/>
              <a:chOff x="3198" y="1888"/>
              <a:chExt cx="2517" cy="2087"/>
            </a:xfrm>
          </p:grpSpPr>
          <p:sp>
            <p:nvSpPr>
              <p:cNvPr id="91149" name="Rectangle 12">
                <a:extLst>
                  <a:ext uri="{FF2B5EF4-FFF2-40B4-BE49-F238E27FC236}">
                    <a16:creationId xmlns:a16="http://schemas.microsoft.com/office/drawing/2014/main" id="{59F76B1E-AB85-30D6-0F2F-51DB0622388E}"/>
                  </a:ext>
                </a:extLst>
              </p:cNvPr>
              <p:cNvSpPr>
                <a:spLocks noChangeArrowheads="1"/>
              </p:cNvSpPr>
              <p:nvPr/>
            </p:nvSpPr>
            <p:spPr bwMode="auto">
              <a:xfrm>
                <a:off x="3198" y="1888"/>
                <a:ext cx="2517" cy="2087"/>
              </a:xfrm>
              <a:prstGeom prst="rect">
                <a:avLst/>
              </a:prstGeom>
              <a:solidFill>
                <a:srgbClr val="CCFFFF"/>
              </a:solidFill>
              <a:ln w="254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1150" name="Rectangle 13">
                <a:extLst>
                  <a:ext uri="{FF2B5EF4-FFF2-40B4-BE49-F238E27FC236}">
                    <a16:creationId xmlns:a16="http://schemas.microsoft.com/office/drawing/2014/main" id="{ED216DBF-FEA7-3216-14FA-2CD530E97649}"/>
                  </a:ext>
                </a:extLst>
              </p:cNvPr>
              <p:cNvSpPr>
                <a:spLocks noChangeArrowheads="1"/>
              </p:cNvSpPr>
              <p:nvPr/>
            </p:nvSpPr>
            <p:spPr bwMode="auto">
              <a:xfrm>
                <a:off x="3328" y="2013"/>
                <a:ext cx="1130" cy="187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1151" name="Rectangle 14">
                <a:extLst>
                  <a:ext uri="{FF2B5EF4-FFF2-40B4-BE49-F238E27FC236}">
                    <a16:creationId xmlns:a16="http://schemas.microsoft.com/office/drawing/2014/main" id="{2F984197-AECE-2D21-F61B-9B4AC15565A7}"/>
                  </a:ext>
                </a:extLst>
              </p:cNvPr>
              <p:cNvSpPr>
                <a:spLocks noChangeArrowheads="1"/>
              </p:cNvSpPr>
              <p:nvPr/>
            </p:nvSpPr>
            <p:spPr bwMode="auto">
              <a:xfrm>
                <a:off x="4454" y="2012"/>
                <a:ext cx="1151" cy="1877"/>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1152" name="Text Box 15">
                <a:extLst>
                  <a:ext uri="{FF2B5EF4-FFF2-40B4-BE49-F238E27FC236}">
                    <a16:creationId xmlns:a16="http://schemas.microsoft.com/office/drawing/2014/main" id="{C6526511-0770-2A2C-F472-71B79D1A1EE7}"/>
                  </a:ext>
                </a:extLst>
              </p:cNvPr>
              <p:cNvSpPr txBox="1">
                <a:spLocks noChangeArrowheads="1"/>
              </p:cNvSpPr>
              <p:nvPr/>
            </p:nvSpPr>
            <p:spPr bwMode="auto">
              <a:xfrm>
                <a:off x="3334" y="2931"/>
                <a:ext cx="575"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1</a:t>
                </a:r>
              </a:p>
            </p:txBody>
          </p:sp>
          <p:sp>
            <p:nvSpPr>
              <p:cNvPr id="91153" name="Text Box 16">
                <a:extLst>
                  <a:ext uri="{FF2B5EF4-FFF2-40B4-BE49-F238E27FC236}">
                    <a16:creationId xmlns:a16="http://schemas.microsoft.com/office/drawing/2014/main" id="{286AB780-B85C-ACED-95BF-4E73BC96BB0E}"/>
                  </a:ext>
                </a:extLst>
              </p:cNvPr>
              <p:cNvSpPr txBox="1">
                <a:spLocks noChangeArrowheads="1"/>
              </p:cNvSpPr>
              <p:nvPr/>
            </p:nvSpPr>
            <p:spPr bwMode="auto">
              <a:xfrm>
                <a:off x="4623" y="3212"/>
                <a:ext cx="80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2</a:t>
                </a:r>
              </a:p>
            </p:txBody>
          </p:sp>
          <p:sp>
            <p:nvSpPr>
              <p:cNvPr id="91154" name="Line 17">
                <a:extLst>
                  <a:ext uri="{FF2B5EF4-FFF2-40B4-BE49-F238E27FC236}">
                    <a16:creationId xmlns:a16="http://schemas.microsoft.com/office/drawing/2014/main" id="{43379028-A4FD-546F-0339-CB28BB523DCF}"/>
                  </a:ext>
                </a:extLst>
              </p:cNvPr>
              <p:cNvSpPr>
                <a:spLocks noChangeShapeType="1"/>
              </p:cNvSpPr>
              <p:nvPr/>
            </p:nvSpPr>
            <p:spPr bwMode="auto">
              <a:xfrm>
                <a:off x="3328" y="2935"/>
                <a:ext cx="2308"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5" name="Line 18">
                <a:extLst>
                  <a:ext uri="{FF2B5EF4-FFF2-40B4-BE49-F238E27FC236}">
                    <a16:creationId xmlns:a16="http://schemas.microsoft.com/office/drawing/2014/main" id="{AA96D7F7-CE4A-F458-DF2E-F83D0CF9C720}"/>
                  </a:ext>
                </a:extLst>
              </p:cNvPr>
              <p:cNvSpPr>
                <a:spLocks noChangeShapeType="1"/>
              </p:cNvSpPr>
              <p:nvPr/>
            </p:nvSpPr>
            <p:spPr bwMode="auto">
              <a:xfrm flipV="1">
                <a:off x="4458" y="2013"/>
                <a:ext cx="0" cy="1877"/>
              </a:xfrm>
              <a:prstGeom prst="line">
                <a:avLst/>
              </a:prstGeom>
              <a:noFill/>
              <a:ln w="190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6" name="Text Box 19">
                <a:extLst>
                  <a:ext uri="{FF2B5EF4-FFF2-40B4-BE49-F238E27FC236}">
                    <a16:creationId xmlns:a16="http://schemas.microsoft.com/office/drawing/2014/main" id="{38FF4499-32A5-57AD-CACC-21E2D33948C7}"/>
                  </a:ext>
                </a:extLst>
              </p:cNvPr>
              <p:cNvSpPr txBox="1">
                <a:spLocks noChangeArrowheads="1"/>
              </p:cNvSpPr>
              <p:nvPr/>
            </p:nvSpPr>
            <p:spPr bwMode="auto">
              <a:xfrm>
                <a:off x="5457" y="2865"/>
                <a:ext cx="2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660033"/>
                    </a:solidFill>
                    <a:latin typeface="Times New Roman" panose="02020603050405020304" pitchFamily="18" charset="0"/>
                  </a:rPr>
                  <a:t>z</a:t>
                </a:r>
              </a:p>
            </p:txBody>
          </p:sp>
          <p:sp>
            <p:nvSpPr>
              <p:cNvPr id="91157" name="Line 20">
                <a:extLst>
                  <a:ext uri="{FF2B5EF4-FFF2-40B4-BE49-F238E27FC236}">
                    <a16:creationId xmlns:a16="http://schemas.microsoft.com/office/drawing/2014/main" id="{4A9D326D-B150-0ED1-ED18-051C7C0E6861}"/>
                  </a:ext>
                </a:extLst>
              </p:cNvPr>
              <p:cNvSpPr>
                <a:spLocks noChangeShapeType="1"/>
              </p:cNvSpPr>
              <p:nvPr/>
            </p:nvSpPr>
            <p:spPr bwMode="auto">
              <a:xfrm flipV="1">
                <a:off x="3620" y="2935"/>
                <a:ext cx="838" cy="758"/>
              </a:xfrm>
              <a:prstGeom prst="line">
                <a:avLst/>
              </a:prstGeom>
              <a:noFill/>
              <a:ln w="254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8" name="Line 21">
                <a:extLst>
                  <a:ext uri="{FF2B5EF4-FFF2-40B4-BE49-F238E27FC236}">
                    <a16:creationId xmlns:a16="http://schemas.microsoft.com/office/drawing/2014/main" id="{A1A04C56-323E-D09F-8C15-899BB55EA2F8}"/>
                  </a:ext>
                </a:extLst>
              </p:cNvPr>
              <p:cNvSpPr>
                <a:spLocks noChangeShapeType="1"/>
              </p:cNvSpPr>
              <p:nvPr/>
            </p:nvSpPr>
            <p:spPr bwMode="auto">
              <a:xfrm>
                <a:off x="3620" y="2178"/>
                <a:ext cx="838" cy="757"/>
              </a:xfrm>
              <a:prstGeom prst="line">
                <a:avLst/>
              </a:prstGeom>
              <a:noFill/>
              <a:ln w="28575">
                <a:solidFill>
                  <a:srgbClr val="CC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59" name="Line 22">
                <a:extLst>
                  <a:ext uri="{FF2B5EF4-FFF2-40B4-BE49-F238E27FC236}">
                    <a16:creationId xmlns:a16="http://schemas.microsoft.com/office/drawing/2014/main" id="{7A7D33C1-EFDF-14C1-31D3-07445E5E0EA9}"/>
                  </a:ext>
                </a:extLst>
              </p:cNvPr>
              <p:cNvSpPr>
                <a:spLocks noChangeShapeType="1"/>
              </p:cNvSpPr>
              <p:nvPr/>
            </p:nvSpPr>
            <p:spPr bwMode="auto">
              <a:xfrm flipV="1">
                <a:off x="4468" y="2432"/>
                <a:ext cx="903" cy="494"/>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1160" name="Group 23">
                <a:extLst>
                  <a:ext uri="{FF2B5EF4-FFF2-40B4-BE49-F238E27FC236}">
                    <a16:creationId xmlns:a16="http://schemas.microsoft.com/office/drawing/2014/main" id="{18764607-9D77-442D-0BE0-6A2EA866862A}"/>
                  </a:ext>
                </a:extLst>
              </p:cNvPr>
              <p:cNvGrpSpPr>
                <a:grpSpLocks/>
              </p:cNvGrpSpPr>
              <p:nvPr/>
            </p:nvGrpSpPr>
            <p:grpSpPr bwMode="auto">
              <a:xfrm>
                <a:off x="3846" y="3396"/>
                <a:ext cx="96" cy="99"/>
                <a:chOff x="5040" y="3504"/>
                <a:chExt cx="144" cy="144"/>
              </a:xfrm>
            </p:grpSpPr>
            <p:sp>
              <p:nvSpPr>
                <p:cNvPr id="91190" name="Oval 24">
                  <a:extLst>
                    <a:ext uri="{FF2B5EF4-FFF2-40B4-BE49-F238E27FC236}">
                      <a16:creationId xmlns:a16="http://schemas.microsoft.com/office/drawing/2014/main" id="{D38138F1-AD1A-269B-A7D7-D51D97A3B5EA}"/>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1191" name="Oval 25">
                  <a:extLst>
                    <a:ext uri="{FF2B5EF4-FFF2-40B4-BE49-F238E27FC236}">
                      <a16:creationId xmlns:a16="http://schemas.microsoft.com/office/drawing/2014/main" id="{2B8F66E4-2CB3-0257-8E1F-75913827BA9F}"/>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1161" name="Group 26">
                <a:extLst>
                  <a:ext uri="{FF2B5EF4-FFF2-40B4-BE49-F238E27FC236}">
                    <a16:creationId xmlns:a16="http://schemas.microsoft.com/office/drawing/2014/main" id="{5EF394F7-2F4D-B78C-5667-B34BF0091C59}"/>
                  </a:ext>
                </a:extLst>
              </p:cNvPr>
              <p:cNvGrpSpPr>
                <a:grpSpLocks/>
              </p:cNvGrpSpPr>
              <p:nvPr/>
            </p:nvGrpSpPr>
            <p:grpSpPr bwMode="auto">
              <a:xfrm>
                <a:off x="3878" y="2409"/>
                <a:ext cx="97" cy="98"/>
                <a:chOff x="5040" y="3504"/>
                <a:chExt cx="144" cy="144"/>
              </a:xfrm>
            </p:grpSpPr>
            <p:sp>
              <p:nvSpPr>
                <p:cNvPr id="91188" name="Oval 27">
                  <a:extLst>
                    <a:ext uri="{FF2B5EF4-FFF2-40B4-BE49-F238E27FC236}">
                      <a16:creationId xmlns:a16="http://schemas.microsoft.com/office/drawing/2014/main" id="{59E602C5-2155-9931-8C7B-0918DA671F6E}"/>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1189" name="Oval 28">
                  <a:extLst>
                    <a:ext uri="{FF2B5EF4-FFF2-40B4-BE49-F238E27FC236}">
                      <a16:creationId xmlns:a16="http://schemas.microsoft.com/office/drawing/2014/main" id="{4DB30C27-704A-ED70-062F-C761629846F8}"/>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1162" name="Group 29">
                <a:extLst>
                  <a:ext uri="{FF2B5EF4-FFF2-40B4-BE49-F238E27FC236}">
                    <a16:creationId xmlns:a16="http://schemas.microsoft.com/office/drawing/2014/main" id="{EFDC3382-D229-7C93-9DA4-403F021D54AC}"/>
                  </a:ext>
                </a:extLst>
              </p:cNvPr>
              <p:cNvGrpSpPr>
                <a:grpSpLocks/>
              </p:cNvGrpSpPr>
              <p:nvPr/>
            </p:nvGrpSpPr>
            <p:grpSpPr bwMode="auto">
              <a:xfrm>
                <a:off x="4974" y="2573"/>
                <a:ext cx="96" cy="99"/>
                <a:chOff x="5040" y="3504"/>
                <a:chExt cx="144" cy="144"/>
              </a:xfrm>
            </p:grpSpPr>
            <p:sp>
              <p:nvSpPr>
                <p:cNvPr id="91186" name="Oval 30">
                  <a:extLst>
                    <a:ext uri="{FF2B5EF4-FFF2-40B4-BE49-F238E27FC236}">
                      <a16:creationId xmlns:a16="http://schemas.microsoft.com/office/drawing/2014/main" id="{B55986EF-5778-F32D-C4CA-A8D4C7D56F77}"/>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1187" name="Oval 31">
                  <a:extLst>
                    <a:ext uri="{FF2B5EF4-FFF2-40B4-BE49-F238E27FC236}">
                      <a16:creationId xmlns:a16="http://schemas.microsoft.com/office/drawing/2014/main" id="{955E17FC-B2CD-ECE4-DB19-3072D2D25781}"/>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91163" name="Object 32">
                <a:extLst>
                  <a:ext uri="{FF2B5EF4-FFF2-40B4-BE49-F238E27FC236}">
                    <a16:creationId xmlns:a16="http://schemas.microsoft.com/office/drawing/2014/main" id="{17E3052B-48E4-D052-EBCB-565233D8D5DB}"/>
                  </a:ext>
                </a:extLst>
              </p:cNvPr>
              <p:cNvGraphicFramePr>
                <a:graphicFrameLocks noChangeAspect="1"/>
              </p:cNvGraphicFramePr>
              <p:nvPr>
                <p:extLst>
                  <p:ext uri="{D42A27DB-BD31-4B8C-83A1-F6EECF244321}">
                    <p14:modId xmlns:p14="http://schemas.microsoft.com/office/powerpoint/2010/main" val="4011791098"/>
                  </p:ext>
                </p:extLst>
              </p:nvPr>
            </p:nvGraphicFramePr>
            <p:xfrm>
              <a:off x="3515" y="3204"/>
              <a:ext cx="206" cy="282"/>
            </p:xfrm>
            <a:graphic>
              <a:graphicData uri="http://schemas.openxmlformats.org/presentationml/2006/ole">
                <mc:AlternateContent xmlns:mc="http://schemas.openxmlformats.org/markup-compatibility/2006">
                  <mc:Choice xmlns:v="urn:schemas-microsoft-com:vml" Requires="v">
                    <p:oleObj name="Equation" r:id="rId11" imgW="190417" imgH="253890" progId="Equation.DSMT4">
                      <p:embed/>
                    </p:oleObj>
                  </mc:Choice>
                  <mc:Fallback>
                    <p:oleObj name="Equation" r:id="rId11" imgW="190417" imgH="253890" progId="Equation.DSMT4">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5" y="3204"/>
                            <a:ext cx="20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64" name="Line 33">
                <a:extLst>
                  <a:ext uri="{FF2B5EF4-FFF2-40B4-BE49-F238E27FC236}">
                    <a16:creationId xmlns:a16="http://schemas.microsoft.com/office/drawing/2014/main" id="{5D465A71-0EF6-C0A3-491A-B24C86B94555}"/>
                  </a:ext>
                </a:extLst>
              </p:cNvPr>
              <p:cNvSpPr>
                <a:spLocks noChangeShapeType="1"/>
              </p:cNvSpPr>
              <p:nvPr/>
            </p:nvSpPr>
            <p:spPr bwMode="auto">
              <a:xfrm rot="5400000" flipH="1">
                <a:off x="3716" y="3266"/>
                <a:ext cx="164" cy="16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165" name="Object 34">
                <a:extLst>
                  <a:ext uri="{FF2B5EF4-FFF2-40B4-BE49-F238E27FC236}">
                    <a16:creationId xmlns:a16="http://schemas.microsoft.com/office/drawing/2014/main" id="{4482A1F9-3339-20D8-D32F-094241539734}"/>
                  </a:ext>
                </a:extLst>
              </p:cNvPr>
              <p:cNvGraphicFramePr>
                <a:graphicFrameLocks noChangeAspect="1"/>
              </p:cNvGraphicFramePr>
              <p:nvPr>
                <p:extLst>
                  <p:ext uri="{D42A27DB-BD31-4B8C-83A1-F6EECF244321}">
                    <p14:modId xmlns:p14="http://schemas.microsoft.com/office/powerpoint/2010/main" val="767359335"/>
                  </p:ext>
                </p:extLst>
              </p:nvPr>
            </p:nvGraphicFramePr>
            <p:xfrm>
              <a:off x="3880" y="3430"/>
              <a:ext cx="236" cy="284"/>
            </p:xfrm>
            <a:graphic>
              <a:graphicData uri="http://schemas.openxmlformats.org/presentationml/2006/ole">
                <mc:AlternateContent xmlns:mc="http://schemas.openxmlformats.org/markup-compatibility/2006">
                  <mc:Choice xmlns:v="urn:schemas-microsoft-com:vml" Requires="v">
                    <p:oleObj name="Equation" r:id="rId13" imgW="215713" imgH="253780" progId="Equation.DSMT4">
                      <p:embed/>
                    </p:oleObj>
                  </mc:Choice>
                  <mc:Fallback>
                    <p:oleObj name="Equation" r:id="rId13" imgW="215713" imgH="253780" progId="Equation.DSMT4">
                      <p:embed/>
                      <p:pic>
                        <p:nvPicPr>
                          <p:cNvPr id="0" name="Object 3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80" y="3430"/>
                            <a:ext cx="23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66" name="Line 35">
                <a:extLst>
                  <a:ext uri="{FF2B5EF4-FFF2-40B4-BE49-F238E27FC236}">
                    <a16:creationId xmlns:a16="http://schemas.microsoft.com/office/drawing/2014/main" id="{F80E84C2-440A-87FE-1251-5357C5A06644}"/>
                  </a:ext>
                </a:extLst>
              </p:cNvPr>
              <p:cNvSpPr>
                <a:spLocks noChangeShapeType="1"/>
              </p:cNvSpPr>
              <p:nvPr/>
            </p:nvSpPr>
            <p:spPr bwMode="auto">
              <a:xfrm flipV="1">
                <a:off x="3910" y="3199"/>
                <a:ext cx="258" cy="23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167" name="Object 36">
                <a:extLst>
                  <a:ext uri="{FF2B5EF4-FFF2-40B4-BE49-F238E27FC236}">
                    <a16:creationId xmlns:a16="http://schemas.microsoft.com/office/drawing/2014/main" id="{1325BEF6-9923-B9FD-FF28-26F9D25CD457}"/>
                  </a:ext>
                </a:extLst>
              </p:cNvPr>
              <p:cNvGraphicFramePr>
                <a:graphicFrameLocks noChangeAspect="1"/>
              </p:cNvGraphicFramePr>
              <p:nvPr>
                <p:extLst>
                  <p:ext uri="{D42A27DB-BD31-4B8C-83A1-F6EECF244321}">
                    <p14:modId xmlns:p14="http://schemas.microsoft.com/office/powerpoint/2010/main" val="79767384"/>
                  </p:ext>
                </p:extLst>
              </p:nvPr>
            </p:nvGraphicFramePr>
            <p:xfrm>
              <a:off x="4154" y="3199"/>
              <a:ext cx="229" cy="276"/>
            </p:xfrm>
            <a:graphic>
              <a:graphicData uri="http://schemas.openxmlformats.org/presentationml/2006/ole">
                <mc:AlternateContent xmlns:mc="http://schemas.openxmlformats.org/markup-compatibility/2006">
                  <mc:Choice xmlns:v="urn:schemas-microsoft-com:vml" Requires="v">
                    <p:oleObj name="Equation" r:id="rId15" imgW="139700" imgH="228600" progId="Equation.DSMT4">
                      <p:embed/>
                    </p:oleObj>
                  </mc:Choice>
                  <mc:Fallback>
                    <p:oleObj name="Equation" r:id="rId15" imgW="139700" imgH="228600" progId="Equation.DSMT4">
                      <p:embed/>
                      <p:pic>
                        <p:nvPicPr>
                          <p:cNvPr id="0" name="Object 3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54" y="3199"/>
                            <a:ext cx="229"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68" name="Line 37">
                <a:extLst>
                  <a:ext uri="{FF2B5EF4-FFF2-40B4-BE49-F238E27FC236}">
                    <a16:creationId xmlns:a16="http://schemas.microsoft.com/office/drawing/2014/main" id="{C007F5A0-5332-5445-D0F2-9ECA9C8EE1B8}"/>
                  </a:ext>
                </a:extLst>
              </p:cNvPr>
              <p:cNvSpPr>
                <a:spLocks noChangeShapeType="1"/>
              </p:cNvSpPr>
              <p:nvPr/>
            </p:nvSpPr>
            <p:spPr bwMode="auto">
              <a:xfrm flipH="1">
                <a:off x="3684" y="2474"/>
                <a:ext cx="226" cy="23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169" name="Object 38">
                <a:extLst>
                  <a:ext uri="{FF2B5EF4-FFF2-40B4-BE49-F238E27FC236}">
                    <a16:creationId xmlns:a16="http://schemas.microsoft.com/office/drawing/2014/main" id="{6995C836-3042-C63A-A54A-92D05841152B}"/>
                  </a:ext>
                </a:extLst>
              </p:cNvPr>
              <p:cNvGraphicFramePr>
                <a:graphicFrameLocks noChangeAspect="1"/>
              </p:cNvGraphicFramePr>
              <p:nvPr>
                <p:extLst>
                  <p:ext uri="{D42A27DB-BD31-4B8C-83A1-F6EECF244321}">
                    <p14:modId xmlns:p14="http://schemas.microsoft.com/office/powerpoint/2010/main" val="942364075"/>
                  </p:ext>
                </p:extLst>
              </p:nvPr>
            </p:nvGraphicFramePr>
            <p:xfrm>
              <a:off x="3966" y="2251"/>
              <a:ext cx="235" cy="282"/>
            </p:xfrm>
            <a:graphic>
              <a:graphicData uri="http://schemas.openxmlformats.org/presentationml/2006/ole">
                <mc:AlternateContent xmlns:mc="http://schemas.openxmlformats.org/markup-compatibility/2006">
                  <mc:Choice xmlns:v="urn:schemas-microsoft-com:vml" Requires="v">
                    <p:oleObj name="Equation" r:id="rId17" imgW="215713" imgH="253780" progId="Equation.DSMT4">
                      <p:embed/>
                    </p:oleObj>
                  </mc:Choice>
                  <mc:Fallback>
                    <p:oleObj name="Equation" r:id="rId17" imgW="215713" imgH="253780" progId="Equation.DSMT4">
                      <p:embed/>
                      <p:pic>
                        <p:nvPicPr>
                          <p:cNvPr id="0" name="Object 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66" y="2251"/>
                            <a:ext cx="235"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70" name="Object 39">
                <a:extLst>
                  <a:ext uri="{FF2B5EF4-FFF2-40B4-BE49-F238E27FC236}">
                    <a16:creationId xmlns:a16="http://schemas.microsoft.com/office/drawing/2014/main" id="{8C37A893-F9B7-C8F1-D5B6-5141B851448B}"/>
                  </a:ext>
                </a:extLst>
              </p:cNvPr>
              <p:cNvGraphicFramePr>
                <a:graphicFrameLocks noChangeAspect="1"/>
              </p:cNvGraphicFramePr>
              <p:nvPr>
                <p:extLst>
                  <p:ext uri="{D42A27DB-BD31-4B8C-83A1-F6EECF244321}">
                    <p14:modId xmlns:p14="http://schemas.microsoft.com/office/powerpoint/2010/main" val="3560806382"/>
                  </p:ext>
                </p:extLst>
              </p:nvPr>
            </p:nvGraphicFramePr>
            <p:xfrm>
              <a:off x="3525" y="2614"/>
              <a:ext cx="208" cy="283"/>
            </p:xfrm>
            <a:graphic>
              <a:graphicData uri="http://schemas.openxmlformats.org/presentationml/2006/ole">
                <mc:AlternateContent xmlns:mc="http://schemas.openxmlformats.org/markup-compatibility/2006">
                  <mc:Choice xmlns:v="urn:schemas-microsoft-com:vml" Requires="v">
                    <p:oleObj name="Equation" r:id="rId19" imgW="190417" imgH="253890" progId="Equation.DSMT4">
                      <p:embed/>
                    </p:oleObj>
                  </mc:Choice>
                  <mc:Fallback>
                    <p:oleObj name="Equation" r:id="rId19" imgW="190417" imgH="253890" progId="Equation.DSMT4">
                      <p:embed/>
                      <p:pic>
                        <p:nvPicPr>
                          <p:cNvPr id="0" name="Object 39"/>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25" y="2614"/>
                            <a:ext cx="20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71" name="Object 40">
                <a:extLst>
                  <a:ext uri="{FF2B5EF4-FFF2-40B4-BE49-F238E27FC236}">
                    <a16:creationId xmlns:a16="http://schemas.microsoft.com/office/drawing/2014/main" id="{08CFE08D-04A0-8CE5-3BE3-63CB511CDD12}"/>
                  </a:ext>
                </a:extLst>
              </p:cNvPr>
              <p:cNvGraphicFramePr>
                <a:graphicFrameLocks noChangeAspect="1"/>
              </p:cNvGraphicFramePr>
              <p:nvPr>
                <p:extLst>
                  <p:ext uri="{D42A27DB-BD31-4B8C-83A1-F6EECF244321}">
                    <p14:modId xmlns:p14="http://schemas.microsoft.com/office/powerpoint/2010/main" val="2071456004"/>
                  </p:ext>
                </p:extLst>
              </p:nvPr>
            </p:nvGraphicFramePr>
            <p:xfrm>
              <a:off x="3470" y="2160"/>
              <a:ext cx="184" cy="281"/>
            </p:xfrm>
            <a:graphic>
              <a:graphicData uri="http://schemas.openxmlformats.org/presentationml/2006/ole">
                <mc:AlternateContent xmlns:mc="http://schemas.openxmlformats.org/markup-compatibility/2006">
                  <mc:Choice xmlns:v="urn:schemas-microsoft-com:vml" Requires="v">
                    <p:oleObj name="Equation" r:id="rId21" imgW="152334" imgH="228501" progId="Equation.DSMT4">
                      <p:embed/>
                    </p:oleObj>
                  </mc:Choice>
                  <mc:Fallback>
                    <p:oleObj name="Equation" r:id="rId21" imgW="152334" imgH="228501" progId="Equation.DSMT4">
                      <p:embed/>
                      <p:pic>
                        <p:nvPicPr>
                          <p:cNvPr id="0" name="Object 40"/>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70" y="2160"/>
                            <a:ext cx="184"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72" name="Line 41">
                <a:extLst>
                  <a:ext uri="{FF2B5EF4-FFF2-40B4-BE49-F238E27FC236}">
                    <a16:creationId xmlns:a16="http://schemas.microsoft.com/office/drawing/2014/main" id="{B0567716-F815-C475-C1A6-660BA0A0D7EF}"/>
                  </a:ext>
                </a:extLst>
              </p:cNvPr>
              <p:cNvSpPr>
                <a:spLocks noChangeShapeType="1"/>
              </p:cNvSpPr>
              <p:nvPr/>
            </p:nvSpPr>
            <p:spPr bwMode="auto">
              <a:xfrm flipH="1" flipV="1">
                <a:off x="4877" y="2343"/>
                <a:ext cx="129" cy="26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173" name="Object 42">
                <a:extLst>
                  <a:ext uri="{FF2B5EF4-FFF2-40B4-BE49-F238E27FC236}">
                    <a16:creationId xmlns:a16="http://schemas.microsoft.com/office/drawing/2014/main" id="{9E48C822-4EB3-D402-0AAC-EDBF13C00079}"/>
                  </a:ext>
                </a:extLst>
              </p:cNvPr>
              <p:cNvGraphicFramePr>
                <a:graphicFrameLocks noChangeAspect="1"/>
              </p:cNvGraphicFramePr>
              <p:nvPr>
                <p:extLst>
                  <p:ext uri="{D42A27DB-BD31-4B8C-83A1-F6EECF244321}">
                    <p14:modId xmlns:p14="http://schemas.microsoft.com/office/powerpoint/2010/main" val="1853424328"/>
                  </p:ext>
                </p:extLst>
              </p:nvPr>
            </p:nvGraphicFramePr>
            <p:xfrm>
              <a:off x="5000" y="2628"/>
              <a:ext cx="236" cy="284"/>
            </p:xfrm>
            <a:graphic>
              <a:graphicData uri="http://schemas.openxmlformats.org/presentationml/2006/ole">
                <mc:AlternateContent xmlns:mc="http://schemas.openxmlformats.org/markup-compatibility/2006">
                  <mc:Choice xmlns:v="urn:schemas-microsoft-com:vml" Requires="v">
                    <p:oleObj name="Equation" r:id="rId23" imgW="215713" imgH="253780" progId="Equation.DSMT4">
                      <p:embed/>
                    </p:oleObj>
                  </mc:Choice>
                  <mc:Fallback>
                    <p:oleObj name="Equation" r:id="rId23" imgW="215713" imgH="253780" progId="Equation.DSMT4">
                      <p:embed/>
                      <p:pic>
                        <p:nvPicPr>
                          <p:cNvPr id="0" name="Object 4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00" y="2628"/>
                            <a:ext cx="23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74" name="Object 43">
                <a:extLst>
                  <a:ext uri="{FF2B5EF4-FFF2-40B4-BE49-F238E27FC236}">
                    <a16:creationId xmlns:a16="http://schemas.microsoft.com/office/drawing/2014/main" id="{18E8CF41-BBBC-1F93-3289-D16C440E9EDF}"/>
                  </a:ext>
                </a:extLst>
              </p:cNvPr>
              <p:cNvGraphicFramePr>
                <a:graphicFrameLocks noChangeAspect="1"/>
              </p:cNvGraphicFramePr>
              <p:nvPr>
                <p:extLst>
                  <p:ext uri="{D42A27DB-BD31-4B8C-83A1-F6EECF244321}">
                    <p14:modId xmlns:p14="http://schemas.microsoft.com/office/powerpoint/2010/main" val="3304592884"/>
                  </p:ext>
                </p:extLst>
              </p:nvPr>
            </p:nvGraphicFramePr>
            <p:xfrm>
              <a:off x="4694" y="2115"/>
              <a:ext cx="209" cy="286"/>
            </p:xfrm>
            <a:graphic>
              <a:graphicData uri="http://schemas.openxmlformats.org/presentationml/2006/ole">
                <mc:AlternateContent xmlns:mc="http://schemas.openxmlformats.org/markup-compatibility/2006">
                  <mc:Choice xmlns:v="urn:schemas-microsoft-com:vml" Requires="v">
                    <p:oleObj name="Equation" r:id="rId25" imgW="190417" imgH="253890" progId="Equation.DSMT4">
                      <p:embed/>
                    </p:oleObj>
                  </mc:Choice>
                  <mc:Fallback>
                    <p:oleObj name="Equation" r:id="rId25" imgW="190417" imgH="253890" progId="Equation.DSMT4">
                      <p:embed/>
                      <p:pic>
                        <p:nvPicPr>
                          <p:cNvPr id="0" name="Object 4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94" y="2115"/>
                            <a:ext cx="209"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75" name="Object 44">
                <a:extLst>
                  <a:ext uri="{FF2B5EF4-FFF2-40B4-BE49-F238E27FC236}">
                    <a16:creationId xmlns:a16="http://schemas.microsoft.com/office/drawing/2014/main" id="{7C27A91D-0D1F-DA01-0F80-DF94855A37BA}"/>
                  </a:ext>
                </a:extLst>
              </p:cNvPr>
              <p:cNvGraphicFramePr>
                <a:graphicFrameLocks noChangeAspect="1"/>
              </p:cNvGraphicFramePr>
              <p:nvPr>
                <p:extLst>
                  <p:ext uri="{D42A27DB-BD31-4B8C-83A1-F6EECF244321}">
                    <p14:modId xmlns:p14="http://schemas.microsoft.com/office/powerpoint/2010/main" val="2644418140"/>
                  </p:ext>
                </p:extLst>
              </p:nvPr>
            </p:nvGraphicFramePr>
            <p:xfrm>
              <a:off x="5321" y="2432"/>
              <a:ext cx="183" cy="281"/>
            </p:xfrm>
            <a:graphic>
              <a:graphicData uri="http://schemas.openxmlformats.org/presentationml/2006/ole">
                <mc:AlternateContent xmlns:mc="http://schemas.openxmlformats.org/markup-compatibility/2006">
                  <mc:Choice xmlns:v="urn:schemas-microsoft-com:vml" Requires="v">
                    <p:oleObj name="Equation" r:id="rId27" imgW="152334" imgH="228501" progId="Equation.DSMT4">
                      <p:embed/>
                    </p:oleObj>
                  </mc:Choice>
                  <mc:Fallback>
                    <p:oleObj name="Equation" r:id="rId27" imgW="152334" imgH="228501" progId="Equation.DSMT4">
                      <p:embed/>
                      <p:pic>
                        <p:nvPicPr>
                          <p:cNvPr id="0" name="Object 4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21" y="2432"/>
                            <a:ext cx="183"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76" name="Text Box 45">
                <a:extLst>
                  <a:ext uri="{FF2B5EF4-FFF2-40B4-BE49-F238E27FC236}">
                    <a16:creationId xmlns:a16="http://schemas.microsoft.com/office/drawing/2014/main" id="{258A0408-1364-F2F2-07D2-58A324860D02}"/>
                  </a:ext>
                </a:extLst>
              </p:cNvPr>
              <p:cNvSpPr txBox="1">
                <a:spLocks noChangeArrowheads="1"/>
              </p:cNvSpPr>
              <p:nvPr/>
            </p:nvSpPr>
            <p:spPr bwMode="auto">
              <a:xfrm>
                <a:off x="3455" y="3657"/>
                <a:ext cx="831"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入射波</a:t>
                </a:r>
              </a:p>
            </p:txBody>
          </p:sp>
          <p:sp>
            <p:nvSpPr>
              <p:cNvPr id="91177" name="Text Box 46">
                <a:extLst>
                  <a:ext uri="{FF2B5EF4-FFF2-40B4-BE49-F238E27FC236}">
                    <a16:creationId xmlns:a16="http://schemas.microsoft.com/office/drawing/2014/main" id="{EB7706C9-BEFE-3657-51A7-6AB0C3B16BC6}"/>
                  </a:ext>
                </a:extLst>
              </p:cNvPr>
              <p:cNvSpPr txBox="1">
                <a:spLocks noChangeArrowheads="1"/>
              </p:cNvSpPr>
              <p:nvPr/>
            </p:nvSpPr>
            <p:spPr bwMode="auto">
              <a:xfrm>
                <a:off x="3641" y="2020"/>
                <a:ext cx="73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反射波</a:t>
                </a:r>
              </a:p>
            </p:txBody>
          </p:sp>
          <p:sp>
            <p:nvSpPr>
              <p:cNvPr id="91178" name="Text Box 47">
                <a:extLst>
                  <a:ext uri="{FF2B5EF4-FFF2-40B4-BE49-F238E27FC236}">
                    <a16:creationId xmlns:a16="http://schemas.microsoft.com/office/drawing/2014/main" id="{6B3938EE-E3FF-11BB-1D00-A95A48877E61}"/>
                  </a:ext>
                </a:extLst>
              </p:cNvPr>
              <p:cNvSpPr txBox="1">
                <a:spLocks noChangeArrowheads="1"/>
              </p:cNvSpPr>
              <p:nvPr/>
            </p:nvSpPr>
            <p:spPr bwMode="auto">
              <a:xfrm>
                <a:off x="4911" y="2148"/>
                <a:ext cx="719"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折射波</a:t>
                </a:r>
              </a:p>
            </p:txBody>
          </p:sp>
          <p:graphicFrame>
            <p:nvGraphicFramePr>
              <p:cNvPr id="91179" name="Object 48">
                <a:extLst>
                  <a:ext uri="{FF2B5EF4-FFF2-40B4-BE49-F238E27FC236}">
                    <a16:creationId xmlns:a16="http://schemas.microsoft.com/office/drawing/2014/main" id="{26DA4E4D-BFBA-9345-D5C8-C6D671538017}"/>
                  </a:ext>
                </a:extLst>
              </p:cNvPr>
              <p:cNvGraphicFramePr>
                <a:graphicFrameLocks noChangeAspect="1"/>
              </p:cNvGraphicFramePr>
              <p:nvPr>
                <p:extLst>
                  <p:ext uri="{D42A27DB-BD31-4B8C-83A1-F6EECF244321}">
                    <p14:modId xmlns:p14="http://schemas.microsoft.com/office/powerpoint/2010/main" val="1772644451"/>
                  </p:ext>
                </p:extLst>
              </p:nvPr>
            </p:nvGraphicFramePr>
            <p:xfrm>
              <a:off x="4029" y="2693"/>
              <a:ext cx="172" cy="264"/>
            </p:xfrm>
            <a:graphic>
              <a:graphicData uri="http://schemas.openxmlformats.org/presentationml/2006/ole">
                <mc:AlternateContent xmlns:mc="http://schemas.openxmlformats.org/markup-compatibility/2006">
                  <mc:Choice xmlns:v="urn:schemas-microsoft-com:vml" Requires="v">
                    <p:oleObj name="Equation" r:id="rId29" imgW="152334" imgH="228501" progId="Equation.DSMT4">
                      <p:embed/>
                    </p:oleObj>
                  </mc:Choice>
                  <mc:Fallback>
                    <p:oleObj name="Equation" r:id="rId29" imgW="152334" imgH="228501" progId="Equation.DSMT4">
                      <p:embed/>
                      <p:pic>
                        <p:nvPicPr>
                          <p:cNvPr id="0" name="Object 48"/>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029" y="2693"/>
                            <a:ext cx="17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1180" name="Object 49">
                <a:extLst>
                  <a:ext uri="{FF2B5EF4-FFF2-40B4-BE49-F238E27FC236}">
                    <a16:creationId xmlns:a16="http://schemas.microsoft.com/office/drawing/2014/main" id="{CB665D62-123D-E29C-0DA8-F825288D138C}"/>
                  </a:ext>
                </a:extLst>
              </p:cNvPr>
              <p:cNvGraphicFramePr>
                <a:graphicFrameLocks noChangeAspect="1"/>
              </p:cNvGraphicFramePr>
              <p:nvPr>
                <p:extLst>
                  <p:ext uri="{D42A27DB-BD31-4B8C-83A1-F6EECF244321}">
                    <p14:modId xmlns:p14="http://schemas.microsoft.com/office/powerpoint/2010/main" val="1488094898"/>
                  </p:ext>
                </p:extLst>
              </p:nvPr>
            </p:nvGraphicFramePr>
            <p:xfrm>
              <a:off x="4051" y="2932"/>
              <a:ext cx="156" cy="260"/>
            </p:xfrm>
            <a:graphic>
              <a:graphicData uri="http://schemas.openxmlformats.org/presentationml/2006/ole">
                <mc:AlternateContent xmlns:mc="http://schemas.openxmlformats.org/markup-compatibility/2006">
                  <mc:Choice xmlns:v="urn:schemas-microsoft-com:vml" Requires="v">
                    <p:oleObj name="Equation" r:id="rId31" imgW="139700" imgH="228600" progId="Equation.DSMT4">
                      <p:embed/>
                    </p:oleObj>
                  </mc:Choice>
                  <mc:Fallback>
                    <p:oleObj name="Equation" r:id="rId31" imgW="139700" imgH="228600" progId="Equation.DSMT4">
                      <p:embed/>
                      <p:pic>
                        <p:nvPicPr>
                          <p:cNvPr id="0" name="Object 49"/>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051" y="2932"/>
                            <a:ext cx="156"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81" name="Freeform 50">
                <a:extLst>
                  <a:ext uri="{FF2B5EF4-FFF2-40B4-BE49-F238E27FC236}">
                    <a16:creationId xmlns:a16="http://schemas.microsoft.com/office/drawing/2014/main" id="{736A54F8-DA0E-3589-2DD7-80C64752A875}"/>
                  </a:ext>
                </a:extLst>
              </p:cNvPr>
              <p:cNvSpPr>
                <a:spLocks/>
              </p:cNvSpPr>
              <p:nvPr/>
            </p:nvSpPr>
            <p:spPr bwMode="auto">
              <a:xfrm>
                <a:off x="4694" y="2790"/>
                <a:ext cx="97" cy="141"/>
              </a:xfrm>
              <a:custGeom>
                <a:avLst/>
                <a:gdLst>
                  <a:gd name="T0" fmla="*/ 0 w 144"/>
                  <a:gd name="T1" fmla="*/ 0 h 240"/>
                  <a:gd name="T2" fmla="*/ 2 w 144"/>
                  <a:gd name="T3" fmla="*/ 1 h 240"/>
                  <a:gd name="T4" fmla="*/ 3 w 144"/>
                  <a:gd name="T5" fmla="*/ 1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cubicBezTo>
                      <a:pt x="36" y="28"/>
                      <a:pt x="72" y="56"/>
                      <a:pt x="96" y="96"/>
                    </a:cubicBezTo>
                    <a:cubicBezTo>
                      <a:pt x="120" y="136"/>
                      <a:pt x="132" y="188"/>
                      <a:pt x="144" y="2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1182" name="Object 51">
                <a:extLst>
                  <a:ext uri="{FF2B5EF4-FFF2-40B4-BE49-F238E27FC236}">
                    <a16:creationId xmlns:a16="http://schemas.microsoft.com/office/drawing/2014/main" id="{7A83F7FA-F333-8A09-8A0C-D8BCA8AABC32}"/>
                  </a:ext>
                </a:extLst>
              </p:cNvPr>
              <p:cNvGraphicFramePr>
                <a:graphicFrameLocks noChangeAspect="1"/>
              </p:cNvGraphicFramePr>
              <p:nvPr>
                <p:extLst>
                  <p:ext uri="{D42A27DB-BD31-4B8C-83A1-F6EECF244321}">
                    <p14:modId xmlns:p14="http://schemas.microsoft.com/office/powerpoint/2010/main" val="363879275"/>
                  </p:ext>
                </p:extLst>
              </p:nvPr>
            </p:nvGraphicFramePr>
            <p:xfrm>
              <a:off x="4785" y="2704"/>
              <a:ext cx="168" cy="259"/>
            </p:xfrm>
            <a:graphic>
              <a:graphicData uri="http://schemas.openxmlformats.org/presentationml/2006/ole">
                <mc:AlternateContent xmlns:mc="http://schemas.openxmlformats.org/markup-compatibility/2006">
                  <mc:Choice xmlns:v="urn:schemas-microsoft-com:vml" Requires="v">
                    <p:oleObj name="Equation" r:id="rId33" imgW="152334" imgH="228501" progId="Equation.DSMT4">
                      <p:embed/>
                    </p:oleObj>
                  </mc:Choice>
                  <mc:Fallback>
                    <p:oleObj name="Equation" r:id="rId33" imgW="152334" imgH="228501" progId="Equation.DSMT4">
                      <p:embed/>
                      <p:pic>
                        <p:nvPicPr>
                          <p:cNvPr id="0" name="Object 5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85" y="2704"/>
                            <a:ext cx="16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1183" name="Freeform 52">
                <a:extLst>
                  <a:ext uri="{FF2B5EF4-FFF2-40B4-BE49-F238E27FC236}">
                    <a16:creationId xmlns:a16="http://schemas.microsoft.com/office/drawing/2014/main" id="{6526A231-5D31-CA54-3621-FDB23EBDCC48}"/>
                  </a:ext>
                </a:extLst>
              </p:cNvPr>
              <p:cNvSpPr>
                <a:spLocks/>
              </p:cNvSpPr>
              <p:nvPr/>
            </p:nvSpPr>
            <p:spPr bwMode="auto">
              <a:xfrm>
                <a:off x="4200" y="2804"/>
                <a:ext cx="97" cy="131"/>
              </a:xfrm>
              <a:custGeom>
                <a:avLst/>
                <a:gdLst>
                  <a:gd name="T0" fmla="*/ 3 w 144"/>
                  <a:gd name="T1" fmla="*/ 0 h 192"/>
                  <a:gd name="T2" fmla="*/ 1 w 144"/>
                  <a:gd name="T3" fmla="*/ 1 h 192"/>
                  <a:gd name="T4" fmla="*/ 0 w 144"/>
                  <a:gd name="T5" fmla="*/ 5 h 192"/>
                  <a:gd name="T6" fmla="*/ 0 60000 65536"/>
                  <a:gd name="T7" fmla="*/ 0 60000 65536"/>
                  <a:gd name="T8" fmla="*/ 0 60000 65536"/>
                </a:gdLst>
                <a:ahLst/>
                <a:cxnLst>
                  <a:cxn ang="T6">
                    <a:pos x="T0" y="T1"/>
                  </a:cxn>
                  <a:cxn ang="T7">
                    <a:pos x="T2" y="T3"/>
                  </a:cxn>
                  <a:cxn ang="T8">
                    <a:pos x="T4" y="T5"/>
                  </a:cxn>
                </a:cxnLst>
                <a:rect l="0" t="0" r="r" b="b"/>
                <a:pathLst>
                  <a:path w="144" h="192">
                    <a:moveTo>
                      <a:pt x="144" y="0"/>
                    </a:moveTo>
                    <a:cubicBezTo>
                      <a:pt x="108" y="8"/>
                      <a:pt x="72" y="16"/>
                      <a:pt x="48" y="48"/>
                    </a:cubicBezTo>
                    <a:cubicBezTo>
                      <a:pt x="24" y="80"/>
                      <a:pt x="12" y="13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84" name="Freeform 53">
                <a:extLst>
                  <a:ext uri="{FF2B5EF4-FFF2-40B4-BE49-F238E27FC236}">
                    <a16:creationId xmlns:a16="http://schemas.microsoft.com/office/drawing/2014/main" id="{CA797BB9-3720-12A6-14D2-EE595519B8DF}"/>
                  </a:ext>
                </a:extLst>
              </p:cNvPr>
              <p:cNvSpPr>
                <a:spLocks/>
              </p:cNvSpPr>
              <p:nvPr/>
            </p:nvSpPr>
            <p:spPr bwMode="auto">
              <a:xfrm>
                <a:off x="4221" y="2935"/>
                <a:ext cx="76" cy="132"/>
              </a:xfrm>
              <a:custGeom>
                <a:avLst/>
                <a:gdLst>
                  <a:gd name="T0" fmla="*/ 1 w 112"/>
                  <a:gd name="T1" fmla="*/ 0 h 192"/>
                  <a:gd name="T2" fmla="*/ 1 w 112"/>
                  <a:gd name="T3" fmla="*/ 2 h 192"/>
                  <a:gd name="T4" fmla="*/ 2 w 112"/>
                  <a:gd name="T5" fmla="*/ 5 h 192"/>
                  <a:gd name="T6" fmla="*/ 0 60000 65536"/>
                  <a:gd name="T7" fmla="*/ 0 60000 65536"/>
                  <a:gd name="T8" fmla="*/ 0 60000 65536"/>
                </a:gdLst>
                <a:ahLst/>
                <a:cxnLst>
                  <a:cxn ang="T6">
                    <a:pos x="T0" y="T1"/>
                  </a:cxn>
                  <a:cxn ang="T7">
                    <a:pos x="T2" y="T3"/>
                  </a:cxn>
                  <a:cxn ang="T8">
                    <a:pos x="T4" y="T5"/>
                  </a:cxn>
                </a:cxnLst>
                <a:rect l="0" t="0" r="r" b="b"/>
                <a:pathLst>
                  <a:path w="112" h="192">
                    <a:moveTo>
                      <a:pt x="16" y="0"/>
                    </a:moveTo>
                    <a:cubicBezTo>
                      <a:pt x="8" y="32"/>
                      <a:pt x="0" y="64"/>
                      <a:pt x="16" y="96"/>
                    </a:cubicBezTo>
                    <a:cubicBezTo>
                      <a:pt x="32" y="128"/>
                      <a:pt x="72" y="160"/>
                      <a:pt x="112"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1185" name="Text Box 54">
                <a:extLst>
                  <a:ext uri="{FF2B5EF4-FFF2-40B4-BE49-F238E27FC236}">
                    <a16:creationId xmlns:a16="http://schemas.microsoft.com/office/drawing/2014/main" id="{83968A3C-7EEE-EF1D-4DB9-9C1A5999DEBA}"/>
                  </a:ext>
                </a:extLst>
              </p:cNvPr>
              <p:cNvSpPr txBox="1">
                <a:spLocks noChangeArrowheads="1"/>
              </p:cNvSpPr>
              <p:nvPr/>
            </p:nvSpPr>
            <p:spPr bwMode="auto">
              <a:xfrm>
                <a:off x="4450" y="1917"/>
                <a:ext cx="2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660033"/>
                    </a:solidFill>
                    <a:latin typeface="Times New Roman" panose="02020603050405020304" pitchFamily="18" charset="0"/>
                  </a:rPr>
                  <a:t>x</a:t>
                </a:r>
              </a:p>
            </p:txBody>
          </p:sp>
        </p:grpSp>
        <p:sp>
          <p:nvSpPr>
            <p:cNvPr id="91148" name="Rectangle 55">
              <a:extLst>
                <a:ext uri="{FF2B5EF4-FFF2-40B4-BE49-F238E27FC236}">
                  <a16:creationId xmlns:a16="http://schemas.microsoft.com/office/drawing/2014/main" id="{2BA16FA4-9341-DC09-9354-AC99411BF478}"/>
                </a:ext>
              </a:extLst>
            </p:cNvPr>
            <p:cNvSpPr>
              <a:spLocks noChangeArrowheads="1"/>
            </p:cNvSpPr>
            <p:nvPr/>
          </p:nvSpPr>
          <p:spPr bwMode="auto">
            <a:xfrm>
              <a:off x="4414" y="2963"/>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000" i="1">
                  <a:solidFill>
                    <a:srgbClr val="660033"/>
                  </a:solidFill>
                  <a:latin typeface="Times New Roman" panose="02020603050405020304" pitchFamily="18" charset="0"/>
                  <a:ea typeface="楷体_GB2312" pitchFamily="49" charset="-122"/>
                </a:rPr>
                <a:t>O</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5001"/>
                                        </p:tgtEl>
                                        <p:attrNameLst>
                                          <p:attrName>style.visibility</p:attrName>
                                        </p:attrNameLst>
                                      </p:cBhvr>
                                      <p:to>
                                        <p:strVal val="visible"/>
                                      </p:to>
                                    </p:set>
                                    <p:animEffect transition="in" filter="wipe(up)">
                                      <p:cBhvr>
                                        <p:cTn id="7" dur="2000"/>
                                        <p:tgtEl>
                                          <p:spTgt spid="85001"/>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85002"/>
                                        </p:tgtEl>
                                        <p:attrNameLst>
                                          <p:attrName>style.visibility</p:attrName>
                                        </p:attrNameLst>
                                      </p:cBhvr>
                                      <p:to>
                                        <p:strVal val="visible"/>
                                      </p:to>
                                    </p:set>
                                    <p:animEffect transition="in" filter="fade">
                                      <p:cBhvr>
                                        <p:cTn id="11" dur="2000"/>
                                        <p:tgtEl>
                                          <p:spTgt spid="85002"/>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84996"/>
                                        </p:tgtEl>
                                        <p:attrNameLst>
                                          <p:attrName>style.visibility</p:attrName>
                                        </p:attrNameLst>
                                      </p:cBhvr>
                                      <p:to>
                                        <p:strVal val="visible"/>
                                      </p:to>
                                    </p:set>
                                    <p:animEffect transition="in" filter="wipe(up)">
                                      <p:cBhvr>
                                        <p:cTn id="16" dur="2000"/>
                                        <p:tgtEl>
                                          <p:spTgt spid="84996"/>
                                        </p:tgtEl>
                                      </p:cBhvr>
                                    </p:animEffect>
                                  </p:childTnLst>
                                </p:cTn>
                              </p:par>
                            </p:childTnLst>
                          </p:cTn>
                        </p:par>
                        <p:par>
                          <p:cTn id="17" fill="hold" nodeType="afterGroup">
                            <p:stCondLst>
                              <p:cond delay="2000"/>
                            </p:stCondLst>
                            <p:childTnLst>
                              <p:par>
                                <p:cTn id="18" presetID="22" presetClass="entr" presetSubtype="1" fill="hold" nodeType="afterEffect">
                                  <p:stCondLst>
                                    <p:cond delay="0"/>
                                  </p:stCondLst>
                                  <p:childTnLst>
                                    <p:set>
                                      <p:cBhvr>
                                        <p:cTn id="19" dur="1" fill="hold">
                                          <p:stCondLst>
                                            <p:cond delay="0"/>
                                          </p:stCondLst>
                                        </p:cTn>
                                        <p:tgtEl>
                                          <p:spTgt spid="84995"/>
                                        </p:tgtEl>
                                        <p:attrNameLst>
                                          <p:attrName>style.visibility</p:attrName>
                                        </p:attrNameLst>
                                      </p:cBhvr>
                                      <p:to>
                                        <p:strVal val="visible"/>
                                      </p:to>
                                    </p:set>
                                    <p:animEffect transition="in" filter="wipe(up)">
                                      <p:cBhvr>
                                        <p:cTn id="20" dur="2000"/>
                                        <p:tgtEl>
                                          <p:spTgt spid="84995"/>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84997"/>
                                        </p:tgtEl>
                                        <p:attrNameLst>
                                          <p:attrName>style.visibility</p:attrName>
                                        </p:attrNameLst>
                                      </p:cBhvr>
                                      <p:to>
                                        <p:strVal val="visible"/>
                                      </p:to>
                                    </p:set>
                                    <p:animEffect transition="in" filter="wipe(up)">
                                      <p:cBhvr>
                                        <p:cTn id="25" dur="2000"/>
                                        <p:tgtEl>
                                          <p:spTgt spid="84997"/>
                                        </p:tgtEl>
                                      </p:cBhvr>
                                    </p:animEffect>
                                  </p:childTnLst>
                                </p:cTn>
                              </p:par>
                            </p:childTnLst>
                          </p:cTn>
                        </p:par>
                        <p:par>
                          <p:cTn id="26" fill="hold" nodeType="afterGroup">
                            <p:stCondLst>
                              <p:cond delay="2000"/>
                            </p:stCondLst>
                            <p:childTnLst>
                              <p:par>
                                <p:cTn id="27" presetID="22" presetClass="entr" presetSubtype="1" fill="hold" nodeType="afterEffect">
                                  <p:stCondLst>
                                    <p:cond delay="0"/>
                                  </p:stCondLst>
                                  <p:childTnLst>
                                    <p:set>
                                      <p:cBhvr>
                                        <p:cTn id="28" dur="1" fill="hold">
                                          <p:stCondLst>
                                            <p:cond delay="0"/>
                                          </p:stCondLst>
                                        </p:cTn>
                                        <p:tgtEl>
                                          <p:spTgt spid="84994"/>
                                        </p:tgtEl>
                                        <p:attrNameLst>
                                          <p:attrName>style.visibility</p:attrName>
                                        </p:attrNameLst>
                                      </p:cBhvr>
                                      <p:to>
                                        <p:strVal val="visible"/>
                                      </p:to>
                                    </p:set>
                                    <p:animEffect transition="in" filter="wipe(up)">
                                      <p:cBhvr>
                                        <p:cTn id="29" dur="2000"/>
                                        <p:tgtEl>
                                          <p:spTgt spid="8499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84999"/>
                                        </p:tgtEl>
                                        <p:attrNameLst>
                                          <p:attrName>style.visibility</p:attrName>
                                        </p:attrNameLst>
                                      </p:cBhvr>
                                      <p:to>
                                        <p:strVal val="visible"/>
                                      </p:to>
                                    </p:set>
                                    <p:animEffect transition="in" filter="wipe(up)">
                                      <p:cBhvr>
                                        <p:cTn id="34" dur="2000"/>
                                        <p:tgtEl>
                                          <p:spTgt spid="84999"/>
                                        </p:tgtEl>
                                      </p:cBhvr>
                                    </p:animEffect>
                                  </p:childTnLst>
                                </p:cTn>
                              </p:par>
                            </p:childTnLst>
                          </p:cTn>
                        </p:par>
                        <p:par>
                          <p:cTn id="35" fill="hold" nodeType="afterGroup">
                            <p:stCondLst>
                              <p:cond delay="2000"/>
                            </p:stCondLst>
                            <p:childTnLst>
                              <p:par>
                                <p:cTn id="36" presetID="22" presetClass="entr" presetSubtype="1" fill="hold" grpId="0" nodeType="afterEffect">
                                  <p:stCondLst>
                                    <p:cond delay="0"/>
                                  </p:stCondLst>
                                  <p:childTnLst>
                                    <p:set>
                                      <p:cBhvr>
                                        <p:cTn id="37" dur="1" fill="hold">
                                          <p:stCondLst>
                                            <p:cond delay="0"/>
                                          </p:stCondLst>
                                        </p:cTn>
                                        <p:tgtEl>
                                          <p:spTgt spid="85000"/>
                                        </p:tgtEl>
                                        <p:attrNameLst>
                                          <p:attrName>style.visibility</p:attrName>
                                        </p:attrNameLst>
                                      </p:cBhvr>
                                      <p:to>
                                        <p:strVal val="visible"/>
                                      </p:to>
                                    </p:set>
                                    <p:animEffect transition="in" filter="wipe(up)">
                                      <p:cBhvr>
                                        <p:cTn id="38" dur="2000"/>
                                        <p:tgtEl>
                                          <p:spTgt spid="85000"/>
                                        </p:tgtEl>
                                      </p:cBhvr>
                                    </p:animEffect>
                                  </p:childTnLst>
                                </p:cTn>
                              </p:par>
                            </p:childTnLst>
                          </p:cTn>
                        </p:par>
                        <p:par>
                          <p:cTn id="39" fill="hold" nodeType="afterGroup">
                            <p:stCondLst>
                              <p:cond delay="4000"/>
                            </p:stCondLst>
                            <p:childTnLst>
                              <p:par>
                                <p:cTn id="40" presetID="22" presetClass="entr" presetSubtype="1" fill="hold" nodeType="afterEffect">
                                  <p:stCondLst>
                                    <p:cond delay="0"/>
                                  </p:stCondLst>
                                  <p:childTnLst>
                                    <p:set>
                                      <p:cBhvr>
                                        <p:cTn id="41" dur="1" fill="hold">
                                          <p:stCondLst>
                                            <p:cond delay="0"/>
                                          </p:stCondLst>
                                        </p:cTn>
                                        <p:tgtEl>
                                          <p:spTgt spid="84998"/>
                                        </p:tgtEl>
                                        <p:attrNameLst>
                                          <p:attrName>style.visibility</p:attrName>
                                        </p:attrNameLst>
                                      </p:cBhvr>
                                      <p:to>
                                        <p:strVal val="visible"/>
                                      </p:to>
                                    </p:set>
                                    <p:animEffect transition="in" filter="wipe(up)">
                                      <p:cBhvr>
                                        <p:cTn id="42" dur="2000"/>
                                        <p:tgtEl>
                                          <p:spTgt spid="849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996" grpId="0"/>
      <p:bldP spid="84997" grpId="0"/>
      <p:bldP spid="85000" grpId="0"/>
      <p:bldP spid="8500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6018" name="Object 2">
            <a:extLst>
              <a:ext uri="{FF2B5EF4-FFF2-40B4-BE49-F238E27FC236}">
                <a16:creationId xmlns:a16="http://schemas.microsoft.com/office/drawing/2014/main" id="{FA0AD81E-C905-A434-FC87-DF3FFE59E88F}"/>
              </a:ext>
            </a:extLst>
          </p:cNvPr>
          <p:cNvGraphicFramePr>
            <a:graphicFrameLocks noChangeAspect="1"/>
          </p:cNvGraphicFramePr>
          <p:nvPr>
            <p:extLst>
              <p:ext uri="{D42A27DB-BD31-4B8C-83A1-F6EECF244321}">
                <p14:modId xmlns:p14="http://schemas.microsoft.com/office/powerpoint/2010/main" val="2348789877"/>
              </p:ext>
            </p:extLst>
          </p:nvPr>
        </p:nvGraphicFramePr>
        <p:xfrm>
          <a:off x="1116013" y="3717925"/>
          <a:ext cx="3197225" cy="577850"/>
        </p:xfrm>
        <a:graphic>
          <a:graphicData uri="http://schemas.openxmlformats.org/presentationml/2006/ole">
            <mc:AlternateContent xmlns:mc="http://schemas.openxmlformats.org/markup-compatibility/2006">
              <mc:Choice xmlns:v="urn:schemas-microsoft-com:vml" Requires="v">
                <p:oleObj name="Equation" r:id="rId2" imgW="1384395" imgH="228600" progId="Equation.DSMT4">
                  <p:embed/>
                </p:oleObj>
              </mc:Choice>
              <mc:Fallback>
                <p:oleObj name="Equation" r:id="rId2" imgW="1384395" imgH="228600"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6013" y="3717925"/>
                        <a:ext cx="3197225" cy="577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19" name="Object 3">
            <a:extLst>
              <a:ext uri="{FF2B5EF4-FFF2-40B4-BE49-F238E27FC236}">
                <a16:creationId xmlns:a16="http://schemas.microsoft.com/office/drawing/2014/main" id="{5D60A65B-4721-031B-CA63-2F396D0F8D80}"/>
              </a:ext>
            </a:extLst>
          </p:cNvPr>
          <p:cNvGraphicFramePr>
            <a:graphicFrameLocks noChangeAspect="1"/>
          </p:cNvGraphicFramePr>
          <p:nvPr>
            <p:extLst>
              <p:ext uri="{D42A27DB-BD31-4B8C-83A1-F6EECF244321}">
                <p14:modId xmlns:p14="http://schemas.microsoft.com/office/powerpoint/2010/main" val="3133017059"/>
              </p:ext>
            </p:extLst>
          </p:nvPr>
        </p:nvGraphicFramePr>
        <p:xfrm>
          <a:off x="755650" y="1485900"/>
          <a:ext cx="3159125" cy="554038"/>
        </p:xfrm>
        <a:graphic>
          <a:graphicData uri="http://schemas.openxmlformats.org/presentationml/2006/ole">
            <mc:AlternateContent xmlns:mc="http://schemas.openxmlformats.org/markup-compatibility/2006">
              <mc:Choice xmlns:v="urn:schemas-microsoft-com:vml" Requires="v">
                <p:oleObj name="Equation" r:id="rId4" imgW="1295348" imgH="228600" progId="Equation.DSMT4">
                  <p:embed/>
                </p:oleObj>
              </mc:Choice>
              <mc:Fallback>
                <p:oleObj name="Equation" r:id="rId4" imgW="1295348" imgH="2286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1485900"/>
                        <a:ext cx="3159125" cy="554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6020" name="Text Box 4">
            <a:extLst>
              <a:ext uri="{FF2B5EF4-FFF2-40B4-BE49-F238E27FC236}">
                <a16:creationId xmlns:a16="http://schemas.microsoft.com/office/drawing/2014/main" id="{6EED66B4-44E1-F910-13E3-13400C5DFEFA}"/>
              </a:ext>
            </a:extLst>
          </p:cNvPr>
          <p:cNvSpPr txBox="1">
            <a:spLocks noChangeArrowheads="1"/>
          </p:cNvSpPr>
          <p:nvPr/>
        </p:nvSpPr>
        <p:spPr bwMode="auto">
          <a:xfrm>
            <a:off x="107950" y="765175"/>
            <a:ext cx="51117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6"/>
              </a:buBlip>
            </a:pPr>
            <a:r>
              <a:rPr kumimoji="1" lang="zh-CN" altLang="en-US" b="1">
                <a:solidFill>
                  <a:srgbClr val="FFFFFF"/>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1</a:t>
            </a:r>
            <a:r>
              <a:rPr kumimoji="1" lang="zh-CN" altLang="en-US" b="1">
                <a:solidFill>
                  <a:srgbClr val="FFBDDE"/>
                </a:solidFill>
                <a:latin typeface="Times New Roman" panose="02020603050405020304" pitchFamily="18" charset="0"/>
              </a:rPr>
              <a:t>中的合成波</a:t>
            </a:r>
          </a:p>
        </p:txBody>
      </p:sp>
      <p:graphicFrame>
        <p:nvGraphicFramePr>
          <p:cNvPr id="86021" name="Object 5">
            <a:extLst>
              <a:ext uri="{FF2B5EF4-FFF2-40B4-BE49-F238E27FC236}">
                <a16:creationId xmlns:a16="http://schemas.microsoft.com/office/drawing/2014/main" id="{EA9AF33E-5090-89DD-B329-975E7EB88050}"/>
              </a:ext>
            </a:extLst>
          </p:cNvPr>
          <p:cNvGraphicFramePr>
            <a:graphicFrameLocks noChangeAspect="1"/>
          </p:cNvGraphicFramePr>
          <p:nvPr>
            <p:extLst>
              <p:ext uri="{D42A27DB-BD31-4B8C-83A1-F6EECF244321}">
                <p14:modId xmlns:p14="http://schemas.microsoft.com/office/powerpoint/2010/main" val="2474114153"/>
              </p:ext>
            </p:extLst>
          </p:nvPr>
        </p:nvGraphicFramePr>
        <p:xfrm>
          <a:off x="1616075" y="2133600"/>
          <a:ext cx="7277100" cy="1131888"/>
        </p:xfrm>
        <a:graphic>
          <a:graphicData uri="http://schemas.openxmlformats.org/presentationml/2006/ole">
            <mc:AlternateContent xmlns:mc="http://schemas.openxmlformats.org/markup-compatibility/2006">
              <mc:Choice xmlns:v="urn:schemas-microsoft-com:vml" Requires="v">
                <p:oleObj name="Equation" r:id="rId7" imgW="2806657" imgH="457200" progId="Equation.DSMT4">
                  <p:embed/>
                </p:oleObj>
              </mc:Choice>
              <mc:Fallback>
                <p:oleObj name="Equation" r:id="rId7" imgW="2806657" imgH="4572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16075" y="2133600"/>
                        <a:ext cx="7277100" cy="1131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6022" name="Object 6">
            <a:extLst>
              <a:ext uri="{FF2B5EF4-FFF2-40B4-BE49-F238E27FC236}">
                <a16:creationId xmlns:a16="http://schemas.microsoft.com/office/drawing/2014/main" id="{6DBA83E0-BC8D-3AFC-E308-3923BD7EF96F}"/>
              </a:ext>
            </a:extLst>
          </p:cNvPr>
          <p:cNvGraphicFramePr>
            <a:graphicFrameLocks noChangeAspect="1"/>
          </p:cNvGraphicFramePr>
          <p:nvPr>
            <p:extLst>
              <p:ext uri="{D42A27DB-BD31-4B8C-83A1-F6EECF244321}">
                <p14:modId xmlns:p14="http://schemas.microsoft.com/office/powerpoint/2010/main" val="2103668090"/>
              </p:ext>
            </p:extLst>
          </p:nvPr>
        </p:nvGraphicFramePr>
        <p:xfrm>
          <a:off x="2024063" y="4311650"/>
          <a:ext cx="5788025" cy="1062038"/>
        </p:xfrm>
        <a:graphic>
          <a:graphicData uri="http://schemas.openxmlformats.org/presentationml/2006/ole">
            <mc:AlternateContent xmlns:mc="http://schemas.openxmlformats.org/markup-compatibility/2006">
              <mc:Choice xmlns:v="urn:schemas-microsoft-com:vml" Requires="v">
                <p:oleObj name="Equation" r:id="rId9" imgW="2336869" imgH="406492" progId="Equation.DSMT4">
                  <p:embed/>
                </p:oleObj>
              </mc:Choice>
              <mc:Fallback>
                <p:oleObj name="Equation" r:id="rId9" imgW="2336869" imgH="406492"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24063" y="4311650"/>
                        <a:ext cx="5788025" cy="1062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6020"/>
                                        </p:tgtEl>
                                        <p:attrNameLst>
                                          <p:attrName>style.visibility</p:attrName>
                                        </p:attrNameLst>
                                      </p:cBhvr>
                                      <p:to>
                                        <p:strVal val="visible"/>
                                      </p:to>
                                    </p:set>
                                    <p:animEffect transition="in" filter="wipe(up)">
                                      <p:cBhvr>
                                        <p:cTn id="7" dur="2000"/>
                                        <p:tgtEl>
                                          <p:spTgt spid="860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6019"/>
                                        </p:tgtEl>
                                        <p:attrNameLst>
                                          <p:attrName>style.visibility</p:attrName>
                                        </p:attrNameLst>
                                      </p:cBhvr>
                                      <p:to>
                                        <p:strVal val="visible"/>
                                      </p:to>
                                    </p:set>
                                    <p:animEffect transition="in" filter="wipe(up)">
                                      <p:cBhvr>
                                        <p:cTn id="12" dur="2000"/>
                                        <p:tgtEl>
                                          <p:spTgt spid="860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86021"/>
                                        </p:tgtEl>
                                        <p:attrNameLst>
                                          <p:attrName>style.visibility</p:attrName>
                                        </p:attrNameLst>
                                      </p:cBhvr>
                                      <p:to>
                                        <p:strVal val="visible"/>
                                      </p:to>
                                    </p:set>
                                    <p:animEffect transition="in" filter="wipe(up)">
                                      <p:cBhvr>
                                        <p:cTn id="17" dur="2000"/>
                                        <p:tgtEl>
                                          <p:spTgt spid="860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86018"/>
                                        </p:tgtEl>
                                        <p:attrNameLst>
                                          <p:attrName>style.visibility</p:attrName>
                                        </p:attrNameLst>
                                      </p:cBhvr>
                                      <p:to>
                                        <p:strVal val="visible"/>
                                      </p:to>
                                    </p:set>
                                    <p:animEffect transition="in" filter="wipe(up)">
                                      <p:cBhvr>
                                        <p:cTn id="22" dur="2000"/>
                                        <p:tgtEl>
                                          <p:spTgt spid="8601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86022"/>
                                        </p:tgtEl>
                                        <p:attrNameLst>
                                          <p:attrName>style.visibility</p:attrName>
                                        </p:attrNameLst>
                                      </p:cBhvr>
                                      <p:to>
                                        <p:strVal val="visible"/>
                                      </p:to>
                                    </p:set>
                                    <p:animEffect transition="in" filter="wipe(up)">
                                      <p:cBhvr>
                                        <p:cTn id="27" dur="2000"/>
                                        <p:tgtEl>
                                          <p:spTgt spid="860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602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7042" name="Object 2">
            <a:extLst>
              <a:ext uri="{FF2B5EF4-FFF2-40B4-BE49-F238E27FC236}">
                <a16:creationId xmlns:a16="http://schemas.microsoft.com/office/drawing/2014/main" id="{5A6AB87B-5B6F-4D8C-B0EA-680F311A738A}"/>
              </a:ext>
            </a:extLst>
          </p:cNvPr>
          <p:cNvGraphicFramePr>
            <a:graphicFrameLocks noChangeAspect="1"/>
          </p:cNvGraphicFramePr>
          <p:nvPr>
            <p:extLst>
              <p:ext uri="{D42A27DB-BD31-4B8C-83A1-F6EECF244321}">
                <p14:modId xmlns:p14="http://schemas.microsoft.com/office/powerpoint/2010/main" val="4161991392"/>
              </p:ext>
            </p:extLst>
          </p:nvPr>
        </p:nvGraphicFramePr>
        <p:xfrm>
          <a:off x="582613" y="2852738"/>
          <a:ext cx="4437062" cy="2001837"/>
        </p:xfrm>
        <a:graphic>
          <a:graphicData uri="http://schemas.openxmlformats.org/presentationml/2006/ole">
            <mc:AlternateContent xmlns:mc="http://schemas.openxmlformats.org/markup-compatibility/2006">
              <mc:Choice xmlns:v="urn:schemas-microsoft-com:vml" Requires="v">
                <p:oleObj name="Equation" r:id="rId2" imgW="1943230" imgH="863692" progId="Equation.DSMT4">
                  <p:embed/>
                </p:oleObj>
              </mc:Choice>
              <mc:Fallback>
                <p:oleObj name="Equation" r:id="rId2" imgW="1943230" imgH="863692"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3" y="2852738"/>
                        <a:ext cx="4437062" cy="20018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3" name="Object 3">
            <a:extLst>
              <a:ext uri="{FF2B5EF4-FFF2-40B4-BE49-F238E27FC236}">
                <a16:creationId xmlns:a16="http://schemas.microsoft.com/office/drawing/2014/main" id="{85AE23BE-5F49-5087-C0EA-B71110EE2A75}"/>
              </a:ext>
            </a:extLst>
          </p:cNvPr>
          <p:cNvGraphicFramePr>
            <a:graphicFrameLocks noChangeAspect="1"/>
          </p:cNvGraphicFramePr>
          <p:nvPr>
            <p:extLst>
              <p:ext uri="{D42A27DB-BD31-4B8C-83A1-F6EECF244321}">
                <p14:modId xmlns:p14="http://schemas.microsoft.com/office/powerpoint/2010/main" val="1365399225"/>
              </p:ext>
            </p:extLst>
          </p:nvPr>
        </p:nvGraphicFramePr>
        <p:xfrm>
          <a:off x="623888" y="1341438"/>
          <a:ext cx="6813550" cy="585787"/>
        </p:xfrm>
        <a:graphic>
          <a:graphicData uri="http://schemas.openxmlformats.org/presentationml/2006/ole">
            <mc:AlternateContent xmlns:mc="http://schemas.openxmlformats.org/markup-compatibility/2006">
              <mc:Choice xmlns:v="urn:schemas-microsoft-com:vml" Requires="v">
                <p:oleObj name="Equation" r:id="rId4" imgW="3035101" imgH="241485" progId="Equation.DSMT4">
                  <p:embed/>
                </p:oleObj>
              </mc:Choice>
              <mc:Fallback>
                <p:oleObj name="Equation" r:id="rId4" imgW="3035101" imgH="24148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3888" y="1341438"/>
                        <a:ext cx="6813550" cy="5857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4" name="Object 4">
            <a:extLst>
              <a:ext uri="{FF2B5EF4-FFF2-40B4-BE49-F238E27FC236}">
                <a16:creationId xmlns:a16="http://schemas.microsoft.com/office/drawing/2014/main" id="{A21207C9-AC06-48C4-0A74-1CBC01C4FBED}"/>
              </a:ext>
            </a:extLst>
          </p:cNvPr>
          <p:cNvGraphicFramePr>
            <a:graphicFrameLocks noChangeAspect="1"/>
          </p:cNvGraphicFramePr>
          <p:nvPr>
            <p:extLst>
              <p:ext uri="{D42A27DB-BD31-4B8C-83A1-F6EECF244321}">
                <p14:modId xmlns:p14="http://schemas.microsoft.com/office/powerpoint/2010/main" val="2012726571"/>
              </p:ext>
            </p:extLst>
          </p:nvPr>
        </p:nvGraphicFramePr>
        <p:xfrm>
          <a:off x="582613" y="2133600"/>
          <a:ext cx="8121650" cy="533400"/>
        </p:xfrm>
        <a:graphic>
          <a:graphicData uri="http://schemas.openxmlformats.org/presentationml/2006/ole">
            <mc:AlternateContent xmlns:mc="http://schemas.openxmlformats.org/markup-compatibility/2006">
              <mc:Choice xmlns:v="urn:schemas-microsoft-com:vml" Requires="v">
                <p:oleObj name="Equation" r:id="rId6" imgW="3467022" imgH="228600" progId="Equation.DSMT4">
                  <p:embed/>
                </p:oleObj>
              </mc:Choice>
              <mc:Fallback>
                <p:oleObj name="Equation" r:id="rId6" imgW="3467022" imgH="2286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613" y="2133600"/>
                        <a:ext cx="812165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7045" name="Object 5">
            <a:extLst>
              <a:ext uri="{FF2B5EF4-FFF2-40B4-BE49-F238E27FC236}">
                <a16:creationId xmlns:a16="http://schemas.microsoft.com/office/drawing/2014/main" id="{CC44596D-CCFE-F718-0166-464892CB6EFC}"/>
              </a:ext>
            </a:extLst>
          </p:cNvPr>
          <p:cNvGraphicFramePr>
            <a:graphicFrameLocks noChangeAspect="1"/>
          </p:cNvGraphicFramePr>
          <p:nvPr>
            <p:extLst>
              <p:ext uri="{D42A27DB-BD31-4B8C-83A1-F6EECF244321}">
                <p14:modId xmlns:p14="http://schemas.microsoft.com/office/powerpoint/2010/main" val="542549022"/>
              </p:ext>
            </p:extLst>
          </p:nvPr>
        </p:nvGraphicFramePr>
        <p:xfrm>
          <a:off x="1111250" y="4797425"/>
          <a:ext cx="1316038" cy="996950"/>
        </p:xfrm>
        <a:graphic>
          <a:graphicData uri="http://schemas.openxmlformats.org/presentationml/2006/ole">
            <mc:AlternateContent xmlns:mc="http://schemas.openxmlformats.org/markup-compatibility/2006">
              <mc:Choice xmlns:v="urn:schemas-microsoft-com:vml" Requires="v">
                <p:oleObj name="Equation" r:id="rId8" imgW="545935" imgH="406492" progId="Equation.DSMT4">
                  <p:embed/>
                </p:oleObj>
              </mc:Choice>
              <mc:Fallback>
                <p:oleObj name="Equation" r:id="rId8" imgW="545935" imgH="406492"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1250" y="4797425"/>
                        <a:ext cx="1316038"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7046" name="Text Box 6">
            <a:extLst>
              <a:ext uri="{FF2B5EF4-FFF2-40B4-BE49-F238E27FC236}">
                <a16:creationId xmlns:a16="http://schemas.microsoft.com/office/drawing/2014/main" id="{86073B21-438D-B24D-9DB4-3A3BBFFA331A}"/>
              </a:ext>
            </a:extLst>
          </p:cNvPr>
          <p:cNvSpPr txBox="1">
            <a:spLocks noChangeArrowheads="1"/>
          </p:cNvSpPr>
          <p:nvPr/>
        </p:nvSpPr>
        <p:spPr bwMode="auto">
          <a:xfrm>
            <a:off x="107950" y="4940300"/>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其中</a:t>
            </a:r>
          </a:p>
        </p:txBody>
      </p:sp>
      <p:sp>
        <p:nvSpPr>
          <p:cNvPr id="87047" name="Text Box 7">
            <a:extLst>
              <a:ext uri="{FF2B5EF4-FFF2-40B4-BE49-F238E27FC236}">
                <a16:creationId xmlns:a16="http://schemas.microsoft.com/office/drawing/2014/main" id="{460D3C9A-3BAB-B266-E393-F254D4DE9517}"/>
              </a:ext>
            </a:extLst>
          </p:cNvPr>
          <p:cNvSpPr txBox="1">
            <a:spLocks noChangeArrowheads="1"/>
          </p:cNvSpPr>
          <p:nvPr/>
        </p:nvSpPr>
        <p:spPr bwMode="auto">
          <a:xfrm>
            <a:off x="107950" y="549275"/>
            <a:ext cx="5256213" cy="573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10"/>
              </a:buBlip>
            </a:pPr>
            <a:r>
              <a:rPr kumimoji="1" lang="zh-CN" altLang="en-US" b="1">
                <a:solidFill>
                  <a:srgbClr val="FFBDDE"/>
                </a:solidFill>
              </a:rPr>
              <a:t>  </a:t>
            </a:r>
            <a:r>
              <a:rPr kumimoji="1" lang="zh-CN" altLang="en-US" b="1">
                <a:solidFill>
                  <a:srgbClr val="FFBDDE"/>
                </a:solidFill>
                <a:latin typeface="Times New Roman" panose="02020603050405020304" pitchFamily="18" charset="0"/>
              </a:rPr>
              <a:t>媒质</a:t>
            </a:r>
            <a:r>
              <a:rPr kumimoji="1" lang="en-US" altLang="zh-CN" b="1">
                <a:solidFill>
                  <a:srgbClr val="FFBDDE"/>
                </a:solidFill>
                <a:latin typeface="Times New Roman" panose="02020603050405020304" pitchFamily="18" charset="0"/>
              </a:rPr>
              <a:t>2</a:t>
            </a:r>
            <a:r>
              <a:rPr kumimoji="1" lang="zh-CN" altLang="en-US" b="1">
                <a:solidFill>
                  <a:srgbClr val="FFBDDE"/>
                </a:solidFill>
                <a:latin typeface="Times New Roman" panose="02020603050405020304" pitchFamily="18" charset="0"/>
              </a:rPr>
              <a:t>中的折射波</a:t>
            </a:r>
          </a:p>
        </p:txBody>
      </p:sp>
      <p:grpSp>
        <p:nvGrpSpPr>
          <p:cNvPr id="87048" name="Group 8">
            <a:extLst>
              <a:ext uri="{FF2B5EF4-FFF2-40B4-BE49-F238E27FC236}">
                <a16:creationId xmlns:a16="http://schemas.microsoft.com/office/drawing/2014/main" id="{1F88E5B9-0898-1F2F-B36C-459DF89E8D01}"/>
              </a:ext>
            </a:extLst>
          </p:cNvPr>
          <p:cNvGrpSpPr>
            <a:grpSpLocks/>
          </p:cNvGrpSpPr>
          <p:nvPr/>
        </p:nvGrpSpPr>
        <p:grpSpPr bwMode="auto">
          <a:xfrm>
            <a:off x="5076825" y="3068638"/>
            <a:ext cx="3924300" cy="3240087"/>
            <a:chOff x="3198" y="1933"/>
            <a:chExt cx="2472" cy="2041"/>
          </a:xfrm>
        </p:grpSpPr>
        <p:grpSp>
          <p:nvGrpSpPr>
            <p:cNvPr id="93193" name="Group 9">
              <a:extLst>
                <a:ext uri="{FF2B5EF4-FFF2-40B4-BE49-F238E27FC236}">
                  <a16:creationId xmlns:a16="http://schemas.microsoft.com/office/drawing/2014/main" id="{7BA05734-2645-3361-EC35-05822C9C80DB}"/>
                </a:ext>
              </a:extLst>
            </p:cNvPr>
            <p:cNvGrpSpPr>
              <a:grpSpLocks/>
            </p:cNvGrpSpPr>
            <p:nvPr/>
          </p:nvGrpSpPr>
          <p:grpSpPr bwMode="auto">
            <a:xfrm>
              <a:off x="3198" y="1933"/>
              <a:ext cx="2472" cy="2041"/>
              <a:chOff x="3198" y="1888"/>
              <a:chExt cx="2517" cy="2087"/>
            </a:xfrm>
          </p:grpSpPr>
          <p:sp>
            <p:nvSpPr>
              <p:cNvPr id="93195" name="Rectangle 10">
                <a:extLst>
                  <a:ext uri="{FF2B5EF4-FFF2-40B4-BE49-F238E27FC236}">
                    <a16:creationId xmlns:a16="http://schemas.microsoft.com/office/drawing/2014/main" id="{40511809-B078-EEFC-DDC6-BA1DACB38224}"/>
                  </a:ext>
                </a:extLst>
              </p:cNvPr>
              <p:cNvSpPr>
                <a:spLocks noChangeArrowheads="1"/>
              </p:cNvSpPr>
              <p:nvPr/>
            </p:nvSpPr>
            <p:spPr bwMode="auto">
              <a:xfrm>
                <a:off x="3198" y="1888"/>
                <a:ext cx="2517" cy="2087"/>
              </a:xfrm>
              <a:prstGeom prst="rect">
                <a:avLst/>
              </a:prstGeom>
              <a:solidFill>
                <a:srgbClr val="CCFFFF"/>
              </a:solidFill>
              <a:ln w="25400">
                <a:solidFill>
                  <a:srgbClr val="8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3196" name="Rectangle 11">
                <a:extLst>
                  <a:ext uri="{FF2B5EF4-FFF2-40B4-BE49-F238E27FC236}">
                    <a16:creationId xmlns:a16="http://schemas.microsoft.com/office/drawing/2014/main" id="{9DA3B466-DD7C-285A-6193-5B1D3DBB23C0}"/>
                  </a:ext>
                </a:extLst>
              </p:cNvPr>
              <p:cNvSpPr>
                <a:spLocks noChangeArrowheads="1"/>
              </p:cNvSpPr>
              <p:nvPr/>
            </p:nvSpPr>
            <p:spPr bwMode="auto">
              <a:xfrm>
                <a:off x="3328" y="2013"/>
                <a:ext cx="1130" cy="1877"/>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3197" name="Rectangle 12">
                <a:extLst>
                  <a:ext uri="{FF2B5EF4-FFF2-40B4-BE49-F238E27FC236}">
                    <a16:creationId xmlns:a16="http://schemas.microsoft.com/office/drawing/2014/main" id="{D6DD76B5-7470-DF6F-F29D-180816A47A14}"/>
                  </a:ext>
                </a:extLst>
              </p:cNvPr>
              <p:cNvSpPr>
                <a:spLocks noChangeArrowheads="1"/>
              </p:cNvSpPr>
              <p:nvPr/>
            </p:nvSpPr>
            <p:spPr bwMode="auto">
              <a:xfrm>
                <a:off x="4454" y="2012"/>
                <a:ext cx="1151" cy="1877"/>
              </a:xfrm>
              <a:prstGeom prst="rect">
                <a:avLst/>
              </a:prstGeom>
              <a:solidFill>
                <a:srgbClr val="00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3198" name="Text Box 13">
                <a:extLst>
                  <a:ext uri="{FF2B5EF4-FFF2-40B4-BE49-F238E27FC236}">
                    <a16:creationId xmlns:a16="http://schemas.microsoft.com/office/drawing/2014/main" id="{3E655BC2-152C-A3E9-65D9-F631CE844E6E}"/>
                  </a:ext>
                </a:extLst>
              </p:cNvPr>
              <p:cNvSpPr txBox="1">
                <a:spLocks noChangeArrowheads="1"/>
              </p:cNvSpPr>
              <p:nvPr/>
            </p:nvSpPr>
            <p:spPr bwMode="auto">
              <a:xfrm>
                <a:off x="3334" y="2931"/>
                <a:ext cx="575"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1</a:t>
                </a:r>
              </a:p>
            </p:txBody>
          </p:sp>
          <p:sp>
            <p:nvSpPr>
              <p:cNvPr id="93199" name="Text Box 14">
                <a:extLst>
                  <a:ext uri="{FF2B5EF4-FFF2-40B4-BE49-F238E27FC236}">
                    <a16:creationId xmlns:a16="http://schemas.microsoft.com/office/drawing/2014/main" id="{839EE98C-4AEE-3C86-4238-F211662985DC}"/>
                  </a:ext>
                </a:extLst>
              </p:cNvPr>
              <p:cNvSpPr txBox="1">
                <a:spLocks noChangeArrowheads="1"/>
              </p:cNvSpPr>
              <p:nvPr/>
            </p:nvSpPr>
            <p:spPr bwMode="auto">
              <a:xfrm>
                <a:off x="4623" y="3212"/>
                <a:ext cx="80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介质 </a:t>
                </a:r>
                <a:r>
                  <a:rPr kumimoji="1" lang="en-US" altLang="zh-CN" sz="2000" b="1">
                    <a:solidFill>
                      <a:srgbClr val="000000"/>
                    </a:solidFill>
                    <a:latin typeface="Times New Roman" panose="02020603050405020304" pitchFamily="18" charset="0"/>
                  </a:rPr>
                  <a:t>2</a:t>
                </a:r>
              </a:p>
            </p:txBody>
          </p:sp>
          <p:sp>
            <p:nvSpPr>
              <p:cNvPr id="93200" name="Line 15">
                <a:extLst>
                  <a:ext uri="{FF2B5EF4-FFF2-40B4-BE49-F238E27FC236}">
                    <a16:creationId xmlns:a16="http://schemas.microsoft.com/office/drawing/2014/main" id="{6E34938B-AB39-D24D-C200-4D81BD985547}"/>
                  </a:ext>
                </a:extLst>
              </p:cNvPr>
              <p:cNvSpPr>
                <a:spLocks noChangeShapeType="1"/>
              </p:cNvSpPr>
              <p:nvPr/>
            </p:nvSpPr>
            <p:spPr bwMode="auto">
              <a:xfrm>
                <a:off x="3328" y="2935"/>
                <a:ext cx="2308" cy="0"/>
              </a:xfrm>
              <a:prstGeom prst="line">
                <a:avLst/>
              </a:prstGeom>
              <a:noFill/>
              <a:ln w="25400">
                <a:solidFill>
                  <a:srgbClr val="0000FF"/>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1" name="Line 16">
                <a:extLst>
                  <a:ext uri="{FF2B5EF4-FFF2-40B4-BE49-F238E27FC236}">
                    <a16:creationId xmlns:a16="http://schemas.microsoft.com/office/drawing/2014/main" id="{185FD69E-EEA7-2705-E28F-13C48E45F301}"/>
                  </a:ext>
                </a:extLst>
              </p:cNvPr>
              <p:cNvSpPr>
                <a:spLocks noChangeShapeType="1"/>
              </p:cNvSpPr>
              <p:nvPr/>
            </p:nvSpPr>
            <p:spPr bwMode="auto">
              <a:xfrm flipV="1">
                <a:off x="4458" y="2013"/>
                <a:ext cx="0" cy="1877"/>
              </a:xfrm>
              <a:prstGeom prst="line">
                <a:avLst/>
              </a:prstGeom>
              <a:noFill/>
              <a:ln w="1905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2" name="Text Box 17">
                <a:extLst>
                  <a:ext uri="{FF2B5EF4-FFF2-40B4-BE49-F238E27FC236}">
                    <a16:creationId xmlns:a16="http://schemas.microsoft.com/office/drawing/2014/main" id="{91952AD8-B0ED-4882-5FCD-7A51573C8B12}"/>
                  </a:ext>
                </a:extLst>
              </p:cNvPr>
              <p:cNvSpPr txBox="1">
                <a:spLocks noChangeArrowheads="1"/>
              </p:cNvSpPr>
              <p:nvPr/>
            </p:nvSpPr>
            <p:spPr bwMode="auto">
              <a:xfrm>
                <a:off x="5457" y="2865"/>
                <a:ext cx="2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660033"/>
                    </a:solidFill>
                    <a:latin typeface="Times New Roman" panose="02020603050405020304" pitchFamily="18" charset="0"/>
                  </a:rPr>
                  <a:t>z</a:t>
                </a:r>
              </a:p>
            </p:txBody>
          </p:sp>
          <p:sp>
            <p:nvSpPr>
              <p:cNvPr id="93203" name="Line 18">
                <a:extLst>
                  <a:ext uri="{FF2B5EF4-FFF2-40B4-BE49-F238E27FC236}">
                    <a16:creationId xmlns:a16="http://schemas.microsoft.com/office/drawing/2014/main" id="{DA1ACC1F-CA9F-4A4B-D190-D6DED87BFC4A}"/>
                  </a:ext>
                </a:extLst>
              </p:cNvPr>
              <p:cNvSpPr>
                <a:spLocks noChangeShapeType="1"/>
              </p:cNvSpPr>
              <p:nvPr/>
            </p:nvSpPr>
            <p:spPr bwMode="auto">
              <a:xfrm flipV="1">
                <a:off x="3620" y="2935"/>
                <a:ext cx="838" cy="758"/>
              </a:xfrm>
              <a:prstGeom prst="line">
                <a:avLst/>
              </a:prstGeom>
              <a:noFill/>
              <a:ln w="25400">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4" name="Line 19">
                <a:extLst>
                  <a:ext uri="{FF2B5EF4-FFF2-40B4-BE49-F238E27FC236}">
                    <a16:creationId xmlns:a16="http://schemas.microsoft.com/office/drawing/2014/main" id="{97F14D5D-C0F0-54B1-9B62-C866B17EA4F7}"/>
                  </a:ext>
                </a:extLst>
              </p:cNvPr>
              <p:cNvSpPr>
                <a:spLocks noChangeShapeType="1"/>
              </p:cNvSpPr>
              <p:nvPr/>
            </p:nvSpPr>
            <p:spPr bwMode="auto">
              <a:xfrm>
                <a:off x="3620" y="2178"/>
                <a:ext cx="838" cy="757"/>
              </a:xfrm>
              <a:prstGeom prst="line">
                <a:avLst/>
              </a:prstGeom>
              <a:noFill/>
              <a:ln w="28575">
                <a:solidFill>
                  <a:srgbClr val="CC33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05" name="Line 20">
                <a:extLst>
                  <a:ext uri="{FF2B5EF4-FFF2-40B4-BE49-F238E27FC236}">
                    <a16:creationId xmlns:a16="http://schemas.microsoft.com/office/drawing/2014/main" id="{10B430CB-98BB-D8C8-AFC5-4108CC11FDAF}"/>
                  </a:ext>
                </a:extLst>
              </p:cNvPr>
              <p:cNvSpPr>
                <a:spLocks noChangeShapeType="1"/>
              </p:cNvSpPr>
              <p:nvPr/>
            </p:nvSpPr>
            <p:spPr bwMode="auto">
              <a:xfrm flipV="1">
                <a:off x="4468" y="2432"/>
                <a:ext cx="903" cy="494"/>
              </a:xfrm>
              <a:prstGeom prst="line">
                <a:avLst/>
              </a:prstGeom>
              <a:noFill/>
              <a:ln w="28575">
                <a:solidFill>
                  <a:srgbClr val="CC33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93206" name="Group 21">
                <a:extLst>
                  <a:ext uri="{FF2B5EF4-FFF2-40B4-BE49-F238E27FC236}">
                    <a16:creationId xmlns:a16="http://schemas.microsoft.com/office/drawing/2014/main" id="{2D5C899C-7E00-98A8-F6B5-5F5ED8AF0ABB}"/>
                  </a:ext>
                </a:extLst>
              </p:cNvPr>
              <p:cNvGrpSpPr>
                <a:grpSpLocks/>
              </p:cNvGrpSpPr>
              <p:nvPr/>
            </p:nvGrpSpPr>
            <p:grpSpPr bwMode="auto">
              <a:xfrm>
                <a:off x="3846" y="3396"/>
                <a:ext cx="96" cy="99"/>
                <a:chOff x="5040" y="3504"/>
                <a:chExt cx="144" cy="144"/>
              </a:xfrm>
            </p:grpSpPr>
            <p:sp>
              <p:nvSpPr>
                <p:cNvPr id="93236" name="Oval 22">
                  <a:extLst>
                    <a:ext uri="{FF2B5EF4-FFF2-40B4-BE49-F238E27FC236}">
                      <a16:creationId xmlns:a16="http://schemas.microsoft.com/office/drawing/2014/main" id="{DD93AF13-D9DD-54FC-CB97-839B1E56AEC3}"/>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3237" name="Oval 23">
                  <a:extLst>
                    <a:ext uri="{FF2B5EF4-FFF2-40B4-BE49-F238E27FC236}">
                      <a16:creationId xmlns:a16="http://schemas.microsoft.com/office/drawing/2014/main" id="{12CB0259-A9B2-8A10-5F8D-9D7F32E45512}"/>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3207" name="Group 24">
                <a:extLst>
                  <a:ext uri="{FF2B5EF4-FFF2-40B4-BE49-F238E27FC236}">
                    <a16:creationId xmlns:a16="http://schemas.microsoft.com/office/drawing/2014/main" id="{21406716-0C79-1ADC-029F-DB2DFC36ECB1}"/>
                  </a:ext>
                </a:extLst>
              </p:cNvPr>
              <p:cNvGrpSpPr>
                <a:grpSpLocks/>
              </p:cNvGrpSpPr>
              <p:nvPr/>
            </p:nvGrpSpPr>
            <p:grpSpPr bwMode="auto">
              <a:xfrm>
                <a:off x="3878" y="2409"/>
                <a:ext cx="97" cy="98"/>
                <a:chOff x="5040" y="3504"/>
                <a:chExt cx="144" cy="144"/>
              </a:xfrm>
            </p:grpSpPr>
            <p:sp>
              <p:nvSpPr>
                <p:cNvPr id="93234" name="Oval 25">
                  <a:extLst>
                    <a:ext uri="{FF2B5EF4-FFF2-40B4-BE49-F238E27FC236}">
                      <a16:creationId xmlns:a16="http://schemas.microsoft.com/office/drawing/2014/main" id="{F4634DEB-6311-454B-AF23-A780385A4950}"/>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3235" name="Oval 26">
                  <a:extLst>
                    <a:ext uri="{FF2B5EF4-FFF2-40B4-BE49-F238E27FC236}">
                      <a16:creationId xmlns:a16="http://schemas.microsoft.com/office/drawing/2014/main" id="{A6BC0EA0-F081-304C-4D87-79975ECB4B8A}"/>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3208" name="Group 27">
                <a:extLst>
                  <a:ext uri="{FF2B5EF4-FFF2-40B4-BE49-F238E27FC236}">
                    <a16:creationId xmlns:a16="http://schemas.microsoft.com/office/drawing/2014/main" id="{4306AF9B-DC1C-8E92-539E-691EF24CFC43}"/>
                  </a:ext>
                </a:extLst>
              </p:cNvPr>
              <p:cNvGrpSpPr>
                <a:grpSpLocks/>
              </p:cNvGrpSpPr>
              <p:nvPr/>
            </p:nvGrpSpPr>
            <p:grpSpPr bwMode="auto">
              <a:xfrm>
                <a:off x="4974" y="2573"/>
                <a:ext cx="96" cy="99"/>
                <a:chOff x="5040" y="3504"/>
                <a:chExt cx="144" cy="144"/>
              </a:xfrm>
            </p:grpSpPr>
            <p:sp>
              <p:nvSpPr>
                <p:cNvPr id="93232" name="Oval 28">
                  <a:extLst>
                    <a:ext uri="{FF2B5EF4-FFF2-40B4-BE49-F238E27FC236}">
                      <a16:creationId xmlns:a16="http://schemas.microsoft.com/office/drawing/2014/main" id="{78DE6A27-500C-48AC-DB32-8D8A47EF3A64}"/>
                    </a:ext>
                  </a:extLst>
                </p:cNvPr>
                <p:cNvSpPr>
                  <a:spLocks noChangeArrowheads="1"/>
                </p:cNvSpPr>
                <p:nvPr/>
              </p:nvSpPr>
              <p:spPr bwMode="auto">
                <a:xfrm>
                  <a:off x="5040" y="3504"/>
                  <a:ext cx="144" cy="144"/>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3233" name="Oval 29">
                  <a:extLst>
                    <a:ext uri="{FF2B5EF4-FFF2-40B4-BE49-F238E27FC236}">
                      <a16:creationId xmlns:a16="http://schemas.microsoft.com/office/drawing/2014/main" id="{CB9D80B6-428D-7CBF-F038-D6E8DAEACF54}"/>
                    </a:ext>
                  </a:extLst>
                </p:cNvPr>
                <p:cNvSpPr>
                  <a:spLocks noChangeArrowheads="1"/>
                </p:cNvSpPr>
                <p:nvPr/>
              </p:nvSpPr>
              <p:spPr bwMode="auto">
                <a:xfrm>
                  <a:off x="5088" y="3550"/>
                  <a:ext cx="50" cy="50"/>
                </a:xfrm>
                <a:prstGeom prst="ellipse">
                  <a:avLst/>
                </a:prstGeom>
                <a:solidFill>
                  <a:srgbClr val="FF99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93209" name="Object 30">
                <a:extLst>
                  <a:ext uri="{FF2B5EF4-FFF2-40B4-BE49-F238E27FC236}">
                    <a16:creationId xmlns:a16="http://schemas.microsoft.com/office/drawing/2014/main" id="{9EBD3B60-21DA-51D3-24CB-EF16194B6682}"/>
                  </a:ext>
                </a:extLst>
              </p:cNvPr>
              <p:cNvGraphicFramePr>
                <a:graphicFrameLocks noChangeAspect="1"/>
              </p:cNvGraphicFramePr>
              <p:nvPr>
                <p:extLst>
                  <p:ext uri="{D42A27DB-BD31-4B8C-83A1-F6EECF244321}">
                    <p14:modId xmlns:p14="http://schemas.microsoft.com/office/powerpoint/2010/main" val="3557082691"/>
                  </p:ext>
                </p:extLst>
              </p:nvPr>
            </p:nvGraphicFramePr>
            <p:xfrm>
              <a:off x="3515" y="3204"/>
              <a:ext cx="206" cy="282"/>
            </p:xfrm>
            <a:graphic>
              <a:graphicData uri="http://schemas.openxmlformats.org/presentationml/2006/ole">
                <mc:AlternateContent xmlns:mc="http://schemas.openxmlformats.org/markup-compatibility/2006">
                  <mc:Choice xmlns:v="urn:schemas-microsoft-com:vml" Requires="v">
                    <p:oleObj name="Equation" r:id="rId11" imgW="190417" imgH="253890" progId="Equation.DSMT4">
                      <p:embed/>
                    </p:oleObj>
                  </mc:Choice>
                  <mc:Fallback>
                    <p:oleObj name="Equation" r:id="rId11" imgW="190417" imgH="253890" progId="Equation.DSMT4">
                      <p:embed/>
                      <p:pic>
                        <p:nvPicPr>
                          <p:cNvPr id="0" name="Object 3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15" y="3204"/>
                            <a:ext cx="20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10" name="Line 31">
                <a:extLst>
                  <a:ext uri="{FF2B5EF4-FFF2-40B4-BE49-F238E27FC236}">
                    <a16:creationId xmlns:a16="http://schemas.microsoft.com/office/drawing/2014/main" id="{8802EC05-D6D6-9A1A-CA91-92AFC40E3C70}"/>
                  </a:ext>
                </a:extLst>
              </p:cNvPr>
              <p:cNvSpPr>
                <a:spLocks noChangeShapeType="1"/>
              </p:cNvSpPr>
              <p:nvPr/>
            </p:nvSpPr>
            <p:spPr bwMode="auto">
              <a:xfrm rot="5400000" flipH="1">
                <a:off x="3716" y="3266"/>
                <a:ext cx="164" cy="161"/>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3211" name="Object 32">
                <a:extLst>
                  <a:ext uri="{FF2B5EF4-FFF2-40B4-BE49-F238E27FC236}">
                    <a16:creationId xmlns:a16="http://schemas.microsoft.com/office/drawing/2014/main" id="{07E3C821-B81C-26DF-9F26-DAC0F04283C7}"/>
                  </a:ext>
                </a:extLst>
              </p:cNvPr>
              <p:cNvGraphicFramePr>
                <a:graphicFrameLocks noChangeAspect="1"/>
              </p:cNvGraphicFramePr>
              <p:nvPr>
                <p:extLst>
                  <p:ext uri="{D42A27DB-BD31-4B8C-83A1-F6EECF244321}">
                    <p14:modId xmlns:p14="http://schemas.microsoft.com/office/powerpoint/2010/main" val="4142416141"/>
                  </p:ext>
                </p:extLst>
              </p:nvPr>
            </p:nvGraphicFramePr>
            <p:xfrm>
              <a:off x="3880" y="3430"/>
              <a:ext cx="236" cy="284"/>
            </p:xfrm>
            <a:graphic>
              <a:graphicData uri="http://schemas.openxmlformats.org/presentationml/2006/ole">
                <mc:AlternateContent xmlns:mc="http://schemas.openxmlformats.org/markup-compatibility/2006">
                  <mc:Choice xmlns:v="urn:schemas-microsoft-com:vml" Requires="v">
                    <p:oleObj name="Equation" r:id="rId13" imgW="215713" imgH="253780" progId="Equation.DSMT4">
                      <p:embed/>
                    </p:oleObj>
                  </mc:Choice>
                  <mc:Fallback>
                    <p:oleObj name="Equation" r:id="rId13" imgW="215713" imgH="253780" progId="Equation.DSMT4">
                      <p:embed/>
                      <p:pic>
                        <p:nvPicPr>
                          <p:cNvPr id="0" name="Object 3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880" y="3430"/>
                            <a:ext cx="23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12" name="Line 33">
                <a:extLst>
                  <a:ext uri="{FF2B5EF4-FFF2-40B4-BE49-F238E27FC236}">
                    <a16:creationId xmlns:a16="http://schemas.microsoft.com/office/drawing/2014/main" id="{B9855916-DF1C-D54C-0B65-7DB3F611DAEB}"/>
                  </a:ext>
                </a:extLst>
              </p:cNvPr>
              <p:cNvSpPr>
                <a:spLocks noChangeShapeType="1"/>
              </p:cNvSpPr>
              <p:nvPr/>
            </p:nvSpPr>
            <p:spPr bwMode="auto">
              <a:xfrm flipV="1">
                <a:off x="3910" y="3199"/>
                <a:ext cx="258" cy="23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3213" name="Object 34">
                <a:extLst>
                  <a:ext uri="{FF2B5EF4-FFF2-40B4-BE49-F238E27FC236}">
                    <a16:creationId xmlns:a16="http://schemas.microsoft.com/office/drawing/2014/main" id="{449E81F8-DFDD-6F02-739E-3CF43AF28511}"/>
                  </a:ext>
                </a:extLst>
              </p:cNvPr>
              <p:cNvGraphicFramePr>
                <a:graphicFrameLocks noChangeAspect="1"/>
              </p:cNvGraphicFramePr>
              <p:nvPr>
                <p:extLst>
                  <p:ext uri="{D42A27DB-BD31-4B8C-83A1-F6EECF244321}">
                    <p14:modId xmlns:p14="http://schemas.microsoft.com/office/powerpoint/2010/main" val="193035218"/>
                  </p:ext>
                </p:extLst>
              </p:nvPr>
            </p:nvGraphicFramePr>
            <p:xfrm>
              <a:off x="4154" y="3199"/>
              <a:ext cx="229" cy="276"/>
            </p:xfrm>
            <a:graphic>
              <a:graphicData uri="http://schemas.openxmlformats.org/presentationml/2006/ole">
                <mc:AlternateContent xmlns:mc="http://schemas.openxmlformats.org/markup-compatibility/2006">
                  <mc:Choice xmlns:v="urn:schemas-microsoft-com:vml" Requires="v">
                    <p:oleObj name="Equation" r:id="rId15" imgW="139700" imgH="228600" progId="Equation.DSMT4">
                      <p:embed/>
                    </p:oleObj>
                  </mc:Choice>
                  <mc:Fallback>
                    <p:oleObj name="Equation" r:id="rId15" imgW="139700" imgH="228600" progId="Equation.DSMT4">
                      <p:embed/>
                      <p:pic>
                        <p:nvPicPr>
                          <p:cNvPr id="0" name="Object 3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54" y="3199"/>
                            <a:ext cx="229"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14" name="Line 35">
                <a:extLst>
                  <a:ext uri="{FF2B5EF4-FFF2-40B4-BE49-F238E27FC236}">
                    <a16:creationId xmlns:a16="http://schemas.microsoft.com/office/drawing/2014/main" id="{E13479F0-0A43-F6E4-0581-8DC7945DB8D3}"/>
                  </a:ext>
                </a:extLst>
              </p:cNvPr>
              <p:cNvSpPr>
                <a:spLocks noChangeShapeType="1"/>
              </p:cNvSpPr>
              <p:nvPr/>
            </p:nvSpPr>
            <p:spPr bwMode="auto">
              <a:xfrm flipH="1">
                <a:off x="3684" y="2474"/>
                <a:ext cx="226" cy="231"/>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3215" name="Object 36">
                <a:extLst>
                  <a:ext uri="{FF2B5EF4-FFF2-40B4-BE49-F238E27FC236}">
                    <a16:creationId xmlns:a16="http://schemas.microsoft.com/office/drawing/2014/main" id="{677AFBC8-4120-D0AF-F57A-49A7ED42A04B}"/>
                  </a:ext>
                </a:extLst>
              </p:cNvPr>
              <p:cNvGraphicFramePr>
                <a:graphicFrameLocks noChangeAspect="1"/>
              </p:cNvGraphicFramePr>
              <p:nvPr>
                <p:extLst>
                  <p:ext uri="{D42A27DB-BD31-4B8C-83A1-F6EECF244321}">
                    <p14:modId xmlns:p14="http://schemas.microsoft.com/office/powerpoint/2010/main" val="3180268251"/>
                  </p:ext>
                </p:extLst>
              </p:nvPr>
            </p:nvGraphicFramePr>
            <p:xfrm>
              <a:off x="3966" y="2251"/>
              <a:ext cx="235" cy="282"/>
            </p:xfrm>
            <a:graphic>
              <a:graphicData uri="http://schemas.openxmlformats.org/presentationml/2006/ole">
                <mc:AlternateContent xmlns:mc="http://schemas.openxmlformats.org/markup-compatibility/2006">
                  <mc:Choice xmlns:v="urn:schemas-microsoft-com:vml" Requires="v">
                    <p:oleObj name="Equation" r:id="rId17" imgW="215713" imgH="253780" progId="Equation.DSMT4">
                      <p:embed/>
                    </p:oleObj>
                  </mc:Choice>
                  <mc:Fallback>
                    <p:oleObj name="Equation" r:id="rId17" imgW="215713" imgH="253780" progId="Equation.DSMT4">
                      <p:embed/>
                      <p:pic>
                        <p:nvPicPr>
                          <p:cNvPr id="0" name="Object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66" y="2251"/>
                            <a:ext cx="235"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16" name="Object 37">
                <a:extLst>
                  <a:ext uri="{FF2B5EF4-FFF2-40B4-BE49-F238E27FC236}">
                    <a16:creationId xmlns:a16="http://schemas.microsoft.com/office/drawing/2014/main" id="{29808457-6B3C-32A3-F7DF-BD910C0E0641}"/>
                  </a:ext>
                </a:extLst>
              </p:cNvPr>
              <p:cNvGraphicFramePr>
                <a:graphicFrameLocks noChangeAspect="1"/>
              </p:cNvGraphicFramePr>
              <p:nvPr>
                <p:extLst>
                  <p:ext uri="{D42A27DB-BD31-4B8C-83A1-F6EECF244321}">
                    <p14:modId xmlns:p14="http://schemas.microsoft.com/office/powerpoint/2010/main" val="697617909"/>
                  </p:ext>
                </p:extLst>
              </p:nvPr>
            </p:nvGraphicFramePr>
            <p:xfrm>
              <a:off x="3525" y="2614"/>
              <a:ext cx="208" cy="283"/>
            </p:xfrm>
            <a:graphic>
              <a:graphicData uri="http://schemas.openxmlformats.org/presentationml/2006/ole">
                <mc:AlternateContent xmlns:mc="http://schemas.openxmlformats.org/markup-compatibility/2006">
                  <mc:Choice xmlns:v="urn:schemas-microsoft-com:vml" Requires="v">
                    <p:oleObj name="Equation" r:id="rId19" imgW="190417" imgH="253890" progId="Equation.DSMT4">
                      <p:embed/>
                    </p:oleObj>
                  </mc:Choice>
                  <mc:Fallback>
                    <p:oleObj name="Equation" r:id="rId19" imgW="190417" imgH="253890" progId="Equation.DSMT4">
                      <p:embed/>
                      <p:pic>
                        <p:nvPicPr>
                          <p:cNvPr id="0" name="Object 37"/>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25" y="2614"/>
                            <a:ext cx="208" cy="2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17" name="Object 38">
                <a:extLst>
                  <a:ext uri="{FF2B5EF4-FFF2-40B4-BE49-F238E27FC236}">
                    <a16:creationId xmlns:a16="http://schemas.microsoft.com/office/drawing/2014/main" id="{75D70F0A-348E-1B11-DC8F-710B7B6AB89B}"/>
                  </a:ext>
                </a:extLst>
              </p:cNvPr>
              <p:cNvGraphicFramePr>
                <a:graphicFrameLocks noChangeAspect="1"/>
              </p:cNvGraphicFramePr>
              <p:nvPr>
                <p:extLst>
                  <p:ext uri="{D42A27DB-BD31-4B8C-83A1-F6EECF244321}">
                    <p14:modId xmlns:p14="http://schemas.microsoft.com/office/powerpoint/2010/main" val="3338000899"/>
                  </p:ext>
                </p:extLst>
              </p:nvPr>
            </p:nvGraphicFramePr>
            <p:xfrm>
              <a:off x="3470" y="2160"/>
              <a:ext cx="184" cy="281"/>
            </p:xfrm>
            <a:graphic>
              <a:graphicData uri="http://schemas.openxmlformats.org/presentationml/2006/ole">
                <mc:AlternateContent xmlns:mc="http://schemas.openxmlformats.org/markup-compatibility/2006">
                  <mc:Choice xmlns:v="urn:schemas-microsoft-com:vml" Requires="v">
                    <p:oleObj name="Equation" r:id="rId21" imgW="152334" imgH="228501" progId="Equation.DSMT4">
                      <p:embed/>
                    </p:oleObj>
                  </mc:Choice>
                  <mc:Fallback>
                    <p:oleObj name="Equation" r:id="rId21" imgW="152334" imgH="228501" progId="Equation.DSMT4">
                      <p:embed/>
                      <p:pic>
                        <p:nvPicPr>
                          <p:cNvPr id="0" name="Object 38"/>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470" y="2160"/>
                            <a:ext cx="184"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18" name="Line 39">
                <a:extLst>
                  <a:ext uri="{FF2B5EF4-FFF2-40B4-BE49-F238E27FC236}">
                    <a16:creationId xmlns:a16="http://schemas.microsoft.com/office/drawing/2014/main" id="{67F605BC-DB91-DD53-F2EF-9F34AD5F5C07}"/>
                  </a:ext>
                </a:extLst>
              </p:cNvPr>
              <p:cNvSpPr>
                <a:spLocks noChangeShapeType="1"/>
              </p:cNvSpPr>
              <p:nvPr/>
            </p:nvSpPr>
            <p:spPr bwMode="auto">
              <a:xfrm flipH="1" flipV="1">
                <a:off x="4877" y="2343"/>
                <a:ext cx="129" cy="264"/>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3219" name="Object 40">
                <a:extLst>
                  <a:ext uri="{FF2B5EF4-FFF2-40B4-BE49-F238E27FC236}">
                    <a16:creationId xmlns:a16="http://schemas.microsoft.com/office/drawing/2014/main" id="{0A7D393A-2399-5232-CF07-D1B8CFE5F407}"/>
                  </a:ext>
                </a:extLst>
              </p:cNvPr>
              <p:cNvGraphicFramePr>
                <a:graphicFrameLocks noChangeAspect="1"/>
              </p:cNvGraphicFramePr>
              <p:nvPr>
                <p:extLst>
                  <p:ext uri="{D42A27DB-BD31-4B8C-83A1-F6EECF244321}">
                    <p14:modId xmlns:p14="http://schemas.microsoft.com/office/powerpoint/2010/main" val="2059373509"/>
                  </p:ext>
                </p:extLst>
              </p:nvPr>
            </p:nvGraphicFramePr>
            <p:xfrm>
              <a:off x="5000" y="2628"/>
              <a:ext cx="236" cy="284"/>
            </p:xfrm>
            <a:graphic>
              <a:graphicData uri="http://schemas.openxmlformats.org/presentationml/2006/ole">
                <mc:AlternateContent xmlns:mc="http://schemas.openxmlformats.org/markup-compatibility/2006">
                  <mc:Choice xmlns:v="urn:schemas-microsoft-com:vml" Requires="v">
                    <p:oleObj name="Equation" r:id="rId23" imgW="215713" imgH="253780" progId="Equation.DSMT4">
                      <p:embed/>
                    </p:oleObj>
                  </mc:Choice>
                  <mc:Fallback>
                    <p:oleObj name="Equation" r:id="rId23" imgW="215713" imgH="253780" progId="Equation.DSMT4">
                      <p:embed/>
                      <p:pic>
                        <p:nvPicPr>
                          <p:cNvPr id="0" name="Object 40"/>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000" y="2628"/>
                            <a:ext cx="23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20" name="Object 41">
                <a:extLst>
                  <a:ext uri="{FF2B5EF4-FFF2-40B4-BE49-F238E27FC236}">
                    <a16:creationId xmlns:a16="http://schemas.microsoft.com/office/drawing/2014/main" id="{9A0EC627-D338-F26D-2519-92B5BBE3DA51}"/>
                  </a:ext>
                </a:extLst>
              </p:cNvPr>
              <p:cNvGraphicFramePr>
                <a:graphicFrameLocks noChangeAspect="1"/>
              </p:cNvGraphicFramePr>
              <p:nvPr>
                <p:extLst>
                  <p:ext uri="{D42A27DB-BD31-4B8C-83A1-F6EECF244321}">
                    <p14:modId xmlns:p14="http://schemas.microsoft.com/office/powerpoint/2010/main" val="999991528"/>
                  </p:ext>
                </p:extLst>
              </p:nvPr>
            </p:nvGraphicFramePr>
            <p:xfrm>
              <a:off x="4694" y="2115"/>
              <a:ext cx="209" cy="286"/>
            </p:xfrm>
            <a:graphic>
              <a:graphicData uri="http://schemas.openxmlformats.org/presentationml/2006/ole">
                <mc:AlternateContent xmlns:mc="http://schemas.openxmlformats.org/markup-compatibility/2006">
                  <mc:Choice xmlns:v="urn:schemas-microsoft-com:vml" Requires="v">
                    <p:oleObj name="Equation" r:id="rId25" imgW="190417" imgH="253890" progId="Equation.DSMT4">
                      <p:embed/>
                    </p:oleObj>
                  </mc:Choice>
                  <mc:Fallback>
                    <p:oleObj name="Equation" r:id="rId25" imgW="190417" imgH="253890" progId="Equation.DSMT4">
                      <p:embed/>
                      <p:pic>
                        <p:nvPicPr>
                          <p:cNvPr id="0" name="Object 4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94" y="2115"/>
                            <a:ext cx="209" cy="2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21" name="Object 42">
                <a:extLst>
                  <a:ext uri="{FF2B5EF4-FFF2-40B4-BE49-F238E27FC236}">
                    <a16:creationId xmlns:a16="http://schemas.microsoft.com/office/drawing/2014/main" id="{3689C772-8672-DD90-AC3E-8BC0E823D496}"/>
                  </a:ext>
                </a:extLst>
              </p:cNvPr>
              <p:cNvGraphicFramePr>
                <a:graphicFrameLocks noChangeAspect="1"/>
              </p:cNvGraphicFramePr>
              <p:nvPr>
                <p:extLst>
                  <p:ext uri="{D42A27DB-BD31-4B8C-83A1-F6EECF244321}">
                    <p14:modId xmlns:p14="http://schemas.microsoft.com/office/powerpoint/2010/main" val="2403501635"/>
                  </p:ext>
                </p:extLst>
              </p:nvPr>
            </p:nvGraphicFramePr>
            <p:xfrm>
              <a:off x="5321" y="2432"/>
              <a:ext cx="183" cy="281"/>
            </p:xfrm>
            <a:graphic>
              <a:graphicData uri="http://schemas.openxmlformats.org/presentationml/2006/ole">
                <mc:AlternateContent xmlns:mc="http://schemas.openxmlformats.org/markup-compatibility/2006">
                  <mc:Choice xmlns:v="urn:schemas-microsoft-com:vml" Requires="v">
                    <p:oleObj name="Equation" r:id="rId27" imgW="152334" imgH="228501" progId="Equation.DSMT4">
                      <p:embed/>
                    </p:oleObj>
                  </mc:Choice>
                  <mc:Fallback>
                    <p:oleObj name="Equation" r:id="rId27" imgW="152334" imgH="228501" progId="Equation.DSMT4">
                      <p:embed/>
                      <p:pic>
                        <p:nvPicPr>
                          <p:cNvPr id="0" name="Object 42"/>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21" y="2432"/>
                            <a:ext cx="183" cy="2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22" name="Text Box 43">
                <a:extLst>
                  <a:ext uri="{FF2B5EF4-FFF2-40B4-BE49-F238E27FC236}">
                    <a16:creationId xmlns:a16="http://schemas.microsoft.com/office/drawing/2014/main" id="{AF8CB615-F6E1-82F0-221F-731BA133B85B}"/>
                  </a:ext>
                </a:extLst>
              </p:cNvPr>
              <p:cNvSpPr txBox="1">
                <a:spLocks noChangeArrowheads="1"/>
              </p:cNvSpPr>
              <p:nvPr/>
            </p:nvSpPr>
            <p:spPr bwMode="auto">
              <a:xfrm>
                <a:off x="3455" y="3657"/>
                <a:ext cx="831"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入射波</a:t>
                </a:r>
              </a:p>
            </p:txBody>
          </p:sp>
          <p:sp>
            <p:nvSpPr>
              <p:cNvPr id="93223" name="Text Box 44">
                <a:extLst>
                  <a:ext uri="{FF2B5EF4-FFF2-40B4-BE49-F238E27FC236}">
                    <a16:creationId xmlns:a16="http://schemas.microsoft.com/office/drawing/2014/main" id="{60D8EDD4-4AC5-2596-16BA-142D20C71C8E}"/>
                  </a:ext>
                </a:extLst>
              </p:cNvPr>
              <p:cNvSpPr txBox="1">
                <a:spLocks noChangeArrowheads="1"/>
              </p:cNvSpPr>
              <p:nvPr/>
            </p:nvSpPr>
            <p:spPr bwMode="auto">
              <a:xfrm>
                <a:off x="3641" y="2020"/>
                <a:ext cx="736" cy="2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反射波</a:t>
                </a:r>
              </a:p>
            </p:txBody>
          </p:sp>
          <p:sp>
            <p:nvSpPr>
              <p:cNvPr id="93224" name="Text Box 45">
                <a:extLst>
                  <a:ext uri="{FF2B5EF4-FFF2-40B4-BE49-F238E27FC236}">
                    <a16:creationId xmlns:a16="http://schemas.microsoft.com/office/drawing/2014/main" id="{899A2B60-332F-43B1-E314-A893E692D5F7}"/>
                  </a:ext>
                </a:extLst>
              </p:cNvPr>
              <p:cNvSpPr txBox="1">
                <a:spLocks noChangeArrowheads="1"/>
              </p:cNvSpPr>
              <p:nvPr/>
            </p:nvSpPr>
            <p:spPr bwMode="auto">
              <a:xfrm>
                <a:off x="4911" y="2148"/>
                <a:ext cx="719" cy="2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000000"/>
                    </a:solidFill>
                    <a:latin typeface="Times New Roman" panose="02020603050405020304" pitchFamily="18" charset="0"/>
                  </a:rPr>
                  <a:t>折射波</a:t>
                </a:r>
              </a:p>
            </p:txBody>
          </p:sp>
          <p:graphicFrame>
            <p:nvGraphicFramePr>
              <p:cNvPr id="93225" name="Object 46">
                <a:extLst>
                  <a:ext uri="{FF2B5EF4-FFF2-40B4-BE49-F238E27FC236}">
                    <a16:creationId xmlns:a16="http://schemas.microsoft.com/office/drawing/2014/main" id="{4E4D0970-2AE7-8EC7-DC85-1B5B03304A7E}"/>
                  </a:ext>
                </a:extLst>
              </p:cNvPr>
              <p:cNvGraphicFramePr>
                <a:graphicFrameLocks noChangeAspect="1"/>
              </p:cNvGraphicFramePr>
              <p:nvPr>
                <p:extLst>
                  <p:ext uri="{D42A27DB-BD31-4B8C-83A1-F6EECF244321}">
                    <p14:modId xmlns:p14="http://schemas.microsoft.com/office/powerpoint/2010/main" val="3593045177"/>
                  </p:ext>
                </p:extLst>
              </p:nvPr>
            </p:nvGraphicFramePr>
            <p:xfrm>
              <a:off x="4029" y="2693"/>
              <a:ext cx="172" cy="264"/>
            </p:xfrm>
            <a:graphic>
              <a:graphicData uri="http://schemas.openxmlformats.org/presentationml/2006/ole">
                <mc:AlternateContent xmlns:mc="http://schemas.openxmlformats.org/markup-compatibility/2006">
                  <mc:Choice xmlns:v="urn:schemas-microsoft-com:vml" Requires="v">
                    <p:oleObj name="Equation" r:id="rId29" imgW="152334" imgH="228501" progId="Equation.DSMT4">
                      <p:embed/>
                    </p:oleObj>
                  </mc:Choice>
                  <mc:Fallback>
                    <p:oleObj name="Equation" r:id="rId29" imgW="152334" imgH="228501" progId="Equation.DSMT4">
                      <p:embed/>
                      <p:pic>
                        <p:nvPicPr>
                          <p:cNvPr id="0" name="Object 46"/>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029" y="2693"/>
                            <a:ext cx="172" cy="2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3226" name="Object 47">
                <a:extLst>
                  <a:ext uri="{FF2B5EF4-FFF2-40B4-BE49-F238E27FC236}">
                    <a16:creationId xmlns:a16="http://schemas.microsoft.com/office/drawing/2014/main" id="{DBDB0EE1-9E40-8231-D858-7D972E84174D}"/>
                  </a:ext>
                </a:extLst>
              </p:cNvPr>
              <p:cNvGraphicFramePr>
                <a:graphicFrameLocks noChangeAspect="1"/>
              </p:cNvGraphicFramePr>
              <p:nvPr>
                <p:extLst>
                  <p:ext uri="{D42A27DB-BD31-4B8C-83A1-F6EECF244321}">
                    <p14:modId xmlns:p14="http://schemas.microsoft.com/office/powerpoint/2010/main" val="3937762431"/>
                  </p:ext>
                </p:extLst>
              </p:nvPr>
            </p:nvGraphicFramePr>
            <p:xfrm>
              <a:off x="4051" y="2932"/>
              <a:ext cx="156" cy="260"/>
            </p:xfrm>
            <a:graphic>
              <a:graphicData uri="http://schemas.openxmlformats.org/presentationml/2006/ole">
                <mc:AlternateContent xmlns:mc="http://schemas.openxmlformats.org/markup-compatibility/2006">
                  <mc:Choice xmlns:v="urn:schemas-microsoft-com:vml" Requires="v">
                    <p:oleObj name="Equation" r:id="rId31" imgW="139700" imgH="228600" progId="Equation.DSMT4">
                      <p:embed/>
                    </p:oleObj>
                  </mc:Choice>
                  <mc:Fallback>
                    <p:oleObj name="Equation" r:id="rId31" imgW="139700" imgH="228600" progId="Equation.DSMT4">
                      <p:embed/>
                      <p:pic>
                        <p:nvPicPr>
                          <p:cNvPr id="0" name="Object 4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051" y="2932"/>
                            <a:ext cx="156" cy="2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27" name="Freeform 48">
                <a:extLst>
                  <a:ext uri="{FF2B5EF4-FFF2-40B4-BE49-F238E27FC236}">
                    <a16:creationId xmlns:a16="http://schemas.microsoft.com/office/drawing/2014/main" id="{3D931A43-4603-F555-6316-86724278AA7C}"/>
                  </a:ext>
                </a:extLst>
              </p:cNvPr>
              <p:cNvSpPr>
                <a:spLocks/>
              </p:cNvSpPr>
              <p:nvPr/>
            </p:nvSpPr>
            <p:spPr bwMode="auto">
              <a:xfrm>
                <a:off x="4694" y="2790"/>
                <a:ext cx="97" cy="141"/>
              </a:xfrm>
              <a:custGeom>
                <a:avLst/>
                <a:gdLst>
                  <a:gd name="T0" fmla="*/ 0 w 144"/>
                  <a:gd name="T1" fmla="*/ 0 h 240"/>
                  <a:gd name="T2" fmla="*/ 2 w 144"/>
                  <a:gd name="T3" fmla="*/ 1 h 240"/>
                  <a:gd name="T4" fmla="*/ 3 w 144"/>
                  <a:gd name="T5" fmla="*/ 1 h 240"/>
                  <a:gd name="T6" fmla="*/ 0 60000 65536"/>
                  <a:gd name="T7" fmla="*/ 0 60000 65536"/>
                  <a:gd name="T8" fmla="*/ 0 60000 65536"/>
                </a:gdLst>
                <a:ahLst/>
                <a:cxnLst>
                  <a:cxn ang="T6">
                    <a:pos x="T0" y="T1"/>
                  </a:cxn>
                  <a:cxn ang="T7">
                    <a:pos x="T2" y="T3"/>
                  </a:cxn>
                  <a:cxn ang="T8">
                    <a:pos x="T4" y="T5"/>
                  </a:cxn>
                </a:cxnLst>
                <a:rect l="0" t="0" r="r" b="b"/>
                <a:pathLst>
                  <a:path w="144" h="240">
                    <a:moveTo>
                      <a:pt x="0" y="0"/>
                    </a:moveTo>
                    <a:cubicBezTo>
                      <a:pt x="36" y="28"/>
                      <a:pt x="72" y="56"/>
                      <a:pt x="96" y="96"/>
                    </a:cubicBezTo>
                    <a:cubicBezTo>
                      <a:pt x="120" y="136"/>
                      <a:pt x="132" y="188"/>
                      <a:pt x="144" y="240"/>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aphicFrame>
            <p:nvGraphicFramePr>
              <p:cNvPr id="93228" name="Object 49">
                <a:extLst>
                  <a:ext uri="{FF2B5EF4-FFF2-40B4-BE49-F238E27FC236}">
                    <a16:creationId xmlns:a16="http://schemas.microsoft.com/office/drawing/2014/main" id="{D5C2B852-D141-AFBC-6E66-E28946A18C19}"/>
                  </a:ext>
                </a:extLst>
              </p:cNvPr>
              <p:cNvGraphicFramePr>
                <a:graphicFrameLocks noChangeAspect="1"/>
              </p:cNvGraphicFramePr>
              <p:nvPr>
                <p:extLst>
                  <p:ext uri="{D42A27DB-BD31-4B8C-83A1-F6EECF244321}">
                    <p14:modId xmlns:p14="http://schemas.microsoft.com/office/powerpoint/2010/main" val="3394557983"/>
                  </p:ext>
                </p:extLst>
              </p:nvPr>
            </p:nvGraphicFramePr>
            <p:xfrm>
              <a:off x="4785" y="2704"/>
              <a:ext cx="168" cy="259"/>
            </p:xfrm>
            <a:graphic>
              <a:graphicData uri="http://schemas.openxmlformats.org/presentationml/2006/ole">
                <mc:AlternateContent xmlns:mc="http://schemas.openxmlformats.org/markup-compatibility/2006">
                  <mc:Choice xmlns:v="urn:schemas-microsoft-com:vml" Requires="v">
                    <p:oleObj name="Equation" r:id="rId33" imgW="152334" imgH="228501" progId="Equation.DSMT4">
                      <p:embed/>
                    </p:oleObj>
                  </mc:Choice>
                  <mc:Fallback>
                    <p:oleObj name="Equation" r:id="rId33" imgW="152334" imgH="228501" progId="Equation.DSMT4">
                      <p:embed/>
                      <p:pic>
                        <p:nvPicPr>
                          <p:cNvPr id="0" name="Object 4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785" y="2704"/>
                            <a:ext cx="168"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3229" name="Freeform 50">
                <a:extLst>
                  <a:ext uri="{FF2B5EF4-FFF2-40B4-BE49-F238E27FC236}">
                    <a16:creationId xmlns:a16="http://schemas.microsoft.com/office/drawing/2014/main" id="{E594E52B-7D68-399E-2481-E5C9E4CA0F10}"/>
                  </a:ext>
                </a:extLst>
              </p:cNvPr>
              <p:cNvSpPr>
                <a:spLocks/>
              </p:cNvSpPr>
              <p:nvPr/>
            </p:nvSpPr>
            <p:spPr bwMode="auto">
              <a:xfrm>
                <a:off x="4200" y="2804"/>
                <a:ext cx="97" cy="131"/>
              </a:xfrm>
              <a:custGeom>
                <a:avLst/>
                <a:gdLst>
                  <a:gd name="T0" fmla="*/ 3 w 144"/>
                  <a:gd name="T1" fmla="*/ 0 h 192"/>
                  <a:gd name="T2" fmla="*/ 1 w 144"/>
                  <a:gd name="T3" fmla="*/ 1 h 192"/>
                  <a:gd name="T4" fmla="*/ 0 w 144"/>
                  <a:gd name="T5" fmla="*/ 5 h 192"/>
                  <a:gd name="T6" fmla="*/ 0 60000 65536"/>
                  <a:gd name="T7" fmla="*/ 0 60000 65536"/>
                  <a:gd name="T8" fmla="*/ 0 60000 65536"/>
                </a:gdLst>
                <a:ahLst/>
                <a:cxnLst>
                  <a:cxn ang="T6">
                    <a:pos x="T0" y="T1"/>
                  </a:cxn>
                  <a:cxn ang="T7">
                    <a:pos x="T2" y="T3"/>
                  </a:cxn>
                  <a:cxn ang="T8">
                    <a:pos x="T4" y="T5"/>
                  </a:cxn>
                </a:cxnLst>
                <a:rect l="0" t="0" r="r" b="b"/>
                <a:pathLst>
                  <a:path w="144" h="192">
                    <a:moveTo>
                      <a:pt x="144" y="0"/>
                    </a:moveTo>
                    <a:cubicBezTo>
                      <a:pt x="108" y="8"/>
                      <a:pt x="72" y="16"/>
                      <a:pt x="48" y="48"/>
                    </a:cubicBezTo>
                    <a:cubicBezTo>
                      <a:pt x="24" y="80"/>
                      <a:pt x="12" y="136"/>
                      <a:pt x="0"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30" name="Freeform 51">
                <a:extLst>
                  <a:ext uri="{FF2B5EF4-FFF2-40B4-BE49-F238E27FC236}">
                    <a16:creationId xmlns:a16="http://schemas.microsoft.com/office/drawing/2014/main" id="{7785D211-1B9D-438C-752B-5DFD9C043F10}"/>
                  </a:ext>
                </a:extLst>
              </p:cNvPr>
              <p:cNvSpPr>
                <a:spLocks/>
              </p:cNvSpPr>
              <p:nvPr/>
            </p:nvSpPr>
            <p:spPr bwMode="auto">
              <a:xfrm>
                <a:off x="4221" y="2935"/>
                <a:ext cx="76" cy="132"/>
              </a:xfrm>
              <a:custGeom>
                <a:avLst/>
                <a:gdLst>
                  <a:gd name="T0" fmla="*/ 1 w 112"/>
                  <a:gd name="T1" fmla="*/ 0 h 192"/>
                  <a:gd name="T2" fmla="*/ 1 w 112"/>
                  <a:gd name="T3" fmla="*/ 2 h 192"/>
                  <a:gd name="T4" fmla="*/ 2 w 112"/>
                  <a:gd name="T5" fmla="*/ 5 h 192"/>
                  <a:gd name="T6" fmla="*/ 0 60000 65536"/>
                  <a:gd name="T7" fmla="*/ 0 60000 65536"/>
                  <a:gd name="T8" fmla="*/ 0 60000 65536"/>
                </a:gdLst>
                <a:ahLst/>
                <a:cxnLst>
                  <a:cxn ang="T6">
                    <a:pos x="T0" y="T1"/>
                  </a:cxn>
                  <a:cxn ang="T7">
                    <a:pos x="T2" y="T3"/>
                  </a:cxn>
                  <a:cxn ang="T8">
                    <a:pos x="T4" y="T5"/>
                  </a:cxn>
                </a:cxnLst>
                <a:rect l="0" t="0" r="r" b="b"/>
                <a:pathLst>
                  <a:path w="112" h="192">
                    <a:moveTo>
                      <a:pt x="16" y="0"/>
                    </a:moveTo>
                    <a:cubicBezTo>
                      <a:pt x="8" y="32"/>
                      <a:pt x="0" y="64"/>
                      <a:pt x="16" y="96"/>
                    </a:cubicBezTo>
                    <a:cubicBezTo>
                      <a:pt x="32" y="128"/>
                      <a:pt x="72" y="160"/>
                      <a:pt x="112" y="192"/>
                    </a:cubicBezTo>
                  </a:path>
                </a:pathLst>
              </a:cu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93231" name="Text Box 52">
                <a:extLst>
                  <a:ext uri="{FF2B5EF4-FFF2-40B4-BE49-F238E27FC236}">
                    <a16:creationId xmlns:a16="http://schemas.microsoft.com/office/drawing/2014/main" id="{859A79F6-BA89-A6AF-C5FD-0965F438837A}"/>
                  </a:ext>
                </a:extLst>
              </p:cNvPr>
              <p:cNvSpPr txBox="1">
                <a:spLocks noChangeArrowheads="1"/>
              </p:cNvSpPr>
              <p:nvPr/>
            </p:nvSpPr>
            <p:spPr bwMode="auto">
              <a:xfrm>
                <a:off x="4450" y="1917"/>
                <a:ext cx="258" cy="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i="1">
                    <a:solidFill>
                      <a:srgbClr val="660033"/>
                    </a:solidFill>
                    <a:latin typeface="Times New Roman" panose="02020603050405020304" pitchFamily="18" charset="0"/>
                  </a:rPr>
                  <a:t>x</a:t>
                </a:r>
              </a:p>
            </p:txBody>
          </p:sp>
        </p:grpSp>
        <p:sp>
          <p:nvSpPr>
            <p:cNvPr id="93194" name="Rectangle 53">
              <a:extLst>
                <a:ext uri="{FF2B5EF4-FFF2-40B4-BE49-F238E27FC236}">
                  <a16:creationId xmlns:a16="http://schemas.microsoft.com/office/drawing/2014/main" id="{CA1090B2-4DD2-64D7-BC07-A36BA8DDD8D6}"/>
                </a:ext>
              </a:extLst>
            </p:cNvPr>
            <p:cNvSpPr>
              <a:spLocks noChangeArrowheads="1"/>
            </p:cNvSpPr>
            <p:nvPr/>
          </p:nvSpPr>
          <p:spPr bwMode="auto">
            <a:xfrm>
              <a:off x="4414" y="2963"/>
              <a:ext cx="2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kumimoji="1" lang="en-US" altLang="zh-CN" sz="2000" i="1">
                  <a:solidFill>
                    <a:srgbClr val="660033"/>
                  </a:solidFill>
                  <a:latin typeface="Times New Roman" panose="02020603050405020304" pitchFamily="18" charset="0"/>
                  <a:ea typeface="楷体_GB2312" pitchFamily="49" charset="-122"/>
                </a:rPr>
                <a:t>O</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7047"/>
                                        </p:tgtEl>
                                        <p:attrNameLst>
                                          <p:attrName>style.visibility</p:attrName>
                                        </p:attrNameLst>
                                      </p:cBhvr>
                                      <p:to>
                                        <p:strVal val="visible"/>
                                      </p:to>
                                    </p:set>
                                    <p:animEffect transition="in" filter="wipe(up)">
                                      <p:cBhvr>
                                        <p:cTn id="7" dur="2000"/>
                                        <p:tgtEl>
                                          <p:spTgt spid="87047"/>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87048"/>
                                        </p:tgtEl>
                                        <p:attrNameLst>
                                          <p:attrName>style.visibility</p:attrName>
                                        </p:attrNameLst>
                                      </p:cBhvr>
                                      <p:to>
                                        <p:strVal val="visible"/>
                                      </p:to>
                                    </p:set>
                                    <p:animEffect transition="in" filter="fade">
                                      <p:cBhvr>
                                        <p:cTn id="11" dur="2000"/>
                                        <p:tgtEl>
                                          <p:spTgt spid="8704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nodeType="clickEffect">
                                  <p:stCondLst>
                                    <p:cond delay="0"/>
                                  </p:stCondLst>
                                  <p:childTnLst>
                                    <p:set>
                                      <p:cBhvr>
                                        <p:cTn id="15" dur="1" fill="hold">
                                          <p:stCondLst>
                                            <p:cond delay="0"/>
                                          </p:stCondLst>
                                        </p:cTn>
                                        <p:tgtEl>
                                          <p:spTgt spid="87043"/>
                                        </p:tgtEl>
                                        <p:attrNameLst>
                                          <p:attrName>style.visibility</p:attrName>
                                        </p:attrNameLst>
                                      </p:cBhvr>
                                      <p:to>
                                        <p:strVal val="visible"/>
                                      </p:to>
                                    </p:set>
                                    <p:animEffect transition="in" filter="wipe(up)">
                                      <p:cBhvr>
                                        <p:cTn id="16" dur="2000"/>
                                        <p:tgtEl>
                                          <p:spTgt spid="8704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87044"/>
                                        </p:tgtEl>
                                        <p:attrNameLst>
                                          <p:attrName>style.visibility</p:attrName>
                                        </p:attrNameLst>
                                      </p:cBhvr>
                                      <p:to>
                                        <p:strVal val="visible"/>
                                      </p:to>
                                    </p:set>
                                    <p:animEffect transition="in" filter="wipe(up)">
                                      <p:cBhvr>
                                        <p:cTn id="21" dur="2000"/>
                                        <p:tgtEl>
                                          <p:spTgt spid="87044"/>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87042"/>
                                        </p:tgtEl>
                                        <p:attrNameLst>
                                          <p:attrName>style.visibility</p:attrName>
                                        </p:attrNameLst>
                                      </p:cBhvr>
                                      <p:to>
                                        <p:strVal val="visible"/>
                                      </p:to>
                                    </p:set>
                                    <p:animEffect transition="in" filter="wipe(up)">
                                      <p:cBhvr>
                                        <p:cTn id="26" dur="3000"/>
                                        <p:tgtEl>
                                          <p:spTgt spid="87042"/>
                                        </p:tgtEl>
                                      </p:cBhvr>
                                    </p:animEffect>
                                  </p:childTnLst>
                                </p:cTn>
                              </p:par>
                            </p:childTnLst>
                          </p:cTn>
                        </p:par>
                        <p:par>
                          <p:cTn id="27" fill="hold" nodeType="afterGroup">
                            <p:stCondLst>
                              <p:cond delay="3000"/>
                            </p:stCondLst>
                            <p:childTnLst>
                              <p:par>
                                <p:cTn id="28" presetID="22" presetClass="entr" presetSubtype="1" fill="hold" grpId="0" nodeType="afterEffect">
                                  <p:stCondLst>
                                    <p:cond delay="0"/>
                                  </p:stCondLst>
                                  <p:childTnLst>
                                    <p:set>
                                      <p:cBhvr>
                                        <p:cTn id="29" dur="1" fill="hold">
                                          <p:stCondLst>
                                            <p:cond delay="0"/>
                                          </p:stCondLst>
                                        </p:cTn>
                                        <p:tgtEl>
                                          <p:spTgt spid="87046"/>
                                        </p:tgtEl>
                                        <p:attrNameLst>
                                          <p:attrName>style.visibility</p:attrName>
                                        </p:attrNameLst>
                                      </p:cBhvr>
                                      <p:to>
                                        <p:strVal val="visible"/>
                                      </p:to>
                                    </p:set>
                                    <p:animEffect transition="in" filter="wipe(up)">
                                      <p:cBhvr>
                                        <p:cTn id="30" dur="2000"/>
                                        <p:tgtEl>
                                          <p:spTgt spid="87046"/>
                                        </p:tgtEl>
                                      </p:cBhvr>
                                    </p:animEffect>
                                  </p:childTnLst>
                                </p:cTn>
                              </p:par>
                            </p:childTnLst>
                          </p:cTn>
                        </p:par>
                        <p:par>
                          <p:cTn id="31" fill="hold" nodeType="afterGroup">
                            <p:stCondLst>
                              <p:cond delay="5000"/>
                            </p:stCondLst>
                            <p:childTnLst>
                              <p:par>
                                <p:cTn id="32" presetID="22" presetClass="entr" presetSubtype="1" fill="hold" nodeType="afterEffect">
                                  <p:stCondLst>
                                    <p:cond delay="0"/>
                                  </p:stCondLst>
                                  <p:childTnLst>
                                    <p:set>
                                      <p:cBhvr>
                                        <p:cTn id="33" dur="1" fill="hold">
                                          <p:stCondLst>
                                            <p:cond delay="0"/>
                                          </p:stCondLst>
                                        </p:cTn>
                                        <p:tgtEl>
                                          <p:spTgt spid="87045"/>
                                        </p:tgtEl>
                                        <p:attrNameLst>
                                          <p:attrName>style.visibility</p:attrName>
                                        </p:attrNameLst>
                                      </p:cBhvr>
                                      <p:to>
                                        <p:strVal val="visible"/>
                                      </p:to>
                                    </p:set>
                                    <p:animEffect transition="in" filter="wipe(up)">
                                      <p:cBhvr>
                                        <p:cTn id="34" dur="2000"/>
                                        <p:tgtEl>
                                          <p:spTgt spid="870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6" grpId="0"/>
      <p:bldP spid="8704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ext Box 2">
            <a:extLst>
              <a:ext uri="{FF2B5EF4-FFF2-40B4-BE49-F238E27FC236}">
                <a16:creationId xmlns:a16="http://schemas.microsoft.com/office/drawing/2014/main" id="{1FCE301E-3EA9-56B3-7BEF-F94838F91EDE}"/>
              </a:ext>
            </a:extLst>
          </p:cNvPr>
          <p:cNvSpPr txBox="1">
            <a:spLocks noChangeArrowheads="1"/>
          </p:cNvSpPr>
          <p:nvPr/>
        </p:nvSpPr>
        <p:spPr bwMode="auto">
          <a:xfrm>
            <a:off x="179388" y="476250"/>
            <a:ext cx="7924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Times New Roman" panose="02020603050405020304" pitchFamily="18" charset="0"/>
                <a:ea typeface="楷体_GB2312" pitchFamily="49" charset="-122"/>
              </a:rPr>
              <a:t>分界面上电场强度和磁场强度切向分量连续，即</a:t>
            </a:r>
          </a:p>
        </p:txBody>
      </p:sp>
      <p:graphicFrame>
        <p:nvGraphicFramePr>
          <p:cNvPr id="88067" name="Object 3">
            <a:extLst>
              <a:ext uri="{FF2B5EF4-FFF2-40B4-BE49-F238E27FC236}">
                <a16:creationId xmlns:a16="http://schemas.microsoft.com/office/drawing/2014/main" id="{3A41CD77-D95A-0CF8-ED19-F533583AD793}"/>
              </a:ext>
            </a:extLst>
          </p:cNvPr>
          <p:cNvGraphicFramePr>
            <a:graphicFrameLocks noChangeAspect="1"/>
          </p:cNvGraphicFramePr>
          <p:nvPr>
            <p:extLst>
              <p:ext uri="{D42A27DB-BD31-4B8C-83A1-F6EECF244321}">
                <p14:modId xmlns:p14="http://schemas.microsoft.com/office/powerpoint/2010/main" val="3824070683"/>
              </p:ext>
            </p:extLst>
          </p:nvPr>
        </p:nvGraphicFramePr>
        <p:xfrm>
          <a:off x="1068388" y="981075"/>
          <a:ext cx="2717800" cy="455613"/>
        </p:xfrm>
        <a:graphic>
          <a:graphicData uri="http://schemas.openxmlformats.org/presentationml/2006/ole">
            <mc:AlternateContent xmlns:mc="http://schemas.openxmlformats.org/markup-compatibility/2006">
              <mc:Choice xmlns:v="urn:schemas-microsoft-com:vml" Requires="v">
                <p:oleObj name="Equation" r:id="rId2" imgW="1333630" imgH="203246" progId="Equation.DSMT4">
                  <p:embed/>
                </p:oleObj>
              </mc:Choice>
              <mc:Fallback>
                <p:oleObj name="Equation" r:id="rId2" imgW="1333630" imgH="203246"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8388" y="981075"/>
                        <a:ext cx="271780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8" name="Object 4">
            <a:extLst>
              <a:ext uri="{FF2B5EF4-FFF2-40B4-BE49-F238E27FC236}">
                <a16:creationId xmlns:a16="http://schemas.microsoft.com/office/drawing/2014/main" id="{E2CF8EF9-4587-42A7-8CCE-983B85C7D4D9}"/>
              </a:ext>
            </a:extLst>
          </p:cNvPr>
          <p:cNvGraphicFramePr>
            <a:graphicFrameLocks noChangeAspect="1"/>
          </p:cNvGraphicFramePr>
          <p:nvPr>
            <p:extLst>
              <p:ext uri="{D42A27DB-BD31-4B8C-83A1-F6EECF244321}">
                <p14:modId xmlns:p14="http://schemas.microsoft.com/office/powerpoint/2010/main" val="499129407"/>
              </p:ext>
            </p:extLst>
          </p:nvPr>
        </p:nvGraphicFramePr>
        <p:xfrm>
          <a:off x="1068388" y="1560513"/>
          <a:ext cx="2847975" cy="481012"/>
        </p:xfrm>
        <a:graphic>
          <a:graphicData uri="http://schemas.openxmlformats.org/presentationml/2006/ole">
            <mc:AlternateContent xmlns:mc="http://schemas.openxmlformats.org/markup-compatibility/2006">
              <mc:Choice xmlns:v="urn:schemas-microsoft-com:vml" Requires="v">
                <p:oleObj name="Equation" r:id="rId4" imgW="1396879" imgH="215715" progId="Equation.DSMT4">
                  <p:embed/>
                </p:oleObj>
              </mc:Choice>
              <mc:Fallback>
                <p:oleObj name="Equation" r:id="rId4" imgW="1396879" imgH="215715"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8388" y="1560513"/>
                        <a:ext cx="2847975" cy="481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69" name="Object 5">
            <a:extLst>
              <a:ext uri="{FF2B5EF4-FFF2-40B4-BE49-F238E27FC236}">
                <a16:creationId xmlns:a16="http://schemas.microsoft.com/office/drawing/2014/main" id="{1AA5C745-B5AE-2AF8-0E59-9761FAB92085}"/>
              </a:ext>
            </a:extLst>
          </p:cNvPr>
          <p:cNvGraphicFramePr>
            <a:graphicFrameLocks noChangeAspect="1"/>
          </p:cNvGraphicFramePr>
          <p:nvPr>
            <p:extLst>
              <p:ext uri="{D42A27DB-BD31-4B8C-83A1-F6EECF244321}">
                <p14:modId xmlns:p14="http://schemas.microsoft.com/office/powerpoint/2010/main" val="257875921"/>
              </p:ext>
            </p:extLst>
          </p:nvPr>
        </p:nvGraphicFramePr>
        <p:xfrm>
          <a:off x="5364163" y="1489075"/>
          <a:ext cx="2278062" cy="860425"/>
        </p:xfrm>
        <a:graphic>
          <a:graphicData uri="http://schemas.openxmlformats.org/presentationml/2006/ole">
            <mc:AlternateContent xmlns:mc="http://schemas.openxmlformats.org/markup-compatibility/2006">
              <mc:Choice xmlns:v="urn:schemas-microsoft-com:vml" Requires="v">
                <p:oleObj name="Equation" r:id="rId6" imgW="1117669" imgH="406492" progId="Equation.DSMT4">
                  <p:embed/>
                </p:oleObj>
              </mc:Choice>
              <mc:Fallback>
                <p:oleObj name="Equation" r:id="rId6" imgW="1117669" imgH="406492"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64163" y="1489075"/>
                        <a:ext cx="2278062" cy="860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0" name="Object 6">
            <a:extLst>
              <a:ext uri="{FF2B5EF4-FFF2-40B4-BE49-F238E27FC236}">
                <a16:creationId xmlns:a16="http://schemas.microsoft.com/office/drawing/2014/main" id="{7AF8F4AC-B3A8-655A-DED6-DE78122E9158}"/>
              </a:ext>
            </a:extLst>
          </p:cNvPr>
          <p:cNvGraphicFramePr>
            <a:graphicFrameLocks noChangeAspect="1"/>
          </p:cNvGraphicFramePr>
          <p:nvPr>
            <p:extLst>
              <p:ext uri="{D42A27DB-BD31-4B8C-83A1-F6EECF244321}">
                <p14:modId xmlns:p14="http://schemas.microsoft.com/office/powerpoint/2010/main" val="1958681267"/>
              </p:ext>
            </p:extLst>
          </p:nvPr>
        </p:nvGraphicFramePr>
        <p:xfrm>
          <a:off x="5353050" y="981075"/>
          <a:ext cx="2800350" cy="455613"/>
        </p:xfrm>
        <a:graphic>
          <a:graphicData uri="http://schemas.openxmlformats.org/presentationml/2006/ole">
            <mc:AlternateContent xmlns:mc="http://schemas.openxmlformats.org/markup-compatibility/2006">
              <mc:Choice xmlns:v="urn:schemas-microsoft-com:vml" Requires="v">
                <p:oleObj name="Equation" r:id="rId8" imgW="1485926" imgH="203246" progId="Equation.DSMT4">
                  <p:embed/>
                </p:oleObj>
              </mc:Choice>
              <mc:Fallback>
                <p:oleObj name="Equation" r:id="rId8" imgW="1485926" imgH="203246"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3050" y="981075"/>
                        <a:ext cx="2800350" cy="455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8071" name="Object 7">
            <a:extLst>
              <a:ext uri="{FF2B5EF4-FFF2-40B4-BE49-F238E27FC236}">
                <a16:creationId xmlns:a16="http://schemas.microsoft.com/office/drawing/2014/main" id="{C7B74212-93AF-62A3-EA94-FCA203189AF9}"/>
              </a:ext>
            </a:extLst>
          </p:cNvPr>
          <p:cNvGraphicFramePr>
            <a:graphicFrameLocks noChangeAspect="1"/>
          </p:cNvGraphicFramePr>
          <p:nvPr>
            <p:extLst>
              <p:ext uri="{D42A27DB-BD31-4B8C-83A1-F6EECF244321}">
                <p14:modId xmlns:p14="http://schemas.microsoft.com/office/powerpoint/2010/main" val="3030122798"/>
              </p:ext>
            </p:extLst>
          </p:nvPr>
        </p:nvGraphicFramePr>
        <p:xfrm>
          <a:off x="1677988" y="2085975"/>
          <a:ext cx="3197225" cy="1825625"/>
        </p:xfrm>
        <a:graphic>
          <a:graphicData uri="http://schemas.openxmlformats.org/presentationml/2006/ole">
            <mc:AlternateContent xmlns:mc="http://schemas.openxmlformats.org/markup-compatibility/2006">
              <mc:Choice xmlns:v="urn:schemas-microsoft-com:vml" Requires="v">
                <p:oleObj name="Equation" r:id="rId10" imgW="1574973" imgH="889046" progId="Equation.DSMT4">
                  <p:embed/>
                </p:oleObj>
              </mc:Choice>
              <mc:Fallback>
                <p:oleObj name="Equation" r:id="rId10" imgW="1574973" imgH="889046" progId="Equation.DSMT4">
                  <p:embed/>
                  <p:pic>
                    <p:nvPicPr>
                      <p:cNvPr id="0"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677988" y="2085975"/>
                        <a:ext cx="3197225" cy="1825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2" name="AutoShape 8">
            <a:extLst>
              <a:ext uri="{FF2B5EF4-FFF2-40B4-BE49-F238E27FC236}">
                <a16:creationId xmlns:a16="http://schemas.microsoft.com/office/drawing/2014/main" id="{4E79551D-6CE9-4A39-D430-91E3B670C071}"/>
              </a:ext>
            </a:extLst>
          </p:cNvPr>
          <p:cNvSpPr>
            <a:spLocks noChangeArrowheads="1"/>
          </p:cNvSpPr>
          <p:nvPr/>
        </p:nvSpPr>
        <p:spPr bwMode="auto">
          <a:xfrm>
            <a:off x="4140200" y="1123950"/>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073" name="AutoShape 9">
            <a:extLst>
              <a:ext uri="{FF2B5EF4-FFF2-40B4-BE49-F238E27FC236}">
                <a16:creationId xmlns:a16="http://schemas.microsoft.com/office/drawing/2014/main" id="{5C46B898-E1A2-942E-F6E0-BA8CC6D90059}"/>
              </a:ext>
            </a:extLst>
          </p:cNvPr>
          <p:cNvSpPr>
            <a:spLocks noChangeArrowheads="1"/>
          </p:cNvSpPr>
          <p:nvPr/>
        </p:nvSpPr>
        <p:spPr bwMode="auto">
          <a:xfrm>
            <a:off x="4140200" y="1704975"/>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88074" name="AutoShape 10">
            <a:extLst>
              <a:ext uri="{FF2B5EF4-FFF2-40B4-BE49-F238E27FC236}">
                <a16:creationId xmlns:a16="http://schemas.microsoft.com/office/drawing/2014/main" id="{4E18DB28-1EB0-0CAC-3564-3CAA646D703B}"/>
              </a:ext>
            </a:extLst>
          </p:cNvPr>
          <p:cNvSpPr>
            <a:spLocks noChangeArrowheads="1"/>
          </p:cNvSpPr>
          <p:nvPr/>
        </p:nvSpPr>
        <p:spPr bwMode="auto">
          <a:xfrm>
            <a:off x="755650" y="2855913"/>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aphicFrame>
        <p:nvGraphicFramePr>
          <p:cNvPr id="88075" name="Object 11">
            <a:extLst>
              <a:ext uri="{FF2B5EF4-FFF2-40B4-BE49-F238E27FC236}">
                <a16:creationId xmlns:a16="http://schemas.microsoft.com/office/drawing/2014/main" id="{CBFD4B43-DDA0-0BF9-4290-CC541D0B9545}"/>
              </a:ext>
            </a:extLst>
          </p:cNvPr>
          <p:cNvGraphicFramePr>
            <a:graphicFrameLocks noChangeAspect="1"/>
          </p:cNvGraphicFramePr>
          <p:nvPr>
            <p:extLst>
              <p:ext uri="{D42A27DB-BD31-4B8C-83A1-F6EECF244321}">
                <p14:modId xmlns:p14="http://schemas.microsoft.com/office/powerpoint/2010/main" val="3972931238"/>
              </p:ext>
            </p:extLst>
          </p:nvPr>
        </p:nvGraphicFramePr>
        <p:xfrm>
          <a:off x="5292725" y="3500438"/>
          <a:ext cx="3609975" cy="965200"/>
        </p:xfrm>
        <a:graphic>
          <a:graphicData uri="http://schemas.openxmlformats.org/presentationml/2006/ole">
            <mc:AlternateContent xmlns:mc="http://schemas.openxmlformats.org/markup-compatibility/2006">
              <mc:Choice xmlns:v="urn:schemas-microsoft-com:vml" Requires="v">
                <p:oleObj name="Equation" r:id="rId12" imgW="1778035" imgH="457200" progId="Equation.DSMT4">
                  <p:embed/>
                </p:oleObj>
              </mc:Choice>
              <mc:Fallback>
                <p:oleObj name="Equation" r:id="rId12" imgW="1778035" imgH="457200" progId="Equation.DSMT4">
                  <p:embed/>
                  <p:pic>
                    <p:nvPicPr>
                      <p:cNvPr id="0" name="Object 1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92725" y="3500438"/>
                        <a:ext cx="3609975"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8076" name="Object 12">
            <a:extLst>
              <a:ext uri="{FF2B5EF4-FFF2-40B4-BE49-F238E27FC236}">
                <a16:creationId xmlns:a16="http://schemas.microsoft.com/office/drawing/2014/main" id="{146266AD-00FD-4B30-5BB3-CC228334C64F}"/>
              </a:ext>
            </a:extLst>
          </p:cNvPr>
          <p:cNvGraphicFramePr>
            <a:graphicFrameLocks noChangeAspect="1"/>
          </p:cNvGraphicFramePr>
          <p:nvPr>
            <p:extLst>
              <p:ext uri="{D42A27DB-BD31-4B8C-83A1-F6EECF244321}">
                <p14:modId xmlns:p14="http://schemas.microsoft.com/office/powerpoint/2010/main" val="1623476649"/>
              </p:ext>
            </p:extLst>
          </p:nvPr>
        </p:nvGraphicFramePr>
        <p:xfrm>
          <a:off x="1835150" y="4437063"/>
          <a:ext cx="5076825" cy="2128837"/>
        </p:xfrm>
        <a:graphic>
          <a:graphicData uri="http://schemas.openxmlformats.org/presentationml/2006/ole">
            <mc:AlternateContent xmlns:mc="http://schemas.openxmlformats.org/markup-compatibility/2006">
              <mc:Choice xmlns:v="urn:schemas-microsoft-com:vml" Requires="v">
                <p:oleObj name="Equation" r:id="rId14" imgW="2425501" imgH="1066939" progId="Equation.DSMT4">
                  <p:embed/>
                </p:oleObj>
              </mc:Choice>
              <mc:Fallback>
                <p:oleObj name="Equation" r:id="rId14" imgW="2425501" imgH="1066939" progId="Equation.DSMT4">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35150" y="4437063"/>
                        <a:ext cx="5076825" cy="2128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88077" name="Text Box 13">
            <a:extLst>
              <a:ext uri="{FF2B5EF4-FFF2-40B4-BE49-F238E27FC236}">
                <a16:creationId xmlns:a16="http://schemas.microsoft.com/office/drawing/2014/main" id="{AA7CF712-55E9-2154-55BE-16F0A38083C6}"/>
              </a:ext>
            </a:extLst>
          </p:cNvPr>
          <p:cNvSpPr txBox="1">
            <a:spLocks noChangeArrowheads="1"/>
          </p:cNvSpPr>
          <p:nvPr/>
        </p:nvSpPr>
        <p:spPr bwMode="auto">
          <a:xfrm>
            <a:off x="142875" y="3860800"/>
            <a:ext cx="6516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solidFill>
                  <a:srgbClr val="FFBDDE"/>
                </a:solidFill>
                <a:latin typeface="Times New Roman" panose="02020603050405020304" pitchFamily="18" charset="0"/>
                <a:ea typeface="楷体_GB2312" pitchFamily="49" charset="-122"/>
              </a:rPr>
              <a:t>对于非磁性介质，</a:t>
            </a:r>
            <a:r>
              <a:rPr kumimoji="1" lang="el-GR" altLang="zh-CN" b="1" i="1" dirty="0">
                <a:solidFill>
                  <a:srgbClr val="FFBDDE"/>
                </a:solidFill>
                <a:latin typeface="Times New Roman" panose="02020603050405020304" pitchFamily="18" charset="0"/>
              </a:rPr>
              <a:t>μ</a:t>
            </a:r>
            <a:r>
              <a:rPr kumimoji="1" lang="en-US" altLang="zh-CN" b="1" baseline="-25000" dirty="0">
                <a:solidFill>
                  <a:srgbClr val="FFBDDE"/>
                </a:solidFill>
                <a:latin typeface="Times New Roman" panose="02020603050405020304" pitchFamily="18" charset="0"/>
              </a:rPr>
              <a:t>1</a:t>
            </a:r>
            <a:r>
              <a:rPr kumimoji="1" lang="en-US" altLang="zh-CN" dirty="0">
                <a:solidFill>
                  <a:srgbClr val="FFBDDE"/>
                </a:solidFill>
                <a:ea typeface="楷体_GB2312" pitchFamily="49" charset="-122"/>
              </a:rPr>
              <a:t>=</a:t>
            </a:r>
            <a:r>
              <a:rPr kumimoji="1" lang="el-GR" altLang="zh-CN" b="1" i="1" dirty="0">
                <a:solidFill>
                  <a:srgbClr val="FFBDDE"/>
                </a:solidFill>
                <a:latin typeface="Times New Roman" panose="02020603050405020304" pitchFamily="18" charset="0"/>
              </a:rPr>
              <a:t>μ</a:t>
            </a:r>
            <a:r>
              <a:rPr kumimoji="1" lang="en-US" altLang="zh-CN" b="1" baseline="-25000" dirty="0">
                <a:solidFill>
                  <a:srgbClr val="FFBDDE"/>
                </a:solidFill>
                <a:latin typeface="Times New Roman" panose="02020603050405020304" pitchFamily="18" charset="0"/>
              </a:rPr>
              <a:t>2</a:t>
            </a:r>
            <a:r>
              <a:rPr kumimoji="1" lang="en-US" altLang="zh-CN" dirty="0">
                <a:solidFill>
                  <a:srgbClr val="FFBDDE"/>
                </a:solidFill>
                <a:ea typeface="楷体_GB2312" pitchFamily="49" charset="-122"/>
              </a:rPr>
              <a:t>=</a:t>
            </a:r>
            <a:r>
              <a:rPr kumimoji="1" lang="el-GR" altLang="zh-CN" b="1" i="1" dirty="0">
                <a:solidFill>
                  <a:srgbClr val="FFBDDE"/>
                </a:solidFill>
                <a:latin typeface="Times New Roman" panose="02020603050405020304" pitchFamily="18" charset="0"/>
              </a:rPr>
              <a:t>μ</a:t>
            </a:r>
            <a:r>
              <a:rPr kumimoji="1" lang="en-US" altLang="zh-CN" b="1" baseline="-25000" dirty="0">
                <a:solidFill>
                  <a:srgbClr val="FFBDDE"/>
                </a:solidFill>
                <a:latin typeface="Times New Roman" panose="02020603050405020304" pitchFamily="18" charset="0"/>
              </a:rPr>
              <a:t>0</a:t>
            </a:r>
            <a:r>
              <a:rPr kumimoji="1" lang="en-US" altLang="zh-CN" b="1" baseline="-25000" dirty="0">
                <a:solidFill>
                  <a:srgbClr val="FFFFFF"/>
                </a:solidFill>
                <a:latin typeface="Times New Roman" panose="02020603050405020304" pitchFamily="18" charset="0"/>
              </a:rPr>
              <a:t> </a:t>
            </a:r>
            <a:r>
              <a:rPr kumimoji="1" lang="zh-CN" altLang="en-US" b="1" dirty="0">
                <a:solidFill>
                  <a:srgbClr val="FFFFFF"/>
                </a:solidFill>
              </a:rPr>
              <a:t>，</a:t>
            </a:r>
            <a:r>
              <a:rPr kumimoji="1" lang="zh-CN" altLang="en-US" b="1" dirty="0">
                <a:solidFill>
                  <a:srgbClr val="FFFFFF"/>
                </a:solidFill>
                <a:ea typeface="楷体_GB2312" pitchFamily="49" charset="-122"/>
              </a:rPr>
              <a:t>则</a:t>
            </a:r>
            <a:endParaRPr kumimoji="1" lang="zh-CN" altLang="el-GR" b="1" dirty="0">
              <a:solidFill>
                <a:srgbClr val="FFFFFF"/>
              </a:solidFill>
              <a:ea typeface="楷体_GB2312" pitchFamily="49" charset="-122"/>
            </a:endParaRPr>
          </a:p>
        </p:txBody>
      </p:sp>
      <p:grpSp>
        <p:nvGrpSpPr>
          <p:cNvPr id="88078" name="Group 14">
            <a:extLst>
              <a:ext uri="{FF2B5EF4-FFF2-40B4-BE49-F238E27FC236}">
                <a16:creationId xmlns:a16="http://schemas.microsoft.com/office/drawing/2014/main" id="{D8E25E4A-26E5-59DB-5D51-EFE7676616BB}"/>
              </a:ext>
            </a:extLst>
          </p:cNvPr>
          <p:cNvGrpSpPr>
            <a:grpSpLocks/>
          </p:cNvGrpSpPr>
          <p:nvPr/>
        </p:nvGrpSpPr>
        <p:grpSpPr bwMode="auto">
          <a:xfrm>
            <a:off x="4859338" y="2708275"/>
            <a:ext cx="2665412" cy="422275"/>
            <a:chOff x="3061" y="1933"/>
            <a:chExt cx="1679" cy="266"/>
          </a:xfrm>
        </p:grpSpPr>
        <p:sp>
          <p:nvSpPr>
            <p:cNvPr id="94224" name="Text Box 15">
              <a:extLst>
                <a:ext uri="{FF2B5EF4-FFF2-40B4-BE49-F238E27FC236}">
                  <a16:creationId xmlns:a16="http://schemas.microsoft.com/office/drawing/2014/main" id="{18F58439-FDED-4ADC-74B0-49C3916EB0A6}"/>
                </a:ext>
              </a:extLst>
            </p:cNvPr>
            <p:cNvSpPr txBox="1">
              <a:spLocks noChangeArrowheads="1"/>
            </p:cNvSpPr>
            <p:nvPr/>
          </p:nvSpPr>
          <p:spPr bwMode="auto">
            <a:xfrm>
              <a:off x="3606" y="1933"/>
              <a:ext cx="1134" cy="266"/>
            </a:xfrm>
            <a:prstGeom prst="rect">
              <a:avLst/>
            </a:prstGeom>
            <a:solidFill>
              <a:srgbClr val="CCFFFF"/>
            </a:solidFill>
            <a:ln w="25400">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660033"/>
                  </a:solidFill>
                  <a:latin typeface="Times New Roman" panose="02020603050405020304" pitchFamily="18" charset="0"/>
                </a:rPr>
                <a:t>菲涅尔公式</a:t>
              </a:r>
            </a:p>
          </p:txBody>
        </p:sp>
        <p:sp>
          <p:nvSpPr>
            <p:cNvPr id="94225" name="Line 16">
              <a:extLst>
                <a:ext uri="{FF2B5EF4-FFF2-40B4-BE49-F238E27FC236}">
                  <a16:creationId xmlns:a16="http://schemas.microsoft.com/office/drawing/2014/main" id="{2F0B9CD7-1656-EB7A-727D-FB90421D63E4}"/>
                </a:ext>
              </a:extLst>
            </p:cNvPr>
            <p:cNvSpPr>
              <a:spLocks noChangeShapeType="1"/>
            </p:cNvSpPr>
            <p:nvPr/>
          </p:nvSpPr>
          <p:spPr bwMode="auto">
            <a:xfrm flipH="1">
              <a:off x="3061" y="2069"/>
              <a:ext cx="545" cy="0"/>
            </a:xfrm>
            <a:prstGeom prst="line">
              <a:avLst/>
            </a:prstGeom>
            <a:noFill/>
            <a:ln w="31750">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88081" name="AutoShape 17">
            <a:extLst>
              <a:ext uri="{FF2B5EF4-FFF2-40B4-BE49-F238E27FC236}">
                <a16:creationId xmlns:a16="http://schemas.microsoft.com/office/drawing/2014/main" id="{DA2C5045-6B8F-885F-FA31-3522E5FCDC22}"/>
              </a:ext>
            </a:extLst>
          </p:cNvPr>
          <p:cNvSpPr>
            <a:spLocks noChangeArrowheads="1"/>
          </p:cNvSpPr>
          <p:nvPr/>
        </p:nvSpPr>
        <p:spPr bwMode="auto">
          <a:xfrm>
            <a:off x="755650" y="5375275"/>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8066"/>
                                        </p:tgtEl>
                                        <p:attrNameLst>
                                          <p:attrName>style.visibility</p:attrName>
                                        </p:attrNameLst>
                                      </p:cBhvr>
                                      <p:to>
                                        <p:strVal val="visible"/>
                                      </p:to>
                                    </p:set>
                                    <p:animEffect transition="in" filter="wipe(up)">
                                      <p:cBhvr>
                                        <p:cTn id="7" dur="2000"/>
                                        <p:tgtEl>
                                          <p:spTgt spid="880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88067"/>
                                        </p:tgtEl>
                                        <p:attrNameLst>
                                          <p:attrName>style.visibility</p:attrName>
                                        </p:attrNameLst>
                                      </p:cBhvr>
                                      <p:to>
                                        <p:strVal val="visible"/>
                                      </p:to>
                                    </p:set>
                                    <p:animEffect transition="in" filter="wipe(up)">
                                      <p:cBhvr>
                                        <p:cTn id="12" dur="2000"/>
                                        <p:tgtEl>
                                          <p:spTgt spid="880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88072"/>
                                        </p:tgtEl>
                                        <p:attrNameLst>
                                          <p:attrName>style.visibility</p:attrName>
                                        </p:attrNameLst>
                                      </p:cBhvr>
                                      <p:to>
                                        <p:strVal val="visible"/>
                                      </p:to>
                                    </p:set>
                                    <p:animEffect transition="in" filter="wipe(up)">
                                      <p:cBhvr>
                                        <p:cTn id="17" dur="2000"/>
                                        <p:tgtEl>
                                          <p:spTgt spid="88072"/>
                                        </p:tgtEl>
                                      </p:cBhvr>
                                    </p:animEffect>
                                  </p:childTnLst>
                                </p:cTn>
                              </p:par>
                            </p:childTnLst>
                          </p:cTn>
                        </p:par>
                        <p:par>
                          <p:cTn id="18" fill="hold" nodeType="afterGroup">
                            <p:stCondLst>
                              <p:cond delay="2000"/>
                            </p:stCondLst>
                            <p:childTnLst>
                              <p:par>
                                <p:cTn id="19" presetID="22" presetClass="entr" presetSubtype="1" fill="hold" nodeType="afterEffect">
                                  <p:stCondLst>
                                    <p:cond delay="0"/>
                                  </p:stCondLst>
                                  <p:childTnLst>
                                    <p:set>
                                      <p:cBhvr>
                                        <p:cTn id="20" dur="1" fill="hold">
                                          <p:stCondLst>
                                            <p:cond delay="0"/>
                                          </p:stCondLst>
                                        </p:cTn>
                                        <p:tgtEl>
                                          <p:spTgt spid="88070"/>
                                        </p:tgtEl>
                                        <p:attrNameLst>
                                          <p:attrName>style.visibility</p:attrName>
                                        </p:attrNameLst>
                                      </p:cBhvr>
                                      <p:to>
                                        <p:strVal val="visible"/>
                                      </p:to>
                                    </p:set>
                                    <p:animEffect transition="in" filter="wipe(up)">
                                      <p:cBhvr>
                                        <p:cTn id="21" dur="2000"/>
                                        <p:tgtEl>
                                          <p:spTgt spid="8807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88068"/>
                                        </p:tgtEl>
                                        <p:attrNameLst>
                                          <p:attrName>style.visibility</p:attrName>
                                        </p:attrNameLst>
                                      </p:cBhvr>
                                      <p:to>
                                        <p:strVal val="visible"/>
                                      </p:to>
                                    </p:set>
                                    <p:animEffect transition="in" filter="wipe(up)">
                                      <p:cBhvr>
                                        <p:cTn id="26" dur="2000"/>
                                        <p:tgtEl>
                                          <p:spTgt spid="88068"/>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88073"/>
                                        </p:tgtEl>
                                        <p:attrNameLst>
                                          <p:attrName>style.visibility</p:attrName>
                                        </p:attrNameLst>
                                      </p:cBhvr>
                                      <p:to>
                                        <p:strVal val="visible"/>
                                      </p:to>
                                    </p:set>
                                    <p:animEffect transition="in" filter="wipe(up)">
                                      <p:cBhvr>
                                        <p:cTn id="31" dur="2000"/>
                                        <p:tgtEl>
                                          <p:spTgt spid="88073"/>
                                        </p:tgtEl>
                                      </p:cBhvr>
                                    </p:animEffect>
                                  </p:childTnLst>
                                </p:cTn>
                              </p:par>
                            </p:childTnLst>
                          </p:cTn>
                        </p:par>
                        <p:par>
                          <p:cTn id="32" fill="hold" nodeType="afterGroup">
                            <p:stCondLst>
                              <p:cond delay="2000"/>
                            </p:stCondLst>
                            <p:childTnLst>
                              <p:par>
                                <p:cTn id="33" presetID="22" presetClass="entr" presetSubtype="1" fill="hold" nodeType="afterEffect">
                                  <p:stCondLst>
                                    <p:cond delay="0"/>
                                  </p:stCondLst>
                                  <p:childTnLst>
                                    <p:set>
                                      <p:cBhvr>
                                        <p:cTn id="34" dur="1" fill="hold">
                                          <p:stCondLst>
                                            <p:cond delay="0"/>
                                          </p:stCondLst>
                                        </p:cTn>
                                        <p:tgtEl>
                                          <p:spTgt spid="88069"/>
                                        </p:tgtEl>
                                        <p:attrNameLst>
                                          <p:attrName>style.visibility</p:attrName>
                                        </p:attrNameLst>
                                      </p:cBhvr>
                                      <p:to>
                                        <p:strVal val="visible"/>
                                      </p:to>
                                    </p:set>
                                    <p:animEffect transition="in" filter="wipe(up)">
                                      <p:cBhvr>
                                        <p:cTn id="35" dur="2000"/>
                                        <p:tgtEl>
                                          <p:spTgt spid="88069"/>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88074"/>
                                        </p:tgtEl>
                                        <p:attrNameLst>
                                          <p:attrName>style.visibility</p:attrName>
                                        </p:attrNameLst>
                                      </p:cBhvr>
                                      <p:to>
                                        <p:strVal val="visible"/>
                                      </p:to>
                                    </p:set>
                                    <p:animEffect transition="in" filter="wipe(up)">
                                      <p:cBhvr>
                                        <p:cTn id="40" dur="2000"/>
                                        <p:tgtEl>
                                          <p:spTgt spid="88074"/>
                                        </p:tgtEl>
                                      </p:cBhvr>
                                    </p:animEffect>
                                  </p:childTnLst>
                                </p:cTn>
                              </p:par>
                            </p:childTnLst>
                          </p:cTn>
                        </p:par>
                        <p:par>
                          <p:cTn id="41" fill="hold" nodeType="afterGroup">
                            <p:stCondLst>
                              <p:cond delay="2000"/>
                            </p:stCondLst>
                            <p:childTnLst>
                              <p:par>
                                <p:cTn id="42" presetID="22" presetClass="entr" presetSubtype="1" fill="hold" nodeType="afterEffect">
                                  <p:stCondLst>
                                    <p:cond delay="0"/>
                                  </p:stCondLst>
                                  <p:childTnLst>
                                    <p:set>
                                      <p:cBhvr>
                                        <p:cTn id="43" dur="1" fill="hold">
                                          <p:stCondLst>
                                            <p:cond delay="0"/>
                                          </p:stCondLst>
                                        </p:cTn>
                                        <p:tgtEl>
                                          <p:spTgt spid="88071"/>
                                        </p:tgtEl>
                                        <p:attrNameLst>
                                          <p:attrName>style.visibility</p:attrName>
                                        </p:attrNameLst>
                                      </p:cBhvr>
                                      <p:to>
                                        <p:strVal val="visible"/>
                                      </p:to>
                                    </p:set>
                                    <p:animEffect transition="in" filter="wipe(up)">
                                      <p:cBhvr>
                                        <p:cTn id="44" dur="2000"/>
                                        <p:tgtEl>
                                          <p:spTgt spid="88071"/>
                                        </p:tgtEl>
                                      </p:cBhvr>
                                    </p:animEffect>
                                  </p:childTnLst>
                                </p:cTn>
                              </p:par>
                            </p:childTnLst>
                          </p:cTn>
                        </p:par>
                        <p:par>
                          <p:cTn id="45" fill="hold" nodeType="afterGroup">
                            <p:stCondLst>
                              <p:cond delay="4000"/>
                            </p:stCondLst>
                            <p:childTnLst>
                              <p:par>
                                <p:cTn id="46" presetID="10" presetClass="entr" presetSubtype="0" fill="hold" nodeType="afterEffect">
                                  <p:stCondLst>
                                    <p:cond delay="0"/>
                                  </p:stCondLst>
                                  <p:childTnLst>
                                    <p:set>
                                      <p:cBhvr>
                                        <p:cTn id="47" dur="1" fill="hold">
                                          <p:stCondLst>
                                            <p:cond delay="0"/>
                                          </p:stCondLst>
                                        </p:cTn>
                                        <p:tgtEl>
                                          <p:spTgt spid="88078"/>
                                        </p:tgtEl>
                                        <p:attrNameLst>
                                          <p:attrName>style.visibility</p:attrName>
                                        </p:attrNameLst>
                                      </p:cBhvr>
                                      <p:to>
                                        <p:strVal val="visible"/>
                                      </p:to>
                                    </p:set>
                                    <p:animEffect transition="in" filter="fade">
                                      <p:cBhvr>
                                        <p:cTn id="48" dur="2000"/>
                                        <p:tgtEl>
                                          <p:spTgt spid="8807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88077"/>
                                        </p:tgtEl>
                                        <p:attrNameLst>
                                          <p:attrName>style.visibility</p:attrName>
                                        </p:attrNameLst>
                                      </p:cBhvr>
                                      <p:to>
                                        <p:strVal val="visible"/>
                                      </p:to>
                                    </p:set>
                                    <p:animEffect transition="in" filter="wipe(up)">
                                      <p:cBhvr>
                                        <p:cTn id="53" dur="2000"/>
                                        <p:tgtEl>
                                          <p:spTgt spid="88077"/>
                                        </p:tgtEl>
                                      </p:cBhvr>
                                    </p:animEffect>
                                  </p:childTnLst>
                                </p:cTn>
                              </p:par>
                            </p:childTnLst>
                          </p:cTn>
                        </p:par>
                        <p:par>
                          <p:cTn id="54" fill="hold" nodeType="afterGroup">
                            <p:stCondLst>
                              <p:cond delay="2000"/>
                            </p:stCondLst>
                            <p:childTnLst>
                              <p:par>
                                <p:cTn id="55" presetID="22" presetClass="entr" presetSubtype="1" fill="hold" nodeType="afterEffect">
                                  <p:stCondLst>
                                    <p:cond delay="0"/>
                                  </p:stCondLst>
                                  <p:childTnLst>
                                    <p:set>
                                      <p:cBhvr>
                                        <p:cTn id="56" dur="1" fill="hold">
                                          <p:stCondLst>
                                            <p:cond delay="0"/>
                                          </p:stCondLst>
                                        </p:cTn>
                                        <p:tgtEl>
                                          <p:spTgt spid="88075"/>
                                        </p:tgtEl>
                                        <p:attrNameLst>
                                          <p:attrName>style.visibility</p:attrName>
                                        </p:attrNameLst>
                                      </p:cBhvr>
                                      <p:to>
                                        <p:strVal val="visible"/>
                                      </p:to>
                                    </p:set>
                                    <p:animEffect transition="in" filter="wipe(up)">
                                      <p:cBhvr>
                                        <p:cTn id="57" dur="2000"/>
                                        <p:tgtEl>
                                          <p:spTgt spid="88075"/>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88081"/>
                                        </p:tgtEl>
                                        <p:attrNameLst>
                                          <p:attrName>style.visibility</p:attrName>
                                        </p:attrNameLst>
                                      </p:cBhvr>
                                      <p:to>
                                        <p:strVal val="visible"/>
                                      </p:to>
                                    </p:set>
                                    <p:animEffect transition="in" filter="wipe(up)">
                                      <p:cBhvr>
                                        <p:cTn id="62" dur="2000"/>
                                        <p:tgtEl>
                                          <p:spTgt spid="88081"/>
                                        </p:tgtEl>
                                      </p:cBhvr>
                                    </p:animEffect>
                                  </p:childTnLst>
                                </p:cTn>
                              </p:par>
                            </p:childTnLst>
                          </p:cTn>
                        </p:par>
                        <p:par>
                          <p:cTn id="63" fill="hold" nodeType="afterGroup">
                            <p:stCondLst>
                              <p:cond delay="2000"/>
                            </p:stCondLst>
                            <p:childTnLst>
                              <p:par>
                                <p:cTn id="64" presetID="22" presetClass="entr" presetSubtype="1" fill="hold" nodeType="afterEffect">
                                  <p:stCondLst>
                                    <p:cond delay="0"/>
                                  </p:stCondLst>
                                  <p:childTnLst>
                                    <p:set>
                                      <p:cBhvr>
                                        <p:cTn id="65" dur="1" fill="hold">
                                          <p:stCondLst>
                                            <p:cond delay="0"/>
                                          </p:stCondLst>
                                        </p:cTn>
                                        <p:tgtEl>
                                          <p:spTgt spid="88076"/>
                                        </p:tgtEl>
                                        <p:attrNameLst>
                                          <p:attrName>style.visibility</p:attrName>
                                        </p:attrNameLst>
                                      </p:cBhvr>
                                      <p:to>
                                        <p:strVal val="visible"/>
                                      </p:to>
                                    </p:set>
                                    <p:animEffect transition="in" filter="wipe(up)">
                                      <p:cBhvr>
                                        <p:cTn id="66" dur="2000"/>
                                        <p:tgtEl>
                                          <p:spTgt spid="88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66" grpId="0"/>
      <p:bldP spid="88072" grpId="0" animBg="1"/>
      <p:bldP spid="88073" grpId="0" animBg="1"/>
      <p:bldP spid="88074" grpId="0" animBg="1"/>
      <p:bldP spid="88077" grpId="0"/>
      <p:bldP spid="8808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a:extLst>
              <a:ext uri="{FF2B5EF4-FFF2-40B4-BE49-F238E27FC236}">
                <a16:creationId xmlns:a16="http://schemas.microsoft.com/office/drawing/2014/main" id="{26D05B25-CD44-4468-B850-D9F1A1CCA1F7}"/>
              </a:ext>
            </a:extLst>
          </p:cNvPr>
          <p:cNvGraphicFramePr>
            <a:graphicFrameLocks noChangeAspect="1"/>
          </p:cNvGraphicFramePr>
          <p:nvPr>
            <p:extLst>
              <p:ext uri="{D42A27DB-BD31-4B8C-83A1-F6EECF244321}">
                <p14:modId xmlns:p14="http://schemas.microsoft.com/office/powerpoint/2010/main" val="2272616041"/>
              </p:ext>
            </p:extLst>
          </p:nvPr>
        </p:nvGraphicFramePr>
        <p:xfrm>
          <a:off x="2287545" y="1411004"/>
          <a:ext cx="2873096" cy="1640344"/>
        </p:xfrm>
        <a:graphic>
          <a:graphicData uri="http://schemas.openxmlformats.org/presentationml/2006/ole">
            <mc:AlternateContent xmlns:mc="http://schemas.openxmlformats.org/markup-compatibility/2006">
              <mc:Choice xmlns:v="urn:schemas-microsoft-com:vml" Requires="v">
                <p:oleObj name="Equation" r:id="rId2" imgW="1574973" imgH="889046" progId="Equation.DSMT4">
                  <p:embed/>
                </p:oleObj>
              </mc:Choice>
              <mc:Fallback>
                <p:oleObj name="Equation" r:id="rId2" imgW="1574973" imgH="889046"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7545" y="1411004"/>
                        <a:ext cx="2873096" cy="1640344"/>
                      </a:xfrm>
                      <a:prstGeom prst="rect">
                        <a:avLst/>
                      </a:prstGeom>
                      <a:noFill/>
                      <a:ln>
                        <a:noFill/>
                      </a:ln>
                      <a:effectLst/>
                    </p:spPr>
                  </p:pic>
                </p:oleObj>
              </mc:Fallback>
            </mc:AlternateContent>
          </a:graphicData>
        </a:graphic>
      </p:graphicFrame>
      <p:graphicFrame>
        <p:nvGraphicFramePr>
          <p:cNvPr id="95235" name="Object 3">
            <a:extLst>
              <a:ext uri="{FF2B5EF4-FFF2-40B4-BE49-F238E27FC236}">
                <a16:creationId xmlns:a16="http://schemas.microsoft.com/office/drawing/2014/main" id="{BBE87B71-4F22-B405-C903-10EEAA53BA32}"/>
              </a:ext>
            </a:extLst>
          </p:cNvPr>
          <p:cNvGraphicFramePr>
            <a:graphicFrameLocks noChangeAspect="1"/>
          </p:cNvGraphicFramePr>
          <p:nvPr>
            <p:extLst>
              <p:ext uri="{D42A27DB-BD31-4B8C-83A1-F6EECF244321}">
                <p14:modId xmlns:p14="http://schemas.microsoft.com/office/powerpoint/2010/main" val="708540518"/>
              </p:ext>
            </p:extLst>
          </p:nvPr>
        </p:nvGraphicFramePr>
        <p:xfrm>
          <a:off x="5456965" y="1313755"/>
          <a:ext cx="3268318" cy="1827213"/>
        </p:xfrm>
        <a:graphic>
          <a:graphicData uri="http://schemas.openxmlformats.org/presentationml/2006/ole">
            <mc:AlternateContent xmlns:mc="http://schemas.openxmlformats.org/markup-compatibility/2006">
              <mc:Choice xmlns:v="urn:schemas-microsoft-com:vml" Requires="v">
                <p:oleObj name="Equation" r:id="rId4" imgW="1879565" imgH="1041585" progId="Equation.DSMT4">
                  <p:embed/>
                </p:oleObj>
              </mc:Choice>
              <mc:Fallback>
                <p:oleObj name="Equation" r:id="rId4" imgW="1879565" imgH="1041585"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56965" y="1313755"/>
                        <a:ext cx="3268318" cy="1827213"/>
                      </a:xfrm>
                      <a:prstGeom prst="rect">
                        <a:avLst/>
                      </a:prstGeom>
                      <a:noFill/>
                      <a:ln>
                        <a:noFill/>
                      </a:ln>
                      <a:effectLst/>
                    </p:spPr>
                  </p:pic>
                </p:oleObj>
              </mc:Fallback>
            </mc:AlternateContent>
          </a:graphicData>
        </a:graphic>
      </p:graphicFrame>
      <p:graphicFrame>
        <p:nvGraphicFramePr>
          <p:cNvPr id="90116" name="Object 4">
            <a:extLst>
              <a:ext uri="{FF2B5EF4-FFF2-40B4-BE49-F238E27FC236}">
                <a16:creationId xmlns:a16="http://schemas.microsoft.com/office/drawing/2014/main" id="{53BF2C14-9F1A-EC27-BC9A-6A165E871E97}"/>
              </a:ext>
            </a:extLst>
          </p:cNvPr>
          <p:cNvGraphicFramePr>
            <a:graphicFrameLocks noChangeAspect="1"/>
          </p:cNvGraphicFramePr>
          <p:nvPr>
            <p:extLst>
              <p:ext uri="{D42A27DB-BD31-4B8C-83A1-F6EECF244321}">
                <p14:modId xmlns:p14="http://schemas.microsoft.com/office/powerpoint/2010/main" val="3174220664"/>
              </p:ext>
            </p:extLst>
          </p:nvPr>
        </p:nvGraphicFramePr>
        <p:xfrm>
          <a:off x="2068821" y="4532947"/>
          <a:ext cx="2836689" cy="1619758"/>
        </p:xfrm>
        <a:graphic>
          <a:graphicData uri="http://schemas.openxmlformats.org/presentationml/2006/ole">
            <mc:AlternateContent xmlns:mc="http://schemas.openxmlformats.org/markup-compatibility/2006">
              <mc:Choice xmlns:v="urn:schemas-microsoft-com:vml" Requires="v">
                <p:oleObj name="Equation" r:id="rId6" imgW="1574973" imgH="889046" progId="Equation.DSMT4">
                  <p:embed/>
                </p:oleObj>
              </mc:Choice>
              <mc:Fallback>
                <p:oleObj name="Equation" r:id="rId6" imgW="1574973" imgH="889046"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68821" y="4532947"/>
                        <a:ext cx="2836689" cy="1619758"/>
                      </a:xfrm>
                      <a:prstGeom prst="rect">
                        <a:avLst/>
                      </a:prstGeom>
                      <a:noFill/>
                      <a:ln>
                        <a:noFill/>
                      </a:ln>
                      <a:effectLst/>
                    </p:spPr>
                  </p:pic>
                </p:oleObj>
              </mc:Fallback>
            </mc:AlternateContent>
          </a:graphicData>
        </a:graphic>
      </p:graphicFrame>
      <p:graphicFrame>
        <p:nvGraphicFramePr>
          <p:cNvPr id="90117" name="Object 5">
            <a:extLst>
              <a:ext uri="{FF2B5EF4-FFF2-40B4-BE49-F238E27FC236}">
                <a16:creationId xmlns:a16="http://schemas.microsoft.com/office/drawing/2014/main" id="{7E4EE825-2C13-F53E-CFB6-ED8675609554}"/>
              </a:ext>
            </a:extLst>
          </p:cNvPr>
          <p:cNvGraphicFramePr>
            <a:graphicFrameLocks noChangeAspect="1"/>
          </p:cNvGraphicFramePr>
          <p:nvPr>
            <p:extLst>
              <p:ext uri="{D42A27DB-BD31-4B8C-83A1-F6EECF244321}">
                <p14:modId xmlns:p14="http://schemas.microsoft.com/office/powerpoint/2010/main" val="1027159714"/>
              </p:ext>
            </p:extLst>
          </p:nvPr>
        </p:nvGraphicFramePr>
        <p:xfrm>
          <a:off x="4772305" y="4447817"/>
          <a:ext cx="4408207" cy="1848470"/>
        </p:xfrm>
        <a:graphic>
          <a:graphicData uri="http://schemas.openxmlformats.org/presentationml/2006/ole">
            <mc:AlternateContent xmlns:mc="http://schemas.openxmlformats.org/markup-compatibility/2006">
              <mc:Choice xmlns:v="urn:schemas-microsoft-com:vml" Requires="v">
                <p:oleObj name="Equation" r:id="rId8" imgW="2425501" imgH="1066939" progId="Equation.DSMT4">
                  <p:embed/>
                </p:oleObj>
              </mc:Choice>
              <mc:Fallback>
                <p:oleObj name="Equation" r:id="rId8" imgW="2425501" imgH="1066939"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72305" y="4447817"/>
                        <a:ext cx="4408207" cy="1848470"/>
                      </a:xfrm>
                      <a:prstGeom prst="rect">
                        <a:avLst/>
                      </a:prstGeom>
                      <a:noFill/>
                      <a:ln>
                        <a:noFill/>
                      </a:ln>
                      <a:effectLst/>
                    </p:spPr>
                  </p:pic>
                </p:oleObj>
              </mc:Fallback>
            </mc:AlternateContent>
          </a:graphicData>
        </a:graphic>
      </p:graphicFrame>
      <p:sp>
        <p:nvSpPr>
          <p:cNvPr id="95238" name="Rectangle 6">
            <a:extLst>
              <a:ext uri="{FF2B5EF4-FFF2-40B4-BE49-F238E27FC236}">
                <a16:creationId xmlns:a16="http://schemas.microsoft.com/office/drawing/2014/main" id="{4EDF859A-9319-7A97-6184-A02EB208E0ED}"/>
              </a:ext>
            </a:extLst>
          </p:cNvPr>
          <p:cNvSpPr>
            <a:spLocks noChangeArrowheads="1"/>
          </p:cNvSpPr>
          <p:nvPr/>
        </p:nvSpPr>
        <p:spPr bwMode="auto">
          <a:xfrm>
            <a:off x="2287545" y="996623"/>
            <a:ext cx="4595383"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400">
                <a:solidFill>
                  <a:schemeClr val="tx1"/>
                </a:solidFill>
                <a:latin typeface="Arial" panose="020B0604020202020204" pitchFamily="34" charset="0"/>
                <a:ea typeface="宋体" panose="02010600030101010101" pitchFamily="2" charset="-122"/>
              </a:defRPr>
            </a:lvl1pPr>
            <a:lvl2pPr marL="914400" indent="-457200">
              <a:defRPr sz="2400">
                <a:solidFill>
                  <a:schemeClr val="tx1"/>
                </a:solidFill>
                <a:latin typeface="Arial" panose="020B0604020202020204" pitchFamily="34" charset="0"/>
                <a:ea typeface="宋体" panose="02010600030101010101" pitchFamily="2" charset="-122"/>
              </a:defRPr>
            </a:lvl2pPr>
            <a:lvl3pPr marL="1371600" indent="-457200">
              <a:defRPr sz="2400">
                <a:solidFill>
                  <a:schemeClr val="tx1"/>
                </a:solidFill>
                <a:latin typeface="Arial" panose="020B0604020202020204" pitchFamily="34" charset="0"/>
                <a:ea typeface="宋体" panose="02010600030101010101" pitchFamily="2" charset="-122"/>
              </a:defRPr>
            </a:lvl3pPr>
            <a:lvl4pPr marL="1828800" indent="-457200">
              <a:defRPr sz="2400">
                <a:solidFill>
                  <a:schemeClr val="tx1"/>
                </a:solidFill>
                <a:latin typeface="Arial" panose="020B0604020202020204" pitchFamily="34" charset="0"/>
                <a:ea typeface="宋体" panose="02010600030101010101" pitchFamily="2" charset="-122"/>
              </a:defRPr>
            </a:lvl4pPr>
            <a:lvl5pPr marL="2286000" indent="-457200">
              <a:defRPr sz="2400">
                <a:solidFill>
                  <a:schemeClr val="tx1"/>
                </a:solidFill>
                <a:latin typeface="Arial" panose="020B0604020202020204" pitchFamily="3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0"/>
              </a:buBlip>
            </a:pPr>
            <a:r>
              <a:rPr kumimoji="1" lang="zh-CN" altLang="en-US" sz="1800" b="1" dirty="0">
                <a:solidFill>
                  <a:srgbClr val="FFFF57"/>
                </a:solidFill>
                <a:ea typeface="楷体_GB2312" pitchFamily="49" charset="-122"/>
              </a:rPr>
              <a:t>垂直极化波</a:t>
            </a:r>
          </a:p>
        </p:txBody>
      </p:sp>
      <p:sp>
        <p:nvSpPr>
          <p:cNvPr id="95239" name="Rectangle 7">
            <a:extLst>
              <a:ext uri="{FF2B5EF4-FFF2-40B4-BE49-F238E27FC236}">
                <a16:creationId xmlns:a16="http://schemas.microsoft.com/office/drawing/2014/main" id="{4BD0D6FD-7A02-D645-39E8-2029D84C7923}"/>
              </a:ext>
            </a:extLst>
          </p:cNvPr>
          <p:cNvSpPr>
            <a:spLocks noChangeArrowheads="1"/>
          </p:cNvSpPr>
          <p:nvPr/>
        </p:nvSpPr>
        <p:spPr bwMode="auto">
          <a:xfrm>
            <a:off x="2187012" y="4131273"/>
            <a:ext cx="4595383"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0"/>
              </a:buBlip>
            </a:pPr>
            <a:r>
              <a:rPr kumimoji="1" lang="zh-CN" altLang="en-US" sz="1800" b="1" dirty="0">
                <a:solidFill>
                  <a:srgbClr val="FFFF57"/>
                </a:solidFill>
                <a:ea typeface="楷体_GB2312" pitchFamily="49" charset="-122"/>
              </a:rPr>
              <a:t>   平行极化波</a:t>
            </a:r>
          </a:p>
        </p:txBody>
      </p:sp>
      <p:sp>
        <p:nvSpPr>
          <p:cNvPr id="95240" name="Rectangle 8">
            <a:extLst>
              <a:ext uri="{FF2B5EF4-FFF2-40B4-BE49-F238E27FC236}">
                <a16:creationId xmlns:a16="http://schemas.microsoft.com/office/drawing/2014/main" id="{1FA208D3-1F33-F9FA-E18C-2B90BAA5E9B2}"/>
              </a:ext>
            </a:extLst>
          </p:cNvPr>
          <p:cNvSpPr>
            <a:spLocks noChangeArrowheads="1"/>
          </p:cNvSpPr>
          <p:nvPr/>
        </p:nvSpPr>
        <p:spPr bwMode="auto">
          <a:xfrm>
            <a:off x="5153784" y="954790"/>
            <a:ext cx="4314760"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457200" indent="-457200">
              <a:defRPr sz="2400">
                <a:solidFill>
                  <a:schemeClr val="tx1"/>
                </a:solidFill>
                <a:latin typeface="Arial" panose="020B0604020202020204" pitchFamily="34" charset="0"/>
                <a:ea typeface="宋体" panose="02010600030101010101" pitchFamily="2" charset="-122"/>
              </a:defRPr>
            </a:lvl1pPr>
            <a:lvl2pPr marL="914400" indent="-457200">
              <a:defRPr sz="2400">
                <a:solidFill>
                  <a:schemeClr val="tx1"/>
                </a:solidFill>
                <a:latin typeface="Arial" panose="020B0604020202020204" pitchFamily="34" charset="0"/>
                <a:ea typeface="宋体" panose="02010600030101010101" pitchFamily="2" charset="-122"/>
              </a:defRPr>
            </a:lvl2pPr>
            <a:lvl3pPr marL="1371600" indent="-457200">
              <a:defRPr sz="2400">
                <a:solidFill>
                  <a:schemeClr val="tx1"/>
                </a:solidFill>
                <a:latin typeface="Arial" panose="020B0604020202020204" pitchFamily="34" charset="0"/>
                <a:ea typeface="宋体" panose="02010600030101010101" pitchFamily="2" charset="-122"/>
              </a:defRPr>
            </a:lvl3pPr>
            <a:lvl4pPr marL="1828800" indent="-457200">
              <a:defRPr sz="2400">
                <a:solidFill>
                  <a:schemeClr val="tx1"/>
                </a:solidFill>
                <a:latin typeface="Arial" panose="020B0604020202020204" pitchFamily="34" charset="0"/>
                <a:ea typeface="宋体" panose="02010600030101010101" pitchFamily="2" charset="-122"/>
              </a:defRPr>
            </a:lvl4pPr>
            <a:lvl5pPr marL="2286000" indent="-457200">
              <a:defRPr sz="2400">
                <a:solidFill>
                  <a:schemeClr val="tx1"/>
                </a:solidFill>
                <a:latin typeface="Arial" panose="020B0604020202020204" pitchFamily="34" charset="0"/>
                <a:ea typeface="宋体" panose="02010600030101010101" pitchFamily="2" charset="-122"/>
              </a:defRPr>
            </a:lvl5pPr>
            <a:lvl6pPr marL="27432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2004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6576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114800" indent="-4572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0"/>
              </a:buBlip>
            </a:pPr>
            <a:r>
              <a:rPr kumimoji="1" lang="zh-CN" altLang="en-US" sz="1800" b="1" dirty="0">
                <a:solidFill>
                  <a:srgbClr val="FFFF57"/>
                </a:solidFill>
                <a:ea typeface="楷体_GB2312" pitchFamily="49" charset="-122"/>
              </a:rPr>
              <a:t>垂直极化波（在非磁性媒质中）</a:t>
            </a:r>
          </a:p>
        </p:txBody>
      </p:sp>
      <p:sp>
        <p:nvSpPr>
          <p:cNvPr id="95241" name="Rectangle 9">
            <a:extLst>
              <a:ext uri="{FF2B5EF4-FFF2-40B4-BE49-F238E27FC236}">
                <a16:creationId xmlns:a16="http://schemas.microsoft.com/office/drawing/2014/main" id="{DFD290E1-7D26-4310-FA6F-44EE3901F26E}"/>
              </a:ext>
            </a:extLst>
          </p:cNvPr>
          <p:cNvSpPr>
            <a:spLocks noChangeArrowheads="1"/>
          </p:cNvSpPr>
          <p:nvPr/>
        </p:nvSpPr>
        <p:spPr bwMode="auto">
          <a:xfrm>
            <a:off x="4845000" y="4041653"/>
            <a:ext cx="4595383" cy="416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0"/>
              </a:buBlip>
            </a:pPr>
            <a:r>
              <a:rPr kumimoji="1" lang="zh-CN" altLang="en-US" sz="1800" b="1" dirty="0">
                <a:solidFill>
                  <a:srgbClr val="FFFF57"/>
                </a:solidFill>
                <a:ea typeface="楷体_GB2312" pitchFamily="49" charset="-122"/>
              </a:rPr>
              <a:t>   平行极化波（在非磁性媒质中）</a:t>
            </a:r>
          </a:p>
        </p:txBody>
      </p:sp>
      <p:pic>
        <p:nvPicPr>
          <p:cNvPr id="8" name="图片 7">
            <a:extLst>
              <a:ext uri="{FF2B5EF4-FFF2-40B4-BE49-F238E27FC236}">
                <a16:creationId xmlns:a16="http://schemas.microsoft.com/office/drawing/2014/main" id="{1267E52F-9A5C-4413-C6F9-0DF9D56A3513}"/>
              </a:ext>
            </a:extLst>
          </p:cNvPr>
          <p:cNvPicPr>
            <a:picLocks noChangeAspect="1"/>
          </p:cNvPicPr>
          <p:nvPr/>
        </p:nvPicPr>
        <p:blipFill>
          <a:blip r:embed="rId11"/>
          <a:stretch>
            <a:fillRect/>
          </a:stretch>
        </p:blipFill>
        <p:spPr>
          <a:xfrm>
            <a:off x="0" y="616831"/>
            <a:ext cx="2189839" cy="2884178"/>
          </a:xfrm>
          <a:prstGeom prst="rect">
            <a:avLst/>
          </a:prstGeom>
        </p:spPr>
      </p:pic>
      <p:pic>
        <p:nvPicPr>
          <p:cNvPr id="10" name="图片 9">
            <a:extLst>
              <a:ext uri="{FF2B5EF4-FFF2-40B4-BE49-F238E27FC236}">
                <a16:creationId xmlns:a16="http://schemas.microsoft.com/office/drawing/2014/main" id="{A0F0B6DB-668F-1B7A-E26F-5717A12329D1}"/>
              </a:ext>
            </a:extLst>
          </p:cNvPr>
          <p:cNvPicPr>
            <a:picLocks noChangeAspect="1"/>
          </p:cNvPicPr>
          <p:nvPr/>
        </p:nvPicPr>
        <p:blipFill>
          <a:blip r:embed="rId12"/>
          <a:stretch>
            <a:fillRect/>
          </a:stretch>
        </p:blipFill>
        <p:spPr>
          <a:xfrm>
            <a:off x="2662" y="3789040"/>
            <a:ext cx="2085714" cy="277142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nodeType="afterEffect">
                                  <p:stCondLst>
                                    <p:cond delay="0"/>
                                  </p:stCondLst>
                                  <p:childTnLst>
                                    <p:set>
                                      <p:cBhvr>
                                        <p:cTn id="6" dur="1" fill="hold">
                                          <p:stCondLst>
                                            <p:cond delay="0"/>
                                          </p:stCondLst>
                                        </p:cTn>
                                        <p:tgtEl>
                                          <p:spTgt spid="90116"/>
                                        </p:tgtEl>
                                        <p:attrNameLst>
                                          <p:attrName>style.visibility</p:attrName>
                                        </p:attrNameLst>
                                      </p:cBhvr>
                                      <p:to>
                                        <p:strVal val="visible"/>
                                      </p:to>
                                    </p:set>
                                    <p:animEffect transition="in" filter="wipe(up)">
                                      <p:cBhvr>
                                        <p:cTn id="7" dur="2000"/>
                                        <p:tgtEl>
                                          <p:spTgt spid="90116"/>
                                        </p:tgtEl>
                                      </p:cBhvr>
                                    </p:animEffect>
                                  </p:childTnLst>
                                </p:cTn>
                              </p:par>
                            </p:childTnLst>
                          </p:cTn>
                        </p:par>
                        <p:par>
                          <p:cTn id="8" fill="hold" nodeType="afterGroup">
                            <p:stCondLst>
                              <p:cond delay="2000"/>
                            </p:stCondLst>
                            <p:childTnLst>
                              <p:par>
                                <p:cTn id="9" presetID="22" presetClass="entr" presetSubtype="1" fill="hold" nodeType="afterEffect">
                                  <p:stCondLst>
                                    <p:cond delay="0"/>
                                  </p:stCondLst>
                                  <p:childTnLst>
                                    <p:set>
                                      <p:cBhvr>
                                        <p:cTn id="10" dur="1" fill="hold">
                                          <p:stCondLst>
                                            <p:cond delay="0"/>
                                          </p:stCondLst>
                                        </p:cTn>
                                        <p:tgtEl>
                                          <p:spTgt spid="90117"/>
                                        </p:tgtEl>
                                        <p:attrNameLst>
                                          <p:attrName>style.visibility</p:attrName>
                                        </p:attrNameLst>
                                      </p:cBhvr>
                                      <p:to>
                                        <p:strVal val="visible"/>
                                      </p:to>
                                    </p:set>
                                    <p:animEffect transition="in" filter="wipe(up)">
                                      <p:cBhvr>
                                        <p:cTn id="11" dur="2000"/>
                                        <p:tgtEl>
                                          <p:spTgt spid="90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2162" name="Group 2">
            <a:extLst>
              <a:ext uri="{FF2B5EF4-FFF2-40B4-BE49-F238E27FC236}">
                <a16:creationId xmlns:a16="http://schemas.microsoft.com/office/drawing/2014/main" id="{10AA8364-BD8D-CDEC-85C0-5C7BDC92778D}"/>
              </a:ext>
            </a:extLst>
          </p:cNvPr>
          <p:cNvGrpSpPr>
            <a:grpSpLocks/>
          </p:cNvGrpSpPr>
          <p:nvPr/>
        </p:nvGrpSpPr>
        <p:grpSpPr bwMode="auto">
          <a:xfrm>
            <a:off x="2505075" y="5348288"/>
            <a:ext cx="4217988" cy="457200"/>
            <a:chOff x="1578" y="2659"/>
            <a:chExt cx="2657" cy="288"/>
          </a:xfrm>
        </p:grpSpPr>
        <p:graphicFrame>
          <p:nvGraphicFramePr>
            <p:cNvPr id="96323" name="Object 3">
              <a:extLst>
                <a:ext uri="{FF2B5EF4-FFF2-40B4-BE49-F238E27FC236}">
                  <a16:creationId xmlns:a16="http://schemas.microsoft.com/office/drawing/2014/main" id="{F3848ACB-10AA-201C-1E90-C8A132C8606B}"/>
                </a:ext>
              </a:extLst>
            </p:cNvPr>
            <p:cNvGraphicFramePr>
              <a:graphicFrameLocks noChangeAspect="1"/>
            </p:cNvGraphicFramePr>
            <p:nvPr>
              <p:extLst>
                <p:ext uri="{D42A27DB-BD31-4B8C-83A1-F6EECF244321}">
                  <p14:modId xmlns:p14="http://schemas.microsoft.com/office/powerpoint/2010/main" val="2182738993"/>
                </p:ext>
              </p:extLst>
            </p:nvPr>
          </p:nvGraphicFramePr>
          <p:xfrm>
            <a:off x="1578" y="2659"/>
            <a:ext cx="1553" cy="288"/>
          </p:xfrm>
          <a:graphic>
            <a:graphicData uri="http://schemas.openxmlformats.org/presentationml/2006/ole">
              <mc:AlternateContent xmlns:mc="http://schemas.openxmlformats.org/markup-compatibility/2006">
                <mc:Choice xmlns:v="urn:schemas-microsoft-com:vml" Requires="v">
                  <p:oleObj name="Equation" r:id="rId2" imgW="1206301" imgH="203246" progId="Equation.DSMT4">
                    <p:embed/>
                  </p:oleObj>
                </mc:Choice>
                <mc:Fallback>
                  <p:oleObj name="Equation" r:id="rId2" imgW="1206301" imgH="203246"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8" y="2659"/>
                          <a:ext cx="1553"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6324" name="Object 4">
              <a:extLst>
                <a:ext uri="{FF2B5EF4-FFF2-40B4-BE49-F238E27FC236}">
                  <a16:creationId xmlns:a16="http://schemas.microsoft.com/office/drawing/2014/main" id="{08AF4ADD-A32E-EBA7-8913-38B49F4207E5}"/>
                </a:ext>
              </a:extLst>
            </p:cNvPr>
            <p:cNvGraphicFramePr>
              <a:graphicFrameLocks noChangeAspect="1"/>
            </p:cNvGraphicFramePr>
            <p:nvPr>
              <p:extLst>
                <p:ext uri="{D42A27DB-BD31-4B8C-83A1-F6EECF244321}">
                  <p14:modId xmlns:p14="http://schemas.microsoft.com/office/powerpoint/2010/main" val="664154645"/>
                </p:ext>
              </p:extLst>
            </p:nvPr>
          </p:nvGraphicFramePr>
          <p:xfrm>
            <a:off x="3243" y="2659"/>
            <a:ext cx="992" cy="288"/>
          </p:xfrm>
          <a:graphic>
            <a:graphicData uri="http://schemas.openxmlformats.org/presentationml/2006/ole">
              <mc:AlternateContent xmlns:mc="http://schemas.openxmlformats.org/markup-compatibility/2006">
                <mc:Choice xmlns:v="urn:schemas-microsoft-com:vml" Requires="v">
                  <p:oleObj name="Equation" r:id="rId4" imgW="761896" imgH="203246" progId="Equation.DSMT4">
                    <p:embed/>
                  </p:oleObj>
                </mc:Choice>
                <mc:Fallback>
                  <p:oleObj name="Equation" r:id="rId4" imgW="761896" imgH="203246"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43" y="2659"/>
                          <a:ext cx="992"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2166" name="Group 6">
            <a:extLst>
              <a:ext uri="{FF2B5EF4-FFF2-40B4-BE49-F238E27FC236}">
                <a16:creationId xmlns:a16="http://schemas.microsoft.com/office/drawing/2014/main" id="{68F11CC0-74F3-845C-4CBA-5CECD04D5B09}"/>
              </a:ext>
            </a:extLst>
          </p:cNvPr>
          <p:cNvGrpSpPr>
            <a:grpSpLocks/>
          </p:cNvGrpSpPr>
          <p:nvPr/>
        </p:nvGrpSpPr>
        <p:grpSpPr bwMode="auto">
          <a:xfrm>
            <a:off x="323850" y="1822450"/>
            <a:ext cx="4114800" cy="3155950"/>
            <a:chOff x="204" y="527"/>
            <a:chExt cx="2592" cy="1988"/>
          </a:xfrm>
        </p:grpSpPr>
        <p:sp>
          <p:nvSpPr>
            <p:cNvPr id="96279" name="Text Box 7">
              <a:extLst>
                <a:ext uri="{FF2B5EF4-FFF2-40B4-BE49-F238E27FC236}">
                  <a16:creationId xmlns:a16="http://schemas.microsoft.com/office/drawing/2014/main" id="{A8C16E2C-BD01-F351-BE05-7768F3D64A3C}"/>
                </a:ext>
              </a:extLst>
            </p:cNvPr>
            <p:cNvSpPr txBox="1">
              <a:spLocks noChangeArrowheads="1"/>
            </p:cNvSpPr>
            <p:nvPr/>
          </p:nvSpPr>
          <p:spPr bwMode="auto">
            <a:xfrm>
              <a:off x="703" y="527"/>
              <a:ext cx="15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FFFFFF"/>
                  </a:solidFill>
                  <a:latin typeface="宋体" panose="02010600030101010101" pitchFamily="2" charset="-122"/>
                </a:rPr>
                <a:t>垂直极化波</a:t>
              </a:r>
            </a:p>
          </p:txBody>
        </p:sp>
        <p:grpSp>
          <p:nvGrpSpPr>
            <p:cNvPr id="96280" name="Group 8">
              <a:extLst>
                <a:ext uri="{FF2B5EF4-FFF2-40B4-BE49-F238E27FC236}">
                  <a16:creationId xmlns:a16="http://schemas.microsoft.com/office/drawing/2014/main" id="{B5148B79-7420-8CF6-5079-619DDF40B684}"/>
                </a:ext>
              </a:extLst>
            </p:cNvPr>
            <p:cNvGrpSpPr>
              <a:grpSpLocks/>
            </p:cNvGrpSpPr>
            <p:nvPr/>
          </p:nvGrpSpPr>
          <p:grpSpPr bwMode="auto">
            <a:xfrm>
              <a:off x="204" y="890"/>
              <a:ext cx="2592" cy="1625"/>
              <a:chOff x="204" y="890"/>
              <a:chExt cx="2592" cy="1625"/>
            </a:xfrm>
          </p:grpSpPr>
          <p:grpSp>
            <p:nvGrpSpPr>
              <p:cNvPr id="96283" name="Group 9">
                <a:extLst>
                  <a:ext uri="{FF2B5EF4-FFF2-40B4-BE49-F238E27FC236}">
                    <a16:creationId xmlns:a16="http://schemas.microsoft.com/office/drawing/2014/main" id="{2B504D6C-CCC6-5CE8-EC04-8A0718E8B77C}"/>
                  </a:ext>
                </a:extLst>
              </p:cNvPr>
              <p:cNvGrpSpPr>
                <a:grpSpLocks/>
              </p:cNvGrpSpPr>
              <p:nvPr/>
            </p:nvGrpSpPr>
            <p:grpSpPr bwMode="auto">
              <a:xfrm>
                <a:off x="204" y="890"/>
                <a:ext cx="2592" cy="1625"/>
                <a:chOff x="204" y="935"/>
                <a:chExt cx="2592" cy="1625"/>
              </a:xfrm>
            </p:grpSpPr>
            <p:sp>
              <p:nvSpPr>
                <p:cNvPr id="96286" name="AutoShape 10">
                  <a:extLst>
                    <a:ext uri="{FF2B5EF4-FFF2-40B4-BE49-F238E27FC236}">
                      <a16:creationId xmlns:a16="http://schemas.microsoft.com/office/drawing/2014/main" id="{BFA6F01F-C578-4207-341E-6164C0ABE605}"/>
                    </a:ext>
                  </a:extLst>
                </p:cNvPr>
                <p:cNvSpPr>
                  <a:spLocks noChangeAspect="1" noChangeArrowheads="1" noTextEdit="1"/>
                </p:cNvSpPr>
                <p:nvPr/>
              </p:nvSpPr>
              <p:spPr bwMode="auto">
                <a:xfrm>
                  <a:off x="204" y="942"/>
                  <a:ext cx="2592" cy="16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6287" name="Rectangle 11">
                  <a:extLst>
                    <a:ext uri="{FF2B5EF4-FFF2-40B4-BE49-F238E27FC236}">
                      <a16:creationId xmlns:a16="http://schemas.microsoft.com/office/drawing/2014/main" id="{56FAD46B-5003-D77E-BE17-36ACE3E78D33}"/>
                    </a:ext>
                  </a:extLst>
                </p:cNvPr>
                <p:cNvSpPr>
                  <a:spLocks noChangeArrowheads="1"/>
                </p:cNvSpPr>
                <p:nvPr/>
              </p:nvSpPr>
              <p:spPr bwMode="auto">
                <a:xfrm>
                  <a:off x="204" y="942"/>
                  <a:ext cx="2592" cy="16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6288" name="Rectangle 12">
                  <a:extLst>
                    <a:ext uri="{FF2B5EF4-FFF2-40B4-BE49-F238E27FC236}">
                      <a16:creationId xmlns:a16="http://schemas.microsoft.com/office/drawing/2014/main" id="{B604EB9B-ADE2-6EA4-EA24-7A48BE52A004}"/>
                    </a:ext>
                  </a:extLst>
                </p:cNvPr>
                <p:cNvSpPr>
                  <a:spLocks noChangeArrowheads="1"/>
                </p:cNvSpPr>
                <p:nvPr/>
              </p:nvSpPr>
              <p:spPr bwMode="auto">
                <a:xfrm>
                  <a:off x="204" y="942"/>
                  <a:ext cx="2592" cy="160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6289" name="Line 13">
                  <a:extLst>
                    <a:ext uri="{FF2B5EF4-FFF2-40B4-BE49-F238E27FC236}">
                      <a16:creationId xmlns:a16="http://schemas.microsoft.com/office/drawing/2014/main" id="{B0C6FA6E-8001-F6C9-EB1E-1AE61810FDC6}"/>
                    </a:ext>
                  </a:extLst>
                </p:cNvPr>
                <p:cNvSpPr>
                  <a:spLocks noChangeShapeType="1"/>
                </p:cNvSpPr>
                <p:nvPr/>
              </p:nvSpPr>
              <p:spPr bwMode="auto">
                <a:xfrm flipV="1">
                  <a:off x="1544" y="2364"/>
                  <a:ext cx="1" cy="14"/>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0" name="Rectangle 14">
                  <a:extLst>
                    <a:ext uri="{FF2B5EF4-FFF2-40B4-BE49-F238E27FC236}">
                      <a16:creationId xmlns:a16="http://schemas.microsoft.com/office/drawing/2014/main" id="{02DFCEA2-8D6E-791E-5C0C-57934A5C7CD2}"/>
                    </a:ext>
                  </a:extLst>
                </p:cNvPr>
                <p:cNvSpPr>
                  <a:spLocks noChangeArrowheads="1"/>
                </p:cNvSpPr>
                <p:nvPr/>
              </p:nvSpPr>
              <p:spPr bwMode="auto">
                <a:xfrm>
                  <a:off x="1383" y="2387"/>
                  <a:ext cx="3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l-GR" altLang="zh-CN" sz="1800">
                      <a:solidFill>
                        <a:srgbClr val="000000"/>
                      </a:solidFill>
                      <a:latin typeface="Courier New" panose="02070309020205020404" pitchFamily="49" charset="0"/>
                      <a:cs typeface="Courier New" panose="02070309020205020404" pitchFamily="49" charset="0"/>
                    </a:rPr>
                    <a:t>π</a:t>
                  </a:r>
                  <a:r>
                    <a:rPr lang="en-US" altLang="zh-CN" sz="1800">
                      <a:solidFill>
                        <a:srgbClr val="000000"/>
                      </a:solidFill>
                      <a:latin typeface="Courier New" panose="02070309020205020404" pitchFamily="49" charset="0"/>
                      <a:cs typeface="Courier New" panose="02070309020205020404" pitchFamily="49" charset="0"/>
                    </a:rPr>
                    <a:t>/4</a:t>
                  </a:r>
                  <a:endParaRPr lang="en-US" altLang="zh-CN" sz="1800">
                    <a:solidFill>
                      <a:srgbClr val="000000"/>
                    </a:solidFill>
                    <a:cs typeface="Courier New" panose="02070309020205020404" pitchFamily="49" charset="0"/>
                  </a:endParaRPr>
                </a:p>
              </p:txBody>
            </p:sp>
            <p:sp>
              <p:nvSpPr>
                <p:cNvPr id="96291" name="Line 15">
                  <a:extLst>
                    <a:ext uri="{FF2B5EF4-FFF2-40B4-BE49-F238E27FC236}">
                      <a16:creationId xmlns:a16="http://schemas.microsoft.com/office/drawing/2014/main" id="{31B318EC-B660-3BFA-3EF6-38FFF3154A17}"/>
                    </a:ext>
                  </a:extLst>
                </p:cNvPr>
                <p:cNvSpPr>
                  <a:spLocks noChangeShapeType="1"/>
                </p:cNvSpPr>
                <p:nvPr/>
              </p:nvSpPr>
              <p:spPr bwMode="auto">
                <a:xfrm>
                  <a:off x="353" y="2378"/>
                  <a:ext cx="2382"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292" name="Rectangle 16">
                  <a:extLst>
                    <a:ext uri="{FF2B5EF4-FFF2-40B4-BE49-F238E27FC236}">
                      <a16:creationId xmlns:a16="http://schemas.microsoft.com/office/drawing/2014/main" id="{C9DD7F81-45C5-9828-2862-538A11E4F25A}"/>
                    </a:ext>
                  </a:extLst>
                </p:cNvPr>
                <p:cNvSpPr>
                  <a:spLocks noChangeArrowheads="1"/>
                </p:cNvSpPr>
                <p:nvPr/>
              </p:nvSpPr>
              <p:spPr bwMode="auto">
                <a:xfrm>
                  <a:off x="227" y="2059"/>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0.2</a:t>
                  </a:r>
                </a:p>
              </p:txBody>
            </p:sp>
            <p:sp>
              <p:nvSpPr>
                <p:cNvPr id="96293" name="Rectangle 17">
                  <a:extLst>
                    <a:ext uri="{FF2B5EF4-FFF2-40B4-BE49-F238E27FC236}">
                      <a16:creationId xmlns:a16="http://schemas.microsoft.com/office/drawing/2014/main" id="{36EB579E-D2E6-4C40-741D-86CDB4098249}"/>
                    </a:ext>
                  </a:extLst>
                </p:cNvPr>
                <p:cNvSpPr>
                  <a:spLocks noChangeArrowheads="1"/>
                </p:cNvSpPr>
                <p:nvPr/>
              </p:nvSpPr>
              <p:spPr bwMode="auto">
                <a:xfrm>
                  <a:off x="227" y="1775"/>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0.4</a:t>
                  </a:r>
                </a:p>
              </p:txBody>
            </p:sp>
            <p:sp>
              <p:nvSpPr>
                <p:cNvPr id="96294" name="Rectangle 18">
                  <a:extLst>
                    <a:ext uri="{FF2B5EF4-FFF2-40B4-BE49-F238E27FC236}">
                      <a16:creationId xmlns:a16="http://schemas.microsoft.com/office/drawing/2014/main" id="{16B74576-556E-0AC1-71F3-C2280CCE2B17}"/>
                    </a:ext>
                  </a:extLst>
                </p:cNvPr>
                <p:cNvSpPr>
                  <a:spLocks noChangeArrowheads="1"/>
                </p:cNvSpPr>
                <p:nvPr/>
              </p:nvSpPr>
              <p:spPr bwMode="auto">
                <a:xfrm>
                  <a:off x="235" y="1497"/>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0.6</a:t>
                  </a:r>
                </a:p>
              </p:txBody>
            </p:sp>
            <p:sp>
              <p:nvSpPr>
                <p:cNvPr id="96295" name="Rectangle 19">
                  <a:extLst>
                    <a:ext uri="{FF2B5EF4-FFF2-40B4-BE49-F238E27FC236}">
                      <a16:creationId xmlns:a16="http://schemas.microsoft.com/office/drawing/2014/main" id="{CC7D82E1-3F60-D13B-B510-98EB4E1398D5}"/>
                    </a:ext>
                  </a:extLst>
                </p:cNvPr>
                <p:cNvSpPr>
                  <a:spLocks noChangeArrowheads="1"/>
                </p:cNvSpPr>
                <p:nvPr/>
              </p:nvSpPr>
              <p:spPr bwMode="auto">
                <a:xfrm>
                  <a:off x="227" y="1213"/>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0.8</a:t>
                  </a:r>
                </a:p>
              </p:txBody>
            </p:sp>
            <p:sp>
              <p:nvSpPr>
                <p:cNvPr id="96296" name="Rectangle 20">
                  <a:extLst>
                    <a:ext uri="{FF2B5EF4-FFF2-40B4-BE49-F238E27FC236}">
                      <a16:creationId xmlns:a16="http://schemas.microsoft.com/office/drawing/2014/main" id="{9666808D-2C56-6764-390E-5ECA773CE543}"/>
                    </a:ext>
                  </a:extLst>
                </p:cNvPr>
                <p:cNvSpPr>
                  <a:spLocks noChangeArrowheads="1"/>
                </p:cNvSpPr>
                <p:nvPr/>
              </p:nvSpPr>
              <p:spPr bwMode="auto">
                <a:xfrm>
                  <a:off x="204" y="935"/>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1.0</a:t>
                  </a:r>
                </a:p>
              </p:txBody>
            </p:sp>
            <p:grpSp>
              <p:nvGrpSpPr>
                <p:cNvPr id="96297" name="Group 21">
                  <a:extLst>
                    <a:ext uri="{FF2B5EF4-FFF2-40B4-BE49-F238E27FC236}">
                      <a16:creationId xmlns:a16="http://schemas.microsoft.com/office/drawing/2014/main" id="{B5A10697-1013-94A7-227D-76701A691871}"/>
                    </a:ext>
                  </a:extLst>
                </p:cNvPr>
                <p:cNvGrpSpPr>
                  <a:grpSpLocks/>
                </p:cNvGrpSpPr>
                <p:nvPr/>
              </p:nvGrpSpPr>
              <p:grpSpPr bwMode="auto">
                <a:xfrm>
                  <a:off x="407" y="942"/>
                  <a:ext cx="14" cy="1476"/>
                  <a:chOff x="407" y="942"/>
                  <a:chExt cx="14" cy="1476"/>
                </a:xfrm>
              </p:grpSpPr>
              <p:sp>
                <p:nvSpPr>
                  <p:cNvPr id="96302" name="Line 22">
                    <a:extLst>
                      <a:ext uri="{FF2B5EF4-FFF2-40B4-BE49-F238E27FC236}">
                        <a16:creationId xmlns:a16="http://schemas.microsoft.com/office/drawing/2014/main" id="{CEECB6EE-831D-963F-C97D-D1B955C6B397}"/>
                      </a:ext>
                    </a:extLst>
                  </p:cNvPr>
                  <p:cNvSpPr>
                    <a:spLocks noChangeShapeType="1"/>
                  </p:cNvSpPr>
                  <p:nvPr/>
                </p:nvSpPr>
                <p:spPr bwMode="auto">
                  <a:xfrm>
                    <a:off x="407" y="2100"/>
                    <a:ext cx="1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3" name="Line 23">
                    <a:extLst>
                      <a:ext uri="{FF2B5EF4-FFF2-40B4-BE49-F238E27FC236}">
                        <a16:creationId xmlns:a16="http://schemas.microsoft.com/office/drawing/2014/main" id="{53D2A2CB-6414-9372-D3CE-32FD66E14029}"/>
                      </a:ext>
                    </a:extLst>
                  </p:cNvPr>
                  <p:cNvSpPr>
                    <a:spLocks noChangeShapeType="1"/>
                  </p:cNvSpPr>
                  <p:nvPr/>
                </p:nvSpPr>
                <p:spPr bwMode="auto">
                  <a:xfrm>
                    <a:off x="407" y="1816"/>
                    <a:ext cx="1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4" name="Line 24">
                    <a:extLst>
                      <a:ext uri="{FF2B5EF4-FFF2-40B4-BE49-F238E27FC236}">
                        <a16:creationId xmlns:a16="http://schemas.microsoft.com/office/drawing/2014/main" id="{F548154F-7F0F-7150-088D-DD41D8305A1B}"/>
                      </a:ext>
                    </a:extLst>
                  </p:cNvPr>
                  <p:cNvSpPr>
                    <a:spLocks noChangeShapeType="1"/>
                  </p:cNvSpPr>
                  <p:nvPr/>
                </p:nvSpPr>
                <p:spPr bwMode="auto">
                  <a:xfrm>
                    <a:off x="407" y="1538"/>
                    <a:ext cx="1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5" name="Line 25">
                    <a:extLst>
                      <a:ext uri="{FF2B5EF4-FFF2-40B4-BE49-F238E27FC236}">
                        <a16:creationId xmlns:a16="http://schemas.microsoft.com/office/drawing/2014/main" id="{59ECCBED-8F9D-B119-8148-E579AD29D31C}"/>
                      </a:ext>
                    </a:extLst>
                  </p:cNvPr>
                  <p:cNvSpPr>
                    <a:spLocks noChangeShapeType="1"/>
                  </p:cNvSpPr>
                  <p:nvPr/>
                </p:nvSpPr>
                <p:spPr bwMode="auto">
                  <a:xfrm>
                    <a:off x="407" y="1254"/>
                    <a:ext cx="1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6" name="Line 26">
                    <a:extLst>
                      <a:ext uri="{FF2B5EF4-FFF2-40B4-BE49-F238E27FC236}">
                        <a16:creationId xmlns:a16="http://schemas.microsoft.com/office/drawing/2014/main" id="{9F9FE65C-34BE-7C3C-BE92-485B5746AB00}"/>
                      </a:ext>
                    </a:extLst>
                  </p:cNvPr>
                  <p:cNvSpPr>
                    <a:spLocks noChangeShapeType="1"/>
                  </p:cNvSpPr>
                  <p:nvPr/>
                </p:nvSpPr>
                <p:spPr bwMode="auto">
                  <a:xfrm>
                    <a:off x="407" y="976"/>
                    <a:ext cx="14"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7" name="Line 27">
                    <a:extLst>
                      <a:ext uri="{FF2B5EF4-FFF2-40B4-BE49-F238E27FC236}">
                        <a16:creationId xmlns:a16="http://schemas.microsoft.com/office/drawing/2014/main" id="{A466AAC2-FB44-7E58-9432-0413848B994A}"/>
                      </a:ext>
                    </a:extLst>
                  </p:cNvPr>
                  <p:cNvSpPr>
                    <a:spLocks noChangeShapeType="1"/>
                  </p:cNvSpPr>
                  <p:nvPr/>
                </p:nvSpPr>
                <p:spPr bwMode="auto">
                  <a:xfrm>
                    <a:off x="407" y="231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8" name="Line 28">
                    <a:extLst>
                      <a:ext uri="{FF2B5EF4-FFF2-40B4-BE49-F238E27FC236}">
                        <a16:creationId xmlns:a16="http://schemas.microsoft.com/office/drawing/2014/main" id="{D0E75998-E3A4-A11E-21B7-D0E1858D3E50}"/>
                      </a:ext>
                    </a:extLst>
                  </p:cNvPr>
                  <p:cNvSpPr>
                    <a:spLocks noChangeShapeType="1"/>
                  </p:cNvSpPr>
                  <p:nvPr/>
                </p:nvSpPr>
                <p:spPr bwMode="auto">
                  <a:xfrm>
                    <a:off x="407" y="2242"/>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09" name="Line 29">
                    <a:extLst>
                      <a:ext uri="{FF2B5EF4-FFF2-40B4-BE49-F238E27FC236}">
                        <a16:creationId xmlns:a16="http://schemas.microsoft.com/office/drawing/2014/main" id="{F4E43526-56D2-7322-CA80-FAD1D41E5E6B}"/>
                      </a:ext>
                    </a:extLst>
                  </p:cNvPr>
                  <p:cNvSpPr>
                    <a:spLocks noChangeShapeType="1"/>
                  </p:cNvSpPr>
                  <p:nvPr/>
                </p:nvSpPr>
                <p:spPr bwMode="auto">
                  <a:xfrm>
                    <a:off x="407" y="2168"/>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0" name="Line 30">
                    <a:extLst>
                      <a:ext uri="{FF2B5EF4-FFF2-40B4-BE49-F238E27FC236}">
                        <a16:creationId xmlns:a16="http://schemas.microsoft.com/office/drawing/2014/main" id="{DD25A0A8-3B0F-B6E9-1F0F-E7676651D3D3}"/>
                      </a:ext>
                    </a:extLst>
                  </p:cNvPr>
                  <p:cNvSpPr>
                    <a:spLocks noChangeShapeType="1"/>
                  </p:cNvSpPr>
                  <p:nvPr/>
                </p:nvSpPr>
                <p:spPr bwMode="auto">
                  <a:xfrm>
                    <a:off x="407" y="202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1" name="Line 31">
                    <a:extLst>
                      <a:ext uri="{FF2B5EF4-FFF2-40B4-BE49-F238E27FC236}">
                        <a16:creationId xmlns:a16="http://schemas.microsoft.com/office/drawing/2014/main" id="{CEA8A9E3-1BB9-2B43-FAEB-C92E19C0F878}"/>
                      </a:ext>
                    </a:extLst>
                  </p:cNvPr>
                  <p:cNvSpPr>
                    <a:spLocks noChangeShapeType="1"/>
                  </p:cNvSpPr>
                  <p:nvPr/>
                </p:nvSpPr>
                <p:spPr bwMode="auto">
                  <a:xfrm>
                    <a:off x="407" y="1958"/>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2" name="Line 32">
                    <a:extLst>
                      <a:ext uri="{FF2B5EF4-FFF2-40B4-BE49-F238E27FC236}">
                        <a16:creationId xmlns:a16="http://schemas.microsoft.com/office/drawing/2014/main" id="{08E64E58-13C2-EDA7-0C58-704788091A24}"/>
                      </a:ext>
                    </a:extLst>
                  </p:cNvPr>
                  <p:cNvSpPr>
                    <a:spLocks noChangeShapeType="1"/>
                  </p:cNvSpPr>
                  <p:nvPr/>
                </p:nvSpPr>
                <p:spPr bwMode="auto">
                  <a:xfrm>
                    <a:off x="407" y="189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3" name="Line 33">
                    <a:extLst>
                      <a:ext uri="{FF2B5EF4-FFF2-40B4-BE49-F238E27FC236}">
                        <a16:creationId xmlns:a16="http://schemas.microsoft.com/office/drawing/2014/main" id="{4848D58F-225A-5995-88DF-6F42A749A1B4}"/>
                      </a:ext>
                    </a:extLst>
                  </p:cNvPr>
                  <p:cNvSpPr>
                    <a:spLocks noChangeShapeType="1"/>
                  </p:cNvSpPr>
                  <p:nvPr/>
                </p:nvSpPr>
                <p:spPr bwMode="auto">
                  <a:xfrm>
                    <a:off x="407" y="1748"/>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4" name="Line 34">
                    <a:extLst>
                      <a:ext uri="{FF2B5EF4-FFF2-40B4-BE49-F238E27FC236}">
                        <a16:creationId xmlns:a16="http://schemas.microsoft.com/office/drawing/2014/main" id="{BF31B962-8621-8E78-42C9-D8D8C20139EB}"/>
                      </a:ext>
                    </a:extLst>
                  </p:cNvPr>
                  <p:cNvSpPr>
                    <a:spLocks noChangeShapeType="1"/>
                  </p:cNvSpPr>
                  <p:nvPr/>
                </p:nvSpPr>
                <p:spPr bwMode="auto">
                  <a:xfrm>
                    <a:off x="407" y="1680"/>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5" name="Line 35">
                    <a:extLst>
                      <a:ext uri="{FF2B5EF4-FFF2-40B4-BE49-F238E27FC236}">
                        <a16:creationId xmlns:a16="http://schemas.microsoft.com/office/drawing/2014/main" id="{CC1980E3-B40E-15DF-5BEF-920E630054DB}"/>
                      </a:ext>
                    </a:extLst>
                  </p:cNvPr>
                  <p:cNvSpPr>
                    <a:spLocks noChangeShapeType="1"/>
                  </p:cNvSpPr>
                  <p:nvPr/>
                </p:nvSpPr>
                <p:spPr bwMode="auto">
                  <a:xfrm>
                    <a:off x="407" y="160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6" name="Line 36">
                    <a:extLst>
                      <a:ext uri="{FF2B5EF4-FFF2-40B4-BE49-F238E27FC236}">
                        <a16:creationId xmlns:a16="http://schemas.microsoft.com/office/drawing/2014/main" id="{9C8461DE-E896-122D-433E-6F6A93215A91}"/>
                      </a:ext>
                    </a:extLst>
                  </p:cNvPr>
                  <p:cNvSpPr>
                    <a:spLocks noChangeShapeType="1"/>
                  </p:cNvSpPr>
                  <p:nvPr/>
                </p:nvSpPr>
                <p:spPr bwMode="auto">
                  <a:xfrm>
                    <a:off x="407" y="1463"/>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7" name="Line 37">
                    <a:extLst>
                      <a:ext uri="{FF2B5EF4-FFF2-40B4-BE49-F238E27FC236}">
                        <a16:creationId xmlns:a16="http://schemas.microsoft.com/office/drawing/2014/main" id="{AA0FBEC0-026F-DDDF-BF57-5D3724CE2127}"/>
                      </a:ext>
                    </a:extLst>
                  </p:cNvPr>
                  <p:cNvSpPr>
                    <a:spLocks noChangeShapeType="1"/>
                  </p:cNvSpPr>
                  <p:nvPr/>
                </p:nvSpPr>
                <p:spPr bwMode="auto">
                  <a:xfrm>
                    <a:off x="407" y="139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8" name="Line 38">
                    <a:extLst>
                      <a:ext uri="{FF2B5EF4-FFF2-40B4-BE49-F238E27FC236}">
                        <a16:creationId xmlns:a16="http://schemas.microsoft.com/office/drawing/2014/main" id="{6AF2055C-018F-3630-E013-A78AEDB75273}"/>
                      </a:ext>
                    </a:extLst>
                  </p:cNvPr>
                  <p:cNvSpPr>
                    <a:spLocks noChangeShapeType="1"/>
                  </p:cNvSpPr>
                  <p:nvPr/>
                </p:nvSpPr>
                <p:spPr bwMode="auto">
                  <a:xfrm>
                    <a:off x="407" y="1328"/>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19" name="Line 39">
                    <a:extLst>
                      <a:ext uri="{FF2B5EF4-FFF2-40B4-BE49-F238E27FC236}">
                        <a16:creationId xmlns:a16="http://schemas.microsoft.com/office/drawing/2014/main" id="{2BFA0A9A-8516-C40B-702B-531501AF0A0B}"/>
                      </a:ext>
                    </a:extLst>
                  </p:cNvPr>
                  <p:cNvSpPr>
                    <a:spLocks noChangeShapeType="1"/>
                  </p:cNvSpPr>
                  <p:nvPr/>
                </p:nvSpPr>
                <p:spPr bwMode="auto">
                  <a:xfrm>
                    <a:off x="407" y="1186"/>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0" name="Line 40">
                    <a:extLst>
                      <a:ext uri="{FF2B5EF4-FFF2-40B4-BE49-F238E27FC236}">
                        <a16:creationId xmlns:a16="http://schemas.microsoft.com/office/drawing/2014/main" id="{B9B28668-D1CC-7415-0E58-C893139C389C}"/>
                      </a:ext>
                    </a:extLst>
                  </p:cNvPr>
                  <p:cNvSpPr>
                    <a:spLocks noChangeShapeType="1"/>
                  </p:cNvSpPr>
                  <p:nvPr/>
                </p:nvSpPr>
                <p:spPr bwMode="auto">
                  <a:xfrm>
                    <a:off x="407" y="1111"/>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1" name="Line 41">
                    <a:extLst>
                      <a:ext uri="{FF2B5EF4-FFF2-40B4-BE49-F238E27FC236}">
                        <a16:creationId xmlns:a16="http://schemas.microsoft.com/office/drawing/2014/main" id="{FC0B11B7-6CEA-F7F7-8077-11E3BBB29332}"/>
                      </a:ext>
                    </a:extLst>
                  </p:cNvPr>
                  <p:cNvSpPr>
                    <a:spLocks noChangeShapeType="1"/>
                  </p:cNvSpPr>
                  <p:nvPr/>
                </p:nvSpPr>
                <p:spPr bwMode="auto">
                  <a:xfrm>
                    <a:off x="407" y="1044"/>
                    <a:ext cx="7"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6322" name="Line 42">
                    <a:extLst>
                      <a:ext uri="{FF2B5EF4-FFF2-40B4-BE49-F238E27FC236}">
                        <a16:creationId xmlns:a16="http://schemas.microsoft.com/office/drawing/2014/main" id="{BC5AB6DD-1B94-3624-81A5-49EA4BB8F51B}"/>
                      </a:ext>
                    </a:extLst>
                  </p:cNvPr>
                  <p:cNvSpPr>
                    <a:spLocks noChangeShapeType="1"/>
                  </p:cNvSpPr>
                  <p:nvPr/>
                </p:nvSpPr>
                <p:spPr bwMode="auto">
                  <a:xfrm flipV="1">
                    <a:off x="407" y="942"/>
                    <a:ext cx="1" cy="1476"/>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6298" name="Freeform 43">
                  <a:extLst>
                    <a:ext uri="{FF2B5EF4-FFF2-40B4-BE49-F238E27FC236}">
                      <a16:creationId xmlns:a16="http://schemas.microsoft.com/office/drawing/2014/main" id="{E68AF004-9FC1-9F26-D5C4-96FFCB08A528}"/>
                    </a:ext>
                  </a:extLst>
                </p:cNvPr>
                <p:cNvSpPr>
                  <a:spLocks/>
                </p:cNvSpPr>
                <p:nvPr/>
              </p:nvSpPr>
              <p:spPr bwMode="auto">
                <a:xfrm>
                  <a:off x="407" y="976"/>
                  <a:ext cx="2274" cy="1124"/>
                </a:xfrm>
                <a:custGeom>
                  <a:avLst/>
                  <a:gdLst>
                    <a:gd name="T0" fmla="*/ 0 w 2274"/>
                    <a:gd name="T1" fmla="*/ 1124 h 1124"/>
                    <a:gd name="T2" fmla="*/ 0 w 2274"/>
                    <a:gd name="T3" fmla="*/ 1124 h 1124"/>
                    <a:gd name="T4" fmla="*/ 7 w 2274"/>
                    <a:gd name="T5" fmla="*/ 1124 h 1124"/>
                    <a:gd name="T6" fmla="*/ 7 w 2274"/>
                    <a:gd name="T7" fmla="*/ 1124 h 1124"/>
                    <a:gd name="T8" fmla="*/ 14 w 2274"/>
                    <a:gd name="T9" fmla="*/ 1124 h 1124"/>
                    <a:gd name="T10" fmla="*/ 14 w 2274"/>
                    <a:gd name="T11" fmla="*/ 1124 h 1124"/>
                    <a:gd name="T12" fmla="*/ 20 w 2274"/>
                    <a:gd name="T13" fmla="*/ 1124 h 1124"/>
                    <a:gd name="T14" fmla="*/ 27 w 2274"/>
                    <a:gd name="T15" fmla="*/ 1124 h 1124"/>
                    <a:gd name="T16" fmla="*/ 34 w 2274"/>
                    <a:gd name="T17" fmla="*/ 1124 h 1124"/>
                    <a:gd name="T18" fmla="*/ 47 w 2274"/>
                    <a:gd name="T19" fmla="*/ 1124 h 1124"/>
                    <a:gd name="T20" fmla="*/ 54 w 2274"/>
                    <a:gd name="T21" fmla="*/ 1124 h 1124"/>
                    <a:gd name="T22" fmla="*/ 68 w 2274"/>
                    <a:gd name="T23" fmla="*/ 1124 h 1124"/>
                    <a:gd name="T24" fmla="*/ 95 w 2274"/>
                    <a:gd name="T25" fmla="*/ 1124 h 1124"/>
                    <a:gd name="T26" fmla="*/ 115 w 2274"/>
                    <a:gd name="T27" fmla="*/ 1124 h 1124"/>
                    <a:gd name="T28" fmla="*/ 142 w 2274"/>
                    <a:gd name="T29" fmla="*/ 1124 h 1124"/>
                    <a:gd name="T30" fmla="*/ 190 w 2274"/>
                    <a:gd name="T31" fmla="*/ 1117 h 1124"/>
                    <a:gd name="T32" fmla="*/ 237 w 2274"/>
                    <a:gd name="T33" fmla="*/ 1117 h 1124"/>
                    <a:gd name="T34" fmla="*/ 284 w 2274"/>
                    <a:gd name="T35" fmla="*/ 1117 h 1124"/>
                    <a:gd name="T36" fmla="*/ 386 w 2274"/>
                    <a:gd name="T37" fmla="*/ 1110 h 1124"/>
                    <a:gd name="T38" fmla="*/ 481 w 2274"/>
                    <a:gd name="T39" fmla="*/ 1104 h 1124"/>
                    <a:gd name="T40" fmla="*/ 575 w 2274"/>
                    <a:gd name="T41" fmla="*/ 1090 h 1124"/>
                    <a:gd name="T42" fmla="*/ 670 w 2274"/>
                    <a:gd name="T43" fmla="*/ 1077 h 1124"/>
                    <a:gd name="T44" fmla="*/ 765 w 2274"/>
                    <a:gd name="T45" fmla="*/ 1063 h 1124"/>
                    <a:gd name="T46" fmla="*/ 860 w 2274"/>
                    <a:gd name="T47" fmla="*/ 1050 h 1124"/>
                    <a:gd name="T48" fmla="*/ 954 w 2274"/>
                    <a:gd name="T49" fmla="*/ 1029 h 1124"/>
                    <a:gd name="T50" fmla="*/ 1049 w 2274"/>
                    <a:gd name="T51" fmla="*/ 1002 h 1124"/>
                    <a:gd name="T52" fmla="*/ 1144 w 2274"/>
                    <a:gd name="T53" fmla="*/ 975 h 1124"/>
                    <a:gd name="T54" fmla="*/ 1239 w 2274"/>
                    <a:gd name="T55" fmla="*/ 941 h 1124"/>
                    <a:gd name="T56" fmla="*/ 1333 w 2274"/>
                    <a:gd name="T57" fmla="*/ 901 h 1124"/>
                    <a:gd name="T58" fmla="*/ 1428 w 2274"/>
                    <a:gd name="T59" fmla="*/ 860 h 1124"/>
                    <a:gd name="T60" fmla="*/ 1523 w 2274"/>
                    <a:gd name="T61" fmla="*/ 813 h 1124"/>
                    <a:gd name="T62" fmla="*/ 1617 w 2274"/>
                    <a:gd name="T63" fmla="*/ 745 h 1124"/>
                    <a:gd name="T64" fmla="*/ 1712 w 2274"/>
                    <a:gd name="T65" fmla="*/ 677 h 1124"/>
                    <a:gd name="T66" fmla="*/ 1807 w 2274"/>
                    <a:gd name="T67" fmla="*/ 603 h 1124"/>
                    <a:gd name="T68" fmla="*/ 1902 w 2274"/>
                    <a:gd name="T69" fmla="*/ 508 h 1124"/>
                    <a:gd name="T70" fmla="*/ 1990 w 2274"/>
                    <a:gd name="T71" fmla="*/ 406 h 1124"/>
                    <a:gd name="T72" fmla="*/ 2091 w 2274"/>
                    <a:gd name="T73" fmla="*/ 284 h 1124"/>
                    <a:gd name="T74" fmla="*/ 2186 w 2274"/>
                    <a:gd name="T75" fmla="*/ 142 h 1124"/>
                    <a:gd name="T76" fmla="*/ 2274 w 2274"/>
                    <a:gd name="T77" fmla="*/ 0 h 11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274" h="1124">
                      <a:moveTo>
                        <a:pt x="0" y="1124"/>
                      </a:moveTo>
                      <a:lnTo>
                        <a:pt x="0" y="1124"/>
                      </a:lnTo>
                      <a:lnTo>
                        <a:pt x="7" y="1124"/>
                      </a:lnTo>
                      <a:lnTo>
                        <a:pt x="14" y="1124"/>
                      </a:lnTo>
                      <a:lnTo>
                        <a:pt x="20" y="1124"/>
                      </a:lnTo>
                      <a:lnTo>
                        <a:pt x="27" y="1124"/>
                      </a:lnTo>
                      <a:lnTo>
                        <a:pt x="34" y="1124"/>
                      </a:lnTo>
                      <a:lnTo>
                        <a:pt x="47" y="1124"/>
                      </a:lnTo>
                      <a:lnTo>
                        <a:pt x="54" y="1124"/>
                      </a:lnTo>
                      <a:lnTo>
                        <a:pt x="68" y="1124"/>
                      </a:lnTo>
                      <a:lnTo>
                        <a:pt x="95" y="1124"/>
                      </a:lnTo>
                      <a:lnTo>
                        <a:pt x="115" y="1124"/>
                      </a:lnTo>
                      <a:lnTo>
                        <a:pt x="142" y="1124"/>
                      </a:lnTo>
                      <a:lnTo>
                        <a:pt x="190" y="1117"/>
                      </a:lnTo>
                      <a:lnTo>
                        <a:pt x="237" y="1117"/>
                      </a:lnTo>
                      <a:lnTo>
                        <a:pt x="284" y="1117"/>
                      </a:lnTo>
                      <a:lnTo>
                        <a:pt x="386" y="1110"/>
                      </a:lnTo>
                      <a:lnTo>
                        <a:pt x="481" y="1104"/>
                      </a:lnTo>
                      <a:lnTo>
                        <a:pt x="575" y="1090"/>
                      </a:lnTo>
                      <a:lnTo>
                        <a:pt x="670" y="1077"/>
                      </a:lnTo>
                      <a:lnTo>
                        <a:pt x="765" y="1063"/>
                      </a:lnTo>
                      <a:lnTo>
                        <a:pt x="860" y="1050"/>
                      </a:lnTo>
                      <a:lnTo>
                        <a:pt x="954" y="1029"/>
                      </a:lnTo>
                      <a:lnTo>
                        <a:pt x="1049" y="1002"/>
                      </a:lnTo>
                      <a:lnTo>
                        <a:pt x="1144" y="975"/>
                      </a:lnTo>
                      <a:lnTo>
                        <a:pt x="1239" y="941"/>
                      </a:lnTo>
                      <a:lnTo>
                        <a:pt x="1333" y="901"/>
                      </a:lnTo>
                      <a:lnTo>
                        <a:pt x="1428" y="860"/>
                      </a:lnTo>
                      <a:lnTo>
                        <a:pt x="1523" y="813"/>
                      </a:lnTo>
                      <a:lnTo>
                        <a:pt x="1617" y="745"/>
                      </a:lnTo>
                      <a:lnTo>
                        <a:pt x="1712" y="677"/>
                      </a:lnTo>
                      <a:lnTo>
                        <a:pt x="1807" y="603"/>
                      </a:lnTo>
                      <a:lnTo>
                        <a:pt x="1902" y="508"/>
                      </a:lnTo>
                      <a:lnTo>
                        <a:pt x="1990" y="406"/>
                      </a:lnTo>
                      <a:lnTo>
                        <a:pt x="2091" y="284"/>
                      </a:lnTo>
                      <a:lnTo>
                        <a:pt x="2186" y="142"/>
                      </a:lnTo>
                      <a:lnTo>
                        <a:pt x="2274" y="0"/>
                      </a:lnTo>
                    </a:path>
                  </a:pathLst>
                </a:custGeom>
                <a:noFill/>
                <a:ln w="0">
                  <a:solidFill>
                    <a:srgbClr val="0066FF"/>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299" name="Freeform 44">
                  <a:extLst>
                    <a:ext uri="{FF2B5EF4-FFF2-40B4-BE49-F238E27FC236}">
                      <a16:creationId xmlns:a16="http://schemas.microsoft.com/office/drawing/2014/main" id="{92203709-94D5-7B2B-BD72-661AC9C366C3}"/>
                    </a:ext>
                  </a:extLst>
                </p:cNvPr>
                <p:cNvSpPr>
                  <a:spLocks/>
                </p:cNvSpPr>
                <p:nvPr/>
              </p:nvSpPr>
              <p:spPr bwMode="auto">
                <a:xfrm>
                  <a:off x="407" y="1254"/>
                  <a:ext cx="2274" cy="1124"/>
                </a:xfrm>
                <a:custGeom>
                  <a:avLst/>
                  <a:gdLst>
                    <a:gd name="T0" fmla="*/ 0 w 2274"/>
                    <a:gd name="T1" fmla="*/ 0 h 1124"/>
                    <a:gd name="T2" fmla="*/ 0 w 2274"/>
                    <a:gd name="T3" fmla="*/ 0 h 1124"/>
                    <a:gd name="T4" fmla="*/ 7 w 2274"/>
                    <a:gd name="T5" fmla="*/ 0 h 1124"/>
                    <a:gd name="T6" fmla="*/ 7 w 2274"/>
                    <a:gd name="T7" fmla="*/ 0 h 1124"/>
                    <a:gd name="T8" fmla="*/ 14 w 2274"/>
                    <a:gd name="T9" fmla="*/ 0 h 1124"/>
                    <a:gd name="T10" fmla="*/ 14 w 2274"/>
                    <a:gd name="T11" fmla="*/ 0 h 1124"/>
                    <a:gd name="T12" fmla="*/ 20 w 2274"/>
                    <a:gd name="T13" fmla="*/ 0 h 1124"/>
                    <a:gd name="T14" fmla="*/ 27 w 2274"/>
                    <a:gd name="T15" fmla="*/ 0 h 1124"/>
                    <a:gd name="T16" fmla="*/ 34 w 2274"/>
                    <a:gd name="T17" fmla="*/ 0 h 1124"/>
                    <a:gd name="T18" fmla="*/ 47 w 2274"/>
                    <a:gd name="T19" fmla="*/ 0 h 1124"/>
                    <a:gd name="T20" fmla="*/ 54 w 2274"/>
                    <a:gd name="T21" fmla="*/ 0 h 1124"/>
                    <a:gd name="T22" fmla="*/ 68 w 2274"/>
                    <a:gd name="T23" fmla="*/ 0 h 1124"/>
                    <a:gd name="T24" fmla="*/ 95 w 2274"/>
                    <a:gd name="T25" fmla="*/ 0 h 1124"/>
                    <a:gd name="T26" fmla="*/ 115 w 2274"/>
                    <a:gd name="T27" fmla="*/ 0 h 1124"/>
                    <a:gd name="T28" fmla="*/ 142 w 2274"/>
                    <a:gd name="T29" fmla="*/ 6 h 1124"/>
                    <a:gd name="T30" fmla="*/ 190 w 2274"/>
                    <a:gd name="T31" fmla="*/ 6 h 1124"/>
                    <a:gd name="T32" fmla="*/ 237 w 2274"/>
                    <a:gd name="T33" fmla="*/ 6 h 1124"/>
                    <a:gd name="T34" fmla="*/ 284 w 2274"/>
                    <a:gd name="T35" fmla="*/ 6 h 1124"/>
                    <a:gd name="T36" fmla="*/ 386 w 2274"/>
                    <a:gd name="T37" fmla="*/ 13 h 1124"/>
                    <a:gd name="T38" fmla="*/ 481 w 2274"/>
                    <a:gd name="T39" fmla="*/ 20 h 1124"/>
                    <a:gd name="T40" fmla="*/ 575 w 2274"/>
                    <a:gd name="T41" fmla="*/ 33 h 1124"/>
                    <a:gd name="T42" fmla="*/ 670 w 2274"/>
                    <a:gd name="T43" fmla="*/ 47 h 1124"/>
                    <a:gd name="T44" fmla="*/ 765 w 2274"/>
                    <a:gd name="T45" fmla="*/ 60 h 1124"/>
                    <a:gd name="T46" fmla="*/ 860 w 2274"/>
                    <a:gd name="T47" fmla="*/ 74 h 1124"/>
                    <a:gd name="T48" fmla="*/ 954 w 2274"/>
                    <a:gd name="T49" fmla="*/ 94 h 1124"/>
                    <a:gd name="T50" fmla="*/ 1049 w 2274"/>
                    <a:gd name="T51" fmla="*/ 121 h 1124"/>
                    <a:gd name="T52" fmla="*/ 1144 w 2274"/>
                    <a:gd name="T53" fmla="*/ 149 h 1124"/>
                    <a:gd name="T54" fmla="*/ 1239 w 2274"/>
                    <a:gd name="T55" fmla="*/ 182 h 1124"/>
                    <a:gd name="T56" fmla="*/ 1333 w 2274"/>
                    <a:gd name="T57" fmla="*/ 223 h 1124"/>
                    <a:gd name="T58" fmla="*/ 1428 w 2274"/>
                    <a:gd name="T59" fmla="*/ 264 h 1124"/>
                    <a:gd name="T60" fmla="*/ 1523 w 2274"/>
                    <a:gd name="T61" fmla="*/ 318 h 1124"/>
                    <a:gd name="T62" fmla="*/ 1617 w 2274"/>
                    <a:gd name="T63" fmla="*/ 379 h 1124"/>
                    <a:gd name="T64" fmla="*/ 1712 w 2274"/>
                    <a:gd name="T65" fmla="*/ 446 h 1124"/>
                    <a:gd name="T66" fmla="*/ 1807 w 2274"/>
                    <a:gd name="T67" fmla="*/ 521 h 1124"/>
                    <a:gd name="T68" fmla="*/ 1902 w 2274"/>
                    <a:gd name="T69" fmla="*/ 616 h 1124"/>
                    <a:gd name="T70" fmla="*/ 1990 w 2274"/>
                    <a:gd name="T71" fmla="*/ 717 h 1124"/>
                    <a:gd name="T72" fmla="*/ 2091 w 2274"/>
                    <a:gd name="T73" fmla="*/ 839 h 1124"/>
                    <a:gd name="T74" fmla="*/ 2186 w 2274"/>
                    <a:gd name="T75" fmla="*/ 981 h 1124"/>
                    <a:gd name="T76" fmla="*/ 2274 w 2274"/>
                    <a:gd name="T77" fmla="*/ 1124 h 112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274" h="1124">
                      <a:moveTo>
                        <a:pt x="0" y="0"/>
                      </a:moveTo>
                      <a:lnTo>
                        <a:pt x="0" y="0"/>
                      </a:lnTo>
                      <a:lnTo>
                        <a:pt x="7" y="0"/>
                      </a:lnTo>
                      <a:lnTo>
                        <a:pt x="14" y="0"/>
                      </a:lnTo>
                      <a:lnTo>
                        <a:pt x="20" y="0"/>
                      </a:lnTo>
                      <a:lnTo>
                        <a:pt x="27" y="0"/>
                      </a:lnTo>
                      <a:lnTo>
                        <a:pt x="34" y="0"/>
                      </a:lnTo>
                      <a:lnTo>
                        <a:pt x="47" y="0"/>
                      </a:lnTo>
                      <a:lnTo>
                        <a:pt x="54" y="0"/>
                      </a:lnTo>
                      <a:lnTo>
                        <a:pt x="68" y="0"/>
                      </a:lnTo>
                      <a:lnTo>
                        <a:pt x="95" y="0"/>
                      </a:lnTo>
                      <a:lnTo>
                        <a:pt x="115" y="0"/>
                      </a:lnTo>
                      <a:lnTo>
                        <a:pt x="142" y="6"/>
                      </a:lnTo>
                      <a:lnTo>
                        <a:pt x="190" y="6"/>
                      </a:lnTo>
                      <a:lnTo>
                        <a:pt x="237" y="6"/>
                      </a:lnTo>
                      <a:lnTo>
                        <a:pt x="284" y="6"/>
                      </a:lnTo>
                      <a:lnTo>
                        <a:pt x="386" y="13"/>
                      </a:lnTo>
                      <a:lnTo>
                        <a:pt x="481" y="20"/>
                      </a:lnTo>
                      <a:lnTo>
                        <a:pt x="575" y="33"/>
                      </a:lnTo>
                      <a:lnTo>
                        <a:pt x="670" y="47"/>
                      </a:lnTo>
                      <a:lnTo>
                        <a:pt x="765" y="60"/>
                      </a:lnTo>
                      <a:lnTo>
                        <a:pt x="860" y="74"/>
                      </a:lnTo>
                      <a:lnTo>
                        <a:pt x="954" y="94"/>
                      </a:lnTo>
                      <a:lnTo>
                        <a:pt x="1049" y="121"/>
                      </a:lnTo>
                      <a:lnTo>
                        <a:pt x="1144" y="149"/>
                      </a:lnTo>
                      <a:lnTo>
                        <a:pt x="1239" y="182"/>
                      </a:lnTo>
                      <a:lnTo>
                        <a:pt x="1333" y="223"/>
                      </a:lnTo>
                      <a:lnTo>
                        <a:pt x="1428" y="264"/>
                      </a:lnTo>
                      <a:lnTo>
                        <a:pt x="1523" y="318"/>
                      </a:lnTo>
                      <a:lnTo>
                        <a:pt x="1617" y="379"/>
                      </a:lnTo>
                      <a:lnTo>
                        <a:pt x="1712" y="446"/>
                      </a:lnTo>
                      <a:lnTo>
                        <a:pt x="1807" y="521"/>
                      </a:lnTo>
                      <a:lnTo>
                        <a:pt x="1902" y="616"/>
                      </a:lnTo>
                      <a:lnTo>
                        <a:pt x="1990" y="717"/>
                      </a:lnTo>
                      <a:lnTo>
                        <a:pt x="2091" y="839"/>
                      </a:lnTo>
                      <a:lnTo>
                        <a:pt x="2186" y="981"/>
                      </a:lnTo>
                      <a:lnTo>
                        <a:pt x="2274" y="1124"/>
                      </a:lnTo>
                    </a:path>
                  </a:pathLst>
                </a:custGeom>
                <a:noFill/>
                <a:ln w="0">
                  <a:solidFill>
                    <a:srgbClr val="FF0099"/>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96300" name="Rectangle 45">
                  <a:extLst>
                    <a:ext uri="{FF2B5EF4-FFF2-40B4-BE49-F238E27FC236}">
                      <a16:creationId xmlns:a16="http://schemas.microsoft.com/office/drawing/2014/main" id="{C53D2E4C-125D-A9DE-A9DA-A39DCF3BC4DA}"/>
                    </a:ext>
                  </a:extLst>
                </p:cNvPr>
                <p:cNvSpPr>
                  <a:spLocks noChangeArrowheads="1"/>
                </p:cNvSpPr>
                <p:nvPr/>
              </p:nvSpPr>
              <p:spPr bwMode="auto">
                <a:xfrm>
                  <a:off x="2472" y="2387"/>
                  <a:ext cx="3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l-GR" altLang="zh-CN" sz="1800">
                      <a:solidFill>
                        <a:srgbClr val="000000"/>
                      </a:solidFill>
                      <a:latin typeface="Courier New" panose="02070309020205020404" pitchFamily="49" charset="0"/>
                      <a:cs typeface="Courier New" panose="02070309020205020404" pitchFamily="49" charset="0"/>
                    </a:rPr>
                    <a:t>π</a:t>
                  </a:r>
                  <a:r>
                    <a:rPr lang="en-US" altLang="zh-CN" sz="1800">
                      <a:solidFill>
                        <a:srgbClr val="000000"/>
                      </a:solidFill>
                      <a:latin typeface="Courier New" panose="02070309020205020404" pitchFamily="49" charset="0"/>
                      <a:cs typeface="Courier New" panose="02070309020205020404" pitchFamily="49" charset="0"/>
                    </a:rPr>
                    <a:t>/2</a:t>
                  </a:r>
                  <a:endParaRPr lang="en-US" altLang="zh-CN" sz="1800">
                    <a:solidFill>
                      <a:srgbClr val="000000"/>
                    </a:solidFill>
                    <a:cs typeface="Courier New" panose="02070309020205020404" pitchFamily="49" charset="0"/>
                  </a:endParaRPr>
                </a:p>
              </p:txBody>
            </p:sp>
            <p:sp>
              <p:nvSpPr>
                <p:cNvPr id="96301" name="Rectangle 46">
                  <a:extLst>
                    <a:ext uri="{FF2B5EF4-FFF2-40B4-BE49-F238E27FC236}">
                      <a16:creationId xmlns:a16="http://schemas.microsoft.com/office/drawing/2014/main" id="{5E283A17-6963-79A3-6E7E-85467F328A9B}"/>
                    </a:ext>
                  </a:extLst>
                </p:cNvPr>
                <p:cNvSpPr>
                  <a:spLocks noChangeArrowheads="1"/>
                </p:cNvSpPr>
                <p:nvPr/>
              </p:nvSpPr>
              <p:spPr bwMode="auto">
                <a:xfrm>
                  <a:off x="204" y="2278"/>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0.0</a:t>
                  </a:r>
                </a:p>
              </p:txBody>
            </p:sp>
          </p:grpSp>
          <p:sp>
            <p:nvSpPr>
              <p:cNvPr id="96284" name="Text Box 47">
                <a:extLst>
                  <a:ext uri="{FF2B5EF4-FFF2-40B4-BE49-F238E27FC236}">
                    <a16:creationId xmlns:a16="http://schemas.microsoft.com/office/drawing/2014/main" id="{C9E24ED2-406F-F6C8-0ABC-14ACADDE13C1}"/>
                  </a:ext>
                </a:extLst>
              </p:cNvPr>
              <p:cNvSpPr txBox="1">
                <a:spLocks noChangeArrowheads="1"/>
              </p:cNvSpPr>
              <p:nvPr/>
            </p:nvSpPr>
            <p:spPr bwMode="auto">
              <a:xfrm>
                <a:off x="476" y="981"/>
                <a:ext cx="12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ea typeface="楷体_GB2312" pitchFamily="49" charset="-122"/>
                  </a:rPr>
                  <a:t>透射系数</a:t>
                </a:r>
              </a:p>
            </p:txBody>
          </p:sp>
          <p:sp>
            <p:nvSpPr>
              <p:cNvPr id="96285" name="Text Box 48">
                <a:extLst>
                  <a:ext uri="{FF2B5EF4-FFF2-40B4-BE49-F238E27FC236}">
                    <a16:creationId xmlns:a16="http://schemas.microsoft.com/office/drawing/2014/main" id="{71F3C22B-2AAE-D35A-0899-3F0C920C59B7}"/>
                  </a:ext>
                </a:extLst>
              </p:cNvPr>
              <p:cNvSpPr txBox="1">
                <a:spLocks noChangeArrowheads="1"/>
              </p:cNvSpPr>
              <p:nvPr/>
            </p:nvSpPr>
            <p:spPr bwMode="auto">
              <a:xfrm>
                <a:off x="567" y="1706"/>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ea typeface="楷体_GB2312" pitchFamily="49" charset="-122"/>
                  </a:rPr>
                  <a:t>反射系数</a:t>
                </a:r>
              </a:p>
            </p:txBody>
          </p:sp>
        </p:grpSp>
        <p:graphicFrame>
          <p:nvGraphicFramePr>
            <p:cNvPr id="96281" name="Object 49">
              <a:extLst>
                <a:ext uri="{FF2B5EF4-FFF2-40B4-BE49-F238E27FC236}">
                  <a16:creationId xmlns:a16="http://schemas.microsoft.com/office/drawing/2014/main" id="{C2697560-69E0-48B4-B9DD-F9E35152211C}"/>
                </a:ext>
              </a:extLst>
            </p:cNvPr>
            <p:cNvGraphicFramePr>
              <a:graphicFrameLocks noChangeAspect="1"/>
            </p:cNvGraphicFramePr>
            <p:nvPr>
              <p:extLst>
                <p:ext uri="{D42A27DB-BD31-4B8C-83A1-F6EECF244321}">
                  <p14:modId xmlns:p14="http://schemas.microsoft.com/office/powerpoint/2010/main" val="3167194023"/>
                </p:ext>
              </p:extLst>
            </p:nvPr>
          </p:nvGraphicFramePr>
          <p:xfrm>
            <a:off x="1383" y="1681"/>
            <a:ext cx="363" cy="298"/>
          </p:xfrm>
          <a:graphic>
            <a:graphicData uri="http://schemas.openxmlformats.org/presentationml/2006/ole">
              <mc:AlternateContent xmlns:mc="http://schemas.openxmlformats.org/markup-compatibility/2006">
                <mc:Choice xmlns:v="urn:schemas-microsoft-com:vml" Requires="v">
                  <p:oleObj name="Equation" r:id="rId6" imgW="266726" imgH="228600" progId="Equation.DSMT4">
                    <p:embed/>
                  </p:oleObj>
                </mc:Choice>
                <mc:Fallback>
                  <p:oleObj name="Equation" r:id="rId6" imgW="266726" imgH="228600" progId="Equation.DSMT4">
                    <p:embed/>
                    <p:pic>
                      <p:nvPicPr>
                        <p:cNvPr id="0" name="Object 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83" y="1681"/>
                          <a:ext cx="363"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282" name="Object 50">
              <a:extLst>
                <a:ext uri="{FF2B5EF4-FFF2-40B4-BE49-F238E27FC236}">
                  <a16:creationId xmlns:a16="http://schemas.microsoft.com/office/drawing/2014/main" id="{AA2D5995-3B35-8C02-2AD8-32045282B195}"/>
                </a:ext>
              </a:extLst>
            </p:cNvPr>
            <p:cNvGraphicFramePr>
              <a:graphicFrameLocks noChangeAspect="1"/>
            </p:cNvGraphicFramePr>
            <p:nvPr>
              <p:extLst>
                <p:ext uri="{D42A27DB-BD31-4B8C-83A1-F6EECF244321}">
                  <p14:modId xmlns:p14="http://schemas.microsoft.com/office/powerpoint/2010/main" val="3561732078"/>
                </p:ext>
              </p:extLst>
            </p:nvPr>
          </p:nvGraphicFramePr>
          <p:xfrm>
            <a:off x="1414" y="981"/>
            <a:ext cx="300" cy="298"/>
          </p:xfrm>
          <a:graphic>
            <a:graphicData uri="http://schemas.openxmlformats.org/presentationml/2006/ole">
              <mc:AlternateContent xmlns:mc="http://schemas.openxmlformats.org/markup-compatibility/2006">
                <mc:Choice xmlns:v="urn:schemas-microsoft-com:vml" Requires="v">
                  <p:oleObj name="Equation" r:id="rId8" imgW="215961" imgH="228600" progId="Equation.DSMT4">
                    <p:embed/>
                  </p:oleObj>
                </mc:Choice>
                <mc:Fallback>
                  <p:oleObj name="Equation" r:id="rId8" imgW="215961" imgH="228600" progId="Equation.DSMT4">
                    <p:embed/>
                    <p:pic>
                      <p:nvPicPr>
                        <p:cNvPr id="0" name="Object 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414" y="981"/>
                          <a:ext cx="300" cy="2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2211" name="Group 51">
            <a:extLst>
              <a:ext uri="{FF2B5EF4-FFF2-40B4-BE49-F238E27FC236}">
                <a16:creationId xmlns:a16="http://schemas.microsoft.com/office/drawing/2014/main" id="{5F3C18C1-7FF7-A619-9C9A-4964A0C10E3E}"/>
              </a:ext>
            </a:extLst>
          </p:cNvPr>
          <p:cNvGrpSpPr>
            <a:grpSpLocks/>
          </p:cNvGrpSpPr>
          <p:nvPr/>
        </p:nvGrpSpPr>
        <p:grpSpPr bwMode="auto">
          <a:xfrm>
            <a:off x="4730750" y="1893888"/>
            <a:ext cx="4233863" cy="3119437"/>
            <a:chOff x="2980" y="572"/>
            <a:chExt cx="2667" cy="1965"/>
          </a:xfrm>
        </p:grpSpPr>
        <p:sp>
          <p:nvSpPr>
            <p:cNvPr id="96262" name="Text Box 52">
              <a:extLst>
                <a:ext uri="{FF2B5EF4-FFF2-40B4-BE49-F238E27FC236}">
                  <a16:creationId xmlns:a16="http://schemas.microsoft.com/office/drawing/2014/main" id="{5A7B210A-A7BA-8BA1-B854-D38679DD218E}"/>
                </a:ext>
              </a:extLst>
            </p:cNvPr>
            <p:cNvSpPr txBox="1">
              <a:spLocks noChangeArrowheads="1"/>
            </p:cNvSpPr>
            <p:nvPr/>
          </p:nvSpPr>
          <p:spPr bwMode="auto">
            <a:xfrm>
              <a:off x="3379" y="572"/>
              <a:ext cx="15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FFFFFF"/>
                  </a:solidFill>
                  <a:latin typeface="宋体" panose="02010600030101010101" pitchFamily="2" charset="-122"/>
                </a:rPr>
                <a:t>平行极化波</a:t>
              </a:r>
            </a:p>
          </p:txBody>
        </p:sp>
        <p:grpSp>
          <p:nvGrpSpPr>
            <p:cNvPr id="96263" name="Group 53">
              <a:extLst>
                <a:ext uri="{FF2B5EF4-FFF2-40B4-BE49-F238E27FC236}">
                  <a16:creationId xmlns:a16="http://schemas.microsoft.com/office/drawing/2014/main" id="{6730CCCD-66BE-3F76-8EA4-DACEFBDAF462}"/>
                </a:ext>
              </a:extLst>
            </p:cNvPr>
            <p:cNvGrpSpPr>
              <a:grpSpLocks/>
            </p:cNvGrpSpPr>
            <p:nvPr/>
          </p:nvGrpSpPr>
          <p:grpSpPr bwMode="auto">
            <a:xfrm>
              <a:off x="2980" y="920"/>
              <a:ext cx="2667" cy="1617"/>
              <a:chOff x="2896" y="920"/>
              <a:chExt cx="2667" cy="1617"/>
            </a:xfrm>
          </p:grpSpPr>
          <p:pic>
            <p:nvPicPr>
              <p:cNvPr id="96266" name="Picture 54">
                <a:extLst>
                  <a:ext uri="{FF2B5EF4-FFF2-40B4-BE49-F238E27FC236}">
                    <a16:creationId xmlns:a16="http://schemas.microsoft.com/office/drawing/2014/main" id="{9BC8461A-B794-BD0A-4064-EC7A1931970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 y="921"/>
                <a:ext cx="2592" cy="1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6267" name="Rectangle 55">
                <a:extLst>
                  <a:ext uri="{FF2B5EF4-FFF2-40B4-BE49-F238E27FC236}">
                    <a16:creationId xmlns:a16="http://schemas.microsoft.com/office/drawing/2014/main" id="{5BA923FD-3753-88E3-2015-7C0D2F600305}"/>
                  </a:ext>
                </a:extLst>
              </p:cNvPr>
              <p:cNvSpPr>
                <a:spLocks noChangeArrowheads="1"/>
              </p:cNvSpPr>
              <p:nvPr/>
            </p:nvSpPr>
            <p:spPr bwMode="auto">
              <a:xfrm>
                <a:off x="3833" y="2387"/>
                <a:ext cx="1678" cy="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96268" name="Rectangle 56">
                <a:extLst>
                  <a:ext uri="{FF2B5EF4-FFF2-40B4-BE49-F238E27FC236}">
                    <a16:creationId xmlns:a16="http://schemas.microsoft.com/office/drawing/2014/main" id="{5FF3A14B-E6FB-ACA3-7934-5E38BC490984}"/>
                  </a:ext>
                </a:extLst>
              </p:cNvPr>
              <p:cNvSpPr>
                <a:spLocks noChangeArrowheads="1"/>
              </p:cNvSpPr>
              <p:nvPr/>
            </p:nvSpPr>
            <p:spPr bwMode="auto">
              <a:xfrm>
                <a:off x="4151" y="2364"/>
                <a:ext cx="3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l-GR" altLang="zh-CN" sz="1800">
                    <a:solidFill>
                      <a:srgbClr val="000000"/>
                    </a:solidFill>
                    <a:latin typeface="Courier New" panose="02070309020205020404" pitchFamily="49" charset="0"/>
                    <a:cs typeface="Courier New" panose="02070309020205020404" pitchFamily="49" charset="0"/>
                  </a:rPr>
                  <a:t>π</a:t>
                </a:r>
                <a:r>
                  <a:rPr lang="en-US" altLang="zh-CN" sz="1800">
                    <a:solidFill>
                      <a:srgbClr val="000000"/>
                    </a:solidFill>
                    <a:latin typeface="Courier New" panose="02070309020205020404" pitchFamily="49" charset="0"/>
                    <a:cs typeface="Courier New" panose="02070309020205020404" pitchFamily="49" charset="0"/>
                  </a:rPr>
                  <a:t>/4</a:t>
                </a:r>
                <a:endParaRPr lang="en-US" altLang="zh-CN" sz="1800">
                  <a:solidFill>
                    <a:srgbClr val="000000"/>
                  </a:solidFill>
                  <a:cs typeface="Courier New" panose="02070309020205020404" pitchFamily="49" charset="0"/>
                </a:endParaRPr>
              </a:p>
            </p:txBody>
          </p:sp>
          <p:sp>
            <p:nvSpPr>
              <p:cNvPr id="96269" name="Rectangle 57">
                <a:extLst>
                  <a:ext uri="{FF2B5EF4-FFF2-40B4-BE49-F238E27FC236}">
                    <a16:creationId xmlns:a16="http://schemas.microsoft.com/office/drawing/2014/main" id="{A525D5A9-E461-4EBD-0622-0D7CC02B7960}"/>
                  </a:ext>
                </a:extLst>
              </p:cNvPr>
              <p:cNvSpPr>
                <a:spLocks noChangeArrowheads="1"/>
              </p:cNvSpPr>
              <p:nvPr/>
            </p:nvSpPr>
            <p:spPr bwMode="auto">
              <a:xfrm>
                <a:off x="5240" y="2364"/>
                <a:ext cx="3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l-GR" altLang="zh-CN" sz="1800">
                    <a:solidFill>
                      <a:srgbClr val="000000"/>
                    </a:solidFill>
                    <a:latin typeface="Courier New" panose="02070309020205020404" pitchFamily="49" charset="0"/>
                    <a:cs typeface="Courier New" panose="02070309020205020404" pitchFamily="49" charset="0"/>
                  </a:rPr>
                  <a:t>π</a:t>
                </a:r>
                <a:r>
                  <a:rPr lang="en-US" altLang="zh-CN" sz="1800">
                    <a:solidFill>
                      <a:srgbClr val="000000"/>
                    </a:solidFill>
                    <a:latin typeface="Courier New" panose="02070309020205020404" pitchFamily="49" charset="0"/>
                    <a:cs typeface="Courier New" panose="02070309020205020404" pitchFamily="49" charset="0"/>
                  </a:rPr>
                  <a:t>/2</a:t>
                </a:r>
                <a:endParaRPr lang="en-US" altLang="zh-CN" sz="1800">
                  <a:solidFill>
                    <a:srgbClr val="000000"/>
                  </a:solidFill>
                  <a:cs typeface="Courier New" panose="02070309020205020404" pitchFamily="49" charset="0"/>
                </a:endParaRPr>
              </a:p>
            </p:txBody>
          </p:sp>
          <p:sp>
            <p:nvSpPr>
              <p:cNvPr id="96270" name="Rectangle 58">
                <a:extLst>
                  <a:ext uri="{FF2B5EF4-FFF2-40B4-BE49-F238E27FC236}">
                    <a16:creationId xmlns:a16="http://schemas.microsoft.com/office/drawing/2014/main" id="{8DF15EB3-865A-A353-34C4-390F52C633D3}"/>
                  </a:ext>
                </a:extLst>
              </p:cNvPr>
              <p:cNvSpPr>
                <a:spLocks noChangeArrowheads="1"/>
              </p:cNvSpPr>
              <p:nvPr/>
            </p:nvSpPr>
            <p:spPr bwMode="auto">
              <a:xfrm>
                <a:off x="2896" y="920"/>
                <a:ext cx="227" cy="160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b="1">
                  <a:solidFill>
                    <a:srgbClr val="000000"/>
                  </a:solidFill>
                </a:endParaRPr>
              </a:p>
            </p:txBody>
          </p:sp>
          <p:sp>
            <p:nvSpPr>
              <p:cNvPr id="96271" name="Rectangle 59">
                <a:extLst>
                  <a:ext uri="{FF2B5EF4-FFF2-40B4-BE49-F238E27FC236}">
                    <a16:creationId xmlns:a16="http://schemas.microsoft.com/office/drawing/2014/main" id="{BE0A6135-A3C0-ACDB-5556-F42D8E5A8FDF}"/>
                  </a:ext>
                </a:extLst>
              </p:cNvPr>
              <p:cNvSpPr>
                <a:spLocks noChangeArrowheads="1"/>
              </p:cNvSpPr>
              <p:nvPr/>
            </p:nvSpPr>
            <p:spPr bwMode="auto">
              <a:xfrm>
                <a:off x="2939" y="2067"/>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0.2</a:t>
                </a:r>
              </a:p>
            </p:txBody>
          </p:sp>
          <p:sp>
            <p:nvSpPr>
              <p:cNvPr id="96272" name="Rectangle 60">
                <a:extLst>
                  <a:ext uri="{FF2B5EF4-FFF2-40B4-BE49-F238E27FC236}">
                    <a16:creationId xmlns:a16="http://schemas.microsoft.com/office/drawing/2014/main" id="{5FD33220-FFAF-0B3A-0B5F-E489C2A76784}"/>
                  </a:ext>
                </a:extLst>
              </p:cNvPr>
              <p:cNvSpPr>
                <a:spLocks noChangeArrowheads="1"/>
              </p:cNvSpPr>
              <p:nvPr/>
            </p:nvSpPr>
            <p:spPr bwMode="auto">
              <a:xfrm>
                <a:off x="2939" y="1783"/>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0.4</a:t>
                </a:r>
              </a:p>
            </p:txBody>
          </p:sp>
          <p:sp>
            <p:nvSpPr>
              <p:cNvPr id="96273" name="Rectangle 61">
                <a:extLst>
                  <a:ext uri="{FF2B5EF4-FFF2-40B4-BE49-F238E27FC236}">
                    <a16:creationId xmlns:a16="http://schemas.microsoft.com/office/drawing/2014/main" id="{D0B06BEF-ABA7-2669-5824-868B5C3DA735}"/>
                  </a:ext>
                </a:extLst>
              </p:cNvPr>
              <p:cNvSpPr>
                <a:spLocks noChangeArrowheads="1"/>
              </p:cNvSpPr>
              <p:nvPr/>
            </p:nvSpPr>
            <p:spPr bwMode="auto">
              <a:xfrm>
                <a:off x="2947" y="1505"/>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0.6</a:t>
                </a:r>
              </a:p>
            </p:txBody>
          </p:sp>
          <p:sp>
            <p:nvSpPr>
              <p:cNvPr id="96274" name="Rectangle 62">
                <a:extLst>
                  <a:ext uri="{FF2B5EF4-FFF2-40B4-BE49-F238E27FC236}">
                    <a16:creationId xmlns:a16="http://schemas.microsoft.com/office/drawing/2014/main" id="{92820305-78C5-B455-DEB2-3EEBDDBEDF32}"/>
                  </a:ext>
                </a:extLst>
              </p:cNvPr>
              <p:cNvSpPr>
                <a:spLocks noChangeArrowheads="1"/>
              </p:cNvSpPr>
              <p:nvPr/>
            </p:nvSpPr>
            <p:spPr bwMode="auto">
              <a:xfrm>
                <a:off x="2939" y="1221"/>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0.8</a:t>
                </a:r>
              </a:p>
            </p:txBody>
          </p:sp>
          <p:sp>
            <p:nvSpPr>
              <p:cNvPr id="96275" name="Rectangle 63">
                <a:extLst>
                  <a:ext uri="{FF2B5EF4-FFF2-40B4-BE49-F238E27FC236}">
                    <a16:creationId xmlns:a16="http://schemas.microsoft.com/office/drawing/2014/main" id="{E0F4680A-EFD1-6811-3D3C-C804A05A872F}"/>
                  </a:ext>
                </a:extLst>
              </p:cNvPr>
              <p:cNvSpPr>
                <a:spLocks noChangeArrowheads="1"/>
              </p:cNvSpPr>
              <p:nvPr/>
            </p:nvSpPr>
            <p:spPr bwMode="auto">
              <a:xfrm>
                <a:off x="2916" y="943"/>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1.0</a:t>
                </a:r>
              </a:p>
            </p:txBody>
          </p:sp>
          <p:sp>
            <p:nvSpPr>
              <p:cNvPr id="96276" name="Rectangle 64">
                <a:extLst>
                  <a:ext uri="{FF2B5EF4-FFF2-40B4-BE49-F238E27FC236}">
                    <a16:creationId xmlns:a16="http://schemas.microsoft.com/office/drawing/2014/main" id="{5D6E22AB-9E9C-902B-A09A-C10ED6867A3A}"/>
                  </a:ext>
                </a:extLst>
              </p:cNvPr>
              <p:cNvSpPr>
                <a:spLocks noChangeArrowheads="1"/>
              </p:cNvSpPr>
              <p:nvPr/>
            </p:nvSpPr>
            <p:spPr bwMode="auto">
              <a:xfrm>
                <a:off x="2932" y="228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0.0</a:t>
                </a:r>
              </a:p>
            </p:txBody>
          </p:sp>
          <p:sp>
            <p:nvSpPr>
              <p:cNvPr id="96277" name="Text Box 65">
                <a:extLst>
                  <a:ext uri="{FF2B5EF4-FFF2-40B4-BE49-F238E27FC236}">
                    <a16:creationId xmlns:a16="http://schemas.microsoft.com/office/drawing/2014/main" id="{730F0F06-6136-39D3-6E36-097620BAA282}"/>
                  </a:ext>
                </a:extLst>
              </p:cNvPr>
              <p:cNvSpPr txBox="1">
                <a:spLocks noChangeArrowheads="1"/>
              </p:cNvSpPr>
              <p:nvPr/>
            </p:nvSpPr>
            <p:spPr bwMode="auto">
              <a:xfrm>
                <a:off x="3084" y="1026"/>
                <a:ext cx="12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ea typeface="楷体_GB2312" pitchFamily="49" charset="-122"/>
                  </a:rPr>
                  <a:t>透射系数</a:t>
                </a:r>
              </a:p>
            </p:txBody>
          </p:sp>
          <p:sp>
            <p:nvSpPr>
              <p:cNvPr id="96278" name="Text Box 66">
                <a:extLst>
                  <a:ext uri="{FF2B5EF4-FFF2-40B4-BE49-F238E27FC236}">
                    <a16:creationId xmlns:a16="http://schemas.microsoft.com/office/drawing/2014/main" id="{7D8ED009-3B0F-F023-37BC-FFD3589CAB4A}"/>
                  </a:ext>
                </a:extLst>
              </p:cNvPr>
              <p:cNvSpPr txBox="1">
                <a:spLocks noChangeArrowheads="1"/>
              </p:cNvSpPr>
              <p:nvPr/>
            </p:nvSpPr>
            <p:spPr bwMode="auto">
              <a:xfrm>
                <a:off x="3243" y="1797"/>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ea typeface="楷体_GB2312" pitchFamily="49" charset="-122"/>
                  </a:rPr>
                  <a:t>反射系数</a:t>
                </a:r>
              </a:p>
            </p:txBody>
          </p:sp>
        </p:grpSp>
        <p:graphicFrame>
          <p:nvGraphicFramePr>
            <p:cNvPr id="96264" name="Object 67">
              <a:extLst>
                <a:ext uri="{FF2B5EF4-FFF2-40B4-BE49-F238E27FC236}">
                  <a16:creationId xmlns:a16="http://schemas.microsoft.com/office/drawing/2014/main" id="{A1C8D4E0-48F3-14F5-176A-1DFA01ADA231}"/>
                </a:ext>
              </a:extLst>
            </p:cNvPr>
            <p:cNvGraphicFramePr>
              <a:graphicFrameLocks noChangeAspect="1"/>
            </p:cNvGraphicFramePr>
            <p:nvPr>
              <p:extLst>
                <p:ext uri="{D42A27DB-BD31-4B8C-83A1-F6EECF244321}">
                  <p14:modId xmlns:p14="http://schemas.microsoft.com/office/powerpoint/2010/main" val="2923316151"/>
                </p:ext>
              </p:extLst>
            </p:nvPr>
          </p:nvGraphicFramePr>
          <p:xfrm>
            <a:off x="4150" y="1797"/>
            <a:ext cx="372" cy="319"/>
          </p:xfrm>
          <a:graphic>
            <a:graphicData uri="http://schemas.openxmlformats.org/presentationml/2006/ole">
              <mc:AlternateContent xmlns:mc="http://schemas.openxmlformats.org/markup-compatibility/2006">
                <mc:Choice xmlns:v="urn:schemas-microsoft-com:vml" Requires="v">
                  <p:oleObj name="Equation" r:id="rId11" imgW="253827" imgH="228600" progId="Equation.DSMT4">
                    <p:embed/>
                  </p:oleObj>
                </mc:Choice>
                <mc:Fallback>
                  <p:oleObj name="Equation" r:id="rId11" imgW="253827" imgH="228600" progId="Equation.DSMT4">
                    <p:embed/>
                    <p:pic>
                      <p:nvPicPr>
                        <p:cNvPr id="0" name="Object 6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0" y="1797"/>
                          <a:ext cx="37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6265" name="Object 68">
              <a:extLst>
                <a:ext uri="{FF2B5EF4-FFF2-40B4-BE49-F238E27FC236}">
                  <a16:creationId xmlns:a16="http://schemas.microsoft.com/office/drawing/2014/main" id="{6224174D-9784-BC75-86D3-E1ECFEA278FF}"/>
                </a:ext>
              </a:extLst>
            </p:cNvPr>
            <p:cNvGraphicFramePr>
              <a:graphicFrameLocks noChangeAspect="1"/>
            </p:cNvGraphicFramePr>
            <p:nvPr>
              <p:extLst>
                <p:ext uri="{D42A27DB-BD31-4B8C-83A1-F6EECF244321}">
                  <p14:modId xmlns:p14="http://schemas.microsoft.com/office/powerpoint/2010/main" val="2842474146"/>
                </p:ext>
              </p:extLst>
            </p:nvPr>
          </p:nvGraphicFramePr>
          <p:xfrm>
            <a:off x="4139" y="1025"/>
            <a:ext cx="304" cy="319"/>
          </p:xfrm>
          <a:graphic>
            <a:graphicData uri="http://schemas.openxmlformats.org/presentationml/2006/ole">
              <mc:AlternateContent xmlns:mc="http://schemas.openxmlformats.org/markup-compatibility/2006">
                <mc:Choice xmlns:v="urn:schemas-microsoft-com:vml" Requires="v">
                  <p:oleObj name="Equation" r:id="rId13" imgW="203061" imgH="228600" progId="Equation.DSMT4">
                    <p:embed/>
                  </p:oleObj>
                </mc:Choice>
                <mc:Fallback>
                  <p:oleObj name="Equation" r:id="rId13" imgW="203061" imgH="228600" progId="Equation.DSMT4">
                    <p:embed/>
                    <p:pic>
                      <p:nvPicPr>
                        <p:cNvPr id="0" name="Object 6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39" y="1025"/>
                          <a:ext cx="304"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96261" name="Rectangle 71">
            <a:extLst>
              <a:ext uri="{FF2B5EF4-FFF2-40B4-BE49-F238E27FC236}">
                <a16:creationId xmlns:a16="http://schemas.microsoft.com/office/drawing/2014/main" id="{F9C5A4A8-D692-C302-5BFB-7669A45894C0}"/>
              </a:ext>
            </a:extLst>
          </p:cNvPr>
          <p:cNvSpPr>
            <a:spLocks noChangeArrowheads="1"/>
          </p:cNvSpPr>
          <p:nvPr/>
        </p:nvSpPr>
        <p:spPr bwMode="auto">
          <a:xfrm>
            <a:off x="690563" y="788988"/>
            <a:ext cx="2701925" cy="56673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25400"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lnSpc>
                <a:spcPct val="130000"/>
              </a:lnSpc>
              <a:buFontTx/>
              <a:buBlip>
                <a:blip r:embed="rId15"/>
              </a:buBlip>
            </a:pPr>
            <a:r>
              <a:rPr kumimoji="1" lang="zh-CN" altLang="en-US" b="1">
                <a:solidFill>
                  <a:srgbClr val="FFFF57"/>
                </a:solidFill>
                <a:ea typeface="楷体_GB2312" pitchFamily="49" charset="-122"/>
              </a:rPr>
              <a:t>  在非磁性媒质中</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92166"/>
                                        </p:tgtEl>
                                        <p:attrNameLst>
                                          <p:attrName>style.visibility</p:attrName>
                                        </p:attrNameLst>
                                      </p:cBhvr>
                                      <p:to>
                                        <p:strVal val="visible"/>
                                      </p:to>
                                    </p:set>
                                    <p:animEffect transition="in" filter="fade">
                                      <p:cBhvr>
                                        <p:cTn id="7" dur="2000"/>
                                        <p:tgtEl>
                                          <p:spTgt spid="92166"/>
                                        </p:tgtEl>
                                      </p:cBhvr>
                                    </p:animEffect>
                                  </p:childTnLst>
                                </p:cTn>
                              </p:par>
                              <p:par>
                                <p:cTn id="8" presetID="10" presetClass="entr" presetSubtype="0" fill="hold" nodeType="withEffect">
                                  <p:stCondLst>
                                    <p:cond delay="0"/>
                                  </p:stCondLst>
                                  <p:childTnLst>
                                    <p:set>
                                      <p:cBhvr>
                                        <p:cTn id="9" dur="1" fill="hold">
                                          <p:stCondLst>
                                            <p:cond delay="0"/>
                                          </p:stCondLst>
                                        </p:cTn>
                                        <p:tgtEl>
                                          <p:spTgt spid="92211"/>
                                        </p:tgtEl>
                                        <p:attrNameLst>
                                          <p:attrName>style.visibility</p:attrName>
                                        </p:attrNameLst>
                                      </p:cBhvr>
                                      <p:to>
                                        <p:strVal val="visible"/>
                                      </p:to>
                                    </p:set>
                                    <p:animEffect transition="in" filter="fade">
                                      <p:cBhvr>
                                        <p:cTn id="10" dur="2000"/>
                                        <p:tgtEl>
                                          <p:spTgt spid="92211"/>
                                        </p:tgtEl>
                                      </p:cBhvr>
                                    </p:animEffect>
                                  </p:childTnLst>
                                </p:cTn>
                              </p:par>
                            </p:childTnLst>
                          </p:cTn>
                        </p:par>
                        <p:par>
                          <p:cTn id="11" fill="hold" nodeType="afterGroup">
                            <p:stCondLst>
                              <p:cond delay="2000"/>
                            </p:stCondLst>
                            <p:childTnLst>
                              <p:par>
                                <p:cTn id="12" presetID="10" presetClass="entr" presetSubtype="0" fill="hold" nodeType="afterEffect">
                                  <p:stCondLst>
                                    <p:cond delay="0"/>
                                  </p:stCondLst>
                                  <p:childTnLst>
                                    <p:set>
                                      <p:cBhvr>
                                        <p:cTn id="13" dur="1" fill="hold">
                                          <p:stCondLst>
                                            <p:cond delay="0"/>
                                          </p:stCondLst>
                                        </p:cTn>
                                        <p:tgtEl>
                                          <p:spTgt spid="92162"/>
                                        </p:tgtEl>
                                        <p:attrNameLst>
                                          <p:attrName>style.visibility</p:attrName>
                                        </p:attrNameLst>
                                      </p:cBhvr>
                                      <p:to>
                                        <p:strVal val="visible"/>
                                      </p:to>
                                    </p:set>
                                    <p:animEffect transition="in" filter="fade">
                                      <p:cBhvr>
                                        <p:cTn id="14" dur="2000"/>
                                        <p:tgtEl>
                                          <p:spTgt spid="92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9090" name="Object 2">
            <a:extLst>
              <a:ext uri="{FF2B5EF4-FFF2-40B4-BE49-F238E27FC236}">
                <a16:creationId xmlns:a16="http://schemas.microsoft.com/office/drawing/2014/main" id="{D3F38633-B6D9-F908-CD77-F9EFF2400A18}"/>
              </a:ext>
            </a:extLst>
          </p:cNvPr>
          <p:cNvGraphicFramePr>
            <a:graphicFrameLocks noChangeAspect="1"/>
          </p:cNvGraphicFramePr>
          <p:nvPr>
            <p:extLst>
              <p:ext uri="{D42A27DB-BD31-4B8C-83A1-F6EECF244321}">
                <p14:modId xmlns:p14="http://schemas.microsoft.com/office/powerpoint/2010/main" val="672005219"/>
              </p:ext>
            </p:extLst>
          </p:nvPr>
        </p:nvGraphicFramePr>
        <p:xfrm>
          <a:off x="2652713" y="2709863"/>
          <a:ext cx="838200" cy="431800"/>
        </p:xfrm>
        <a:graphic>
          <a:graphicData uri="http://schemas.openxmlformats.org/presentationml/2006/ole">
            <mc:AlternateContent xmlns:mc="http://schemas.openxmlformats.org/markup-compatibility/2006">
              <mc:Choice xmlns:v="urn:schemas-microsoft-com:vml" Requires="v">
                <p:oleObj name="Equation" r:id="rId2" imgW="393639" imgH="203246" progId="Equation.DSMT4">
                  <p:embed/>
                </p:oleObj>
              </mc:Choice>
              <mc:Fallback>
                <p:oleObj name="Equation" r:id="rId2" imgW="393639" imgH="203246" progId="Equation.DSMT4">
                  <p:embed/>
                  <p:pic>
                    <p:nvPicPr>
                      <p:cNvPr id="0"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52713" y="2709863"/>
                        <a:ext cx="838200"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9091" name="Object 3">
            <a:extLst>
              <a:ext uri="{FF2B5EF4-FFF2-40B4-BE49-F238E27FC236}">
                <a16:creationId xmlns:a16="http://schemas.microsoft.com/office/drawing/2014/main" id="{0FAB650C-053D-6100-68A4-71574EF5A676}"/>
              </a:ext>
            </a:extLst>
          </p:cNvPr>
          <p:cNvGraphicFramePr>
            <a:graphicFrameLocks noChangeAspect="1"/>
          </p:cNvGraphicFramePr>
          <p:nvPr>
            <p:extLst>
              <p:ext uri="{D42A27DB-BD31-4B8C-83A1-F6EECF244321}">
                <p14:modId xmlns:p14="http://schemas.microsoft.com/office/powerpoint/2010/main" val="3930107501"/>
              </p:ext>
            </p:extLst>
          </p:nvPr>
        </p:nvGraphicFramePr>
        <p:xfrm>
          <a:off x="2370138" y="2074863"/>
          <a:ext cx="3424237" cy="457200"/>
        </p:xfrm>
        <a:graphic>
          <a:graphicData uri="http://schemas.openxmlformats.org/presentationml/2006/ole">
            <mc:AlternateContent xmlns:mc="http://schemas.openxmlformats.org/markup-compatibility/2006">
              <mc:Choice xmlns:v="urn:schemas-microsoft-com:vml" Requires="v">
                <p:oleObj name="Equation" r:id="rId4" imgW="1688987" imgH="203246" progId="Equation.DSMT4">
                  <p:embed/>
                </p:oleObj>
              </mc:Choice>
              <mc:Fallback>
                <p:oleObj name="Equation" r:id="rId4" imgW="1688987" imgH="203246"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70138" y="2074863"/>
                        <a:ext cx="3424237"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9092" name="Text Box 4">
            <a:extLst>
              <a:ext uri="{FF2B5EF4-FFF2-40B4-BE49-F238E27FC236}">
                <a16:creationId xmlns:a16="http://schemas.microsoft.com/office/drawing/2014/main" id="{21C5E3F2-7410-365C-46C5-53ECE142274D}"/>
              </a:ext>
            </a:extLst>
          </p:cNvPr>
          <p:cNvSpPr txBox="1">
            <a:spLocks noChangeArrowheads="1"/>
          </p:cNvSpPr>
          <p:nvPr/>
        </p:nvSpPr>
        <p:spPr bwMode="auto">
          <a:xfrm>
            <a:off x="107950" y="658813"/>
            <a:ext cx="38893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6"/>
              </a:buBlip>
            </a:pPr>
            <a:r>
              <a:rPr kumimoji="1" lang="zh-CN" altLang="en-US" b="1">
                <a:solidFill>
                  <a:srgbClr val="FFFFFF"/>
                </a:solidFill>
              </a:rPr>
              <a:t>  </a:t>
            </a:r>
            <a:r>
              <a:rPr kumimoji="1" lang="zh-CN" altLang="en-US" b="1">
                <a:solidFill>
                  <a:srgbClr val="E781E0"/>
                </a:solidFill>
                <a:latin typeface="Times New Roman" panose="02020603050405020304" pitchFamily="18" charset="0"/>
              </a:rPr>
              <a:t>小结</a:t>
            </a:r>
          </a:p>
        </p:txBody>
      </p:sp>
      <p:sp>
        <p:nvSpPr>
          <p:cNvPr id="89093" name="Text Box 5">
            <a:extLst>
              <a:ext uri="{FF2B5EF4-FFF2-40B4-BE49-F238E27FC236}">
                <a16:creationId xmlns:a16="http://schemas.microsoft.com/office/drawing/2014/main" id="{BD797BB0-34B2-6CD0-3990-672AA90DD793}"/>
              </a:ext>
            </a:extLst>
          </p:cNvPr>
          <p:cNvSpPr txBox="1">
            <a:spLocks noChangeArrowheads="1"/>
          </p:cNvSpPr>
          <p:nvPr/>
        </p:nvSpPr>
        <p:spPr bwMode="auto">
          <a:xfrm>
            <a:off x="538163" y="1389063"/>
            <a:ext cx="576262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7"/>
              </a:buBlip>
            </a:pPr>
            <a:r>
              <a:rPr kumimoji="1" lang="zh-CN" altLang="en-US" b="1">
                <a:solidFill>
                  <a:srgbClr val="FFFFFF"/>
                </a:solidFill>
              </a:rPr>
              <a:t>    </a:t>
            </a:r>
            <a:r>
              <a:rPr kumimoji="1" lang="zh-CN" altLang="en-US" b="1">
                <a:solidFill>
                  <a:srgbClr val="FFFF57"/>
                </a:solidFill>
                <a:ea typeface="楷体_GB2312" pitchFamily="49" charset="-122"/>
              </a:rPr>
              <a:t>分界面上的</a:t>
            </a:r>
            <a:r>
              <a:rPr kumimoji="1" lang="zh-CN" altLang="en-US" b="1">
                <a:solidFill>
                  <a:srgbClr val="FFFF57"/>
                </a:solidFill>
                <a:ea typeface="楷体_GB2312" pitchFamily="49" charset="-122"/>
                <a:sym typeface="Symbol" panose="05050102010706020507" pitchFamily="18" charset="2"/>
              </a:rPr>
              <a:t>相位匹配关系</a:t>
            </a:r>
            <a:endParaRPr kumimoji="1" lang="zh-CN" altLang="en-US" b="1">
              <a:solidFill>
                <a:srgbClr val="FFFF57"/>
              </a:solidFill>
              <a:latin typeface="Times New Roman" panose="02020603050405020304" pitchFamily="18" charset="0"/>
              <a:ea typeface="楷体_GB2312" pitchFamily="49" charset="-122"/>
            </a:endParaRPr>
          </a:p>
        </p:txBody>
      </p:sp>
      <p:sp>
        <p:nvSpPr>
          <p:cNvPr id="89094" name="Text Box 6">
            <a:extLst>
              <a:ext uri="{FF2B5EF4-FFF2-40B4-BE49-F238E27FC236}">
                <a16:creationId xmlns:a16="http://schemas.microsoft.com/office/drawing/2014/main" id="{E89A549B-5F0B-740F-4492-BB289AF5F78E}"/>
              </a:ext>
            </a:extLst>
          </p:cNvPr>
          <p:cNvSpPr txBox="1">
            <a:spLocks noChangeArrowheads="1"/>
          </p:cNvSpPr>
          <p:nvPr/>
        </p:nvSpPr>
        <p:spPr bwMode="auto">
          <a:xfrm>
            <a:off x="538163" y="2603500"/>
            <a:ext cx="43211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7"/>
              </a:buBlip>
            </a:pPr>
            <a:r>
              <a:rPr kumimoji="1" lang="zh-CN" altLang="en-US" b="1">
                <a:solidFill>
                  <a:srgbClr val="FFFFFF"/>
                </a:solidFill>
                <a:ea typeface="楷体_GB2312" pitchFamily="49" charset="-122"/>
              </a:rPr>
              <a:t>    </a:t>
            </a:r>
            <a:r>
              <a:rPr kumimoji="1" lang="zh-CN" altLang="en-US" b="1">
                <a:solidFill>
                  <a:srgbClr val="FFFF57"/>
                </a:solidFill>
                <a:ea typeface="楷体_GB2312" pitchFamily="49" charset="-122"/>
              </a:rPr>
              <a:t>反射定律</a:t>
            </a:r>
          </a:p>
        </p:txBody>
      </p:sp>
      <p:sp>
        <p:nvSpPr>
          <p:cNvPr id="89095" name="Text Box 7">
            <a:extLst>
              <a:ext uri="{FF2B5EF4-FFF2-40B4-BE49-F238E27FC236}">
                <a16:creationId xmlns:a16="http://schemas.microsoft.com/office/drawing/2014/main" id="{ACBEDF55-F794-72C5-B888-FD4AB941BCB1}"/>
              </a:ext>
            </a:extLst>
          </p:cNvPr>
          <p:cNvSpPr txBox="1">
            <a:spLocks noChangeArrowheads="1"/>
          </p:cNvSpPr>
          <p:nvPr/>
        </p:nvSpPr>
        <p:spPr bwMode="auto">
          <a:xfrm>
            <a:off x="539750" y="3324225"/>
            <a:ext cx="43211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7"/>
              </a:buBlip>
            </a:pPr>
            <a:r>
              <a:rPr kumimoji="1" lang="zh-CN" altLang="en-US" b="1">
                <a:solidFill>
                  <a:srgbClr val="FFFFFF"/>
                </a:solidFill>
                <a:ea typeface="楷体_GB2312" pitchFamily="49" charset="-122"/>
              </a:rPr>
              <a:t>    </a:t>
            </a:r>
            <a:r>
              <a:rPr kumimoji="1" lang="zh-CN" altLang="en-US" b="1">
                <a:solidFill>
                  <a:srgbClr val="FFFF57"/>
                </a:solidFill>
                <a:ea typeface="楷体_GB2312" pitchFamily="49" charset="-122"/>
              </a:rPr>
              <a:t>折射定律</a:t>
            </a:r>
          </a:p>
        </p:txBody>
      </p:sp>
      <p:grpSp>
        <p:nvGrpSpPr>
          <p:cNvPr id="89096" name="Group 8">
            <a:extLst>
              <a:ext uri="{FF2B5EF4-FFF2-40B4-BE49-F238E27FC236}">
                <a16:creationId xmlns:a16="http://schemas.microsoft.com/office/drawing/2014/main" id="{3DB6757A-4CAD-3384-0435-6DFF928DA8F3}"/>
              </a:ext>
            </a:extLst>
          </p:cNvPr>
          <p:cNvGrpSpPr>
            <a:grpSpLocks/>
          </p:cNvGrpSpPr>
          <p:nvPr/>
        </p:nvGrpSpPr>
        <p:grpSpPr bwMode="auto">
          <a:xfrm>
            <a:off x="5003800" y="3332163"/>
            <a:ext cx="3144838" cy="566737"/>
            <a:chOff x="3289" y="1979"/>
            <a:chExt cx="1981" cy="357"/>
          </a:xfrm>
        </p:grpSpPr>
        <p:graphicFrame>
          <p:nvGraphicFramePr>
            <p:cNvPr id="97291" name="Object 9">
              <a:extLst>
                <a:ext uri="{FF2B5EF4-FFF2-40B4-BE49-F238E27FC236}">
                  <a16:creationId xmlns:a16="http://schemas.microsoft.com/office/drawing/2014/main" id="{24B5639E-E670-AE3E-B5B6-71331B86E82F}"/>
                </a:ext>
              </a:extLst>
            </p:cNvPr>
            <p:cNvGraphicFramePr>
              <a:graphicFrameLocks noChangeAspect="1"/>
            </p:cNvGraphicFramePr>
            <p:nvPr>
              <p:extLst>
                <p:ext uri="{D42A27DB-BD31-4B8C-83A1-F6EECF244321}">
                  <p14:modId xmlns:p14="http://schemas.microsoft.com/office/powerpoint/2010/main" val="2622522496"/>
                </p:ext>
              </p:extLst>
            </p:nvPr>
          </p:nvGraphicFramePr>
          <p:xfrm>
            <a:off x="3881" y="2024"/>
            <a:ext cx="1389" cy="288"/>
          </p:xfrm>
          <a:graphic>
            <a:graphicData uri="http://schemas.openxmlformats.org/presentationml/2006/ole">
              <mc:AlternateContent xmlns:mc="http://schemas.openxmlformats.org/markup-compatibility/2006">
                <mc:Choice xmlns:v="urn:schemas-microsoft-com:vml" Requires="v">
                  <p:oleObj name="Equation" r:id="rId8" imgW="1079387" imgH="203246" progId="Equation.DSMT4">
                    <p:embed/>
                  </p:oleObj>
                </mc:Choice>
                <mc:Fallback>
                  <p:oleObj name="Equation" r:id="rId8" imgW="1079387" imgH="203246"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881" y="2024"/>
                          <a:ext cx="138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292" name="Text Box 10">
              <a:extLst>
                <a:ext uri="{FF2B5EF4-FFF2-40B4-BE49-F238E27FC236}">
                  <a16:creationId xmlns:a16="http://schemas.microsoft.com/office/drawing/2014/main" id="{8A6600A7-06EE-86DC-CB3B-639CB3A28F10}"/>
                </a:ext>
              </a:extLst>
            </p:cNvPr>
            <p:cNvSpPr txBox="1">
              <a:spLocks noChangeArrowheads="1"/>
            </p:cNvSpPr>
            <p:nvPr/>
          </p:nvSpPr>
          <p:spPr bwMode="auto">
            <a:xfrm>
              <a:off x="3289" y="1979"/>
              <a:ext cx="1315"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a:solidFill>
                    <a:srgbClr val="FFFFFF"/>
                  </a:solidFill>
                  <a:ea typeface="楷体_GB2312" pitchFamily="49" charset="-122"/>
                </a:rPr>
                <a:t> 或</a:t>
              </a:r>
            </a:p>
          </p:txBody>
        </p:sp>
      </p:grpSp>
      <p:sp>
        <p:nvSpPr>
          <p:cNvPr id="89099" name="Text Box 11">
            <a:extLst>
              <a:ext uri="{FF2B5EF4-FFF2-40B4-BE49-F238E27FC236}">
                <a16:creationId xmlns:a16="http://schemas.microsoft.com/office/drawing/2014/main" id="{78337106-7857-022E-CC75-95CFD8D7EE52}"/>
              </a:ext>
            </a:extLst>
          </p:cNvPr>
          <p:cNvSpPr txBox="1">
            <a:spLocks noChangeArrowheads="1"/>
          </p:cNvSpPr>
          <p:nvPr/>
        </p:nvSpPr>
        <p:spPr bwMode="auto">
          <a:xfrm>
            <a:off x="576263" y="4043363"/>
            <a:ext cx="838835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7"/>
              </a:buBlip>
            </a:pPr>
            <a:r>
              <a:rPr kumimoji="1" lang="zh-CN" altLang="en-US" b="1">
                <a:solidFill>
                  <a:srgbClr val="FFFFFF"/>
                </a:solidFill>
                <a:ea typeface="楷体_GB2312" pitchFamily="49" charset="-122"/>
              </a:rPr>
              <a:t>    </a:t>
            </a:r>
            <a:r>
              <a:rPr kumimoji="1" lang="zh-CN" altLang="en-US" b="1">
                <a:solidFill>
                  <a:srgbClr val="FFFF57"/>
                </a:solidFill>
                <a:ea typeface="楷体_GB2312" pitchFamily="49" charset="-122"/>
              </a:rPr>
              <a:t>反射系数、折射系数与两种媒质性质、入射角大小以及</a:t>
            </a:r>
          </a:p>
          <a:p>
            <a:pPr algn="just" eaLnBrk="1" hangingPunct="1">
              <a:lnSpc>
                <a:spcPct val="130000"/>
              </a:lnSpc>
            </a:pPr>
            <a:r>
              <a:rPr kumimoji="1" lang="zh-CN" altLang="en-US" b="1">
                <a:solidFill>
                  <a:srgbClr val="FFFF57"/>
                </a:solidFill>
                <a:ea typeface="楷体_GB2312" pitchFamily="49" charset="-122"/>
              </a:rPr>
              <a:t>      入射波的极化方式有关，由菲涅尔公式确定。</a:t>
            </a:r>
          </a:p>
        </p:txBody>
      </p:sp>
      <p:graphicFrame>
        <p:nvGraphicFramePr>
          <p:cNvPr id="89100" name="Object 12">
            <a:extLst>
              <a:ext uri="{FF2B5EF4-FFF2-40B4-BE49-F238E27FC236}">
                <a16:creationId xmlns:a16="http://schemas.microsoft.com/office/drawing/2014/main" id="{B832BAFF-2A6A-A917-8EF4-F21FEBF082DA}"/>
              </a:ext>
            </a:extLst>
          </p:cNvPr>
          <p:cNvGraphicFramePr>
            <a:graphicFrameLocks noChangeAspect="1"/>
          </p:cNvGraphicFramePr>
          <p:nvPr>
            <p:extLst>
              <p:ext uri="{D42A27DB-BD31-4B8C-83A1-F6EECF244321}">
                <p14:modId xmlns:p14="http://schemas.microsoft.com/office/powerpoint/2010/main" val="1473973099"/>
              </p:ext>
            </p:extLst>
          </p:nvPr>
        </p:nvGraphicFramePr>
        <p:xfrm>
          <a:off x="2725738" y="3441700"/>
          <a:ext cx="2206625" cy="457200"/>
        </p:xfrm>
        <a:graphic>
          <a:graphicData uri="http://schemas.openxmlformats.org/presentationml/2006/ole">
            <mc:AlternateContent xmlns:mc="http://schemas.openxmlformats.org/markup-compatibility/2006">
              <mc:Choice xmlns:v="urn:schemas-microsoft-com:vml" Requires="v">
                <p:oleObj name="Equation" r:id="rId10" imgW="1079387" imgH="203246" progId="Equation.DSMT4">
                  <p:embed/>
                </p:oleObj>
              </mc:Choice>
              <mc:Fallback>
                <p:oleObj name="Equation" r:id="rId10" imgW="1079387" imgH="203246"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25738" y="3441700"/>
                        <a:ext cx="22066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89092"/>
                                        </p:tgtEl>
                                        <p:attrNameLst>
                                          <p:attrName>style.visibility</p:attrName>
                                        </p:attrNameLst>
                                      </p:cBhvr>
                                      <p:to>
                                        <p:strVal val="visible"/>
                                      </p:to>
                                    </p:set>
                                    <p:animEffect transition="in" filter="wipe(up)">
                                      <p:cBhvr>
                                        <p:cTn id="7" dur="2000"/>
                                        <p:tgtEl>
                                          <p:spTgt spid="8909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9093"/>
                                        </p:tgtEl>
                                        <p:attrNameLst>
                                          <p:attrName>style.visibility</p:attrName>
                                        </p:attrNameLst>
                                      </p:cBhvr>
                                      <p:to>
                                        <p:strVal val="visible"/>
                                      </p:to>
                                    </p:set>
                                    <p:animEffect transition="in" filter="wipe(up)">
                                      <p:cBhvr>
                                        <p:cTn id="12" dur="2000"/>
                                        <p:tgtEl>
                                          <p:spTgt spid="89093"/>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89091"/>
                                        </p:tgtEl>
                                        <p:attrNameLst>
                                          <p:attrName>style.visibility</p:attrName>
                                        </p:attrNameLst>
                                      </p:cBhvr>
                                      <p:to>
                                        <p:strVal val="visible"/>
                                      </p:to>
                                    </p:set>
                                    <p:animEffect transition="in" filter="wipe(up)">
                                      <p:cBhvr>
                                        <p:cTn id="16" dur="2000"/>
                                        <p:tgtEl>
                                          <p:spTgt spid="8909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89094"/>
                                        </p:tgtEl>
                                        <p:attrNameLst>
                                          <p:attrName>style.visibility</p:attrName>
                                        </p:attrNameLst>
                                      </p:cBhvr>
                                      <p:to>
                                        <p:strVal val="visible"/>
                                      </p:to>
                                    </p:set>
                                    <p:animEffect transition="in" filter="wipe(up)">
                                      <p:cBhvr>
                                        <p:cTn id="21" dur="2000"/>
                                        <p:tgtEl>
                                          <p:spTgt spid="89094"/>
                                        </p:tgtEl>
                                      </p:cBhvr>
                                    </p:animEffect>
                                  </p:childTnLst>
                                </p:cTn>
                              </p:par>
                            </p:childTnLst>
                          </p:cTn>
                        </p:par>
                        <p:par>
                          <p:cTn id="22" fill="hold" nodeType="afterGroup">
                            <p:stCondLst>
                              <p:cond delay="2000"/>
                            </p:stCondLst>
                            <p:childTnLst>
                              <p:par>
                                <p:cTn id="23" presetID="22" presetClass="entr" presetSubtype="1" fill="hold" nodeType="afterEffect">
                                  <p:stCondLst>
                                    <p:cond delay="0"/>
                                  </p:stCondLst>
                                  <p:childTnLst>
                                    <p:set>
                                      <p:cBhvr>
                                        <p:cTn id="24" dur="1" fill="hold">
                                          <p:stCondLst>
                                            <p:cond delay="0"/>
                                          </p:stCondLst>
                                        </p:cTn>
                                        <p:tgtEl>
                                          <p:spTgt spid="89090"/>
                                        </p:tgtEl>
                                        <p:attrNameLst>
                                          <p:attrName>style.visibility</p:attrName>
                                        </p:attrNameLst>
                                      </p:cBhvr>
                                      <p:to>
                                        <p:strVal val="visible"/>
                                      </p:to>
                                    </p:set>
                                    <p:animEffect transition="in" filter="wipe(up)">
                                      <p:cBhvr>
                                        <p:cTn id="25" dur="2000"/>
                                        <p:tgtEl>
                                          <p:spTgt spid="8909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grpId="0" nodeType="clickEffect">
                                  <p:stCondLst>
                                    <p:cond delay="0"/>
                                  </p:stCondLst>
                                  <p:childTnLst>
                                    <p:set>
                                      <p:cBhvr>
                                        <p:cTn id="29" dur="1" fill="hold">
                                          <p:stCondLst>
                                            <p:cond delay="0"/>
                                          </p:stCondLst>
                                        </p:cTn>
                                        <p:tgtEl>
                                          <p:spTgt spid="89095"/>
                                        </p:tgtEl>
                                        <p:attrNameLst>
                                          <p:attrName>style.visibility</p:attrName>
                                        </p:attrNameLst>
                                      </p:cBhvr>
                                      <p:to>
                                        <p:strVal val="visible"/>
                                      </p:to>
                                    </p:set>
                                    <p:animEffect transition="in" filter="wipe(up)">
                                      <p:cBhvr>
                                        <p:cTn id="30" dur="2000"/>
                                        <p:tgtEl>
                                          <p:spTgt spid="89095"/>
                                        </p:tgtEl>
                                      </p:cBhvr>
                                    </p:animEffect>
                                  </p:childTnLst>
                                </p:cTn>
                              </p:par>
                            </p:childTnLst>
                          </p:cTn>
                        </p:par>
                        <p:par>
                          <p:cTn id="31" fill="hold" nodeType="afterGroup">
                            <p:stCondLst>
                              <p:cond delay="2000"/>
                            </p:stCondLst>
                            <p:childTnLst>
                              <p:par>
                                <p:cTn id="32" presetID="22" presetClass="entr" presetSubtype="1" fill="hold" nodeType="afterEffect">
                                  <p:stCondLst>
                                    <p:cond delay="0"/>
                                  </p:stCondLst>
                                  <p:childTnLst>
                                    <p:set>
                                      <p:cBhvr>
                                        <p:cTn id="33" dur="1" fill="hold">
                                          <p:stCondLst>
                                            <p:cond delay="0"/>
                                          </p:stCondLst>
                                        </p:cTn>
                                        <p:tgtEl>
                                          <p:spTgt spid="89100"/>
                                        </p:tgtEl>
                                        <p:attrNameLst>
                                          <p:attrName>style.visibility</p:attrName>
                                        </p:attrNameLst>
                                      </p:cBhvr>
                                      <p:to>
                                        <p:strVal val="visible"/>
                                      </p:to>
                                    </p:set>
                                    <p:animEffect transition="in" filter="wipe(up)">
                                      <p:cBhvr>
                                        <p:cTn id="34" dur="2000"/>
                                        <p:tgtEl>
                                          <p:spTgt spid="89100"/>
                                        </p:tgtEl>
                                      </p:cBhvr>
                                    </p:animEffect>
                                  </p:childTnLst>
                                </p:cTn>
                              </p:par>
                            </p:childTnLst>
                          </p:cTn>
                        </p:par>
                        <p:par>
                          <p:cTn id="35" fill="hold" nodeType="afterGroup">
                            <p:stCondLst>
                              <p:cond delay="4000"/>
                            </p:stCondLst>
                            <p:childTnLst>
                              <p:par>
                                <p:cTn id="36" presetID="22" presetClass="entr" presetSubtype="1" fill="hold" nodeType="afterEffect">
                                  <p:stCondLst>
                                    <p:cond delay="0"/>
                                  </p:stCondLst>
                                  <p:childTnLst>
                                    <p:set>
                                      <p:cBhvr>
                                        <p:cTn id="37" dur="1" fill="hold">
                                          <p:stCondLst>
                                            <p:cond delay="0"/>
                                          </p:stCondLst>
                                        </p:cTn>
                                        <p:tgtEl>
                                          <p:spTgt spid="89096"/>
                                        </p:tgtEl>
                                        <p:attrNameLst>
                                          <p:attrName>style.visibility</p:attrName>
                                        </p:attrNameLst>
                                      </p:cBhvr>
                                      <p:to>
                                        <p:strVal val="visible"/>
                                      </p:to>
                                    </p:set>
                                    <p:animEffect transition="in" filter="wipe(up)">
                                      <p:cBhvr>
                                        <p:cTn id="38" dur="2000"/>
                                        <p:tgtEl>
                                          <p:spTgt spid="8909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grpId="0" nodeType="clickEffect">
                                  <p:stCondLst>
                                    <p:cond delay="0"/>
                                  </p:stCondLst>
                                  <p:childTnLst>
                                    <p:set>
                                      <p:cBhvr>
                                        <p:cTn id="42" dur="1" fill="hold">
                                          <p:stCondLst>
                                            <p:cond delay="0"/>
                                          </p:stCondLst>
                                        </p:cTn>
                                        <p:tgtEl>
                                          <p:spTgt spid="89099"/>
                                        </p:tgtEl>
                                        <p:attrNameLst>
                                          <p:attrName>style.visibility</p:attrName>
                                        </p:attrNameLst>
                                      </p:cBhvr>
                                      <p:to>
                                        <p:strVal val="visible"/>
                                      </p:to>
                                    </p:set>
                                    <p:animEffect transition="in" filter="wipe(up)">
                                      <p:cBhvr>
                                        <p:cTn id="43" dur="3000"/>
                                        <p:tgtEl>
                                          <p:spTgt spid="89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092" grpId="0"/>
      <p:bldP spid="89093" grpId="0"/>
      <p:bldP spid="89094" grpId="0"/>
      <p:bldP spid="89095" grpId="0"/>
      <p:bldP spid="8909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2">
            <a:extLst>
              <a:ext uri="{FF2B5EF4-FFF2-40B4-BE49-F238E27FC236}">
                <a16:creationId xmlns:a16="http://schemas.microsoft.com/office/drawing/2014/main" id="{586FDCF0-07EC-83DC-18F1-89F238C30509}"/>
              </a:ext>
            </a:extLst>
          </p:cNvPr>
          <p:cNvSpPr txBox="1">
            <a:spLocks noChangeArrowheads="1"/>
          </p:cNvSpPr>
          <p:nvPr/>
        </p:nvSpPr>
        <p:spPr bwMode="blackGray">
          <a:xfrm>
            <a:off x="107950" y="595313"/>
            <a:ext cx="532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folHlink"/>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342900" indent="-342900">
              <a:defRPr sz="2400">
                <a:solidFill>
                  <a:schemeClr val="tx1"/>
                </a:solidFill>
                <a:latin typeface="Arial" panose="020B0604020202020204" pitchFamily="34" charset="0"/>
                <a:ea typeface="宋体" panose="02010600030101010101" pitchFamily="2" charset="-122"/>
              </a:defRPr>
            </a:lvl2pPr>
            <a:lvl3pPr marL="342900" indent="-342900">
              <a:defRPr sz="2400">
                <a:solidFill>
                  <a:schemeClr val="tx1"/>
                </a:solidFill>
                <a:latin typeface="Arial" panose="020B0604020202020204" pitchFamily="34" charset="0"/>
                <a:ea typeface="宋体" panose="02010600030101010101" pitchFamily="2" charset="-122"/>
              </a:defRPr>
            </a:lvl3pPr>
            <a:lvl4pPr marL="342900" indent="-342900">
              <a:defRPr sz="2400">
                <a:solidFill>
                  <a:schemeClr val="tx1"/>
                </a:solidFill>
                <a:latin typeface="Arial" panose="020B0604020202020204" pitchFamily="34" charset="0"/>
                <a:ea typeface="宋体" panose="02010600030101010101" pitchFamily="2" charset="-122"/>
              </a:defRPr>
            </a:lvl4pPr>
            <a:lvl5pPr marL="342900" indent="-342900">
              <a:defRPr sz="2400">
                <a:solidFill>
                  <a:schemeClr val="tx1"/>
                </a:solidFill>
                <a:latin typeface="Arial" panose="020B0604020202020204" pitchFamily="34" charset="0"/>
                <a:ea typeface="宋体" panose="02010600030101010101" pitchFamily="2" charset="-122"/>
              </a:defRPr>
            </a:lvl5pPr>
            <a:lvl6pPr marL="800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1257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1714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21717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90000"/>
              </a:lnSpc>
              <a:spcBef>
                <a:spcPct val="20000"/>
              </a:spcBef>
            </a:pPr>
            <a:r>
              <a:rPr lang="en-US" altLang="zh-CN" b="1">
                <a:solidFill>
                  <a:srgbClr val="FFBDDE"/>
                </a:solidFill>
                <a:latin typeface="Times New Roman" panose="02020603050405020304" pitchFamily="18" charset="0"/>
                <a:cs typeface="Arial" panose="020B0604020202020204" pitchFamily="34" charset="0"/>
              </a:rPr>
              <a:t>6.3.3   </a:t>
            </a:r>
            <a:r>
              <a:rPr lang="zh-CN" altLang="en-US" b="1">
                <a:solidFill>
                  <a:srgbClr val="FFBDDE"/>
                </a:solidFill>
                <a:latin typeface="Times New Roman" panose="02020603050405020304" pitchFamily="18" charset="0"/>
                <a:cs typeface="Arial" panose="020B0604020202020204" pitchFamily="34" charset="0"/>
              </a:rPr>
              <a:t>全反射与全透射 </a:t>
            </a:r>
          </a:p>
        </p:txBody>
      </p:sp>
      <p:sp>
        <p:nvSpPr>
          <p:cNvPr id="93187" name="Rectangle 3">
            <a:extLst>
              <a:ext uri="{FF2B5EF4-FFF2-40B4-BE49-F238E27FC236}">
                <a16:creationId xmlns:a16="http://schemas.microsoft.com/office/drawing/2014/main" id="{ADFBC9E1-7A10-8C73-DB0E-8F247BC7D074}"/>
              </a:ext>
            </a:extLst>
          </p:cNvPr>
          <p:cNvSpPr>
            <a:spLocks noChangeArrowheads="1"/>
          </p:cNvSpPr>
          <p:nvPr/>
        </p:nvSpPr>
        <p:spPr bwMode="auto">
          <a:xfrm>
            <a:off x="107950" y="1231900"/>
            <a:ext cx="7772400" cy="54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b="1" dirty="0">
                <a:solidFill>
                  <a:srgbClr val="FF9966"/>
                </a:solidFill>
                <a:latin typeface="Times New Roman" panose="02020603050405020304" pitchFamily="18" charset="0"/>
                <a:ea typeface="幼圆" panose="02010509060101010101" pitchFamily="49" charset="-122"/>
              </a:rPr>
              <a:t>1.</a:t>
            </a:r>
            <a:r>
              <a:rPr lang="en-US" altLang="zh-CN" b="1" dirty="0">
                <a:solidFill>
                  <a:srgbClr val="FF9966"/>
                </a:solidFill>
                <a:latin typeface="幼圆" panose="02010509060101010101" pitchFamily="49" charset="-122"/>
                <a:ea typeface="幼圆" panose="02010509060101010101" pitchFamily="49" charset="-122"/>
              </a:rPr>
              <a:t> </a:t>
            </a:r>
            <a:r>
              <a:rPr lang="zh-CN" altLang="en-US" b="1" dirty="0">
                <a:solidFill>
                  <a:srgbClr val="FF9966"/>
                </a:solidFill>
                <a:latin typeface="宋体" panose="02010600030101010101" pitchFamily="2" charset="-122"/>
              </a:rPr>
              <a:t>全反射与临界角</a:t>
            </a:r>
          </a:p>
        </p:txBody>
      </p:sp>
      <p:sp>
        <p:nvSpPr>
          <p:cNvPr id="93188" name="Text Box 4">
            <a:extLst>
              <a:ext uri="{FF2B5EF4-FFF2-40B4-BE49-F238E27FC236}">
                <a16:creationId xmlns:a16="http://schemas.microsoft.com/office/drawing/2014/main" id="{D9D21146-B48A-93E1-4B56-E9591D881538}"/>
              </a:ext>
            </a:extLst>
          </p:cNvPr>
          <p:cNvSpPr txBox="1">
            <a:spLocks noChangeArrowheads="1"/>
          </p:cNvSpPr>
          <p:nvPr/>
        </p:nvSpPr>
        <p:spPr bwMode="auto">
          <a:xfrm>
            <a:off x="395288" y="1987550"/>
            <a:ext cx="8785225"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b="1">
                <a:solidFill>
                  <a:srgbClr val="FFFF57"/>
                </a:solidFill>
                <a:latin typeface="幼圆" panose="02010509060101010101" pitchFamily="49" charset="-122"/>
                <a:ea typeface="幼圆" panose="02010509060101010101" pitchFamily="49" charset="-122"/>
              </a:rPr>
              <a:t>问题：</a:t>
            </a:r>
            <a:r>
              <a:rPr kumimoji="1" lang="zh-CN" altLang="en-US" b="1">
                <a:solidFill>
                  <a:srgbClr val="FFFFFF"/>
                </a:solidFill>
                <a:latin typeface="楷体_GB2312" pitchFamily="49" charset="-122"/>
                <a:ea typeface="楷体_GB2312" pitchFamily="49" charset="-122"/>
              </a:rPr>
              <a:t>电磁波在理想导体表面会产生全反射，</a:t>
            </a:r>
            <a:r>
              <a:rPr kumimoji="1" lang="zh-CN" altLang="en-US" b="1" u="sng">
                <a:solidFill>
                  <a:srgbClr val="FF0000"/>
                </a:solidFill>
                <a:latin typeface="楷体_GB2312" pitchFamily="49" charset="-122"/>
                <a:ea typeface="楷体_GB2312" pitchFamily="49" charset="-122"/>
              </a:rPr>
              <a:t>在理想介质表面也</a:t>
            </a:r>
          </a:p>
          <a:p>
            <a:pPr eaLnBrk="1" hangingPunct="1">
              <a:lnSpc>
                <a:spcPct val="130000"/>
              </a:lnSpc>
            </a:pPr>
            <a:r>
              <a:rPr kumimoji="1" lang="zh-CN" altLang="en-US" b="1">
                <a:solidFill>
                  <a:srgbClr val="FF0000"/>
                </a:solidFill>
                <a:latin typeface="楷体_GB2312" pitchFamily="49" charset="-122"/>
                <a:ea typeface="楷体_GB2312" pitchFamily="49" charset="-122"/>
              </a:rPr>
              <a:t>      </a:t>
            </a:r>
            <a:r>
              <a:rPr kumimoji="1" lang="zh-CN" altLang="en-US" b="1" u="sng">
                <a:solidFill>
                  <a:srgbClr val="FF0000"/>
                </a:solidFill>
                <a:latin typeface="楷体_GB2312" pitchFamily="49" charset="-122"/>
                <a:ea typeface="楷体_GB2312" pitchFamily="49" charset="-122"/>
              </a:rPr>
              <a:t>会产生全反射吗</a:t>
            </a:r>
            <a:r>
              <a:rPr kumimoji="1" lang="zh-CN" altLang="en-US" b="1">
                <a:solidFill>
                  <a:srgbClr val="FF0000"/>
                </a:solidFill>
                <a:latin typeface="楷体_GB2312" pitchFamily="49" charset="-122"/>
                <a:ea typeface="楷体_GB2312" pitchFamily="49" charset="-122"/>
              </a:rPr>
              <a:t>？</a:t>
            </a:r>
          </a:p>
        </p:txBody>
      </p:sp>
      <p:sp>
        <p:nvSpPr>
          <p:cNvPr id="93189" name="Text Box 5">
            <a:extLst>
              <a:ext uri="{FF2B5EF4-FFF2-40B4-BE49-F238E27FC236}">
                <a16:creationId xmlns:a16="http://schemas.microsoft.com/office/drawing/2014/main" id="{780A41BF-7C47-E58A-54E3-C3B031A46D9B}"/>
              </a:ext>
            </a:extLst>
          </p:cNvPr>
          <p:cNvSpPr txBox="1">
            <a:spLocks noChangeArrowheads="1"/>
          </p:cNvSpPr>
          <p:nvPr/>
        </p:nvSpPr>
        <p:spPr bwMode="auto">
          <a:xfrm>
            <a:off x="395288" y="3330575"/>
            <a:ext cx="856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57"/>
                </a:solidFill>
                <a:latin typeface="幼圆" panose="02010509060101010101" pitchFamily="49" charset="-122"/>
                <a:ea typeface="幼圆" panose="02010509060101010101" pitchFamily="49" charset="-122"/>
              </a:rPr>
              <a:t>概念：</a:t>
            </a:r>
            <a:r>
              <a:rPr kumimoji="1" lang="zh-CN" altLang="en-US" b="1">
                <a:solidFill>
                  <a:srgbClr val="FFFFFF"/>
                </a:solidFill>
                <a:latin typeface="Times New Roman" panose="02020603050405020304" pitchFamily="18" charset="0"/>
                <a:ea typeface="楷体_GB2312" pitchFamily="49" charset="-122"/>
              </a:rPr>
              <a:t>反射系数的模等于 </a:t>
            </a:r>
            <a:r>
              <a:rPr kumimoji="1" lang="en-US" altLang="zh-CN" b="1">
                <a:solidFill>
                  <a:srgbClr val="FFFFFF"/>
                </a:solidFill>
                <a:latin typeface="Times New Roman" panose="02020603050405020304" pitchFamily="18" charset="0"/>
                <a:ea typeface="楷体_GB2312" pitchFamily="49" charset="-122"/>
              </a:rPr>
              <a:t>1</a:t>
            </a:r>
            <a:r>
              <a:rPr kumimoji="1" lang="zh-CN" altLang="en-US" b="1">
                <a:solidFill>
                  <a:srgbClr val="FFFFFF"/>
                </a:solidFill>
                <a:latin typeface="Times New Roman" panose="02020603050405020304" pitchFamily="18" charset="0"/>
                <a:ea typeface="楷体_GB2312" pitchFamily="49" charset="-122"/>
              </a:rPr>
              <a:t>（ </a:t>
            </a:r>
            <a:r>
              <a:rPr kumimoji="1" lang="en-US" altLang="zh-CN" b="1">
                <a:solidFill>
                  <a:srgbClr val="FFFFFF"/>
                </a:solidFill>
                <a:latin typeface="Times New Roman" panose="02020603050405020304" pitchFamily="18" charset="0"/>
                <a:ea typeface="楷体_GB2312" pitchFamily="49" charset="-122"/>
                <a:cs typeface="Times New Roman" panose="02020603050405020304" pitchFamily="18" charset="0"/>
              </a:rPr>
              <a:t>|</a:t>
            </a:r>
            <a:r>
              <a:rPr kumimoji="1" lang="ru-RU" altLang="zh-CN" b="1">
                <a:solidFill>
                  <a:srgbClr val="FFFFFF"/>
                </a:solidFill>
                <a:latin typeface="Times New Roman" panose="02020603050405020304" pitchFamily="18" charset="0"/>
                <a:ea typeface="楷体_GB2312" pitchFamily="49" charset="-122"/>
                <a:cs typeface="Times New Roman" panose="02020603050405020304" pitchFamily="18" charset="0"/>
              </a:rPr>
              <a:t>Г</a:t>
            </a:r>
            <a:r>
              <a:rPr kumimoji="1" lang="en-US" altLang="zh-CN" b="1">
                <a:solidFill>
                  <a:srgbClr val="FFFFFF"/>
                </a:solidFill>
                <a:latin typeface="Times New Roman" panose="02020603050405020304" pitchFamily="18" charset="0"/>
                <a:ea typeface="楷体_GB2312" pitchFamily="49" charset="-122"/>
              </a:rPr>
              <a:t> |=1</a:t>
            </a:r>
            <a:r>
              <a:rPr kumimoji="1" lang="zh-CN" altLang="en-US" b="1">
                <a:solidFill>
                  <a:srgbClr val="FFFFFF"/>
                </a:solidFill>
                <a:latin typeface="Times New Roman" panose="02020603050405020304" pitchFamily="18" charset="0"/>
                <a:ea typeface="楷体_GB2312" pitchFamily="49" charset="-122"/>
              </a:rPr>
              <a:t>）的电磁现象称为</a:t>
            </a:r>
            <a:r>
              <a:rPr lang="zh-CN" altLang="en-US" b="1">
                <a:solidFill>
                  <a:srgbClr val="E781E0"/>
                </a:solidFill>
              </a:rPr>
              <a:t>全反射</a:t>
            </a:r>
            <a:r>
              <a:rPr kumimoji="1" lang="zh-CN" altLang="en-US" b="1">
                <a:solidFill>
                  <a:srgbClr val="FFFFFF"/>
                </a:solidFill>
                <a:latin typeface="Times New Roman" panose="02020603050405020304" pitchFamily="18" charset="0"/>
                <a:ea typeface="楷体_GB2312" pitchFamily="49" charset="-122"/>
              </a:rPr>
              <a:t>。</a:t>
            </a:r>
          </a:p>
        </p:txBody>
      </p:sp>
      <p:sp>
        <p:nvSpPr>
          <p:cNvPr id="98310" name="Text Box 11">
            <a:extLst>
              <a:ext uri="{FF2B5EF4-FFF2-40B4-BE49-F238E27FC236}">
                <a16:creationId xmlns:a16="http://schemas.microsoft.com/office/drawing/2014/main" id="{C0396EE7-0F64-B9FF-983A-C7E76B9C6F51}"/>
              </a:ext>
            </a:extLst>
          </p:cNvPr>
          <p:cNvSpPr txBox="1">
            <a:spLocks noChangeArrowheads="1"/>
          </p:cNvSpPr>
          <p:nvPr/>
        </p:nvSpPr>
        <p:spPr bwMode="auto">
          <a:xfrm>
            <a:off x="395288" y="4311650"/>
            <a:ext cx="8569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57"/>
                </a:solidFill>
                <a:latin typeface="幼圆" panose="02010509060101010101" pitchFamily="49" charset="-122"/>
                <a:ea typeface="幼圆" panose="02010509060101010101" pitchFamily="49" charset="-122"/>
              </a:rPr>
              <a:t>条件：</a:t>
            </a:r>
            <a:r>
              <a:rPr kumimoji="1" lang="zh-CN" altLang="en-US" b="1">
                <a:solidFill>
                  <a:srgbClr val="FFFFFF"/>
                </a:solidFill>
                <a:latin typeface="Times New Roman" panose="02020603050405020304" pitchFamily="18" charset="0"/>
                <a:ea typeface="楷体_GB2312" pitchFamily="49" charset="-122"/>
              </a:rPr>
              <a:t>非磁性媒质</a:t>
            </a:r>
          </a:p>
        </p:txBody>
      </p:sp>
      <p:graphicFrame>
        <p:nvGraphicFramePr>
          <p:cNvPr id="98311" name="Object 12">
            <a:extLst>
              <a:ext uri="{FF2B5EF4-FFF2-40B4-BE49-F238E27FC236}">
                <a16:creationId xmlns:a16="http://schemas.microsoft.com/office/drawing/2014/main" id="{48EF6E2D-7863-32D7-B507-8808314CF49C}"/>
              </a:ext>
            </a:extLst>
          </p:cNvPr>
          <p:cNvGraphicFramePr>
            <a:graphicFrameLocks noChangeAspect="1"/>
          </p:cNvGraphicFramePr>
          <p:nvPr>
            <p:extLst>
              <p:ext uri="{D42A27DB-BD31-4B8C-83A1-F6EECF244321}">
                <p14:modId xmlns:p14="http://schemas.microsoft.com/office/powerpoint/2010/main" val="1799982104"/>
              </p:ext>
            </p:extLst>
          </p:nvPr>
        </p:nvGraphicFramePr>
        <p:xfrm>
          <a:off x="2987675" y="4337050"/>
          <a:ext cx="1574800" cy="457200"/>
        </p:xfrm>
        <a:graphic>
          <a:graphicData uri="http://schemas.openxmlformats.org/presentationml/2006/ole">
            <mc:AlternateContent xmlns:mc="http://schemas.openxmlformats.org/markup-compatibility/2006">
              <mc:Choice xmlns:v="urn:schemas-microsoft-com:vml" Requires="v">
                <p:oleObj name="Equation" r:id="rId2" imgW="761896" imgH="203246" progId="Equation.DSMT4">
                  <p:embed/>
                </p:oleObj>
              </mc:Choice>
              <mc:Fallback>
                <p:oleObj name="Equation" r:id="rId2" imgW="761896" imgH="203246" progId="Equation.DSMT4">
                  <p:embed/>
                  <p:pic>
                    <p:nvPicPr>
                      <p:cNvPr id="0" name="Object 1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7675" y="4337050"/>
                        <a:ext cx="1574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10958" name="Object 14">
            <a:extLst>
              <a:ext uri="{FF2B5EF4-FFF2-40B4-BE49-F238E27FC236}">
                <a16:creationId xmlns:a16="http://schemas.microsoft.com/office/drawing/2014/main" id="{68B13ACA-E06B-E8F0-AB23-DF19DCCA7CAF}"/>
              </a:ext>
            </a:extLst>
          </p:cNvPr>
          <p:cNvGraphicFramePr>
            <a:graphicFrameLocks noChangeAspect="1"/>
          </p:cNvGraphicFramePr>
          <p:nvPr>
            <p:extLst>
              <p:ext uri="{D42A27DB-BD31-4B8C-83A1-F6EECF244321}">
                <p14:modId xmlns:p14="http://schemas.microsoft.com/office/powerpoint/2010/main" val="1690052191"/>
              </p:ext>
            </p:extLst>
          </p:nvPr>
        </p:nvGraphicFramePr>
        <p:xfrm>
          <a:off x="5867400" y="4121150"/>
          <a:ext cx="2089150" cy="892175"/>
        </p:xfrm>
        <a:graphic>
          <a:graphicData uri="http://schemas.openxmlformats.org/presentationml/2006/ole">
            <mc:AlternateContent xmlns:mc="http://schemas.openxmlformats.org/markup-compatibility/2006">
              <mc:Choice xmlns:v="urn:schemas-microsoft-com:vml" Requires="v">
                <p:oleObj name="公式" r:id="rId4" imgW="1129810" imgH="482391" progId="Equation.3">
                  <p:embed/>
                </p:oleObj>
              </mc:Choice>
              <mc:Fallback>
                <p:oleObj name="公式" r:id="rId4" imgW="1129810" imgH="482391" progId="Equation.3">
                  <p:embed/>
                  <p:pic>
                    <p:nvPicPr>
                      <p:cNvPr id="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400" y="4121150"/>
                        <a:ext cx="2089150" cy="89217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3216" name="AutoShape 32">
            <a:extLst>
              <a:ext uri="{FF2B5EF4-FFF2-40B4-BE49-F238E27FC236}">
                <a16:creationId xmlns:a16="http://schemas.microsoft.com/office/drawing/2014/main" id="{F6A9A253-A9A7-C6EA-AFF5-DFBDD2F0F256}"/>
              </a:ext>
            </a:extLst>
          </p:cNvPr>
          <p:cNvSpPr>
            <a:spLocks noChangeArrowheads="1"/>
          </p:cNvSpPr>
          <p:nvPr/>
        </p:nvSpPr>
        <p:spPr bwMode="auto">
          <a:xfrm>
            <a:off x="4787900" y="4437063"/>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3186"/>
                                        </p:tgtEl>
                                        <p:attrNameLst>
                                          <p:attrName>style.visibility</p:attrName>
                                        </p:attrNameLst>
                                      </p:cBhvr>
                                      <p:to>
                                        <p:strVal val="visible"/>
                                      </p:to>
                                    </p:set>
                                    <p:animEffect transition="in" filter="wipe(up)">
                                      <p:cBhvr>
                                        <p:cTn id="7" dur="2000"/>
                                        <p:tgtEl>
                                          <p:spTgt spid="9318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3187"/>
                                        </p:tgtEl>
                                        <p:attrNameLst>
                                          <p:attrName>style.visibility</p:attrName>
                                        </p:attrNameLst>
                                      </p:cBhvr>
                                      <p:to>
                                        <p:strVal val="visible"/>
                                      </p:to>
                                    </p:set>
                                    <p:animEffect transition="in" filter="wipe(up)">
                                      <p:cBhvr>
                                        <p:cTn id="12" dur="2000"/>
                                        <p:tgtEl>
                                          <p:spTgt spid="931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3188"/>
                                        </p:tgtEl>
                                        <p:attrNameLst>
                                          <p:attrName>style.visibility</p:attrName>
                                        </p:attrNameLst>
                                      </p:cBhvr>
                                      <p:to>
                                        <p:strVal val="visible"/>
                                      </p:to>
                                    </p:set>
                                    <p:animEffect transition="in" filter="wipe(up)">
                                      <p:cBhvr>
                                        <p:cTn id="17" dur="2000"/>
                                        <p:tgtEl>
                                          <p:spTgt spid="931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93189"/>
                                        </p:tgtEl>
                                        <p:attrNameLst>
                                          <p:attrName>style.visibility</p:attrName>
                                        </p:attrNameLst>
                                      </p:cBhvr>
                                      <p:to>
                                        <p:strVal val="visible"/>
                                      </p:to>
                                    </p:set>
                                    <p:animEffect transition="in" filter="wipe(up)">
                                      <p:cBhvr>
                                        <p:cTn id="22" dur="2000"/>
                                        <p:tgtEl>
                                          <p:spTgt spid="9318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10958"/>
                                        </p:tgtEl>
                                        <p:attrNameLst>
                                          <p:attrName>style.visibility</p:attrName>
                                        </p:attrNameLst>
                                      </p:cBhvr>
                                      <p:to>
                                        <p:strVal val="visible"/>
                                      </p:to>
                                    </p:set>
                                    <p:anim calcmode="lin" valueType="num">
                                      <p:cBhvr additive="base">
                                        <p:cTn id="27" dur="500" fill="hold"/>
                                        <p:tgtEl>
                                          <p:spTgt spid="210958"/>
                                        </p:tgtEl>
                                        <p:attrNameLst>
                                          <p:attrName>ppt_x</p:attrName>
                                        </p:attrNameLst>
                                      </p:cBhvr>
                                      <p:tavLst>
                                        <p:tav tm="0">
                                          <p:val>
                                            <p:strVal val="#ppt_x"/>
                                          </p:val>
                                        </p:tav>
                                        <p:tav tm="100000">
                                          <p:val>
                                            <p:strVal val="#ppt_x"/>
                                          </p:val>
                                        </p:tav>
                                      </p:tavLst>
                                    </p:anim>
                                    <p:anim calcmode="lin" valueType="num">
                                      <p:cBhvr additive="base">
                                        <p:cTn id="28"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93216"/>
                                        </p:tgtEl>
                                        <p:attrNameLst>
                                          <p:attrName>style.visibility</p:attrName>
                                        </p:attrNameLst>
                                      </p:cBhvr>
                                      <p:to>
                                        <p:strVal val="visible"/>
                                      </p:to>
                                    </p:set>
                                    <p:animEffect transition="in" filter="wipe(up)">
                                      <p:cBhvr>
                                        <p:cTn id="33" dur="2000"/>
                                        <p:tgtEl>
                                          <p:spTgt spid="93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6" grpId="0"/>
      <p:bldP spid="93187" grpId="0"/>
      <p:bldP spid="93188" grpId="0"/>
      <p:bldP spid="93189" grpId="0"/>
      <p:bldP spid="9321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10958" name="Object 14">
            <a:extLst>
              <a:ext uri="{FF2B5EF4-FFF2-40B4-BE49-F238E27FC236}">
                <a16:creationId xmlns:a16="http://schemas.microsoft.com/office/drawing/2014/main" id="{CBDC6613-75DD-F577-92E3-98BB4B723C43}"/>
              </a:ext>
            </a:extLst>
          </p:cNvPr>
          <p:cNvGraphicFramePr>
            <a:graphicFrameLocks noChangeAspect="1"/>
          </p:cNvGraphicFramePr>
          <p:nvPr>
            <p:extLst>
              <p:ext uri="{D42A27DB-BD31-4B8C-83A1-F6EECF244321}">
                <p14:modId xmlns:p14="http://schemas.microsoft.com/office/powerpoint/2010/main" val="746424409"/>
              </p:ext>
            </p:extLst>
          </p:nvPr>
        </p:nvGraphicFramePr>
        <p:xfrm>
          <a:off x="971550" y="3213100"/>
          <a:ext cx="1484313" cy="854075"/>
        </p:xfrm>
        <a:graphic>
          <a:graphicData uri="http://schemas.openxmlformats.org/presentationml/2006/ole">
            <mc:AlternateContent xmlns:mc="http://schemas.openxmlformats.org/markup-compatibility/2006">
              <mc:Choice xmlns:v="urn:schemas-microsoft-com:vml" Requires="v">
                <p:oleObj name="公式" r:id="rId2" imgW="748975" imgH="431613" progId="Equation.3">
                  <p:embed/>
                </p:oleObj>
              </mc:Choice>
              <mc:Fallback>
                <p:oleObj name="公式" r:id="rId2" imgW="748975" imgH="431613"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3213100"/>
                        <a:ext cx="1484313" cy="85407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5179" name="Object 11">
            <a:extLst>
              <a:ext uri="{FF2B5EF4-FFF2-40B4-BE49-F238E27FC236}">
                <a16:creationId xmlns:a16="http://schemas.microsoft.com/office/drawing/2014/main" id="{F9775973-EC66-6BBD-FB66-7C202BA108F1}"/>
              </a:ext>
            </a:extLst>
          </p:cNvPr>
          <p:cNvGraphicFramePr>
            <a:graphicFrameLocks noChangeAspect="1"/>
          </p:cNvGraphicFramePr>
          <p:nvPr>
            <p:extLst>
              <p:ext uri="{D42A27DB-BD31-4B8C-83A1-F6EECF244321}">
                <p14:modId xmlns:p14="http://schemas.microsoft.com/office/powerpoint/2010/main" val="2930857333"/>
              </p:ext>
            </p:extLst>
          </p:nvPr>
        </p:nvGraphicFramePr>
        <p:xfrm>
          <a:off x="1331913" y="492125"/>
          <a:ext cx="3805237" cy="1065213"/>
        </p:xfrm>
        <a:graphic>
          <a:graphicData uri="http://schemas.openxmlformats.org/presentationml/2006/ole">
            <mc:AlternateContent xmlns:mc="http://schemas.openxmlformats.org/markup-compatibility/2006">
              <mc:Choice xmlns:v="urn:schemas-microsoft-com:vml" Requires="v">
                <p:oleObj name="Equation" r:id="rId4" imgW="1828800" imgH="507908" progId="Equation.DSMT4">
                  <p:embed/>
                </p:oleObj>
              </mc:Choice>
              <mc:Fallback>
                <p:oleObj name="Equation" r:id="rId4" imgW="1828800" imgH="507908"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31913" y="492125"/>
                        <a:ext cx="3805237" cy="1065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180" name="Text Box 12">
            <a:extLst>
              <a:ext uri="{FF2B5EF4-FFF2-40B4-BE49-F238E27FC236}">
                <a16:creationId xmlns:a16="http://schemas.microsoft.com/office/drawing/2014/main" id="{9781E007-4ECE-757F-21E5-2FF5D1BE34F9}"/>
              </a:ext>
            </a:extLst>
          </p:cNvPr>
          <p:cNvSpPr txBox="1">
            <a:spLocks noChangeArrowheads="1"/>
          </p:cNvSpPr>
          <p:nvPr/>
        </p:nvSpPr>
        <p:spPr bwMode="auto">
          <a:xfrm>
            <a:off x="468313" y="739775"/>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由于</a:t>
            </a:r>
          </a:p>
        </p:txBody>
      </p:sp>
      <p:graphicFrame>
        <p:nvGraphicFramePr>
          <p:cNvPr id="135181" name="Object 13">
            <a:extLst>
              <a:ext uri="{FF2B5EF4-FFF2-40B4-BE49-F238E27FC236}">
                <a16:creationId xmlns:a16="http://schemas.microsoft.com/office/drawing/2014/main" id="{7B05EC3F-D0D4-2183-3670-DFA0C8B136F4}"/>
              </a:ext>
            </a:extLst>
          </p:cNvPr>
          <p:cNvGraphicFramePr>
            <a:graphicFrameLocks noChangeAspect="1"/>
          </p:cNvGraphicFramePr>
          <p:nvPr>
            <p:extLst>
              <p:ext uri="{D42A27DB-BD31-4B8C-83A1-F6EECF244321}">
                <p14:modId xmlns:p14="http://schemas.microsoft.com/office/powerpoint/2010/main" val="1964129076"/>
              </p:ext>
            </p:extLst>
          </p:nvPr>
        </p:nvGraphicFramePr>
        <p:xfrm>
          <a:off x="1189038" y="1858963"/>
          <a:ext cx="4743450" cy="1065212"/>
        </p:xfrm>
        <a:graphic>
          <a:graphicData uri="http://schemas.openxmlformats.org/presentationml/2006/ole">
            <mc:AlternateContent xmlns:mc="http://schemas.openxmlformats.org/markup-compatibility/2006">
              <mc:Choice xmlns:v="urn:schemas-microsoft-com:vml" Requires="v">
                <p:oleObj name="Equation" r:id="rId6" imgW="2286104" imgH="507908" progId="Equation.DSMT4">
                  <p:embed/>
                </p:oleObj>
              </mc:Choice>
              <mc:Fallback>
                <p:oleObj name="Equation" r:id="rId6" imgW="2286104" imgH="507908"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89038" y="1858963"/>
                        <a:ext cx="4743450" cy="1065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182" name="Text Box 14">
            <a:extLst>
              <a:ext uri="{FF2B5EF4-FFF2-40B4-BE49-F238E27FC236}">
                <a16:creationId xmlns:a16="http://schemas.microsoft.com/office/drawing/2014/main" id="{444E82D4-51AE-EFD9-DAFC-A299233FA475}"/>
              </a:ext>
            </a:extLst>
          </p:cNvPr>
          <p:cNvSpPr txBox="1">
            <a:spLocks noChangeArrowheads="1"/>
          </p:cNvSpPr>
          <p:nvPr/>
        </p:nvSpPr>
        <p:spPr bwMode="auto">
          <a:xfrm>
            <a:off x="466725" y="3357563"/>
            <a:ext cx="2305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当</a:t>
            </a:r>
          </a:p>
        </p:txBody>
      </p:sp>
      <p:grpSp>
        <p:nvGrpSpPr>
          <p:cNvPr id="135183" name="Group 15">
            <a:extLst>
              <a:ext uri="{FF2B5EF4-FFF2-40B4-BE49-F238E27FC236}">
                <a16:creationId xmlns:a16="http://schemas.microsoft.com/office/drawing/2014/main" id="{F3C9D6C8-2BF8-6B3C-2091-BCCEC83EC4FB}"/>
              </a:ext>
            </a:extLst>
          </p:cNvPr>
          <p:cNvGrpSpPr>
            <a:grpSpLocks/>
          </p:cNvGrpSpPr>
          <p:nvPr/>
        </p:nvGrpSpPr>
        <p:grpSpPr bwMode="auto">
          <a:xfrm>
            <a:off x="2987675" y="3502025"/>
            <a:ext cx="2787650" cy="455613"/>
            <a:chOff x="3833" y="3475"/>
            <a:chExt cx="1756" cy="287"/>
          </a:xfrm>
        </p:grpSpPr>
        <p:graphicFrame>
          <p:nvGraphicFramePr>
            <p:cNvPr id="99341" name="Object 16">
              <a:extLst>
                <a:ext uri="{FF2B5EF4-FFF2-40B4-BE49-F238E27FC236}">
                  <a16:creationId xmlns:a16="http://schemas.microsoft.com/office/drawing/2014/main" id="{6113F9A8-6035-6B2E-2D28-6A7B41C898E9}"/>
                </a:ext>
              </a:extLst>
            </p:cNvPr>
            <p:cNvGraphicFramePr>
              <a:graphicFrameLocks noChangeAspect="1"/>
            </p:cNvGraphicFramePr>
            <p:nvPr>
              <p:extLst>
                <p:ext uri="{D42A27DB-BD31-4B8C-83A1-F6EECF244321}">
                  <p14:modId xmlns:p14="http://schemas.microsoft.com/office/powerpoint/2010/main" val="355412670"/>
                </p:ext>
              </p:extLst>
            </p:nvPr>
          </p:nvGraphicFramePr>
          <p:xfrm>
            <a:off x="4422" y="3475"/>
            <a:ext cx="1167" cy="287"/>
          </p:xfrm>
          <a:graphic>
            <a:graphicData uri="http://schemas.openxmlformats.org/presentationml/2006/ole">
              <mc:AlternateContent xmlns:mc="http://schemas.openxmlformats.org/markup-compatibility/2006">
                <mc:Choice xmlns:v="urn:schemas-microsoft-com:vml" Requires="v">
                  <p:oleObj name="Equation" r:id="rId8" imgW="850943" imgH="203246" progId="Equation.DSMT4">
                    <p:embed/>
                  </p:oleObj>
                </mc:Choice>
                <mc:Fallback>
                  <p:oleObj name="Equation" r:id="rId8" imgW="850943" imgH="203246" progId="Equation.DSMT4">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22" y="3475"/>
                          <a:ext cx="116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9342" name="AutoShape 17">
              <a:extLst>
                <a:ext uri="{FF2B5EF4-FFF2-40B4-BE49-F238E27FC236}">
                  <a16:creationId xmlns:a16="http://schemas.microsoft.com/office/drawing/2014/main" id="{01DC1F6A-73CA-EA92-6BE0-36E28FFD7823}"/>
                </a:ext>
              </a:extLst>
            </p:cNvPr>
            <p:cNvSpPr>
              <a:spLocks noChangeArrowheads="1"/>
            </p:cNvSpPr>
            <p:nvPr/>
          </p:nvSpPr>
          <p:spPr bwMode="auto">
            <a:xfrm>
              <a:off x="3833" y="3521"/>
              <a:ext cx="499" cy="18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2" name="Object 14">
            <a:extLst>
              <a:ext uri="{FF2B5EF4-FFF2-40B4-BE49-F238E27FC236}">
                <a16:creationId xmlns:a16="http://schemas.microsoft.com/office/drawing/2014/main" id="{B0CC01EA-551D-7F90-0731-80730CFED965}"/>
              </a:ext>
            </a:extLst>
          </p:cNvPr>
          <p:cNvGraphicFramePr>
            <a:graphicFrameLocks noChangeAspect="1"/>
          </p:cNvGraphicFramePr>
          <p:nvPr>
            <p:extLst>
              <p:ext uri="{D42A27DB-BD31-4B8C-83A1-F6EECF244321}">
                <p14:modId xmlns:p14="http://schemas.microsoft.com/office/powerpoint/2010/main" val="4173468924"/>
              </p:ext>
            </p:extLst>
          </p:nvPr>
        </p:nvGraphicFramePr>
        <p:xfrm>
          <a:off x="1598613" y="4221163"/>
          <a:ext cx="3765550" cy="930275"/>
        </p:xfrm>
        <a:graphic>
          <a:graphicData uri="http://schemas.openxmlformats.org/presentationml/2006/ole">
            <mc:AlternateContent xmlns:mc="http://schemas.openxmlformats.org/markup-compatibility/2006">
              <mc:Choice xmlns:v="urn:schemas-microsoft-com:vml" Requires="v">
                <p:oleObj name="公式" r:id="rId10" imgW="1955800" imgH="482600" progId="Equation.3">
                  <p:embed/>
                </p:oleObj>
              </mc:Choice>
              <mc:Fallback>
                <p:oleObj name="公式" r:id="rId10" imgW="1955800" imgH="482600" progId="Equation.3">
                  <p:embed/>
                  <p:pic>
                    <p:nvPicPr>
                      <p:cNvPr id="0" name="Object 1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98613" y="4221163"/>
                        <a:ext cx="3765550" cy="93027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5188" name="AutoShape 20">
            <a:extLst>
              <a:ext uri="{FF2B5EF4-FFF2-40B4-BE49-F238E27FC236}">
                <a16:creationId xmlns:a16="http://schemas.microsoft.com/office/drawing/2014/main" id="{C9FE3A10-2CC9-8C45-8A45-2CB8FAFBCCA1}"/>
              </a:ext>
            </a:extLst>
          </p:cNvPr>
          <p:cNvSpPr>
            <a:spLocks noChangeArrowheads="1"/>
          </p:cNvSpPr>
          <p:nvPr/>
        </p:nvSpPr>
        <p:spPr bwMode="auto">
          <a:xfrm>
            <a:off x="663575" y="4510088"/>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35189" name="Text Box 21">
            <a:extLst>
              <a:ext uri="{FF2B5EF4-FFF2-40B4-BE49-F238E27FC236}">
                <a16:creationId xmlns:a16="http://schemas.microsoft.com/office/drawing/2014/main" id="{5B4FA9BB-7EA7-D9ED-4E65-8E82E2F1D6A4}"/>
              </a:ext>
            </a:extLst>
          </p:cNvPr>
          <p:cNvSpPr txBox="1">
            <a:spLocks noChangeArrowheads="1"/>
          </p:cNvSpPr>
          <p:nvPr/>
        </p:nvSpPr>
        <p:spPr bwMode="auto">
          <a:xfrm>
            <a:off x="5219700" y="4510088"/>
            <a:ext cx="4067175"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1800" b="1">
                <a:solidFill>
                  <a:srgbClr val="FF0000"/>
                </a:solidFill>
                <a:latin typeface="楷体_GB2312" pitchFamily="49" charset="-122"/>
                <a:ea typeface="楷体_GB2312" pitchFamily="49" charset="-122"/>
              </a:rPr>
              <a:t>（此时折射波完全平行于分界面传播）</a:t>
            </a:r>
          </a:p>
        </p:txBody>
      </p:sp>
      <p:sp>
        <p:nvSpPr>
          <p:cNvPr id="135190" name="Text Box 22">
            <a:extLst>
              <a:ext uri="{FF2B5EF4-FFF2-40B4-BE49-F238E27FC236}">
                <a16:creationId xmlns:a16="http://schemas.microsoft.com/office/drawing/2014/main" id="{84E04A9E-B2C5-1571-8413-5A5F0AD6AE03}"/>
              </a:ext>
            </a:extLst>
          </p:cNvPr>
          <p:cNvSpPr txBox="1">
            <a:spLocks noChangeArrowheads="1"/>
          </p:cNvSpPr>
          <p:nvPr/>
        </p:nvSpPr>
        <p:spPr bwMode="auto">
          <a:xfrm>
            <a:off x="466725" y="5426075"/>
            <a:ext cx="67691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solidFill>
                  <a:srgbClr val="FFFFFF"/>
                </a:solidFill>
                <a:latin typeface="楷体_GB2312" pitchFamily="49" charset="-122"/>
                <a:ea typeface="楷体_GB2312" pitchFamily="49" charset="-122"/>
              </a:rPr>
              <a:t>使得透射角</a:t>
            </a:r>
            <a:r>
              <a:rPr kumimoji="1" lang="en-US" altLang="zh-CN" b="1" dirty="0" err="1">
                <a:solidFill>
                  <a:srgbClr val="FFFFFF"/>
                </a:solidFill>
                <a:latin typeface="楷体_GB2312" pitchFamily="49" charset="-122"/>
                <a:ea typeface="楷体_GB2312" pitchFamily="49" charset="-122"/>
              </a:rPr>
              <a:t>θ</a:t>
            </a:r>
            <a:r>
              <a:rPr kumimoji="1" lang="en-US" altLang="zh-CN" b="1" baseline="-25000" dirty="0" err="1">
                <a:solidFill>
                  <a:srgbClr val="FFFFFF"/>
                </a:solidFill>
                <a:latin typeface="楷体_GB2312" pitchFamily="49" charset="-122"/>
                <a:ea typeface="楷体_GB2312" pitchFamily="49" charset="-122"/>
              </a:rPr>
              <a:t>t</a:t>
            </a:r>
            <a:r>
              <a:rPr kumimoji="1" lang="en-US" altLang="zh-CN" b="1" dirty="0">
                <a:solidFill>
                  <a:srgbClr val="FFFFFF"/>
                </a:solidFill>
                <a:latin typeface="楷体_GB2312" pitchFamily="49" charset="-122"/>
                <a:ea typeface="楷体_GB2312" pitchFamily="49" charset="-122"/>
              </a:rPr>
              <a:t>=90°</a:t>
            </a:r>
            <a:r>
              <a:rPr kumimoji="1" lang="zh-CN" altLang="en-US" b="1" dirty="0">
                <a:solidFill>
                  <a:srgbClr val="FFFFFF"/>
                </a:solidFill>
                <a:latin typeface="楷体_GB2312" pitchFamily="49" charset="-122"/>
                <a:ea typeface="楷体_GB2312" pitchFamily="49" charset="-122"/>
              </a:rPr>
              <a:t>的</a:t>
            </a:r>
            <a:r>
              <a:rPr kumimoji="1" lang="zh-CN" altLang="en-US" b="1" u="sng" dirty="0">
                <a:solidFill>
                  <a:srgbClr val="FFFFFF"/>
                </a:solidFill>
                <a:latin typeface="楷体_GB2312" pitchFamily="49" charset="-122"/>
                <a:ea typeface="楷体_GB2312" pitchFamily="49" charset="-122"/>
              </a:rPr>
              <a:t>入射角</a:t>
            </a:r>
            <a:r>
              <a:rPr kumimoji="1" lang="zh-CN" altLang="en-US" b="1" dirty="0">
                <a:solidFill>
                  <a:srgbClr val="FFFFFF"/>
                </a:solidFill>
                <a:latin typeface="楷体_GB2312" pitchFamily="49" charset="-122"/>
                <a:ea typeface="楷体_GB2312" pitchFamily="49" charset="-122"/>
              </a:rPr>
              <a:t>称为</a:t>
            </a:r>
            <a:r>
              <a:rPr kumimoji="1" lang="zh-CN" altLang="en-US" b="1" dirty="0">
                <a:solidFill>
                  <a:srgbClr val="FF0000"/>
                </a:solidFill>
                <a:latin typeface="楷体_GB2312" pitchFamily="49" charset="-122"/>
                <a:ea typeface="楷体_GB2312" pitchFamily="49" charset="-122"/>
              </a:rPr>
              <a:t>临界角</a:t>
            </a:r>
            <a:r>
              <a:rPr kumimoji="1" lang="el-GR" altLang="zh-CN" b="1" dirty="0">
                <a:solidFill>
                  <a:srgbClr val="FF0000"/>
                </a:solidFill>
                <a:latin typeface="楷体_GB2312" pitchFamily="49" charset="-122"/>
                <a:ea typeface="楷体_GB2312" pitchFamily="49" charset="-122"/>
              </a:rPr>
              <a:t>θ</a:t>
            </a:r>
            <a:r>
              <a:rPr kumimoji="1" lang="en-US" altLang="zh-CN" b="1" baseline="-25000" dirty="0">
                <a:solidFill>
                  <a:srgbClr val="FF0000"/>
                </a:solidFill>
                <a:latin typeface="楷体_GB2312" pitchFamily="49" charset="-122"/>
                <a:ea typeface="楷体_GB2312" pitchFamily="49" charset="-122"/>
              </a:rPr>
              <a:t>C</a:t>
            </a:r>
            <a:r>
              <a:rPr kumimoji="1" lang="zh-CN" altLang="en-US" b="1" dirty="0">
                <a:solidFill>
                  <a:srgbClr val="FF0000"/>
                </a:solidFill>
                <a:latin typeface="楷体_GB2312" pitchFamily="49" charset="-122"/>
                <a:ea typeface="楷体_GB2312" pitchFamily="49" charset="-122"/>
              </a:rPr>
              <a:t>：</a:t>
            </a:r>
            <a:endParaRPr kumimoji="1" lang="zh-CN" altLang="en-US" b="1" dirty="0">
              <a:solidFill>
                <a:srgbClr val="FFFFFF"/>
              </a:solidFill>
              <a:latin typeface="楷体_GB2312" pitchFamily="49" charset="-122"/>
              <a:ea typeface="楷体_GB2312" pitchFamily="49" charset="-122"/>
            </a:endParaRPr>
          </a:p>
        </p:txBody>
      </p:sp>
      <p:graphicFrame>
        <p:nvGraphicFramePr>
          <p:cNvPr id="3" name="Object 14">
            <a:extLst>
              <a:ext uri="{FF2B5EF4-FFF2-40B4-BE49-F238E27FC236}">
                <a16:creationId xmlns:a16="http://schemas.microsoft.com/office/drawing/2014/main" id="{6837CE13-3AD3-9046-CB3E-E2442D02DC2F}"/>
              </a:ext>
            </a:extLst>
          </p:cNvPr>
          <p:cNvGraphicFramePr>
            <a:graphicFrameLocks noChangeAspect="1"/>
          </p:cNvGraphicFramePr>
          <p:nvPr>
            <p:extLst>
              <p:ext uri="{D42A27DB-BD31-4B8C-83A1-F6EECF244321}">
                <p14:modId xmlns:p14="http://schemas.microsoft.com/office/powerpoint/2010/main" val="1128640784"/>
              </p:ext>
            </p:extLst>
          </p:nvPr>
        </p:nvGraphicFramePr>
        <p:xfrm>
          <a:off x="6392323" y="5176837"/>
          <a:ext cx="2716213" cy="955675"/>
        </p:xfrm>
        <a:graphic>
          <a:graphicData uri="http://schemas.openxmlformats.org/presentationml/2006/ole">
            <mc:AlternateContent xmlns:mc="http://schemas.openxmlformats.org/markup-compatibility/2006">
              <mc:Choice xmlns:v="urn:schemas-microsoft-com:vml" Requires="v">
                <p:oleObj name="公式" r:id="rId12" imgW="1371600" imgH="482600" progId="Equation.3">
                  <p:embed/>
                </p:oleObj>
              </mc:Choice>
              <mc:Fallback>
                <p:oleObj name="公式" r:id="rId12" imgW="1371600" imgH="482600" progId="Equation.3">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392323" y="5176837"/>
                        <a:ext cx="2716213" cy="95567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10958"/>
                                        </p:tgtEl>
                                        <p:attrNameLst>
                                          <p:attrName>style.visibility</p:attrName>
                                        </p:attrNameLst>
                                      </p:cBhvr>
                                      <p:to>
                                        <p:strVal val="visible"/>
                                      </p:to>
                                    </p:set>
                                    <p:anim calcmode="lin" valueType="num">
                                      <p:cBhvr additive="base">
                                        <p:cTn id="7" dur="500" fill="hold"/>
                                        <p:tgtEl>
                                          <p:spTgt spid="210958"/>
                                        </p:tgtEl>
                                        <p:attrNameLst>
                                          <p:attrName>ppt_x</p:attrName>
                                        </p:attrNameLst>
                                      </p:cBhvr>
                                      <p:tavLst>
                                        <p:tav tm="0">
                                          <p:val>
                                            <p:strVal val="#ppt_x"/>
                                          </p:val>
                                        </p:tav>
                                        <p:tav tm="100000">
                                          <p:val>
                                            <p:strVal val="#ppt_x"/>
                                          </p:val>
                                        </p:tav>
                                      </p:tavLst>
                                    </p:anim>
                                    <p:anim calcmode="lin" valueType="num">
                                      <p:cBhvr additive="base">
                                        <p:cTn id="8"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35180"/>
                                        </p:tgtEl>
                                        <p:attrNameLst>
                                          <p:attrName>style.visibility</p:attrName>
                                        </p:attrNameLst>
                                      </p:cBhvr>
                                      <p:to>
                                        <p:strVal val="visible"/>
                                      </p:to>
                                    </p:set>
                                    <p:animEffect transition="in" filter="wipe(up)">
                                      <p:cBhvr>
                                        <p:cTn id="13" dur="2000"/>
                                        <p:tgtEl>
                                          <p:spTgt spid="135180"/>
                                        </p:tgtEl>
                                      </p:cBhvr>
                                    </p:animEffect>
                                  </p:childTnLst>
                                </p:cTn>
                              </p:par>
                            </p:childTnLst>
                          </p:cTn>
                        </p:par>
                        <p:par>
                          <p:cTn id="14" fill="hold" nodeType="afterGroup">
                            <p:stCondLst>
                              <p:cond delay="2000"/>
                            </p:stCondLst>
                            <p:childTnLst>
                              <p:par>
                                <p:cTn id="15" presetID="22" presetClass="entr" presetSubtype="1" fill="hold" nodeType="afterEffect">
                                  <p:stCondLst>
                                    <p:cond delay="0"/>
                                  </p:stCondLst>
                                  <p:childTnLst>
                                    <p:set>
                                      <p:cBhvr>
                                        <p:cTn id="16" dur="1" fill="hold">
                                          <p:stCondLst>
                                            <p:cond delay="0"/>
                                          </p:stCondLst>
                                        </p:cTn>
                                        <p:tgtEl>
                                          <p:spTgt spid="135179"/>
                                        </p:tgtEl>
                                        <p:attrNameLst>
                                          <p:attrName>style.visibility</p:attrName>
                                        </p:attrNameLst>
                                      </p:cBhvr>
                                      <p:to>
                                        <p:strVal val="visible"/>
                                      </p:to>
                                    </p:set>
                                    <p:animEffect transition="in" filter="wipe(up)">
                                      <p:cBhvr>
                                        <p:cTn id="17" dur="2000"/>
                                        <p:tgtEl>
                                          <p:spTgt spid="135179"/>
                                        </p:tgtEl>
                                      </p:cBhvr>
                                    </p:animEffect>
                                  </p:childTnLst>
                                </p:cTn>
                              </p:par>
                            </p:childTnLst>
                          </p:cTn>
                        </p:par>
                        <p:par>
                          <p:cTn id="18" fill="hold" nodeType="afterGroup">
                            <p:stCondLst>
                              <p:cond delay="4000"/>
                            </p:stCondLst>
                            <p:childTnLst>
                              <p:par>
                                <p:cTn id="19" presetID="22" presetClass="entr" presetSubtype="1" fill="hold" nodeType="afterEffect">
                                  <p:stCondLst>
                                    <p:cond delay="0"/>
                                  </p:stCondLst>
                                  <p:childTnLst>
                                    <p:set>
                                      <p:cBhvr>
                                        <p:cTn id="20" dur="1" fill="hold">
                                          <p:stCondLst>
                                            <p:cond delay="0"/>
                                          </p:stCondLst>
                                        </p:cTn>
                                        <p:tgtEl>
                                          <p:spTgt spid="135181"/>
                                        </p:tgtEl>
                                        <p:attrNameLst>
                                          <p:attrName>style.visibility</p:attrName>
                                        </p:attrNameLst>
                                      </p:cBhvr>
                                      <p:to>
                                        <p:strVal val="visible"/>
                                      </p:to>
                                    </p:set>
                                    <p:animEffect transition="in" filter="wipe(up)">
                                      <p:cBhvr>
                                        <p:cTn id="21" dur="2000"/>
                                        <p:tgtEl>
                                          <p:spTgt spid="13518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135182"/>
                                        </p:tgtEl>
                                        <p:attrNameLst>
                                          <p:attrName>style.visibility</p:attrName>
                                        </p:attrNameLst>
                                      </p:cBhvr>
                                      <p:to>
                                        <p:strVal val="visible"/>
                                      </p:to>
                                    </p:set>
                                    <p:animEffect transition="in" filter="wipe(up)">
                                      <p:cBhvr>
                                        <p:cTn id="26" dur="2000"/>
                                        <p:tgtEl>
                                          <p:spTgt spid="13518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135183"/>
                                        </p:tgtEl>
                                        <p:attrNameLst>
                                          <p:attrName>style.visibility</p:attrName>
                                        </p:attrNameLst>
                                      </p:cBhvr>
                                      <p:to>
                                        <p:strVal val="visible"/>
                                      </p:to>
                                    </p:set>
                                    <p:animEffect transition="in" filter="wipe(up)">
                                      <p:cBhvr>
                                        <p:cTn id="31" dur="2000"/>
                                        <p:tgtEl>
                                          <p:spTgt spid="13518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135188"/>
                                        </p:tgtEl>
                                        <p:attrNameLst>
                                          <p:attrName>style.visibility</p:attrName>
                                        </p:attrNameLst>
                                      </p:cBhvr>
                                      <p:to>
                                        <p:strVal val="visible"/>
                                      </p:to>
                                    </p:set>
                                    <p:animEffect transition="in" filter="wipe(up)">
                                      <p:cBhvr>
                                        <p:cTn id="42" dur="2000"/>
                                        <p:tgtEl>
                                          <p:spTgt spid="13518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135189"/>
                                        </p:tgtEl>
                                        <p:attrNameLst>
                                          <p:attrName>style.visibility</p:attrName>
                                        </p:attrNameLst>
                                      </p:cBhvr>
                                      <p:to>
                                        <p:strVal val="visible"/>
                                      </p:to>
                                    </p:set>
                                    <p:animEffect transition="in" filter="wipe(up)">
                                      <p:cBhvr>
                                        <p:cTn id="47" dur="2000"/>
                                        <p:tgtEl>
                                          <p:spTgt spid="135189"/>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135190"/>
                                        </p:tgtEl>
                                        <p:attrNameLst>
                                          <p:attrName>style.visibility</p:attrName>
                                        </p:attrNameLst>
                                      </p:cBhvr>
                                      <p:to>
                                        <p:strVal val="visible"/>
                                      </p:to>
                                    </p:set>
                                    <p:animEffect transition="in" filter="wipe(up)">
                                      <p:cBhvr>
                                        <p:cTn id="52" dur="2000"/>
                                        <p:tgtEl>
                                          <p:spTgt spid="13519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 presetClass="entr" presetSubtype="4" fill="hold" nodeType="clickEffect">
                                  <p:stCondLst>
                                    <p:cond delay="0"/>
                                  </p:stCondLst>
                                  <p:childTnLst>
                                    <p:set>
                                      <p:cBhvr>
                                        <p:cTn id="56" dur="1" fill="hold">
                                          <p:stCondLst>
                                            <p:cond delay="0"/>
                                          </p:stCondLst>
                                        </p:cTn>
                                        <p:tgtEl>
                                          <p:spTgt spid="3"/>
                                        </p:tgtEl>
                                        <p:attrNameLst>
                                          <p:attrName>style.visibility</p:attrName>
                                        </p:attrNameLst>
                                      </p:cBhvr>
                                      <p:to>
                                        <p:strVal val="visible"/>
                                      </p:to>
                                    </p:set>
                                    <p:anim calcmode="lin" valueType="num">
                                      <p:cBhvr additive="base">
                                        <p:cTn id="57" dur="500" fill="hold"/>
                                        <p:tgtEl>
                                          <p:spTgt spid="3"/>
                                        </p:tgtEl>
                                        <p:attrNameLst>
                                          <p:attrName>ppt_x</p:attrName>
                                        </p:attrNameLst>
                                      </p:cBhvr>
                                      <p:tavLst>
                                        <p:tav tm="0">
                                          <p:val>
                                            <p:strVal val="#ppt_x"/>
                                          </p:val>
                                        </p:tav>
                                        <p:tav tm="100000">
                                          <p:val>
                                            <p:strVal val="#ppt_x"/>
                                          </p:val>
                                        </p:tav>
                                      </p:tavLst>
                                    </p:anim>
                                    <p:anim calcmode="lin" valueType="num">
                                      <p:cBhvr additive="base">
                                        <p:cTn id="5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80" grpId="0"/>
      <p:bldP spid="135182" grpId="0"/>
      <p:bldP spid="135188" grpId="0" animBg="1"/>
      <p:bldP spid="135189" grpId="0"/>
      <p:bldP spid="13519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4160" name="Group 16">
            <a:extLst>
              <a:ext uri="{FF2B5EF4-FFF2-40B4-BE49-F238E27FC236}">
                <a16:creationId xmlns:a16="http://schemas.microsoft.com/office/drawing/2014/main" id="{6D40F8FA-4DF8-E2A7-DCA9-AC40A82A1642}"/>
              </a:ext>
            </a:extLst>
          </p:cNvPr>
          <p:cNvGrpSpPr>
            <a:grpSpLocks/>
          </p:cNvGrpSpPr>
          <p:nvPr/>
        </p:nvGrpSpPr>
        <p:grpSpPr bwMode="auto">
          <a:xfrm>
            <a:off x="1855788" y="1533525"/>
            <a:ext cx="2787650" cy="455613"/>
            <a:chOff x="3833" y="3475"/>
            <a:chExt cx="1756" cy="287"/>
          </a:xfrm>
        </p:grpSpPr>
        <p:graphicFrame>
          <p:nvGraphicFramePr>
            <p:cNvPr id="100367" name="Object 17">
              <a:extLst>
                <a:ext uri="{FF2B5EF4-FFF2-40B4-BE49-F238E27FC236}">
                  <a16:creationId xmlns:a16="http://schemas.microsoft.com/office/drawing/2014/main" id="{CB663EEF-544F-3843-B291-71BC06339533}"/>
                </a:ext>
              </a:extLst>
            </p:cNvPr>
            <p:cNvGraphicFramePr>
              <a:graphicFrameLocks noChangeAspect="1"/>
            </p:cNvGraphicFramePr>
            <p:nvPr>
              <p:extLst>
                <p:ext uri="{D42A27DB-BD31-4B8C-83A1-F6EECF244321}">
                  <p14:modId xmlns:p14="http://schemas.microsoft.com/office/powerpoint/2010/main" val="1186030802"/>
                </p:ext>
              </p:extLst>
            </p:nvPr>
          </p:nvGraphicFramePr>
          <p:xfrm>
            <a:off x="4422" y="3475"/>
            <a:ext cx="1167" cy="287"/>
          </p:xfrm>
          <a:graphic>
            <a:graphicData uri="http://schemas.openxmlformats.org/presentationml/2006/ole">
              <mc:AlternateContent xmlns:mc="http://schemas.openxmlformats.org/markup-compatibility/2006">
                <mc:Choice xmlns:v="urn:schemas-microsoft-com:vml" Requires="v">
                  <p:oleObj name="Equation" r:id="rId3" imgW="850943" imgH="203246" progId="Equation.DSMT4">
                    <p:embed/>
                  </p:oleObj>
                </mc:Choice>
                <mc:Fallback>
                  <p:oleObj name="Equation" r:id="rId3" imgW="850943" imgH="203246"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2" y="3475"/>
                          <a:ext cx="1167" cy="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0368" name="AutoShape 18">
              <a:extLst>
                <a:ext uri="{FF2B5EF4-FFF2-40B4-BE49-F238E27FC236}">
                  <a16:creationId xmlns:a16="http://schemas.microsoft.com/office/drawing/2014/main" id="{3DAF90C6-4DC4-6141-2207-034BEFFAED6D}"/>
                </a:ext>
              </a:extLst>
            </p:cNvPr>
            <p:cNvSpPr>
              <a:spLocks noChangeArrowheads="1"/>
            </p:cNvSpPr>
            <p:nvPr/>
          </p:nvSpPr>
          <p:spPr bwMode="auto">
            <a:xfrm>
              <a:off x="3833" y="3521"/>
              <a:ext cx="499" cy="18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sp>
        <p:nvSpPr>
          <p:cNvPr id="134181" name="Text Box 37">
            <a:extLst>
              <a:ext uri="{FF2B5EF4-FFF2-40B4-BE49-F238E27FC236}">
                <a16:creationId xmlns:a16="http://schemas.microsoft.com/office/drawing/2014/main" id="{3D064F40-3800-A548-6E4C-17DA66C6D90F}"/>
              </a:ext>
            </a:extLst>
          </p:cNvPr>
          <p:cNvSpPr txBox="1">
            <a:spLocks noChangeArrowheads="1"/>
          </p:cNvSpPr>
          <p:nvPr/>
        </p:nvSpPr>
        <p:spPr bwMode="auto">
          <a:xfrm>
            <a:off x="538163" y="2646363"/>
            <a:ext cx="8066087"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kumimoji="1" lang="zh-CN" altLang="en-US" b="1" dirty="0">
                <a:solidFill>
                  <a:srgbClr val="FFFFFF"/>
                </a:solidFill>
                <a:ea typeface="楷体_GB2312" pitchFamily="49" charset="-122"/>
              </a:rPr>
              <a:t> 电磁波由稠密媒质入射到稀疏媒质</a:t>
            </a:r>
            <a:r>
              <a:rPr kumimoji="1" lang="zh-CN" altLang="en-US" b="1" dirty="0">
                <a:solidFill>
                  <a:srgbClr val="FFFFFF"/>
                </a:solidFill>
                <a:latin typeface="楷体_GB2312" pitchFamily="49" charset="-122"/>
                <a:ea typeface="楷体_GB2312" pitchFamily="49" charset="-122"/>
              </a:rPr>
              <a:t>中（</a:t>
            </a:r>
            <a:r>
              <a:rPr kumimoji="1" lang="el-GR" altLang="zh-CN" b="1" i="1" dirty="0">
                <a:solidFill>
                  <a:srgbClr val="FFFFFF"/>
                </a:solidFill>
                <a:latin typeface="Times New Roman" panose="02020603050405020304" pitchFamily="18" charset="0"/>
                <a:ea typeface="楷体_GB2312" pitchFamily="49" charset="-122"/>
                <a:cs typeface="Times New Roman" panose="02020603050405020304" pitchFamily="18" charset="0"/>
              </a:rPr>
              <a:t>ε</a:t>
            </a:r>
            <a:r>
              <a:rPr kumimoji="1" lang="en-US" altLang="zh-CN" b="1" baseline="-25000" dirty="0">
                <a:solidFill>
                  <a:srgbClr val="FFFFFF"/>
                </a:solidFill>
                <a:latin typeface="Times New Roman" panose="02020603050405020304" pitchFamily="18" charset="0"/>
                <a:ea typeface="楷体_GB2312" pitchFamily="49" charset="-122"/>
                <a:cs typeface="Times New Roman" panose="02020603050405020304" pitchFamily="18" charset="0"/>
              </a:rPr>
              <a:t>1 </a:t>
            </a:r>
            <a:r>
              <a:rPr kumimoji="1" lang="en-US" altLang="zh-CN" b="1" dirty="0">
                <a:solidFill>
                  <a:srgbClr val="FFFFFF"/>
                </a:solidFill>
                <a:ea typeface="楷体_GB2312" pitchFamily="49" charset="-122"/>
                <a:cs typeface="Times New Roman" panose="02020603050405020304" pitchFamily="18" charset="0"/>
              </a:rPr>
              <a:t>&gt;</a:t>
            </a:r>
            <a:r>
              <a:rPr kumimoji="1" lang="el-GR" altLang="zh-CN" b="1" i="1" dirty="0">
                <a:solidFill>
                  <a:srgbClr val="FFFFFF"/>
                </a:solidFill>
                <a:latin typeface="Times New Roman" panose="02020603050405020304" pitchFamily="18" charset="0"/>
                <a:ea typeface="楷体_GB2312" pitchFamily="49" charset="-122"/>
                <a:cs typeface="Times New Roman" panose="02020603050405020304" pitchFamily="18" charset="0"/>
              </a:rPr>
              <a:t>ε</a:t>
            </a:r>
            <a:r>
              <a:rPr kumimoji="1" lang="en-US" altLang="zh-CN" b="1" baseline="-25000" dirty="0">
                <a:solidFill>
                  <a:srgbClr val="FFFFFF"/>
                </a:solidFill>
                <a:latin typeface="Times New Roman" panose="02020603050405020304" pitchFamily="18" charset="0"/>
                <a:ea typeface="楷体_GB2312" pitchFamily="49" charset="-122"/>
                <a:cs typeface="Times New Roman" panose="02020603050405020304" pitchFamily="18" charset="0"/>
              </a:rPr>
              <a:t>2 </a:t>
            </a:r>
            <a:r>
              <a:rPr kumimoji="1" lang="zh-CN" altLang="en-US" b="1" dirty="0">
                <a:solidFill>
                  <a:srgbClr val="FFFFFF"/>
                </a:solidFill>
                <a:latin typeface="楷体_GB2312" pitchFamily="49" charset="-122"/>
                <a:ea typeface="楷体_GB2312" pitchFamily="49" charset="-122"/>
              </a:rPr>
              <a:t>）</a:t>
            </a:r>
          </a:p>
        </p:txBody>
      </p:sp>
      <p:sp>
        <p:nvSpPr>
          <p:cNvPr id="100356" name="Text Box 38">
            <a:extLst>
              <a:ext uri="{FF2B5EF4-FFF2-40B4-BE49-F238E27FC236}">
                <a16:creationId xmlns:a16="http://schemas.microsoft.com/office/drawing/2014/main" id="{D3F7F711-2EC1-D31E-8598-A29014C28AAE}"/>
              </a:ext>
            </a:extLst>
          </p:cNvPr>
          <p:cNvSpPr txBox="1">
            <a:spLocks noChangeArrowheads="1"/>
          </p:cNvSpPr>
          <p:nvPr/>
        </p:nvSpPr>
        <p:spPr bwMode="auto">
          <a:xfrm>
            <a:off x="538163" y="3367088"/>
            <a:ext cx="37449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kumimoji="1" lang="zh-CN" altLang="en-US" b="1">
                <a:solidFill>
                  <a:srgbClr val="FFFFFF"/>
                </a:solidFill>
                <a:ea typeface="楷体_GB2312" pitchFamily="49" charset="-122"/>
              </a:rPr>
              <a:t> </a:t>
            </a:r>
            <a:r>
              <a:rPr kumimoji="1" lang="el-GR" altLang="zh-CN" b="1" i="1">
                <a:solidFill>
                  <a:srgbClr val="FFFFFF"/>
                </a:solidFill>
                <a:ea typeface="楷体_GB2312" pitchFamily="49" charset="-122"/>
              </a:rPr>
              <a:t>θ</a:t>
            </a:r>
            <a:r>
              <a:rPr kumimoji="1" lang="en-US" altLang="zh-CN" b="1">
                <a:solidFill>
                  <a:srgbClr val="FFFFFF"/>
                </a:solidFill>
                <a:ea typeface="楷体_GB2312" pitchFamily="49" charset="-122"/>
              </a:rPr>
              <a:t> </a:t>
            </a:r>
            <a:r>
              <a:rPr kumimoji="1" lang="en-US" altLang="zh-CN" b="1" baseline="-25000">
                <a:solidFill>
                  <a:srgbClr val="FFFFFF"/>
                </a:solidFill>
                <a:ea typeface="楷体_GB2312" pitchFamily="49" charset="-122"/>
              </a:rPr>
              <a:t>i </a:t>
            </a:r>
            <a:r>
              <a:rPr kumimoji="1" lang="en-US" altLang="zh-CN" b="1">
                <a:solidFill>
                  <a:srgbClr val="FFFFFF"/>
                </a:solidFill>
                <a:ea typeface="楷体_GB2312" pitchFamily="49" charset="-122"/>
              </a:rPr>
              <a:t> </a:t>
            </a:r>
            <a:r>
              <a:rPr kumimoji="1" lang="en-US" altLang="zh-CN" b="1">
                <a:solidFill>
                  <a:srgbClr val="FFFFFF"/>
                </a:solidFill>
                <a:ea typeface="楷体_GB2312" pitchFamily="49" charset="-122"/>
                <a:cs typeface="Arial" panose="020B0604020202020204" pitchFamily="34" charset="0"/>
              </a:rPr>
              <a:t>≥ </a:t>
            </a:r>
            <a:r>
              <a:rPr kumimoji="1" lang="el-GR" altLang="zh-CN" b="1" i="1">
                <a:solidFill>
                  <a:srgbClr val="FFFFFF"/>
                </a:solidFill>
                <a:ea typeface="楷体_GB2312" pitchFamily="49" charset="-122"/>
                <a:cs typeface="Arial" panose="020B0604020202020204" pitchFamily="34" charset="0"/>
              </a:rPr>
              <a:t>θ</a:t>
            </a:r>
            <a:r>
              <a:rPr kumimoji="1" lang="en-US" altLang="zh-CN">
                <a:solidFill>
                  <a:srgbClr val="000000"/>
                </a:solidFill>
                <a:ea typeface="楷体_GB2312" pitchFamily="49" charset="-122"/>
              </a:rPr>
              <a:t> </a:t>
            </a:r>
            <a:r>
              <a:rPr kumimoji="1" lang="en-US" altLang="zh-CN" b="1" baseline="-25000">
                <a:solidFill>
                  <a:srgbClr val="FFFFFF"/>
                </a:solidFill>
                <a:ea typeface="楷体_GB2312" pitchFamily="49" charset="-122"/>
              </a:rPr>
              <a:t>c</a:t>
            </a:r>
            <a:r>
              <a:rPr kumimoji="1" lang="en-US" altLang="zh-CN" b="1">
                <a:solidFill>
                  <a:srgbClr val="FFFFFF"/>
                </a:solidFill>
                <a:ea typeface="楷体_GB2312" pitchFamily="49" charset="-122"/>
              </a:rPr>
              <a:t> </a:t>
            </a:r>
            <a:endParaRPr kumimoji="1" lang="zh-CN" altLang="en-US" b="1">
              <a:solidFill>
                <a:srgbClr val="FFFFFF"/>
              </a:solidFill>
              <a:ea typeface="楷体_GB2312" pitchFamily="49" charset="-122"/>
            </a:endParaRPr>
          </a:p>
        </p:txBody>
      </p:sp>
      <p:sp>
        <p:nvSpPr>
          <p:cNvPr id="134184" name="Text Box 40">
            <a:extLst>
              <a:ext uri="{FF2B5EF4-FFF2-40B4-BE49-F238E27FC236}">
                <a16:creationId xmlns:a16="http://schemas.microsoft.com/office/drawing/2014/main" id="{22BA09A4-6250-2DB9-F87C-A9FFAAC094CC}"/>
              </a:ext>
            </a:extLst>
          </p:cNvPr>
          <p:cNvSpPr txBox="1">
            <a:spLocks noChangeArrowheads="1"/>
          </p:cNvSpPr>
          <p:nvPr/>
        </p:nvSpPr>
        <p:spPr bwMode="auto">
          <a:xfrm>
            <a:off x="179388" y="1998663"/>
            <a:ext cx="46085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6"/>
              </a:buBlip>
            </a:pPr>
            <a:r>
              <a:rPr kumimoji="1" lang="zh-CN" altLang="en-US" b="1">
                <a:solidFill>
                  <a:srgbClr val="FFBDDE"/>
                </a:solidFill>
                <a:latin typeface="Times New Roman" panose="02020603050405020304" pitchFamily="18" charset="0"/>
              </a:rPr>
              <a:t>  产生全反射的条件</a:t>
            </a:r>
          </a:p>
        </p:txBody>
      </p:sp>
      <p:sp>
        <p:nvSpPr>
          <p:cNvPr id="134185" name="Text Box 41">
            <a:extLst>
              <a:ext uri="{FF2B5EF4-FFF2-40B4-BE49-F238E27FC236}">
                <a16:creationId xmlns:a16="http://schemas.microsoft.com/office/drawing/2014/main" id="{FFB3098C-1B80-7F46-35DB-337BD03A5390}"/>
              </a:ext>
            </a:extLst>
          </p:cNvPr>
          <p:cNvSpPr txBox="1">
            <a:spLocks noChangeArrowheads="1"/>
          </p:cNvSpPr>
          <p:nvPr/>
        </p:nvSpPr>
        <p:spPr bwMode="auto">
          <a:xfrm>
            <a:off x="179388" y="4005263"/>
            <a:ext cx="4608512"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6"/>
              </a:buBlip>
            </a:pPr>
            <a:r>
              <a:rPr kumimoji="1" lang="zh-CN" altLang="en-US" b="1">
                <a:solidFill>
                  <a:srgbClr val="FFBDDE"/>
                </a:solidFill>
              </a:rPr>
              <a:t>  </a:t>
            </a:r>
            <a:r>
              <a:rPr kumimoji="1" lang="zh-CN" altLang="en-US" b="1">
                <a:solidFill>
                  <a:srgbClr val="FFBDDE"/>
                </a:solidFill>
                <a:latin typeface="Times New Roman" panose="02020603050405020304" pitchFamily="18" charset="0"/>
              </a:rPr>
              <a:t>对全反射的进一步讨论</a:t>
            </a:r>
          </a:p>
        </p:txBody>
      </p:sp>
      <p:sp>
        <p:nvSpPr>
          <p:cNvPr id="134186" name="Rectangle 42">
            <a:extLst>
              <a:ext uri="{FF2B5EF4-FFF2-40B4-BE49-F238E27FC236}">
                <a16:creationId xmlns:a16="http://schemas.microsoft.com/office/drawing/2014/main" id="{00AAAB5E-6A7C-74AE-C262-AC7D099589EC}"/>
              </a:ext>
            </a:extLst>
          </p:cNvPr>
          <p:cNvSpPr>
            <a:spLocks noChangeArrowheads="1"/>
          </p:cNvSpPr>
          <p:nvPr/>
        </p:nvSpPr>
        <p:spPr bwMode="auto">
          <a:xfrm>
            <a:off x="0" y="6573838"/>
            <a:ext cx="89646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lang="zh-CN" altLang="en-US" b="1">
                <a:solidFill>
                  <a:srgbClr val="FFFFFF"/>
                </a:solidFill>
                <a:latin typeface="楷体_GB2312" pitchFamily="49" charset="-122"/>
                <a:ea typeface="楷体_GB2312" pitchFamily="49" charset="-122"/>
                <a:cs typeface="Times New Roman" panose="02020603050405020304" pitchFamily="18" charset="0"/>
              </a:rPr>
              <a:t>    </a:t>
            </a:r>
          </a:p>
        </p:txBody>
      </p:sp>
      <p:sp>
        <p:nvSpPr>
          <p:cNvPr id="134187" name="Text Box 43">
            <a:extLst>
              <a:ext uri="{FF2B5EF4-FFF2-40B4-BE49-F238E27FC236}">
                <a16:creationId xmlns:a16="http://schemas.microsoft.com/office/drawing/2014/main" id="{91163DF5-47FE-6750-F9C4-562B2E85BE9E}"/>
              </a:ext>
            </a:extLst>
          </p:cNvPr>
          <p:cNvSpPr txBox="1">
            <a:spLocks noChangeArrowheads="1"/>
          </p:cNvSpPr>
          <p:nvPr/>
        </p:nvSpPr>
        <p:spPr bwMode="auto">
          <a:xfrm>
            <a:off x="611188" y="4662488"/>
            <a:ext cx="5184775"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 i </a:t>
            </a:r>
            <a:r>
              <a:rPr kumimoji="1" lang="en-US" altLang="zh-CN" b="1" i="1" baseline="-25000">
                <a:solidFill>
                  <a:srgbClr val="FFFFFF"/>
                </a:solidFill>
                <a:latin typeface="Times New Roman" panose="02020603050405020304" pitchFamily="18" charset="0"/>
                <a:ea typeface="楷体_GB2312" pitchFamily="49" charset="-122"/>
                <a:cs typeface="Times New Roman" panose="02020603050405020304" pitchFamily="18" charset="0"/>
              </a:rPr>
              <a:t> </a:t>
            </a:r>
            <a:r>
              <a:rPr kumimoji="1" lang="en-US" altLang="zh-CN" b="1">
                <a:solidFill>
                  <a:srgbClr val="FFFFFF"/>
                </a:solidFill>
                <a:ea typeface="楷体_GB2312" pitchFamily="49" charset="-122"/>
                <a:cs typeface="Times New Roman" panose="02020603050405020304" pitchFamily="18" charset="0"/>
              </a:rPr>
              <a:t>&lt;</a:t>
            </a: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c </a:t>
            </a:r>
            <a:r>
              <a:rPr kumimoji="1" lang="zh-CN" altLang="en-US" b="1">
                <a:solidFill>
                  <a:srgbClr val="FFFFFF"/>
                </a:solidFill>
                <a:latin typeface="楷体_GB2312" pitchFamily="49" charset="-122"/>
                <a:ea typeface="楷体_GB2312" pitchFamily="49" charset="-122"/>
                <a:cs typeface="Times New Roman" panose="02020603050405020304" pitchFamily="18" charset="0"/>
              </a:rPr>
              <a:t>时，不产生全反射。</a:t>
            </a:r>
          </a:p>
        </p:txBody>
      </p:sp>
      <p:sp>
        <p:nvSpPr>
          <p:cNvPr id="134191" name="Text Box 47">
            <a:extLst>
              <a:ext uri="{FF2B5EF4-FFF2-40B4-BE49-F238E27FC236}">
                <a16:creationId xmlns:a16="http://schemas.microsoft.com/office/drawing/2014/main" id="{04C82D9D-F890-7F74-C022-2310DB829126}"/>
              </a:ext>
            </a:extLst>
          </p:cNvPr>
          <p:cNvSpPr txBox="1">
            <a:spLocks noChangeArrowheads="1"/>
          </p:cNvSpPr>
          <p:nvPr/>
        </p:nvSpPr>
        <p:spPr bwMode="auto">
          <a:xfrm>
            <a:off x="611188" y="5445125"/>
            <a:ext cx="8532812" cy="1052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 i </a:t>
            </a:r>
            <a:r>
              <a:rPr kumimoji="1" lang="en-US" altLang="zh-CN" b="1" i="1" baseline="-25000">
                <a:solidFill>
                  <a:srgbClr val="FFFFFF"/>
                </a:solidFill>
                <a:latin typeface="Times New Roman" panose="02020603050405020304" pitchFamily="18" charset="0"/>
                <a:ea typeface="楷体_GB2312" pitchFamily="49" charset="-122"/>
                <a:cs typeface="Times New Roman" panose="02020603050405020304" pitchFamily="18" charset="0"/>
              </a:rPr>
              <a:t> </a:t>
            </a:r>
            <a:r>
              <a:rPr kumimoji="1" lang="en-US" altLang="zh-CN" b="1">
                <a:solidFill>
                  <a:srgbClr val="FFFFFF"/>
                </a:solidFill>
                <a:ea typeface="楷体_GB2312" pitchFamily="49" charset="-122"/>
                <a:cs typeface="Times New Roman" panose="02020603050405020304" pitchFamily="18" charset="0"/>
              </a:rPr>
              <a:t>=</a:t>
            </a: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c </a:t>
            </a:r>
            <a:r>
              <a:rPr kumimoji="1" lang="zh-CN" altLang="en-US" b="1">
                <a:solidFill>
                  <a:srgbClr val="FFFFFF"/>
                </a:solidFill>
                <a:latin typeface="楷体_GB2312" pitchFamily="49" charset="-122"/>
                <a:ea typeface="楷体_GB2312" pitchFamily="49" charset="-122"/>
                <a:cs typeface="Times New Roman" panose="02020603050405020304" pitchFamily="18" charset="0"/>
              </a:rPr>
              <a:t>时，折</a:t>
            </a:r>
            <a:r>
              <a:rPr lang="zh-CN" altLang="en-US" b="1">
                <a:solidFill>
                  <a:srgbClr val="FFFFFF"/>
                </a:solidFill>
                <a:ea typeface="楷体_GB2312" pitchFamily="49" charset="-122"/>
                <a:cs typeface="Times New Roman" panose="02020603050405020304" pitchFamily="18" charset="0"/>
              </a:rPr>
              <a:t>射波沿平行于分界面的方向传播，没有沿</a:t>
            </a:r>
            <a:r>
              <a:rPr lang="en-US" altLang="zh-CN" i="1">
                <a:solidFill>
                  <a:srgbClr val="FFFFFF"/>
                </a:solidFill>
                <a:ea typeface="楷体_GB2312" pitchFamily="49" charset="-122"/>
                <a:cs typeface="Times New Roman" panose="02020603050405020304" pitchFamily="18" charset="0"/>
              </a:rPr>
              <a:t>z</a:t>
            </a:r>
            <a:r>
              <a:rPr lang="zh-CN" altLang="en-US" b="1">
                <a:solidFill>
                  <a:srgbClr val="FFFFFF"/>
                </a:solidFill>
                <a:ea typeface="楷体_GB2312" pitchFamily="49" charset="-122"/>
                <a:cs typeface="Times New Roman" panose="02020603050405020304" pitchFamily="18" charset="0"/>
              </a:rPr>
              <a:t>方向传播的功率，并且反射功率密度将等于入射功率密度</a:t>
            </a:r>
            <a:r>
              <a:rPr kumimoji="1" lang="zh-CN" altLang="en-US" b="1">
                <a:solidFill>
                  <a:srgbClr val="FFFFFF"/>
                </a:solidFill>
                <a:latin typeface="楷体_GB2312" pitchFamily="49" charset="-122"/>
                <a:ea typeface="楷体_GB2312" pitchFamily="49" charset="-122"/>
                <a:cs typeface="Times New Roman" panose="02020603050405020304" pitchFamily="18" charset="0"/>
              </a:rPr>
              <a:t>。</a:t>
            </a:r>
          </a:p>
        </p:txBody>
      </p:sp>
      <p:sp>
        <p:nvSpPr>
          <p:cNvPr id="100362" name="Text Box 48">
            <a:extLst>
              <a:ext uri="{FF2B5EF4-FFF2-40B4-BE49-F238E27FC236}">
                <a16:creationId xmlns:a16="http://schemas.microsoft.com/office/drawing/2014/main" id="{4DF0EB39-42A2-6267-24A8-6F11F8F5BE32}"/>
              </a:ext>
            </a:extLst>
          </p:cNvPr>
          <p:cNvSpPr txBox="1">
            <a:spLocks noChangeArrowheads="1"/>
          </p:cNvSpPr>
          <p:nvPr/>
        </p:nvSpPr>
        <p:spPr bwMode="auto">
          <a:xfrm>
            <a:off x="250825" y="620713"/>
            <a:ext cx="3744913"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a:solidFill>
                  <a:srgbClr val="FFFFFF"/>
                </a:solidFill>
                <a:ea typeface="楷体_GB2312" pitchFamily="49" charset="-122"/>
              </a:rPr>
              <a:t>当</a:t>
            </a:r>
            <a:r>
              <a:rPr kumimoji="1" lang="el-GR" altLang="zh-CN" b="1" i="1">
                <a:solidFill>
                  <a:srgbClr val="FFFFFF"/>
                </a:solidFill>
                <a:ea typeface="楷体_GB2312" pitchFamily="49" charset="-122"/>
              </a:rPr>
              <a:t>θ</a:t>
            </a:r>
            <a:r>
              <a:rPr kumimoji="1" lang="en-US" altLang="zh-CN" b="1">
                <a:solidFill>
                  <a:srgbClr val="FFFFFF"/>
                </a:solidFill>
                <a:ea typeface="楷体_GB2312" pitchFamily="49" charset="-122"/>
              </a:rPr>
              <a:t> </a:t>
            </a:r>
            <a:r>
              <a:rPr kumimoji="1" lang="en-US" altLang="zh-CN" b="1" baseline="-25000">
                <a:solidFill>
                  <a:srgbClr val="FFFFFF"/>
                </a:solidFill>
                <a:ea typeface="楷体_GB2312" pitchFamily="49" charset="-122"/>
              </a:rPr>
              <a:t>i </a:t>
            </a:r>
            <a:r>
              <a:rPr kumimoji="1" lang="en-US" altLang="zh-CN" b="1">
                <a:solidFill>
                  <a:srgbClr val="FFFFFF"/>
                </a:solidFill>
                <a:ea typeface="楷体_GB2312" pitchFamily="49" charset="-122"/>
              </a:rPr>
              <a:t> </a:t>
            </a:r>
            <a:r>
              <a:rPr kumimoji="1" lang="en-US" altLang="zh-CN" b="1">
                <a:solidFill>
                  <a:srgbClr val="FFFFFF"/>
                </a:solidFill>
                <a:ea typeface="楷体_GB2312" pitchFamily="49" charset="-122"/>
                <a:cs typeface="Arial" panose="020B0604020202020204" pitchFamily="34" charset="0"/>
              </a:rPr>
              <a:t>&gt; </a:t>
            </a:r>
            <a:r>
              <a:rPr kumimoji="1" lang="el-GR" altLang="zh-CN" b="1" i="1">
                <a:solidFill>
                  <a:srgbClr val="FFFFFF"/>
                </a:solidFill>
                <a:ea typeface="楷体_GB2312" pitchFamily="49" charset="-122"/>
                <a:cs typeface="Arial" panose="020B0604020202020204" pitchFamily="34" charset="0"/>
              </a:rPr>
              <a:t>θ</a:t>
            </a:r>
            <a:r>
              <a:rPr kumimoji="1" lang="en-US" altLang="zh-CN">
                <a:solidFill>
                  <a:srgbClr val="000000"/>
                </a:solidFill>
                <a:ea typeface="楷体_GB2312" pitchFamily="49" charset="-122"/>
              </a:rPr>
              <a:t> </a:t>
            </a:r>
            <a:r>
              <a:rPr kumimoji="1" lang="en-US" altLang="zh-CN" b="1" baseline="-25000">
                <a:solidFill>
                  <a:srgbClr val="FFFFFF"/>
                </a:solidFill>
                <a:ea typeface="楷体_GB2312" pitchFamily="49" charset="-122"/>
              </a:rPr>
              <a:t>c</a:t>
            </a:r>
            <a:r>
              <a:rPr kumimoji="1" lang="en-US" altLang="zh-CN" b="1">
                <a:solidFill>
                  <a:srgbClr val="FFFFFF"/>
                </a:solidFill>
                <a:ea typeface="楷体_GB2312" pitchFamily="49" charset="-122"/>
              </a:rPr>
              <a:t> </a:t>
            </a:r>
            <a:endParaRPr kumimoji="1" lang="zh-CN" altLang="en-US" b="1">
              <a:solidFill>
                <a:srgbClr val="FFFFFF"/>
              </a:solidFill>
              <a:ea typeface="楷体_GB2312" pitchFamily="49" charset="-122"/>
            </a:endParaRPr>
          </a:p>
        </p:txBody>
      </p:sp>
      <p:graphicFrame>
        <p:nvGraphicFramePr>
          <p:cNvPr id="210958" name="Object 14">
            <a:extLst>
              <a:ext uri="{FF2B5EF4-FFF2-40B4-BE49-F238E27FC236}">
                <a16:creationId xmlns:a16="http://schemas.microsoft.com/office/drawing/2014/main" id="{2929FCD6-A3FE-2AED-EB83-1FD6DF9706AE}"/>
              </a:ext>
            </a:extLst>
          </p:cNvPr>
          <p:cNvGraphicFramePr>
            <a:graphicFrameLocks noChangeAspect="1"/>
          </p:cNvGraphicFramePr>
          <p:nvPr>
            <p:extLst>
              <p:ext uri="{D42A27DB-BD31-4B8C-83A1-F6EECF244321}">
                <p14:modId xmlns:p14="http://schemas.microsoft.com/office/powerpoint/2010/main" val="420128115"/>
              </p:ext>
            </p:extLst>
          </p:nvPr>
        </p:nvGraphicFramePr>
        <p:xfrm>
          <a:off x="2943225" y="549275"/>
          <a:ext cx="3789363" cy="930275"/>
        </p:xfrm>
        <a:graphic>
          <a:graphicData uri="http://schemas.openxmlformats.org/presentationml/2006/ole">
            <mc:AlternateContent xmlns:mc="http://schemas.openxmlformats.org/markup-compatibility/2006">
              <mc:Choice xmlns:v="urn:schemas-microsoft-com:vml" Requires="v">
                <p:oleObj name="公式" r:id="rId7" imgW="1968500" imgH="482600" progId="Equation.3">
                  <p:embed/>
                </p:oleObj>
              </mc:Choice>
              <mc:Fallback>
                <p:oleObj name="公式" r:id="rId7" imgW="1968500" imgH="482600" progId="Equation.3">
                  <p:embed/>
                  <p:pic>
                    <p:nvPicPr>
                      <p:cNvPr id="0" name="Object 1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43225" y="549275"/>
                        <a:ext cx="3789363" cy="93027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194" name="AutoShape 50">
            <a:extLst>
              <a:ext uri="{FF2B5EF4-FFF2-40B4-BE49-F238E27FC236}">
                <a16:creationId xmlns:a16="http://schemas.microsoft.com/office/drawing/2014/main" id="{00EC4547-153D-4F84-94AE-33AB8A613A6B}"/>
              </a:ext>
            </a:extLst>
          </p:cNvPr>
          <p:cNvSpPr>
            <a:spLocks noChangeArrowheads="1"/>
          </p:cNvSpPr>
          <p:nvPr/>
        </p:nvSpPr>
        <p:spPr bwMode="auto">
          <a:xfrm>
            <a:off x="2124075" y="838200"/>
            <a:ext cx="792163"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0365" name="Text Box 51">
            <a:extLst>
              <a:ext uri="{FF2B5EF4-FFF2-40B4-BE49-F238E27FC236}">
                <a16:creationId xmlns:a16="http://schemas.microsoft.com/office/drawing/2014/main" id="{01377B1E-2C26-903D-D151-A88FCA1B741E}"/>
              </a:ext>
            </a:extLst>
          </p:cNvPr>
          <p:cNvSpPr txBox="1">
            <a:spLocks noChangeArrowheads="1"/>
          </p:cNvSpPr>
          <p:nvPr/>
        </p:nvSpPr>
        <p:spPr bwMode="auto">
          <a:xfrm>
            <a:off x="6734836" y="697706"/>
            <a:ext cx="180022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pPr>
            <a:r>
              <a:rPr kumimoji="1" lang="zh-CN" altLang="en-US" b="1" dirty="0">
                <a:solidFill>
                  <a:srgbClr val="FFFFFF"/>
                </a:solidFill>
                <a:ea typeface="楷体_GB2312" pitchFamily="49" charset="-122"/>
              </a:rPr>
              <a:t>为纯虚数</a:t>
            </a:r>
          </a:p>
        </p:txBody>
      </p:sp>
      <p:graphicFrame>
        <p:nvGraphicFramePr>
          <p:cNvPr id="134196" name="Object 52">
            <a:extLst>
              <a:ext uri="{FF2B5EF4-FFF2-40B4-BE49-F238E27FC236}">
                <a16:creationId xmlns:a16="http://schemas.microsoft.com/office/drawing/2014/main" id="{7AA7D1AA-0853-C47B-9C10-5D0B7321D583}"/>
              </a:ext>
            </a:extLst>
          </p:cNvPr>
          <p:cNvGraphicFramePr>
            <a:graphicFrameLocks noGrp="1" noChangeAspect="1"/>
          </p:cNvGraphicFramePr>
          <p:nvPr>
            <p:ph/>
          </p:nvPr>
        </p:nvGraphicFramePr>
        <p:xfrm>
          <a:off x="5219700" y="3284538"/>
          <a:ext cx="3708400" cy="2085975"/>
        </p:xfrm>
        <a:graphic>
          <a:graphicData uri="http://schemas.openxmlformats.org/presentationml/2006/ole">
            <mc:AlternateContent xmlns:mc="http://schemas.openxmlformats.org/markup-compatibility/2006">
              <mc:Choice xmlns:v="urn:schemas-microsoft-com:vml" Requires="v">
                <p:oleObj name="图片" r:id="rId9" imgW="2627376" imgH="1591056" progId="Word.Picture.8">
                  <p:embed/>
                </p:oleObj>
              </mc:Choice>
              <mc:Fallback>
                <p:oleObj name="图片" r:id="rId9" imgW="2627376" imgH="1591056" progId="Word.Picture.8">
                  <p:embed/>
                  <p:pic>
                    <p:nvPicPr>
                      <p:cNvPr id="0" name="Object 52"/>
                      <p:cNvPicPr>
                        <a:picLocks noGrp="1"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19700" y="3284538"/>
                        <a:ext cx="3708400" cy="2085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4160"/>
                                        </p:tgtEl>
                                        <p:attrNameLst>
                                          <p:attrName>style.visibility</p:attrName>
                                        </p:attrNameLst>
                                      </p:cBhvr>
                                      <p:to>
                                        <p:strVal val="visible"/>
                                      </p:to>
                                    </p:set>
                                    <p:animEffect transition="in" filter="wipe(up)">
                                      <p:cBhvr>
                                        <p:cTn id="7" dur="2000"/>
                                        <p:tgtEl>
                                          <p:spTgt spid="1341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4181"/>
                                        </p:tgtEl>
                                        <p:attrNameLst>
                                          <p:attrName>style.visibility</p:attrName>
                                        </p:attrNameLst>
                                      </p:cBhvr>
                                      <p:to>
                                        <p:strVal val="visible"/>
                                      </p:to>
                                    </p:set>
                                    <p:animEffect transition="in" filter="wipe(up)">
                                      <p:cBhvr>
                                        <p:cTn id="12" dur="2000"/>
                                        <p:tgtEl>
                                          <p:spTgt spid="1341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34184"/>
                                        </p:tgtEl>
                                        <p:attrNameLst>
                                          <p:attrName>style.visibility</p:attrName>
                                        </p:attrNameLst>
                                      </p:cBhvr>
                                      <p:to>
                                        <p:strVal val="visible"/>
                                      </p:to>
                                    </p:set>
                                    <p:animEffect transition="in" filter="wipe(up)">
                                      <p:cBhvr>
                                        <p:cTn id="17" dur="2000"/>
                                        <p:tgtEl>
                                          <p:spTgt spid="1341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34185"/>
                                        </p:tgtEl>
                                        <p:attrNameLst>
                                          <p:attrName>style.visibility</p:attrName>
                                        </p:attrNameLst>
                                      </p:cBhvr>
                                      <p:to>
                                        <p:strVal val="visible"/>
                                      </p:to>
                                    </p:set>
                                    <p:animEffect transition="in" filter="wipe(up)">
                                      <p:cBhvr>
                                        <p:cTn id="22" dur="2000"/>
                                        <p:tgtEl>
                                          <p:spTgt spid="1341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134186"/>
                                        </p:tgtEl>
                                        <p:attrNameLst>
                                          <p:attrName>style.visibility</p:attrName>
                                        </p:attrNameLst>
                                      </p:cBhvr>
                                      <p:to>
                                        <p:strVal val="visible"/>
                                      </p:to>
                                    </p:set>
                                    <p:animEffect transition="in" filter="wipe(up)">
                                      <p:cBhvr>
                                        <p:cTn id="27" dur="2000"/>
                                        <p:tgtEl>
                                          <p:spTgt spid="1341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134187"/>
                                        </p:tgtEl>
                                        <p:attrNameLst>
                                          <p:attrName>style.visibility</p:attrName>
                                        </p:attrNameLst>
                                      </p:cBhvr>
                                      <p:to>
                                        <p:strVal val="visible"/>
                                      </p:to>
                                    </p:set>
                                    <p:animEffect transition="in" filter="wipe(up)">
                                      <p:cBhvr>
                                        <p:cTn id="32" dur="2000"/>
                                        <p:tgtEl>
                                          <p:spTgt spid="1341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34191"/>
                                        </p:tgtEl>
                                        <p:attrNameLst>
                                          <p:attrName>style.visibility</p:attrName>
                                        </p:attrNameLst>
                                      </p:cBhvr>
                                      <p:to>
                                        <p:strVal val="visible"/>
                                      </p:to>
                                    </p:set>
                                    <p:animEffect transition="in" filter="wipe(up)">
                                      <p:cBhvr>
                                        <p:cTn id="37" dur="2000"/>
                                        <p:tgtEl>
                                          <p:spTgt spid="13419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210958"/>
                                        </p:tgtEl>
                                        <p:attrNameLst>
                                          <p:attrName>style.visibility</p:attrName>
                                        </p:attrNameLst>
                                      </p:cBhvr>
                                      <p:to>
                                        <p:strVal val="visible"/>
                                      </p:to>
                                    </p:set>
                                    <p:anim calcmode="lin" valueType="num">
                                      <p:cBhvr additive="base">
                                        <p:cTn id="42" dur="500" fill="hold"/>
                                        <p:tgtEl>
                                          <p:spTgt spid="210958"/>
                                        </p:tgtEl>
                                        <p:attrNameLst>
                                          <p:attrName>ppt_x</p:attrName>
                                        </p:attrNameLst>
                                      </p:cBhvr>
                                      <p:tavLst>
                                        <p:tav tm="0">
                                          <p:val>
                                            <p:strVal val="#ppt_x"/>
                                          </p:val>
                                        </p:tav>
                                        <p:tav tm="100000">
                                          <p:val>
                                            <p:strVal val="#ppt_x"/>
                                          </p:val>
                                        </p:tav>
                                      </p:tavLst>
                                    </p:anim>
                                    <p:anim calcmode="lin" valueType="num">
                                      <p:cBhvr additive="base">
                                        <p:cTn id="43"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34194"/>
                                        </p:tgtEl>
                                        <p:attrNameLst>
                                          <p:attrName>style.visibility</p:attrName>
                                        </p:attrNameLst>
                                      </p:cBhvr>
                                      <p:to>
                                        <p:strVal val="visible"/>
                                      </p:to>
                                    </p:set>
                                    <p:animEffect transition="in" filter="wipe(up)">
                                      <p:cBhvr>
                                        <p:cTn id="48" dur="2000"/>
                                        <p:tgtEl>
                                          <p:spTgt spid="134194"/>
                                        </p:tgtEl>
                                      </p:cBhvr>
                                    </p:animEffect>
                                  </p:childTnLst>
                                </p:cTn>
                              </p:par>
                              <p:par>
                                <p:cTn id="49" presetID="10" presetClass="entr" presetSubtype="0" fill="hold" nodeType="withEffect">
                                  <p:stCondLst>
                                    <p:cond delay="0"/>
                                  </p:stCondLst>
                                  <p:childTnLst>
                                    <p:set>
                                      <p:cBhvr>
                                        <p:cTn id="50" dur="1" fill="hold">
                                          <p:stCondLst>
                                            <p:cond delay="0"/>
                                          </p:stCondLst>
                                        </p:cTn>
                                        <p:tgtEl>
                                          <p:spTgt spid="134196"/>
                                        </p:tgtEl>
                                        <p:attrNameLst>
                                          <p:attrName>style.visibility</p:attrName>
                                        </p:attrNameLst>
                                      </p:cBhvr>
                                      <p:to>
                                        <p:strVal val="visible"/>
                                      </p:to>
                                    </p:set>
                                    <p:animEffect transition="in" filter="fade">
                                      <p:cBhvr>
                                        <p:cTn id="51" dur="2000"/>
                                        <p:tgtEl>
                                          <p:spTgt spid="1341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81" grpId="0"/>
      <p:bldP spid="134184" grpId="0"/>
      <p:bldP spid="134185" grpId="0"/>
      <p:bldP spid="134186" grpId="0"/>
      <p:bldP spid="134187" grpId="0"/>
      <p:bldP spid="134191" grpId="0"/>
      <p:bldP spid="13419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5234" name="Object 2">
            <a:extLst>
              <a:ext uri="{FF2B5EF4-FFF2-40B4-BE49-F238E27FC236}">
                <a16:creationId xmlns:a16="http://schemas.microsoft.com/office/drawing/2014/main" id="{1B777A91-5B84-520F-0C83-8A6BD8E64D3B}"/>
              </a:ext>
            </a:extLst>
          </p:cNvPr>
          <p:cNvGraphicFramePr>
            <a:graphicFrameLocks noChangeAspect="1"/>
          </p:cNvGraphicFramePr>
          <p:nvPr>
            <p:extLst>
              <p:ext uri="{D42A27DB-BD31-4B8C-83A1-F6EECF244321}">
                <p14:modId xmlns:p14="http://schemas.microsoft.com/office/powerpoint/2010/main" val="4210131886"/>
              </p:ext>
            </p:extLst>
          </p:nvPr>
        </p:nvGraphicFramePr>
        <p:xfrm>
          <a:off x="2195513" y="376238"/>
          <a:ext cx="2679700" cy="965200"/>
        </p:xfrm>
        <a:graphic>
          <a:graphicData uri="http://schemas.openxmlformats.org/presentationml/2006/ole">
            <mc:AlternateContent xmlns:mc="http://schemas.openxmlformats.org/markup-compatibility/2006">
              <mc:Choice xmlns:v="urn:schemas-microsoft-com:vml" Requires="v">
                <p:oleObj name="Equation" r:id="rId3" imgW="1295348" imgH="457200" progId="Equation.DSMT4">
                  <p:embed/>
                </p:oleObj>
              </mc:Choice>
              <mc:Fallback>
                <p:oleObj name="Equation" r:id="rId3" imgW="1295348" imgH="457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376238"/>
                        <a:ext cx="26797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5235" name="Object 3">
            <a:extLst>
              <a:ext uri="{FF2B5EF4-FFF2-40B4-BE49-F238E27FC236}">
                <a16:creationId xmlns:a16="http://schemas.microsoft.com/office/drawing/2014/main" id="{34FC2EC6-4BB9-EF2B-8A06-F4271814C7CD}"/>
              </a:ext>
            </a:extLst>
          </p:cNvPr>
          <p:cNvGraphicFramePr>
            <a:graphicFrameLocks noChangeAspect="1"/>
          </p:cNvGraphicFramePr>
          <p:nvPr>
            <p:extLst>
              <p:ext uri="{D42A27DB-BD31-4B8C-83A1-F6EECF244321}">
                <p14:modId xmlns:p14="http://schemas.microsoft.com/office/powerpoint/2010/main" val="240639172"/>
              </p:ext>
            </p:extLst>
          </p:nvPr>
        </p:nvGraphicFramePr>
        <p:xfrm>
          <a:off x="1550988" y="2205038"/>
          <a:ext cx="3957637" cy="1574800"/>
        </p:xfrm>
        <a:graphic>
          <a:graphicData uri="http://schemas.openxmlformats.org/presentationml/2006/ole">
            <mc:AlternateContent xmlns:mc="http://schemas.openxmlformats.org/markup-compatibility/2006">
              <mc:Choice xmlns:v="urn:schemas-microsoft-com:vml" Requires="v">
                <p:oleObj name="Equation" r:id="rId5" imgW="1981096" imgH="761861" progId="Equation.DSMT4">
                  <p:embed/>
                </p:oleObj>
              </mc:Choice>
              <mc:Fallback>
                <p:oleObj name="Equation" r:id="rId5" imgW="1981096" imgH="761861"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50988" y="2205038"/>
                        <a:ext cx="3957637" cy="157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6" name="Text Box 4">
            <a:extLst>
              <a:ext uri="{FF2B5EF4-FFF2-40B4-BE49-F238E27FC236}">
                <a16:creationId xmlns:a16="http://schemas.microsoft.com/office/drawing/2014/main" id="{B00EC5CE-18E6-36A7-0831-176200C34B36}"/>
              </a:ext>
            </a:extLst>
          </p:cNvPr>
          <p:cNvSpPr txBox="1">
            <a:spLocks noChangeArrowheads="1"/>
          </p:cNvSpPr>
          <p:nvPr/>
        </p:nvSpPr>
        <p:spPr bwMode="auto">
          <a:xfrm>
            <a:off x="395288" y="3937000"/>
            <a:ext cx="42592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Times New Roman" panose="02020603050405020304" pitchFamily="18" charset="0"/>
                <a:ea typeface="楷体_GB2312" pitchFamily="49" charset="-122"/>
              </a:rPr>
              <a:t>折射波电场为</a:t>
            </a:r>
          </a:p>
        </p:txBody>
      </p:sp>
      <p:graphicFrame>
        <p:nvGraphicFramePr>
          <p:cNvPr id="95237" name="Object 5">
            <a:extLst>
              <a:ext uri="{FF2B5EF4-FFF2-40B4-BE49-F238E27FC236}">
                <a16:creationId xmlns:a16="http://schemas.microsoft.com/office/drawing/2014/main" id="{F28F211F-13B5-1514-1AE3-5BC584D31D3B}"/>
              </a:ext>
            </a:extLst>
          </p:cNvPr>
          <p:cNvGraphicFramePr>
            <a:graphicFrameLocks noChangeAspect="1"/>
          </p:cNvGraphicFramePr>
          <p:nvPr>
            <p:extLst>
              <p:ext uri="{D42A27DB-BD31-4B8C-83A1-F6EECF244321}">
                <p14:modId xmlns:p14="http://schemas.microsoft.com/office/powerpoint/2010/main" val="3352861057"/>
              </p:ext>
            </p:extLst>
          </p:nvPr>
        </p:nvGraphicFramePr>
        <p:xfrm>
          <a:off x="2647950" y="3932238"/>
          <a:ext cx="5956300" cy="533400"/>
        </p:xfrm>
        <a:graphic>
          <a:graphicData uri="http://schemas.openxmlformats.org/presentationml/2006/ole">
            <mc:AlternateContent xmlns:mc="http://schemas.openxmlformats.org/markup-compatibility/2006">
              <mc:Choice xmlns:v="urn:schemas-microsoft-com:vml" Requires="v">
                <p:oleObj name="Equation" r:id="rId7" imgW="2743408" imgH="228600" progId="Equation.DSMT4">
                  <p:embed/>
                </p:oleObj>
              </mc:Choice>
              <mc:Fallback>
                <p:oleObj name="Equation" r:id="rId7" imgW="2743408" imgH="22860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47950" y="3932238"/>
                        <a:ext cx="5956300"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5238" name="Text Box 6">
            <a:extLst>
              <a:ext uri="{FF2B5EF4-FFF2-40B4-BE49-F238E27FC236}">
                <a16:creationId xmlns:a16="http://schemas.microsoft.com/office/drawing/2014/main" id="{296A625E-8433-FAA8-15EA-5E59ADEDE580}"/>
              </a:ext>
            </a:extLst>
          </p:cNvPr>
          <p:cNvSpPr txBox="1">
            <a:spLocks noChangeArrowheads="1"/>
          </p:cNvSpPr>
          <p:nvPr/>
        </p:nvSpPr>
        <p:spPr bwMode="auto">
          <a:xfrm>
            <a:off x="107950" y="520700"/>
            <a:ext cx="3384550"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9"/>
              </a:buBlip>
            </a:pP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 i </a:t>
            </a:r>
            <a:r>
              <a:rPr kumimoji="1" lang="en-US" altLang="zh-CN" b="1" i="1" baseline="-25000">
                <a:solidFill>
                  <a:srgbClr val="FFFFFF"/>
                </a:solidFill>
                <a:latin typeface="Times New Roman" panose="02020603050405020304" pitchFamily="18" charset="0"/>
                <a:ea typeface="楷体_GB2312" pitchFamily="49" charset="-122"/>
                <a:cs typeface="Times New Roman" panose="02020603050405020304" pitchFamily="18" charset="0"/>
              </a:rPr>
              <a:t> </a:t>
            </a:r>
            <a:r>
              <a:rPr kumimoji="1" lang="en-US" altLang="zh-CN" b="1">
                <a:solidFill>
                  <a:srgbClr val="FFFFFF"/>
                </a:solidFill>
                <a:ea typeface="楷体_GB2312" pitchFamily="49" charset="-122"/>
                <a:cs typeface="Times New Roman" panose="02020603050405020304" pitchFamily="18" charset="0"/>
              </a:rPr>
              <a:t>&gt;</a:t>
            </a: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c </a:t>
            </a:r>
            <a:r>
              <a:rPr kumimoji="1" lang="zh-CN" altLang="en-US" b="1">
                <a:solidFill>
                  <a:srgbClr val="FFFFFF"/>
                </a:solidFill>
                <a:latin typeface="楷体_GB2312" pitchFamily="49" charset="-122"/>
                <a:ea typeface="楷体_GB2312" pitchFamily="49" charset="-122"/>
                <a:cs typeface="Times New Roman" panose="02020603050405020304" pitchFamily="18" charset="0"/>
              </a:rPr>
              <a:t>时，</a:t>
            </a:r>
          </a:p>
        </p:txBody>
      </p:sp>
      <p:grpSp>
        <p:nvGrpSpPr>
          <p:cNvPr id="95239" name="Group 7">
            <a:extLst>
              <a:ext uri="{FF2B5EF4-FFF2-40B4-BE49-F238E27FC236}">
                <a16:creationId xmlns:a16="http://schemas.microsoft.com/office/drawing/2014/main" id="{9E5A7F75-1F13-220A-99FC-31F7638C9A46}"/>
              </a:ext>
            </a:extLst>
          </p:cNvPr>
          <p:cNvGrpSpPr>
            <a:grpSpLocks/>
          </p:cNvGrpSpPr>
          <p:nvPr/>
        </p:nvGrpSpPr>
        <p:grpSpPr bwMode="auto">
          <a:xfrm>
            <a:off x="611188" y="1409700"/>
            <a:ext cx="2787650" cy="506413"/>
            <a:chOff x="3833" y="3459"/>
            <a:chExt cx="1756" cy="319"/>
          </a:xfrm>
        </p:grpSpPr>
        <p:graphicFrame>
          <p:nvGraphicFramePr>
            <p:cNvPr id="102414" name="Object 8">
              <a:extLst>
                <a:ext uri="{FF2B5EF4-FFF2-40B4-BE49-F238E27FC236}">
                  <a16:creationId xmlns:a16="http://schemas.microsoft.com/office/drawing/2014/main" id="{20F9CA24-F965-C8A9-6358-6BB5C359AEAA}"/>
                </a:ext>
              </a:extLst>
            </p:cNvPr>
            <p:cNvGraphicFramePr>
              <a:graphicFrameLocks noChangeAspect="1"/>
            </p:cNvGraphicFramePr>
            <p:nvPr>
              <p:extLst>
                <p:ext uri="{D42A27DB-BD31-4B8C-83A1-F6EECF244321}">
                  <p14:modId xmlns:p14="http://schemas.microsoft.com/office/powerpoint/2010/main" val="2264284245"/>
                </p:ext>
              </p:extLst>
            </p:nvPr>
          </p:nvGraphicFramePr>
          <p:xfrm>
            <a:off x="4422" y="3459"/>
            <a:ext cx="1167" cy="319"/>
          </p:xfrm>
          <a:graphic>
            <a:graphicData uri="http://schemas.openxmlformats.org/presentationml/2006/ole">
              <mc:AlternateContent xmlns:mc="http://schemas.openxmlformats.org/markup-compatibility/2006">
                <mc:Choice xmlns:v="urn:schemas-microsoft-com:vml" Requires="v">
                  <p:oleObj name="Equation" r:id="rId10" imgW="850943" imgH="228600" progId="Equation.DSMT4">
                    <p:embed/>
                  </p:oleObj>
                </mc:Choice>
                <mc:Fallback>
                  <p:oleObj name="Equation" r:id="rId10" imgW="850943" imgH="2286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22" y="3459"/>
                          <a:ext cx="1167"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2415" name="AutoShape 9">
              <a:extLst>
                <a:ext uri="{FF2B5EF4-FFF2-40B4-BE49-F238E27FC236}">
                  <a16:creationId xmlns:a16="http://schemas.microsoft.com/office/drawing/2014/main" id="{B331D99D-B178-AE22-88EF-C9728EF27CBF}"/>
                </a:ext>
              </a:extLst>
            </p:cNvPr>
            <p:cNvSpPr>
              <a:spLocks noChangeArrowheads="1"/>
            </p:cNvSpPr>
            <p:nvPr/>
          </p:nvSpPr>
          <p:spPr bwMode="auto">
            <a:xfrm>
              <a:off x="3833" y="3521"/>
              <a:ext cx="499" cy="18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aphicFrame>
        <p:nvGraphicFramePr>
          <p:cNvPr id="95243" name="Object 11">
            <a:extLst>
              <a:ext uri="{FF2B5EF4-FFF2-40B4-BE49-F238E27FC236}">
                <a16:creationId xmlns:a16="http://schemas.microsoft.com/office/drawing/2014/main" id="{21A4F2CD-D2DF-D1BF-6D2C-C3C2A99CAD1E}"/>
              </a:ext>
            </a:extLst>
          </p:cNvPr>
          <p:cNvGraphicFramePr>
            <a:graphicFrameLocks noGrp="1" noChangeAspect="1"/>
          </p:cNvGraphicFramePr>
          <p:nvPr>
            <p:ph sz="half" idx="1"/>
          </p:nvPr>
        </p:nvGraphicFramePr>
        <p:xfrm>
          <a:off x="5867400" y="2060575"/>
          <a:ext cx="2628900" cy="1590675"/>
        </p:xfrm>
        <a:graphic>
          <a:graphicData uri="http://schemas.openxmlformats.org/presentationml/2006/ole">
            <mc:AlternateContent xmlns:mc="http://schemas.openxmlformats.org/markup-compatibility/2006">
              <mc:Choice xmlns:v="urn:schemas-microsoft-com:vml" Requires="v">
                <p:oleObj name="图片" r:id="rId12" imgW="2627376" imgH="1591056" progId="Word.Picture.8">
                  <p:embed/>
                </p:oleObj>
              </mc:Choice>
              <mc:Fallback>
                <p:oleObj name="图片" r:id="rId12" imgW="2627376" imgH="1591056" progId="Word.Picture.8">
                  <p:embed/>
                  <p:pic>
                    <p:nvPicPr>
                      <p:cNvPr id="0" name="Object 11"/>
                      <p:cNvPicPr>
                        <a:picLocks noGrp="1"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67400" y="2060575"/>
                        <a:ext cx="2628900" cy="1590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270" name="AutoShape 38">
            <a:extLst>
              <a:ext uri="{FF2B5EF4-FFF2-40B4-BE49-F238E27FC236}">
                <a16:creationId xmlns:a16="http://schemas.microsoft.com/office/drawing/2014/main" id="{69E860D4-A062-4F7C-4688-C9599CCC07EE}"/>
              </a:ext>
            </a:extLst>
          </p:cNvPr>
          <p:cNvSpPr>
            <a:spLocks noChangeArrowheads="1"/>
          </p:cNvSpPr>
          <p:nvPr/>
        </p:nvSpPr>
        <p:spPr bwMode="auto">
          <a:xfrm>
            <a:off x="611188" y="2347913"/>
            <a:ext cx="792162" cy="285750"/>
          </a:xfrm>
          <a:prstGeom prst="rightArrow">
            <a:avLst>
              <a:gd name="adj1" fmla="val 50000"/>
              <a:gd name="adj2" fmla="val 6930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aphicFrame>
        <p:nvGraphicFramePr>
          <p:cNvPr id="210958" name="Object 14">
            <a:extLst>
              <a:ext uri="{FF2B5EF4-FFF2-40B4-BE49-F238E27FC236}">
                <a16:creationId xmlns:a16="http://schemas.microsoft.com/office/drawing/2014/main" id="{C673AA2E-11E9-A175-312A-9AE6B7D8C07F}"/>
              </a:ext>
            </a:extLst>
          </p:cNvPr>
          <p:cNvGraphicFramePr>
            <a:graphicFrameLocks noGrp="1" noChangeAspect="1"/>
          </p:cNvGraphicFramePr>
          <p:nvPr>
            <p:ph sz="half" idx="2"/>
            <p:extLst>
              <p:ext uri="{D42A27DB-BD31-4B8C-83A1-F6EECF244321}">
                <p14:modId xmlns:p14="http://schemas.microsoft.com/office/powerpoint/2010/main" val="1762320238"/>
              </p:ext>
            </p:extLst>
          </p:nvPr>
        </p:nvGraphicFramePr>
        <p:xfrm>
          <a:off x="900113" y="4508500"/>
          <a:ext cx="7272337" cy="1481138"/>
        </p:xfrm>
        <a:graphic>
          <a:graphicData uri="http://schemas.openxmlformats.org/presentationml/2006/ole">
            <mc:AlternateContent xmlns:mc="http://schemas.openxmlformats.org/markup-compatibility/2006">
              <mc:Choice xmlns:v="urn:schemas-microsoft-com:vml" Requires="v">
                <p:oleObj name="公式" r:id="rId14" imgW="3683000" imgH="749300" progId="Equation.3">
                  <p:embed/>
                </p:oleObj>
              </mc:Choice>
              <mc:Fallback>
                <p:oleObj name="公式" r:id="rId14" imgW="3683000" imgH="749300" progId="Equation.3">
                  <p:embed/>
                  <p:pic>
                    <p:nvPicPr>
                      <p:cNvPr id="0" name="Object 14"/>
                      <p:cNvPicPr>
                        <a:picLocks noGrp="1"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00113" y="4508500"/>
                        <a:ext cx="7272337" cy="1481138"/>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 name="Object 14">
            <a:extLst>
              <a:ext uri="{FF2B5EF4-FFF2-40B4-BE49-F238E27FC236}">
                <a16:creationId xmlns:a16="http://schemas.microsoft.com/office/drawing/2014/main" id="{69E31BAC-1406-2FB1-30D4-5553F50F5D77}"/>
              </a:ext>
            </a:extLst>
          </p:cNvPr>
          <p:cNvGraphicFramePr>
            <a:graphicFrameLocks noChangeAspect="1"/>
          </p:cNvGraphicFramePr>
          <p:nvPr>
            <p:extLst>
              <p:ext uri="{D42A27DB-BD31-4B8C-83A1-F6EECF244321}">
                <p14:modId xmlns:p14="http://schemas.microsoft.com/office/powerpoint/2010/main" val="3537619177"/>
              </p:ext>
            </p:extLst>
          </p:nvPr>
        </p:nvGraphicFramePr>
        <p:xfrm>
          <a:off x="3563938" y="1411288"/>
          <a:ext cx="1873250" cy="504825"/>
        </p:xfrm>
        <a:graphic>
          <a:graphicData uri="http://schemas.openxmlformats.org/presentationml/2006/ole">
            <mc:AlternateContent xmlns:mc="http://schemas.openxmlformats.org/markup-compatibility/2006">
              <mc:Choice xmlns:v="urn:schemas-microsoft-com:vml" Requires="v">
                <p:oleObj name="公式" r:id="rId16" imgW="850900" imgH="228600" progId="Equation.3">
                  <p:embed/>
                </p:oleObj>
              </mc:Choice>
              <mc:Fallback>
                <p:oleObj name="公式" r:id="rId16" imgW="850900" imgH="228600" progId="Equation.3">
                  <p:embed/>
                  <p:pic>
                    <p:nvPicPr>
                      <p:cNvPr id="0" name="Object 14"/>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563938" y="1411288"/>
                        <a:ext cx="1873250" cy="504825"/>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95279" name="Text Box 47">
            <a:extLst>
              <a:ext uri="{FF2B5EF4-FFF2-40B4-BE49-F238E27FC236}">
                <a16:creationId xmlns:a16="http://schemas.microsoft.com/office/drawing/2014/main" id="{F936D646-DEFD-2071-6A70-8E9A7A8F9134}"/>
              </a:ext>
            </a:extLst>
          </p:cNvPr>
          <p:cNvSpPr txBox="1">
            <a:spLocks noChangeArrowheads="1"/>
          </p:cNvSpPr>
          <p:nvPr/>
        </p:nvSpPr>
        <p:spPr bwMode="auto">
          <a:xfrm>
            <a:off x="323850" y="6067425"/>
            <a:ext cx="8820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b="1" dirty="0">
                <a:solidFill>
                  <a:srgbClr val="FFFFFF"/>
                </a:solidFill>
                <a:ea typeface="楷体_GB2312" pitchFamily="49" charset="-122"/>
              </a:rPr>
              <a:t>在等相位面上，电场的振幅是不均匀的→</a:t>
            </a:r>
            <a:r>
              <a:rPr lang="zh-CN" altLang="en-US" b="1" u="sng" dirty="0">
                <a:solidFill>
                  <a:srgbClr val="FFFFFF"/>
                </a:solidFill>
                <a:ea typeface="楷体_GB2312" pitchFamily="49" charset="-122"/>
              </a:rPr>
              <a:t>折射波是</a:t>
            </a:r>
            <a:r>
              <a:rPr lang="zh-CN" altLang="en-US" b="1" u="sng" dirty="0">
                <a:solidFill>
                  <a:srgbClr val="FF0000"/>
                </a:solidFill>
                <a:ea typeface="楷体_GB2312" pitchFamily="49" charset="-122"/>
              </a:rPr>
              <a:t>非均匀平面波</a:t>
            </a:r>
          </a:p>
        </p:txBody>
      </p:sp>
      <p:sp>
        <p:nvSpPr>
          <p:cNvPr id="95280" name="Text Box 48">
            <a:extLst>
              <a:ext uri="{FF2B5EF4-FFF2-40B4-BE49-F238E27FC236}">
                <a16:creationId xmlns:a16="http://schemas.microsoft.com/office/drawing/2014/main" id="{3691EB0E-644E-ED42-97A7-F81682BFDBEE}"/>
              </a:ext>
            </a:extLst>
          </p:cNvPr>
          <p:cNvSpPr txBox="1">
            <a:spLocks noChangeArrowheads="1"/>
          </p:cNvSpPr>
          <p:nvPr/>
        </p:nvSpPr>
        <p:spPr bwMode="auto">
          <a:xfrm>
            <a:off x="5472113" y="1412875"/>
            <a:ext cx="39243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a:solidFill>
                  <a:srgbClr val="FFFFFF"/>
                </a:solidFill>
                <a:latin typeface="楷体_GB2312" pitchFamily="49" charset="-122"/>
                <a:ea typeface="楷体_GB2312" pitchFamily="49" charset="-122"/>
              </a:rPr>
              <a:t>→</a:t>
            </a:r>
            <a:r>
              <a:rPr kumimoji="1" lang="zh-CN" altLang="en-US" b="1">
                <a:solidFill>
                  <a:srgbClr val="FFFFFF"/>
                </a:solidFill>
                <a:ea typeface="楷体_GB2312" pitchFamily="49" charset="-122"/>
              </a:rPr>
              <a:t>媒质</a:t>
            </a:r>
            <a:r>
              <a:rPr kumimoji="1" lang="en-US" altLang="zh-CN" b="1">
                <a:solidFill>
                  <a:srgbClr val="FFFFFF"/>
                </a:solidFill>
                <a:ea typeface="楷体_GB2312" pitchFamily="49" charset="-122"/>
              </a:rPr>
              <a:t>2</a:t>
            </a:r>
            <a:r>
              <a:rPr kumimoji="1" lang="zh-CN" altLang="en-US" b="1">
                <a:solidFill>
                  <a:srgbClr val="FFFFFF"/>
                </a:solidFill>
                <a:ea typeface="楷体_GB2312" pitchFamily="49" charset="-122"/>
              </a:rPr>
              <a:t>中仍然存在折射波</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withEffect">
                                  <p:stCondLst>
                                    <p:cond delay="0"/>
                                  </p:stCondLst>
                                  <p:childTnLst>
                                    <p:set>
                                      <p:cBhvr>
                                        <p:cTn id="6" dur="1" fill="hold">
                                          <p:stCondLst>
                                            <p:cond delay="0"/>
                                          </p:stCondLst>
                                        </p:cTn>
                                        <p:tgtEl>
                                          <p:spTgt spid="95243"/>
                                        </p:tgtEl>
                                        <p:attrNameLst>
                                          <p:attrName>style.visibility</p:attrName>
                                        </p:attrNameLst>
                                      </p:cBhvr>
                                      <p:to>
                                        <p:strVal val="visible"/>
                                      </p:to>
                                    </p:set>
                                    <p:animEffect transition="in" filter="fade">
                                      <p:cBhvr>
                                        <p:cTn id="7" dur="2000"/>
                                        <p:tgtEl>
                                          <p:spTgt spid="95243"/>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5238"/>
                                        </p:tgtEl>
                                        <p:attrNameLst>
                                          <p:attrName>style.visibility</p:attrName>
                                        </p:attrNameLst>
                                      </p:cBhvr>
                                      <p:to>
                                        <p:strVal val="visible"/>
                                      </p:to>
                                    </p:set>
                                    <p:animEffect transition="in" filter="wipe(up)">
                                      <p:cBhvr>
                                        <p:cTn id="10" dur="2000"/>
                                        <p:tgtEl>
                                          <p:spTgt spid="95238"/>
                                        </p:tgtEl>
                                      </p:cBhvr>
                                    </p:animEffect>
                                  </p:childTnLst>
                                </p:cTn>
                              </p:par>
                            </p:childTnLst>
                          </p:cTn>
                        </p:par>
                        <p:par>
                          <p:cTn id="11" fill="hold" nodeType="afterGroup">
                            <p:stCondLst>
                              <p:cond delay="2000"/>
                            </p:stCondLst>
                            <p:childTnLst>
                              <p:par>
                                <p:cTn id="12" presetID="22" presetClass="entr" presetSubtype="1" fill="hold" nodeType="afterEffect">
                                  <p:stCondLst>
                                    <p:cond delay="0"/>
                                  </p:stCondLst>
                                  <p:childTnLst>
                                    <p:set>
                                      <p:cBhvr>
                                        <p:cTn id="13" dur="1" fill="hold">
                                          <p:stCondLst>
                                            <p:cond delay="0"/>
                                          </p:stCondLst>
                                        </p:cTn>
                                        <p:tgtEl>
                                          <p:spTgt spid="95234"/>
                                        </p:tgtEl>
                                        <p:attrNameLst>
                                          <p:attrName>style.visibility</p:attrName>
                                        </p:attrNameLst>
                                      </p:cBhvr>
                                      <p:to>
                                        <p:strVal val="visible"/>
                                      </p:to>
                                    </p:set>
                                    <p:animEffect transition="in" filter="wipe(up)">
                                      <p:cBhvr>
                                        <p:cTn id="14" dur="2000"/>
                                        <p:tgtEl>
                                          <p:spTgt spid="95234"/>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1" fill="hold" nodeType="clickEffect">
                                  <p:stCondLst>
                                    <p:cond delay="0"/>
                                  </p:stCondLst>
                                  <p:childTnLst>
                                    <p:set>
                                      <p:cBhvr>
                                        <p:cTn id="18" dur="1" fill="hold">
                                          <p:stCondLst>
                                            <p:cond delay="0"/>
                                          </p:stCondLst>
                                        </p:cTn>
                                        <p:tgtEl>
                                          <p:spTgt spid="95239"/>
                                        </p:tgtEl>
                                        <p:attrNameLst>
                                          <p:attrName>style.visibility</p:attrName>
                                        </p:attrNameLst>
                                      </p:cBhvr>
                                      <p:to>
                                        <p:strVal val="visible"/>
                                      </p:to>
                                    </p:set>
                                    <p:animEffect transition="in" filter="wipe(up)">
                                      <p:cBhvr>
                                        <p:cTn id="19" dur="2000"/>
                                        <p:tgtEl>
                                          <p:spTgt spid="95239"/>
                                        </p:tgtEl>
                                      </p:cBhvr>
                                    </p:animEffect>
                                  </p:childTnLst>
                                </p:cTn>
                              </p:par>
                            </p:childTnLst>
                          </p:cTn>
                        </p:par>
                        <p:par>
                          <p:cTn id="20" fill="hold" nodeType="afterGroup">
                            <p:stCondLst>
                              <p:cond delay="2000"/>
                            </p:stCondLst>
                            <p:childTnLst>
                              <p:par>
                                <p:cTn id="21" presetID="22" presetClass="entr" presetSubtype="1" fill="hold" nodeType="afterEffect">
                                  <p:stCondLst>
                                    <p:cond delay="0"/>
                                  </p:stCondLst>
                                  <p:childTnLst>
                                    <p:set>
                                      <p:cBhvr>
                                        <p:cTn id="22" dur="1" fill="hold">
                                          <p:stCondLst>
                                            <p:cond delay="0"/>
                                          </p:stCondLst>
                                        </p:cTn>
                                        <p:tgtEl>
                                          <p:spTgt spid="95235"/>
                                        </p:tgtEl>
                                        <p:attrNameLst>
                                          <p:attrName>style.visibility</p:attrName>
                                        </p:attrNameLst>
                                      </p:cBhvr>
                                      <p:to>
                                        <p:strVal val="visible"/>
                                      </p:to>
                                    </p:set>
                                    <p:animEffect transition="in" filter="wipe(up)">
                                      <p:cBhvr>
                                        <p:cTn id="23" dur="3000"/>
                                        <p:tgtEl>
                                          <p:spTgt spid="9523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grpId="0" nodeType="clickEffect">
                                  <p:stCondLst>
                                    <p:cond delay="0"/>
                                  </p:stCondLst>
                                  <p:childTnLst>
                                    <p:set>
                                      <p:cBhvr>
                                        <p:cTn id="27" dur="1" fill="hold">
                                          <p:stCondLst>
                                            <p:cond delay="0"/>
                                          </p:stCondLst>
                                        </p:cTn>
                                        <p:tgtEl>
                                          <p:spTgt spid="95236"/>
                                        </p:tgtEl>
                                        <p:attrNameLst>
                                          <p:attrName>style.visibility</p:attrName>
                                        </p:attrNameLst>
                                      </p:cBhvr>
                                      <p:to>
                                        <p:strVal val="visible"/>
                                      </p:to>
                                    </p:set>
                                    <p:animEffect transition="in" filter="wipe(up)">
                                      <p:cBhvr>
                                        <p:cTn id="28" dur="2000"/>
                                        <p:tgtEl>
                                          <p:spTgt spid="95236"/>
                                        </p:tgtEl>
                                      </p:cBhvr>
                                    </p:animEffect>
                                  </p:childTnLst>
                                </p:cTn>
                              </p:par>
                            </p:childTnLst>
                          </p:cTn>
                        </p:par>
                        <p:par>
                          <p:cTn id="29" fill="hold" nodeType="afterGroup">
                            <p:stCondLst>
                              <p:cond delay="2000"/>
                            </p:stCondLst>
                            <p:childTnLst>
                              <p:par>
                                <p:cTn id="30" presetID="22" presetClass="entr" presetSubtype="1" fill="hold" nodeType="afterEffect">
                                  <p:stCondLst>
                                    <p:cond delay="0"/>
                                  </p:stCondLst>
                                  <p:childTnLst>
                                    <p:set>
                                      <p:cBhvr>
                                        <p:cTn id="31" dur="1" fill="hold">
                                          <p:stCondLst>
                                            <p:cond delay="0"/>
                                          </p:stCondLst>
                                        </p:cTn>
                                        <p:tgtEl>
                                          <p:spTgt spid="95237"/>
                                        </p:tgtEl>
                                        <p:attrNameLst>
                                          <p:attrName>style.visibility</p:attrName>
                                        </p:attrNameLst>
                                      </p:cBhvr>
                                      <p:to>
                                        <p:strVal val="visible"/>
                                      </p:to>
                                    </p:set>
                                    <p:animEffect transition="in" filter="wipe(up)">
                                      <p:cBhvr>
                                        <p:cTn id="32" dur="2000"/>
                                        <p:tgtEl>
                                          <p:spTgt spid="9523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5270"/>
                                        </p:tgtEl>
                                        <p:attrNameLst>
                                          <p:attrName>style.visibility</p:attrName>
                                        </p:attrNameLst>
                                      </p:cBhvr>
                                      <p:to>
                                        <p:strVal val="visible"/>
                                      </p:to>
                                    </p:set>
                                    <p:animEffect transition="in" filter="wipe(up)">
                                      <p:cBhvr>
                                        <p:cTn id="37" dur="2000"/>
                                        <p:tgtEl>
                                          <p:spTgt spid="9527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 presetClass="entr" presetSubtype="4" fill="hold" nodeType="clickEffect">
                                  <p:stCondLst>
                                    <p:cond delay="0"/>
                                  </p:stCondLst>
                                  <p:childTnLst>
                                    <p:set>
                                      <p:cBhvr>
                                        <p:cTn id="41" dur="1" fill="hold">
                                          <p:stCondLst>
                                            <p:cond delay="0"/>
                                          </p:stCondLst>
                                        </p:cTn>
                                        <p:tgtEl>
                                          <p:spTgt spid="210958"/>
                                        </p:tgtEl>
                                        <p:attrNameLst>
                                          <p:attrName>style.visibility</p:attrName>
                                        </p:attrNameLst>
                                      </p:cBhvr>
                                      <p:to>
                                        <p:strVal val="visible"/>
                                      </p:to>
                                    </p:set>
                                    <p:anim calcmode="lin" valueType="num">
                                      <p:cBhvr additive="base">
                                        <p:cTn id="42" dur="500" fill="hold"/>
                                        <p:tgtEl>
                                          <p:spTgt spid="210958"/>
                                        </p:tgtEl>
                                        <p:attrNameLst>
                                          <p:attrName>ppt_x</p:attrName>
                                        </p:attrNameLst>
                                      </p:cBhvr>
                                      <p:tavLst>
                                        <p:tav tm="0">
                                          <p:val>
                                            <p:strVal val="#ppt_x"/>
                                          </p:val>
                                        </p:tav>
                                        <p:tav tm="100000">
                                          <p:val>
                                            <p:strVal val="#ppt_x"/>
                                          </p:val>
                                        </p:tav>
                                      </p:tavLst>
                                    </p:anim>
                                    <p:anim calcmode="lin" valueType="num">
                                      <p:cBhvr additive="base">
                                        <p:cTn id="43"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 presetClass="entr" presetSubtype="4"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 calcmode="lin" valueType="num">
                                      <p:cBhvr additive="base">
                                        <p:cTn id="48" dur="500" fill="hold"/>
                                        <p:tgtEl>
                                          <p:spTgt spid="2"/>
                                        </p:tgtEl>
                                        <p:attrNameLst>
                                          <p:attrName>ppt_x</p:attrName>
                                        </p:attrNameLst>
                                      </p:cBhvr>
                                      <p:tavLst>
                                        <p:tav tm="0">
                                          <p:val>
                                            <p:strVal val="#ppt_x"/>
                                          </p:val>
                                        </p:tav>
                                        <p:tav tm="100000">
                                          <p:val>
                                            <p:strVal val="#ppt_x"/>
                                          </p:val>
                                        </p:tav>
                                      </p:tavLst>
                                    </p:anim>
                                    <p:anim calcmode="lin" valueType="num">
                                      <p:cBhvr additive="base">
                                        <p:cTn id="4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1" fill="hold" grpId="0" nodeType="clickEffect">
                                  <p:stCondLst>
                                    <p:cond delay="0"/>
                                  </p:stCondLst>
                                  <p:childTnLst>
                                    <p:set>
                                      <p:cBhvr>
                                        <p:cTn id="53" dur="1" fill="hold">
                                          <p:stCondLst>
                                            <p:cond delay="0"/>
                                          </p:stCondLst>
                                        </p:cTn>
                                        <p:tgtEl>
                                          <p:spTgt spid="95279"/>
                                        </p:tgtEl>
                                        <p:attrNameLst>
                                          <p:attrName>style.visibility</p:attrName>
                                        </p:attrNameLst>
                                      </p:cBhvr>
                                      <p:to>
                                        <p:strVal val="visible"/>
                                      </p:to>
                                    </p:set>
                                    <p:animEffect transition="in" filter="wipe(up)">
                                      <p:cBhvr>
                                        <p:cTn id="54" dur="2000"/>
                                        <p:tgtEl>
                                          <p:spTgt spid="95279"/>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2" presetClass="entr" presetSubtype="1" fill="hold" grpId="0" nodeType="clickEffect">
                                  <p:stCondLst>
                                    <p:cond delay="0"/>
                                  </p:stCondLst>
                                  <p:childTnLst>
                                    <p:set>
                                      <p:cBhvr>
                                        <p:cTn id="58" dur="1" fill="hold">
                                          <p:stCondLst>
                                            <p:cond delay="0"/>
                                          </p:stCondLst>
                                        </p:cTn>
                                        <p:tgtEl>
                                          <p:spTgt spid="95280"/>
                                        </p:tgtEl>
                                        <p:attrNameLst>
                                          <p:attrName>style.visibility</p:attrName>
                                        </p:attrNameLst>
                                      </p:cBhvr>
                                      <p:to>
                                        <p:strVal val="visible"/>
                                      </p:to>
                                    </p:set>
                                    <p:animEffect transition="in" filter="wipe(up)">
                                      <p:cBhvr>
                                        <p:cTn id="59" dur="2000"/>
                                        <p:tgtEl>
                                          <p:spTgt spid="952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p:bldP spid="95238" grpId="0"/>
      <p:bldP spid="95270" grpId="0" animBg="1"/>
      <p:bldP spid="95279" grpId="0"/>
      <p:bldP spid="9528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6258" name="Group 2">
            <a:extLst>
              <a:ext uri="{FF2B5EF4-FFF2-40B4-BE49-F238E27FC236}">
                <a16:creationId xmlns:a16="http://schemas.microsoft.com/office/drawing/2014/main" id="{20657F41-D593-152A-9E50-5854A7E54E56}"/>
              </a:ext>
            </a:extLst>
          </p:cNvPr>
          <p:cNvGrpSpPr>
            <a:grpSpLocks/>
          </p:cNvGrpSpPr>
          <p:nvPr/>
        </p:nvGrpSpPr>
        <p:grpSpPr bwMode="auto">
          <a:xfrm>
            <a:off x="2627313" y="1700609"/>
            <a:ext cx="6480175" cy="5184775"/>
            <a:chOff x="703" y="427"/>
            <a:chExt cx="4354" cy="3502"/>
          </a:xfrm>
        </p:grpSpPr>
        <p:sp>
          <p:nvSpPr>
            <p:cNvPr id="104454" name="Text Box 3">
              <a:extLst>
                <a:ext uri="{FF2B5EF4-FFF2-40B4-BE49-F238E27FC236}">
                  <a16:creationId xmlns:a16="http://schemas.microsoft.com/office/drawing/2014/main" id="{A47402B6-7E72-3CD8-CB29-152AD2C3B74C}"/>
                </a:ext>
              </a:extLst>
            </p:cNvPr>
            <p:cNvSpPr txBox="1">
              <a:spLocks noChangeArrowheads="1"/>
            </p:cNvSpPr>
            <p:nvPr/>
          </p:nvSpPr>
          <p:spPr bwMode="auto">
            <a:xfrm>
              <a:off x="884" y="2235"/>
              <a:ext cx="265"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en-US" altLang="zh-CN">
                  <a:solidFill>
                    <a:srgbClr val="CC3300"/>
                  </a:solidFill>
                  <a:latin typeface="Times New Roman" panose="02020603050405020304" pitchFamily="18" charset="0"/>
                </a:rPr>
                <a:t>z</a:t>
              </a:r>
            </a:p>
          </p:txBody>
        </p:sp>
        <p:pic>
          <p:nvPicPr>
            <p:cNvPr id="104455" name="Picture 4" descr="3">
              <a:extLst>
                <a:ext uri="{FF2B5EF4-FFF2-40B4-BE49-F238E27FC236}">
                  <a16:creationId xmlns:a16="http://schemas.microsoft.com/office/drawing/2014/main" id="{38F30076-165B-D49F-598B-041B113402FD}"/>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975" y="608"/>
              <a:ext cx="4082" cy="3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6" name="Text Box 5">
              <a:extLst>
                <a:ext uri="{FF2B5EF4-FFF2-40B4-BE49-F238E27FC236}">
                  <a16:creationId xmlns:a16="http://schemas.microsoft.com/office/drawing/2014/main" id="{ECF4436E-8D93-40EF-A243-3767A79785FA}"/>
                </a:ext>
              </a:extLst>
            </p:cNvPr>
            <p:cNvSpPr txBox="1">
              <a:spLocks noChangeArrowheads="1"/>
            </p:cNvSpPr>
            <p:nvPr/>
          </p:nvSpPr>
          <p:spPr bwMode="auto">
            <a:xfrm>
              <a:off x="2199" y="3451"/>
              <a:ext cx="1250"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FF0000"/>
                  </a:solidFill>
                </a:rPr>
                <a:t>表面波</a:t>
              </a:r>
            </a:p>
          </p:txBody>
        </p:sp>
        <p:sp>
          <p:nvSpPr>
            <p:cNvPr id="104457" name="Rectangle 6">
              <a:extLst>
                <a:ext uri="{FF2B5EF4-FFF2-40B4-BE49-F238E27FC236}">
                  <a16:creationId xmlns:a16="http://schemas.microsoft.com/office/drawing/2014/main" id="{EAC4E456-1027-41A9-C87D-CBAA91600C49}"/>
                </a:ext>
              </a:extLst>
            </p:cNvPr>
            <p:cNvSpPr>
              <a:spLocks noChangeArrowheads="1"/>
            </p:cNvSpPr>
            <p:nvPr/>
          </p:nvSpPr>
          <p:spPr bwMode="auto">
            <a:xfrm>
              <a:off x="1519" y="1561"/>
              <a:ext cx="576" cy="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4458" name="Line 7">
              <a:extLst>
                <a:ext uri="{FF2B5EF4-FFF2-40B4-BE49-F238E27FC236}">
                  <a16:creationId xmlns:a16="http://schemas.microsoft.com/office/drawing/2014/main" id="{82041416-C77C-379E-9304-22F3233967B7}"/>
                </a:ext>
              </a:extLst>
            </p:cNvPr>
            <p:cNvSpPr>
              <a:spLocks noChangeShapeType="1"/>
            </p:cNvSpPr>
            <p:nvPr/>
          </p:nvSpPr>
          <p:spPr bwMode="auto">
            <a:xfrm flipV="1">
              <a:off x="1411" y="935"/>
              <a:ext cx="1696" cy="1452"/>
            </a:xfrm>
            <a:prstGeom prst="line">
              <a:avLst/>
            </a:prstGeom>
            <a:noFill/>
            <a:ln w="25400">
              <a:solidFill>
                <a:srgbClr val="8383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59" name="Freeform 8">
              <a:extLst>
                <a:ext uri="{FF2B5EF4-FFF2-40B4-BE49-F238E27FC236}">
                  <a16:creationId xmlns:a16="http://schemas.microsoft.com/office/drawing/2014/main" id="{39A09DD2-F2C7-69B2-68F6-40E91F75FDCC}"/>
                </a:ext>
              </a:extLst>
            </p:cNvPr>
            <p:cNvSpPr>
              <a:spLocks/>
            </p:cNvSpPr>
            <p:nvPr/>
          </p:nvSpPr>
          <p:spPr bwMode="auto">
            <a:xfrm>
              <a:off x="1292" y="745"/>
              <a:ext cx="1543" cy="2086"/>
            </a:xfrm>
            <a:custGeom>
              <a:avLst/>
              <a:gdLst>
                <a:gd name="T0" fmla="*/ 0 w 1543"/>
                <a:gd name="T1" fmla="*/ 1224 h 2086"/>
                <a:gd name="T2" fmla="*/ 182 w 1543"/>
                <a:gd name="T3" fmla="*/ 2086 h 2086"/>
                <a:gd name="T4" fmla="*/ 1543 w 1543"/>
                <a:gd name="T5" fmla="*/ 771 h 2086"/>
                <a:gd name="T6" fmla="*/ 1497 w 1543"/>
                <a:gd name="T7" fmla="*/ 0 h 2086"/>
                <a:gd name="T8" fmla="*/ 0 w 1543"/>
                <a:gd name="T9" fmla="*/ 1224 h 208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543" h="2086">
                  <a:moveTo>
                    <a:pt x="0" y="1224"/>
                  </a:moveTo>
                  <a:lnTo>
                    <a:pt x="182" y="2086"/>
                  </a:lnTo>
                  <a:lnTo>
                    <a:pt x="1543" y="771"/>
                  </a:lnTo>
                  <a:lnTo>
                    <a:pt x="1497" y="0"/>
                  </a:lnTo>
                  <a:lnTo>
                    <a:pt x="0" y="1224"/>
                  </a:lnTo>
                  <a:close/>
                </a:path>
              </a:pathLst>
            </a:custGeom>
            <a:solidFill>
              <a:srgbClr val="00FFFF">
                <a:alpha val="14117"/>
              </a:srgbClr>
            </a:solidFill>
            <a:ln>
              <a:noFill/>
            </a:ln>
            <a:effectLst/>
            <a:extLst>
              <a:ext uri="{91240B29-F687-4F45-9708-019B960494DF}">
                <a14:hiddenLine xmlns:a14="http://schemas.microsoft.com/office/drawing/2010/main" w="9525" cap="flat" cmpd="sng">
                  <a:solidFill>
                    <a:srgbClr val="000000"/>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0" name="Rectangle 9">
              <a:extLst>
                <a:ext uri="{FF2B5EF4-FFF2-40B4-BE49-F238E27FC236}">
                  <a16:creationId xmlns:a16="http://schemas.microsoft.com/office/drawing/2014/main" id="{99BA71D4-3D1C-559F-B397-E701D6CCEBCC}"/>
                </a:ext>
              </a:extLst>
            </p:cNvPr>
            <p:cNvSpPr>
              <a:spLocks noChangeArrowheads="1"/>
            </p:cNvSpPr>
            <p:nvPr/>
          </p:nvSpPr>
          <p:spPr bwMode="auto">
            <a:xfrm>
              <a:off x="1927" y="3421"/>
              <a:ext cx="635"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4461" name="Rectangle 10">
              <a:extLst>
                <a:ext uri="{FF2B5EF4-FFF2-40B4-BE49-F238E27FC236}">
                  <a16:creationId xmlns:a16="http://schemas.microsoft.com/office/drawing/2014/main" id="{9342957A-36DC-9A9D-8FBD-D459CB2FEFC0}"/>
                </a:ext>
              </a:extLst>
            </p:cNvPr>
            <p:cNvSpPr>
              <a:spLocks noChangeArrowheads="1"/>
            </p:cNvSpPr>
            <p:nvPr/>
          </p:nvSpPr>
          <p:spPr bwMode="auto">
            <a:xfrm>
              <a:off x="4649" y="2877"/>
              <a:ext cx="363"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4462" name="Rectangle 11">
              <a:extLst>
                <a:ext uri="{FF2B5EF4-FFF2-40B4-BE49-F238E27FC236}">
                  <a16:creationId xmlns:a16="http://schemas.microsoft.com/office/drawing/2014/main" id="{C8B5BD6D-21F0-7AAA-6BE0-21394899A20A}"/>
                </a:ext>
              </a:extLst>
            </p:cNvPr>
            <p:cNvSpPr>
              <a:spLocks noChangeArrowheads="1"/>
            </p:cNvSpPr>
            <p:nvPr/>
          </p:nvSpPr>
          <p:spPr bwMode="auto">
            <a:xfrm>
              <a:off x="984" y="2151"/>
              <a:ext cx="227" cy="3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4463" name="Rectangle 12">
              <a:extLst>
                <a:ext uri="{FF2B5EF4-FFF2-40B4-BE49-F238E27FC236}">
                  <a16:creationId xmlns:a16="http://schemas.microsoft.com/office/drawing/2014/main" id="{8CD399FD-F284-AC44-413F-F9518C6F18AF}"/>
                </a:ext>
              </a:extLst>
            </p:cNvPr>
            <p:cNvSpPr>
              <a:spLocks noChangeArrowheads="1"/>
            </p:cNvSpPr>
            <p:nvPr/>
          </p:nvSpPr>
          <p:spPr bwMode="auto">
            <a:xfrm>
              <a:off x="703" y="618"/>
              <a:ext cx="317" cy="33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4464" name="Rectangle 13">
              <a:extLst>
                <a:ext uri="{FF2B5EF4-FFF2-40B4-BE49-F238E27FC236}">
                  <a16:creationId xmlns:a16="http://schemas.microsoft.com/office/drawing/2014/main" id="{1BCDFEDE-C353-3C39-23E5-36AC3AEB8382}"/>
                </a:ext>
              </a:extLst>
            </p:cNvPr>
            <p:cNvSpPr>
              <a:spLocks noChangeArrowheads="1"/>
            </p:cNvSpPr>
            <p:nvPr/>
          </p:nvSpPr>
          <p:spPr bwMode="auto">
            <a:xfrm>
              <a:off x="703" y="427"/>
              <a:ext cx="4354" cy="21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04465" name="Freeform 14">
              <a:extLst>
                <a:ext uri="{FF2B5EF4-FFF2-40B4-BE49-F238E27FC236}">
                  <a16:creationId xmlns:a16="http://schemas.microsoft.com/office/drawing/2014/main" id="{D9975A9B-7B64-BED8-4FBF-F776D84FFF47}"/>
                </a:ext>
              </a:extLst>
            </p:cNvPr>
            <p:cNvSpPr>
              <a:spLocks/>
            </p:cNvSpPr>
            <p:nvPr/>
          </p:nvSpPr>
          <p:spPr bwMode="auto">
            <a:xfrm>
              <a:off x="905" y="603"/>
              <a:ext cx="1884" cy="1335"/>
            </a:xfrm>
            <a:custGeom>
              <a:avLst/>
              <a:gdLst>
                <a:gd name="T0" fmla="*/ 1884 w 1884"/>
                <a:gd name="T1" fmla="*/ 142 h 1335"/>
                <a:gd name="T2" fmla="*/ 1463 w 1884"/>
                <a:gd name="T3" fmla="*/ 0 h 1335"/>
                <a:gd name="T4" fmla="*/ 0 w 1884"/>
                <a:gd name="T5" fmla="*/ 1180 h 1335"/>
                <a:gd name="T6" fmla="*/ 412 w 1884"/>
                <a:gd name="T7" fmla="*/ 1335 h 1335"/>
                <a:gd name="T8" fmla="*/ 430 w 1884"/>
                <a:gd name="T9" fmla="*/ 1326 h 1335"/>
                <a:gd name="T10" fmla="*/ 1884 w 1884"/>
                <a:gd name="T11" fmla="*/ 142 h 133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884" h="1335">
                  <a:moveTo>
                    <a:pt x="1884" y="142"/>
                  </a:moveTo>
                  <a:lnTo>
                    <a:pt x="1463" y="0"/>
                  </a:lnTo>
                  <a:lnTo>
                    <a:pt x="0" y="1180"/>
                  </a:lnTo>
                  <a:lnTo>
                    <a:pt x="412" y="1335"/>
                  </a:lnTo>
                  <a:lnTo>
                    <a:pt x="430" y="1326"/>
                  </a:lnTo>
                  <a:lnTo>
                    <a:pt x="1884" y="142"/>
                  </a:lnTo>
                  <a:close/>
                </a:path>
              </a:pathLst>
            </a:custGeom>
            <a:solidFill>
              <a:srgbClr val="87E3E1"/>
            </a:solidFill>
            <a:ln w="952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6" name="Freeform 15">
              <a:extLst>
                <a:ext uri="{FF2B5EF4-FFF2-40B4-BE49-F238E27FC236}">
                  <a16:creationId xmlns:a16="http://schemas.microsoft.com/office/drawing/2014/main" id="{9172A29C-373A-D5AC-EBE1-AB6CE9753387}"/>
                </a:ext>
              </a:extLst>
            </p:cNvPr>
            <p:cNvSpPr>
              <a:spLocks/>
            </p:cNvSpPr>
            <p:nvPr/>
          </p:nvSpPr>
          <p:spPr bwMode="auto">
            <a:xfrm>
              <a:off x="910" y="1759"/>
              <a:ext cx="555" cy="1063"/>
            </a:xfrm>
            <a:custGeom>
              <a:avLst/>
              <a:gdLst>
                <a:gd name="T0" fmla="*/ 4 w 555"/>
                <a:gd name="T1" fmla="*/ 33 h 1063"/>
                <a:gd name="T2" fmla="*/ 23 w 555"/>
                <a:gd name="T3" fmla="*/ 152 h 1063"/>
                <a:gd name="T4" fmla="*/ 141 w 555"/>
                <a:gd name="T5" fmla="*/ 911 h 1063"/>
                <a:gd name="T6" fmla="*/ 555 w 555"/>
                <a:gd name="T7" fmla="*/ 1063 h 1063"/>
                <a:gd name="T8" fmla="*/ 416 w 555"/>
                <a:gd name="T9" fmla="*/ 189 h 10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55" h="1063">
                  <a:moveTo>
                    <a:pt x="4" y="33"/>
                  </a:moveTo>
                  <a:cubicBezTo>
                    <a:pt x="7" y="57"/>
                    <a:pt x="0" y="0"/>
                    <a:pt x="23" y="152"/>
                  </a:cubicBezTo>
                  <a:lnTo>
                    <a:pt x="141" y="911"/>
                  </a:lnTo>
                  <a:lnTo>
                    <a:pt x="555" y="1063"/>
                  </a:lnTo>
                  <a:lnTo>
                    <a:pt x="416" y="189"/>
                  </a:lnTo>
                </a:path>
              </a:pathLst>
            </a:custGeom>
            <a:solidFill>
              <a:srgbClr val="33CCCC"/>
            </a:solidFill>
            <a:ln w="952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67" name="Text Box 16">
              <a:extLst>
                <a:ext uri="{FF2B5EF4-FFF2-40B4-BE49-F238E27FC236}">
                  <a16:creationId xmlns:a16="http://schemas.microsoft.com/office/drawing/2014/main" id="{2E3C51D7-D397-F5C9-FF1F-6C76AFDCDA20}"/>
                </a:ext>
              </a:extLst>
            </p:cNvPr>
            <p:cNvSpPr txBox="1">
              <a:spLocks noChangeArrowheads="1"/>
            </p:cNvSpPr>
            <p:nvPr/>
          </p:nvSpPr>
          <p:spPr bwMode="auto">
            <a:xfrm>
              <a:off x="2608" y="482"/>
              <a:ext cx="960"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000" b="1">
                  <a:solidFill>
                    <a:srgbClr val="000000"/>
                  </a:solidFill>
                </a:rPr>
                <a:t>分界面</a:t>
              </a:r>
            </a:p>
          </p:txBody>
        </p:sp>
        <p:sp>
          <p:nvSpPr>
            <p:cNvPr id="104468" name="Text Box 17">
              <a:extLst>
                <a:ext uri="{FF2B5EF4-FFF2-40B4-BE49-F238E27FC236}">
                  <a16:creationId xmlns:a16="http://schemas.microsoft.com/office/drawing/2014/main" id="{41F8953A-EAA1-4D9D-3A19-0AF7A267F52B}"/>
                </a:ext>
              </a:extLst>
            </p:cNvPr>
            <p:cNvSpPr txBox="1">
              <a:spLocks noChangeArrowheads="1"/>
            </p:cNvSpPr>
            <p:nvPr/>
          </p:nvSpPr>
          <p:spPr bwMode="auto">
            <a:xfrm>
              <a:off x="1292" y="935"/>
              <a:ext cx="124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rPr>
                <a:t>稠密媒质</a:t>
              </a:r>
            </a:p>
          </p:txBody>
        </p:sp>
        <p:sp>
          <p:nvSpPr>
            <p:cNvPr id="104469" name="Text Box 18">
              <a:extLst>
                <a:ext uri="{FF2B5EF4-FFF2-40B4-BE49-F238E27FC236}">
                  <a16:creationId xmlns:a16="http://schemas.microsoft.com/office/drawing/2014/main" id="{F965F36A-69E9-B991-0494-D3A201768C4B}"/>
                </a:ext>
              </a:extLst>
            </p:cNvPr>
            <p:cNvSpPr txBox="1">
              <a:spLocks noChangeArrowheads="1"/>
            </p:cNvSpPr>
            <p:nvPr/>
          </p:nvSpPr>
          <p:spPr bwMode="auto">
            <a:xfrm>
              <a:off x="4196" y="3339"/>
              <a:ext cx="4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rgbClr val="000000"/>
                  </a:solidFill>
                  <a:latin typeface="Times New Roman" panose="02020603050405020304" pitchFamily="18" charset="0"/>
                </a:rPr>
                <a:t>z</a:t>
              </a:r>
            </a:p>
          </p:txBody>
        </p:sp>
        <p:sp>
          <p:nvSpPr>
            <p:cNvPr id="104470" name="Text Box 19">
              <a:extLst>
                <a:ext uri="{FF2B5EF4-FFF2-40B4-BE49-F238E27FC236}">
                  <a16:creationId xmlns:a16="http://schemas.microsoft.com/office/drawing/2014/main" id="{CB3CFEF5-36E7-65D6-7E26-2FF3FAFC851D}"/>
                </a:ext>
              </a:extLst>
            </p:cNvPr>
            <p:cNvSpPr txBox="1">
              <a:spLocks noChangeArrowheads="1"/>
            </p:cNvSpPr>
            <p:nvPr/>
          </p:nvSpPr>
          <p:spPr bwMode="auto">
            <a:xfrm>
              <a:off x="3061" y="845"/>
              <a:ext cx="408" cy="3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i="1">
                  <a:solidFill>
                    <a:srgbClr val="000000"/>
                  </a:solidFill>
                  <a:latin typeface="Times New Roman" panose="02020603050405020304" pitchFamily="18" charset="0"/>
                </a:rPr>
                <a:t>x</a:t>
              </a:r>
            </a:p>
          </p:txBody>
        </p:sp>
        <p:sp>
          <p:nvSpPr>
            <p:cNvPr id="104471" name="Text Box 20">
              <a:extLst>
                <a:ext uri="{FF2B5EF4-FFF2-40B4-BE49-F238E27FC236}">
                  <a16:creationId xmlns:a16="http://schemas.microsoft.com/office/drawing/2014/main" id="{38F9B7F4-C813-C276-74B3-C15E8F6A9890}"/>
                </a:ext>
              </a:extLst>
            </p:cNvPr>
            <p:cNvSpPr txBox="1">
              <a:spLocks noChangeArrowheads="1"/>
            </p:cNvSpPr>
            <p:nvPr/>
          </p:nvSpPr>
          <p:spPr bwMode="auto">
            <a:xfrm>
              <a:off x="1192" y="2273"/>
              <a:ext cx="40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000" i="1">
                  <a:solidFill>
                    <a:srgbClr val="000000"/>
                  </a:solidFill>
                  <a:latin typeface="Times New Roman" panose="02020603050405020304" pitchFamily="18" charset="0"/>
                </a:rPr>
                <a:t>O</a:t>
              </a:r>
            </a:p>
          </p:txBody>
        </p:sp>
        <p:sp>
          <p:nvSpPr>
            <p:cNvPr id="104472" name="Freeform 21">
              <a:extLst>
                <a:ext uri="{FF2B5EF4-FFF2-40B4-BE49-F238E27FC236}">
                  <a16:creationId xmlns:a16="http://schemas.microsoft.com/office/drawing/2014/main" id="{12284782-480F-3E0A-D420-6DE903DCB124}"/>
                </a:ext>
              </a:extLst>
            </p:cNvPr>
            <p:cNvSpPr>
              <a:spLocks/>
            </p:cNvSpPr>
            <p:nvPr/>
          </p:nvSpPr>
          <p:spPr bwMode="auto">
            <a:xfrm>
              <a:off x="1326" y="1888"/>
              <a:ext cx="210" cy="107"/>
            </a:xfrm>
            <a:custGeom>
              <a:avLst/>
              <a:gdLst>
                <a:gd name="T0" fmla="*/ 0 w 210"/>
                <a:gd name="T1" fmla="*/ 59 h 107"/>
                <a:gd name="T2" fmla="*/ 173 w 210"/>
                <a:gd name="T3" fmla="*/ 87 h 107"/>
                <a:gd name="T4" fmla="*/ 210 w 210"/>
                <a:gd name="T5" fmla="*/ 105 h 107"/>
                <a:gd name="T6" fmla="*/ 57 w 210"/>
                <a:gd name="T7" fmla="*/ 0 h 10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0" h="107">
                  <a:moveTo>
                    <a:pt x="0" y="59"/>
                  </a:moveTo>
                  <a:cubicBezTo>
                    <a:pt x="57" y="72"/>
                    <a:pt x="115" y="77"/>
                    <a:pt x="173" y="87"/>
                  </a:cubicBezTo>
                  <a:cubicBezTo>
                    <a:pt x="204" y="107"/>
                    <a:pt x="190" y="105"/>
                    <a:pt x="210" y="105"/>
                  </a:cubicBezTo>
                  <a:lnTo>
                    <a:pt x="57" y="0"/>
                  </a:lnTo>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3" name="Freeform 22">
              <a:extLst>
                <a:ext uri="{FF2B5EF4-FFF2-40B4-BE49-F238E27FC236}">
                  <a16:creationId xmlns:a16="http://schemas.microsoft.com/office/drawing/2014/main" id="{77E04A32-3C22-47FA-1012-E89575D8E4AF}"/>
                </a:ext>
              </a:extLst>
            </p:cNvPr>
            <p:cNvSpPr>
              <a:spLocks/>
            </p:cNvSpPr>
            <p:nvPr/>
          </p:nvSpPr>
          <p:spPr bwMode="auto">
            <a:xfrm>
              <a:off x="1335" y="1933"/>
              <a:ext cx="2578" cy="1820"/>
            </a:xfrm>
            <a:custGeom>
              <a:avLst/>
              <a:gdLst>
                <a:gd name="T0" fmla="*/ 0 w 2578"/>
                <a:gd name="T1" fmla="*/ 0 h 1820"/>
                <a:gd name="T2" fmla="*/ 2578 w 2578"/>
                <a:gd name="T3" fmla="*/ 915 h 1820"/>
                <a:gd name="T4" fmla="*/ 2551 w 2578"/>
                <a:gd name="T5" fmla="*/ 1820 h 1820"/>
                <a:gd name="T6" fmla="*/ 128 w 2578"/>
                <a:gd name="T7" fmla="*/ 869 h 1820"/>
                <a:gd name="T8" fmla="*/ 0 w 2578"/>
                <a:gd name="T9" fmla="*/ 0 h 182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578" h="1820">
                  <a:moveTo>
                    <a:pt x="0" y="0"/>
                  </a:moveTo>
                  <a:lnTo>
                    <a:pt x="2578" y="915"/>
                  </a:lnTo>
                  <a:lnTo>
                    <a:pt x="2551" y="1820"/>
                  </a:lnTo>
                  <a:lnTo>
                    <a:pt x="128" y="869"/>
                  </a:lnTo>
                  <a:lnTo>
                    <a:pt x="0" y="0"/>
                  </a:lnTo>
                  <a:close/>
                </a:path>
              </a:pathLst>
            </a:custGeom>
            <a:solidFill>
              <a:srgbClr val="CCFFFF">
                <a:alpha val="39999"/>
              </a:srgbClr>
            </a:solidFill>
            <a:ln w="952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4" name="Freeform 23">
              <a:extLst>
                <a:ext uri="{FF2B5EF4-FFF2-40B4-BE49-F238E27FC236}">
                  <a16:creationId xmlns:a16="http://schemas.microsoft.com/office/drawing/2014/main" id="{9A9E8DA8-E3EE-99AF-76BF-0C639F98C51D}"/>
                </a:ext>
              </a:extLst>
            </p:cNvPr>
            <p:cNvSpPr>
              <a:spLocks/>
            </p:cNvSpPr>
            <p:nvPr/>
          </p:nvSpPr>
          <p:spPr bwMode="auto">
            <a:xfrm>
              <a:off x="1335" y="741"/>
              <a:ext cx="3712" cy="2176"/>
            </a:xfrm>
            <a:custGeom>
              <a:avLst/>
              <a:gdLst>
                <a:gd name="T0" fmla="*/ 0 w 3712"/>
                <a:gd name="T1" fmla="*/ 1197 h 2176"/>
                <a:gd name="T2" fmla="*/ 2596 w 3712"/>
                <a:gd name="T3" fmla="*/ 2176 h 2176"/>
                <a:gd name="T4" fmla="*/ 3712 w 3712"/>
                <a:gd name="T5" fmla="*/ 585 h 2176"/>
                <a:gd name="T6" fmla="*/ 1454 w 3712"/>
                <a:gd name="T7" fmla="*/ 0 h 2176"/>
                <a:gd name="T8" fmla="*/ 0 w 3712"/>
                <a:gd name="T9" fmla="*/ 1197 h 217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12" h="2176">
                  <a:moveTo>
                    <a:pt x="0" y="1197"/>
                  </a:moveTo>
                  <a:lnTo>
                    <a:pt x="2596" y="2176"/>
                  </a:lnTo>
                  <a:lnTo>
                    <a:pt x="3712" y="585"/>
                  </a:lnTo>
                  <a:lnTo>
                    <a:pt x="1454" y="0"/>
                  </a:lnTo>
                  <a:lnTo>
                    <a:pt x="0" y="1197"/>
                  </a:lnTo>
                  <a:close/>
                </a:path>
              </a:pathLst>
            </a:custGeom>
            <a:solidFill>
              <a:srgbClr val="CCFFFF">
                <a:alpha val="39999"/>
              </a:srgbClr>
            </a:solidFill>
            <a:ln w="952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5" name="Freeform 24">
              <a:extLst>
                <a:ext uri="{FF2B5EF4-FFF2-40B4-BE49-F238E27FC236}">
                  <a16:creationId xmlns:a16="http://schemas.microsoft.com/office/drawing/2014/main" id="{F341F81E-7DFE-AF56-B706-3326B6EA924F}"/>
                </a:ext>
              </a:extLst>
            </p:cNvPr>
            <p:cNvSpPr>
              <a:spLocks/>
            </p:cNvSpPr>
            <p:nvPr/>
          </p:nvSpPr>
          <p:spPr bwMode="auto">
            <a:xfrm>
              <a:off x="3887" y="1344"/>
              <a:ext cx="1152" cy="2441"/>
            </a:xfrm>
            <a:custGeom>
              <a:avLst/>
              <a:gdLst>
                <a:gd name="T0" fmla="*/ 1152 w 1152"/>
                <a:gd name="T1" fmla="*/ 0 h 2441"/>
                <a:gd name="T2" fmla="*/ 30 w 1152"/>
                <a:gd name="T3" fmla="*/ 1586 h 2441"/>
                <a:gd name="T4" fmla="*/ 0 w 1152"/>
                <a:gd name="T5" fmla="*/ 2441 h 2441"/>
                <a:gd name="T6" fmla="*/ 1024 w 1152"/>
                <a:gd name="T7" fmla="*/ 859 h 2441"/>
                <a:gd name="T8" fmla="*/ 1152 w 1152"/>
                <a:gd name="T9" fmla="*/ 0 h 244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152" h="2441">
                  <a:moveTo>
                    <a:pt x="1152" y="0"/>
                  </a:moveTo>
                  <a:lnTo>
                    <a:pt x="30" y="1586"/>
                  </a:lnTo>
                  <a:lnTo>
                    <a:pt x="0" y="2441"/>
                  </a:lnTo>
                  <a:lnTo>
                    <a:pt x="1024" y="859"/>
                  </a:lnTo>
                  <a:lnTo>
                    <a:pt x="1152" y="0"/>
                  </a:lnTo>
                  <a:close/>
                </a:path>
              </a:pathLst>
            </a:custGeom>
            <a:solidFill>
              <a:srgbClr val="CCFFFF">
                <a:alpha val="39999"/>
              </a:srgbClr>
            </a:solidFill>
            <a:ln w="9525" cap="flat" cmpd="sng">
              <a:solidFill>
                <a:srgbClr val="000000"/>
              </a:solidFill>
              <a:prstDash val="solid"/>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6" name="Line 25">
              <a:extLst>
                <a:ext uri="{FF2B5EF4-FFF2-40B4-BE49-F238E27FC236}">
                  <a16:creationId xmlns:a16="http://schemas.microsoft.com/office/drawing/2014/main" id="{1B616B35-A643-A82D-228D-D37F7E2C8244}"/>
                </a:ext>
              </a:extLst>
            </p:cNvPr>
            <p:cNvSpPr>
              <a:spLocks noChangeShapeType="1"/>
            </p:cNvSpPr>
            <p:nvPr/>
          </p:nvSpPr>
          <p:spPr bwMode="auto">
            <a:xfrm>
              <a:off x="1402" y="2378"/>
              <a:ext cx="2812" cy="1088"/>
            </a:xfrm>
            <a:prstGeom prst="line">
              <a:avLst/>
            </a:prstGeom>
            <a:noFill/>
            <a:ln w="25400">
              <a:solidFill>
                <a:srgbClr val="0000FF"/>
              </a:solidFill>
              <a:round/>
              <a:headEnd/>
              <a:tailEnd type="triangle" w="sm"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04477" name="Text Box 26">
              <a:extLst>
                <a:ext uri="{FF2B5EF4-FFF2-40B4-BE49-F238E27FC236}">
                  <a16:creationId xmlns:a16="http://schemas.microsoft.com/office/drawing/2014/main" id="{9EE8546F-81B2-4DBA-6B01-F1BD7C72DE0A}"/>
                </a:ext>
              </a:extLst>
            </p:cNvPr>
            <p:cNvSpPr txBox="1">
              <a:spLocks noChangeArrowheads="1"/>
            </p:cNvSpPr>
            <p:nvPr/>
          </p:nvSpPr>
          <p:spPr bwMode="auto">
            <a:xfrm>
              <a:off x="3446" y="1139"/>
              <a:ext cx="1248" cy="2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rPr>
                <a:t>稀疏媒质</a:t>
              </a:r>
            </a:p>
          </p:txBody>
        </p:sp>
      </p:grpSp>
      <p:sp>
        <p:nvSpPr>
          <p:cNvPr id="96283" name="Text Box 27">
            <a:extLst>
              <a:ext uri="{FF2B5EF4-FFF2-40B4-BE49-F238E27FC236}">
                <a16:creationId xmlns:a16="http://schemas.microsoft.com/office/drawing/2014/main" id="{832ED43E-A586-9F5B-B617-07BEC39B5E68}"/>
              </a:ext>
            </a:extLst>
          </p:cNvPr>
          <p:cNvSpPr txBox="1">
            <a:spLocks noChangeArrowheads="1"/>
          </p:cNvSpPr>
          <p:nvPr/>
        </p:nvSpPr>
        <p:spPr bwMode="auto">
          <a:xfrm>
            <a:off x="70696" y="387820"/>
            <a:ext cx="42592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dirty="0">
                <a:solidFill>
                  <a:srgbClr val="FFFFFF"/>
                </a:solidFill>
                <a:latin typeface="Times New Roman" panose="02020603050405020304" pitchFamily="18" charset="0"/>
                <a:ea typeface="楷体_GB2312" pitchFamily="49" charset="-122"/>
              </a:rPr>
              <a:t>折射波电场</a:t>
            </a:r>
          </a:p>
        </p:txBody>
      </p:sp>
      <p:sp>
        <p:nvSpPr>
          <p:cNvPr id="3" name="矩形 2">
            <a:extLst>
              <a:ext uri="{FF2B5EF4-FFF2-40B4-BE49-F238E27FC236}">
                <a16:creationId xmlns:a16="http://schemas.microsoft.com/office/drawing/2014/main" id="{4CEC5557-ACAD-1A9A-A634-23C96E2B9F00}"/>
              </a:ext>
            </a:extLst>
          </p:cNvPr>
          <p:cNvSpPr/>
          <p:nvPr/>
        </p:nvSpPr>
        <p:spPr>
          <a:xfrm>
            <a:off x="-1019949" y="1533095"/>
            <a:ext cx="3671937" cy="5041380"/>
          </a:xfrm>
          <a:prstGeom prst="rect">
            <a:avLst/>
          </a:prstGeom>
        </p:spPr>
        <p:txBody>
          <a:bodyPr wrap="squar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lvl="2" eaLnBrk="1" hangingPunct="1">
              <a:lnSpc>
                <a:spcPct val="90000"/>
              </a:lnSpc>
              <a:spcBef>
                <a:spcPct val="20000"/>
              </a:spcBef>
              <a:buClr>
                <a:srgbClr val="A886E0"/>
              </a:buClr>
              <a:buSzPct val="70000"/>
              <a:buFont typeface="Wingdings" panose="05000000000000000000" pitchFamily="2" charset="2"/>
              <a:buChar char="u"/>
              <a:defRPr/>
            </a:pPr>
            <a:r>
              <a:rPr kumimoji="1" lang="zh-CN" altLang="en-US" b="1" dirty="0">
                <a:solidFill>
                  <a:srgbClr val="FFFFFF"/>
                </a:solidFill>
                <a:ea typeface="楷体_GB2312" pitchFamily="49" charset="-122"/>
              </a:rPr>
              <a:t>媒质</a:t>
            </a:r>
            <a:r>
              <a:rPr kumimoji="1" lang="en-US" altLang="zh-CN" b="1" dirty="0">
                <a:solidFill>
                  <a:srgbClr val="FFFFFF"/>
                </a:solidFill>
                <a:ea typeface="楷体_GB2312" pitchFamily="49" charset="-122"/>
              </a:rPr>
              <a:t>2</a:t>
            </a:r>
            <a:r>
              <a:rPr kumimoji="1" lang="zh-CN" altLang="en-US" b="1" dirty="0">
                <a:solidFill>
                  <a:srgbClr val="FFFFFF"/>
                </a:solidFill>
                <a:ea typeface="楷体_GB2312" pitchFamily="49" charset="-122"/>
              </a:rPr>
              <a:t>中（稀疏媒质）的透射波仍然是</a:t>
            </a:r>
            <a:r>
              <a:rPr kumimoji="1" lang="zh-CN" altLang="en-US" b="1" u="sng" dirty="0">
                <a:solidFill>
                  <a:srgbClr val="FFFFFF"/>
                </a:solidFill>
                <a:ea typeface="楷体_GB2312" pitchFamily="49" charset="-122"/>
              </a:rPr>
              <a:t>沿分界面方向</a:t>
            </a:r>
            <a:r>
              <a:rPr kumimoji="1" lang="zh-CN" altLang="en-US" b="1" u="sng" dirty="0">
                <a:solidFill>
                  <a:srgbClr val="FF0000"/>
                </a:solidFill>
                <a:ea typeface="楷体_GB2312" pitchFamily="49" charset="-122"/>
              </a:rPr>
              <a:t>（</a:t>
            </a:r>
            <a:r>
              <a:rPr kumimoji="1" lang="en-US" altLang="zh-CN" b="1" u="sng" dirty="0">
                <a:solidFill>
                  <a:srgbClr val="FF0000"/>
                </a:solidFill>
                <a:ea typeface="楷体_GB2312" pitchFamily="49" charset="-122"/>
              </a:rPr>
              <a:t>x</a:t>
            </a:r>
            <a:r>
              <a:rPr kumimoji="1" lang="zh-CN" altLang="en-US" b="1" u="sng" dirty="0">
                <a:solidFill>
                  <a:srgbClr val="FF0000"/>
                </a:solidFill>
                <a:ea typeface="楷体_GB2312" pitchFamily="49" charset="-122"/>
              </a:rPr>
              <a:t>方向）</a:t>
            </a:r>
            <a:r>
              <a:rPr kumimoji="1" lang="zh-CN" altLang="en-US" b="1" u="sng" dirty="0">
                <a:solidFill>
                  <a:srgbClr val="FFFFFF"/>
                </a:solidFill>
                <a:ea typeface="楷体_GB2312" pitchFamily="49" charset="-122"/>
              </a:rPr>
              <a:t>传播</a:t>
            </a:r>
            <a:r>
              <a:rPr kumimoji="1" lang="zh-CN" altLang="en-US" b="1" dirty="0">
                <a:solidFill>
                  <a:srgbClr val="FFFFFF"/>
                </a:solidFill>
                <a:ea typeface="楷体_GB2312" pitchFamily="49" charset="-122"/>
              </a:rPr>
              <a:t>。</a:t>
            </a:r>
          </a:p>
          <a:p>
            <a:pPr lvl="2" eaLnBrk="1" hangingPunct="1">
              <a:lnSpc>
                <a:spcPct val="90000"/>
              </a:lnSpc>
              <a:spcBef>
                <a:spcPct val="20000"/>
              </a:spcBef>
              <a:buClr>
                <a:srgbClr val="A886E0"/>
              </a:buClr>
              <a:buSzPct val="70000"/>
              <a:buFont typeface="Wingdings" panose="05000000000000000000" pitchFamily="2" charset="2"/>
              <a:buChar char="u"/>
              <a:defRPr/>
            </a:pPr>
            <a:endParaRPr lang="en-US" altLang="zh-CN" b="1" dirty="0">
              <a:solidFill>
                <a:srgbClr val="FFFFFF"/>
              </a:solidFill>
              <a:effectLst>
                <a:outerShdw blurRad="38100" dist="38100" dir="2700000" algn="tl">
                  <a:srgbClr val="C0C0C0"/>
                </a:outerShdw>
              </a:effectLst>
              <a:latin typeface="Garamond" panose="02020404030301010803" pitchFamily="18" charset="0"/>
              <a:ea typeface="楷体_GB2312" pitchFamily="49" charset="-122"/>
            </a:endParaRPr>
          </a:p>
          <a:p>
            <a:pPr lvl="2" eaLnBrk="1" hangingPunct="1">
              <a:lnSpc>
                <a:spcPct val="90000"/>
              </a:lnSpc>
              <a:spcBef>
                <a:spcPct val="20000"/>
              </a:spcBef>
              <a:buClr>
                <a:srgbClr val="A886E0"/>
              </a:buClr>
              <a:buSzPct val="70000"/>
              <a:buFont typeface="Wingdings" panose="05000000000000000000" pitchFamily="2" charset="2"/>
              <a:buChar char="u"/>
              <a:defRPr/>
            </a:pPr>
            <a:r>
              <a:rPr lang="zh-CN" altLang="en-US" b="1" dirty="0">
                <a:solidFill>
                  <a:srgbClr val="FFFFFF"/>
                </a:solidFill>
                <a:latin typeface="Times New Roman" panose="02020603050405020304" pitchFamily="18" charset="0"/>
                <a:ea typeface="楷体_GB2312" pitchFamily="49" charset="-122"/>
              </a:rPr>
              <a:t>若</a:t>
            </a:r>
            <a:r>
              <a:rPr lang="zh-CN" altLang="zh-CN" b="1" dirty="0">
                <a:solidFill>
                  <a:srgbClr val="FFFFFF"/>
                </a:solidFill>
                <a:latin typeface="Times New Roman" panose="02020603050405020304" pitchFamily="18" charset="0"/>
                <a:ea typeface="楷体_GB2312" pitchFamily="49" charset="-122"/>
                <a:sym typeface="Symbol" panose="05050102010706020507" pitchFamily="18" charset="2"/>
              </a:rPr>
              <a:t>但振幅</a:t>
            </a:r>
            <a:r>
              <a:rPr lang="zh-CN" altLang="zh-CN" b="1" u="sng" dirty="0">
                <a:solidFill>
                  <a:srgbClr val="FFFFFF"/>
                </a:solidFill>
                <a:latin typeface="Times New Roman" panose="02020603050405020304" pitchFamily="18" charset="0"/>
                <a:ea typeface="楷体_GB2312" pitchFamily="49" charset="-122"/>
                <a:sym typeface="Symbol" panose="05050102010706020507" pitchFamily="18" charset="2"/>
              </a:rPr>
              <a:t>在垂直于分界面的方向上</a:t>
            </a:r>
            <a:r>
              <a:rPr lang="zh-CN" altLang="zh-CN" b="1" u="sng" dirty="0">
                <a:solidFill>
                  <a:srgbClr val="FF0000"/>
                </a:solidFill>
                <a:latin typeface="Times New Roman" panose="02020603050405020304" pitchFamily="18" charset="0"/>
                <a:ea typeface="楷体_GB2312" pitchFamily="49" charset="-122"/>
                <a:sym typeface="Symbol" panose="05050102010706020507" pitchFamily="18" charset="2"/>
              </a:rPr>
              <a:t>（z方向</a:t>
            </a:r>
            <a:r>
              <a:rPr lang="zh-CN" altLang="zh-CN" b="1" u="sng" dirty="0">
                <a:solidFill>
                  <a:srgbClr val="FFFFFF"/>
                </a:solidFill>
                <a:latin typeface="Times New Roman" panose="02020603050405020304" pitchFamily="18" charset="0"/>
                <a:ea typeface="楷体_GB2312" pitchFamily="49" charset="-122"/>
                <a:sym typeface="Symbol" panose="05050102010706020507" pitchFamily="18" charset="2"/>
              </a:rPr>
              <a:t>）按指数规律衰减</a:t>
            </a:r>
            <a:r>
              <a:rPr lang="zh-CN" altLang="zh-CN" b="1" dirty="0">
                <a:solidFill>
                  <a:srgbClr val="FFFFFF"/>
                </a:solidFill>
                <a:latin typeface="Times New Roman" panose="02020603050405020304" pitchFamily="18" charset="0"/>
                <a:ea typeface="楷体_GB2312" pitchFamily="49" charset="-122"/>
                <a:sym typeface="Symbol" panose="05050102010706020507" pitchFamily="18" charset="2"/>
              </a:rPr>
              <a:t>。</a:t>
            </a:r>
            <a:endParaRPr lang="zh-CN" altLang="en-US" b="1" dirty="0">
              <a:solidFill>
                <a:srgbClr val="FFFFFF"/>
              </a:solidFill>
              <a:latin typeface="Times New Roman" panose="02020603050405020304" pitchFamily="18" charset="0"/>
              <a:ea typeface="楷体_GB2312" pitchFamily="49" charset="-122"/>
              <a:sym typeface="Symbol" panose="05050102010706020507" pitchFamily="18" charset="2"/>
            </a:endParaRPr>
          </a:p>
          <a:p>
            <a:pPr lvl="2" eaLnBrk="1" hangingPunct="1">
              <a:lnSpc>
                <a:spcPct val="90000"/>
              </a:lnSpc>
              <a:spcBef>
                <a:spcPct val="20000"/>
              </a:spcBef>
              <a:buClr>
                <a:srgbClr val="A886E0"/>
              </a:buClr>
              <a:buSzPct val="70000"/>
              <a:buFont typeface="Wingdings" panose="05000000000000000000" pitchFamily="2" charset="2"/>
              <a:buChar char="u"/>
              <a:defRPr/>
            </a:pPr>
            <a:endParaRPr lang="en-US" altLang="zh-CN" b="1" dirty="0">
              <a:solidFill>
                <a:srgbClr val="FFFFFF"/>
              </a:solidFill>
              <a:latin typeface="Times New Roman" panose="02020603050405020304" pitchFamily="18" charset="0"/>
              <a:ea typeface="楷体_GB2312" pitchFamily="49" charset="-122"/>
              <a:sym typeface="Symbol" panose="05050102010706020507" pitchFamily="18" charset="2"/>
            </a:endParaRPr>
          </a:p>
          <a:p>
            <a:pPr lvl="2" eaLnBrk="1" hangingPunct="1">
              <a:lnSpc>
                <a:spcPct val="90000"/>
              </a:lnSpc>
              <a:spcBef>
                <a:spcPct val="20000"/>
              </a:spcBef>
              <a:buClr>
                <a:srgbClr val="A886E0"/>
              </a:buClr>
              <a:buSzPct val="70000"/>
              <a:buFont typeface="Wingdings" panose="05000000000000000000" pitchFamily="2" charset="2"/>
              <a:buChar char="u"/>
              <a:defRPr/>
            </a:pPr>
            <a:r>
              <a:rPr lang="zh-CN" altLang="en-US" b="1" dirty="0">
                <a:solidFill>
                  <a:srgbClr val="FFFFFF"/>
                </a:solidFill>
                <a:latin typeface="Times New Roman" panose="02020603050405020304" pitchFamily="18" charset="0"/>
                <a:ea typeface="楷体_GB2312" pitchFamily="49" charset="-122"/>
              </a:rPr>
              <a:t>因此</a:t>
            </a:r>
            <a:r>
              <a:rPr lang="zh-CN" altLang="en-US" b="1" u="sng" dirty="0">
                <a:solidFill>
                  <a:srgbClr val="FFFFFF"/>
                </a:solidFill>
                <a:latin typeface="Times New Roman" panose="02020603050405020304" pitchFamily="18" charset="0"/>
                <a:ea typeface="楷体_GB2312" pitchFamily="49" charset="-122"/>
              </a:rPr>
              <a:t>折射波主要</a:t>
            </a:r>
            <a:r>
              <a:rPr lang="zh-CN" altLang="en-US" b="1" u="sng" dirty="0">
                <a:solidFill>
                  <a:srgbClr val="FF0000"/>
                </a:solidFill>
                <a:latin typeface="Times New Roman" panose="02020603050405020304" pitchFamily="18" charset="0"/>
                <a:ea typeface="楷体_GB2312" pitchFamily="49" charset="-122"/>
              </a:rPr>
              <a:t>存在于分界面附近</a:t>
            </a:r>
            <a:r>
              <a:rPr lang="zh-CN" altLang="en-US" b="1" dirty="0">
                <a:solidFill>
                  <a:srgbClr val="FFFFFF"/>
                </a:solidFill>
                <a:latin typeface="Times New Roman" panose="02020603050405020304" pitchFamily="18" charset="0"/>
                <a:ea typeface="楷体_GB2312" pitchFamily="49" charset="-122"/>
              </a:rPr>
              <a:t>。这种波称为</a:t>
            </a:r>
            <a:r>
              <a:rPr lang="zh-CN" altLang="en-US" b="1" dirty="0">
                <a:solidFill>
                  <a:srgbClr val="FFC000"/>
                </a:solidFill>
                <a:latin typeface="Times New Roman" panose="02020603050405020304" pitchFamily="18" charset="0"/>
                <a:ea typeface="楷体_GB2312" pitchFamily="49" charset="-122"/>
              </a:rPr>
              <a:t>表面波</a:t>
            </a:r>
            <a:r>
              <a:rPr lang="zh-CN" altLang="en-US" b="1" dirty="0">
                <a:solidFill>
                  <a:srgbClr val="FFFFFF"/>
                </a:solidFill>
                <a:latin typeface="Times New Roman" panose="02020603050405020304" pitchFamily="18" charset="0"/>
                <a:ea typeface="楷体_GB2312" pitchFamily="49" charset="-122"/>
              </a:rPr>
              <a:t>。</a:t>
            </a:r>
            <a:endParaRPr lang="zh-CN" altLang="en-US" b="1" dirty="0">
              <a:solidFill>
                <a:srgbClr val="000000"/>
              </a:solidFill>
              <a:latin typeface="Times New Roman" panose="02020603050405020304" pitchFamily="18" charset="0"/>
              <a:ea typeface="楷体_GB2312" pitchFamily="49" charset="-122"/>
              <a:sym typeface="Symbol" panose="05050102010706020507" pitchFamily="18" charset="2"/>
            </a:endParaRPr>
          </a:p>
        </p:txBody>
      </p:sp>
      <p:pic>
        <p:nvPicPr>
          <p:cNvPr id="51" name="图片 50">
            <a:extLst>
              <a:ext uri="{FF2B5EF4-FFF2-40B4-BE49-F238E27FC236}">
                <a16:creationId xmlns:a16="http://schemas.microsoft.com/office/drawing/2014/main" id="{FCE11A07-D630-3F73-9E92-26949F66F9EC}"/>
              </a:ext>
            </a:extLst>
          </p:cNvPr>
          <p:cNvPicPr>
            <a:picLocks noChangeAspect="1"/>
          </p:cNvPicPr>
          <p:nvPr/>
        </p:nvPicPr>
        <p:blipFill>
          <a:blip r:embed="rId4"/>
          <a:stretch>
            <a:fillRect/>
          </a:stretch>
        </p:blipFill>
        <p:spPr>
          <a:xfrm>
            <a:off x="6891370" y="-53806"/>
            <a:ext cx="2278658" cy="1817300"/>
          </a:xfrm>
          <a:prstGeom prst="rect">
            <a:avLst/>
          </a:prstGeom>
        </p:spPr>
      </p:pic>
      <p:pic>
        <p:nvPicPr>
          <p:cNvPr id="53" name="图片 52">
            <a:extLst>
              <a:ext uri="{FF2B5EF4-FFF2-40B4-BE49-F238E27FC236}">
                <a16:creationId xmlns:a16="http://schemas.microsoft.com/office/drawing/2014/main" id="{9B698908-BBFA-8415-7A0F-6A5EBE3D55C1}"/>
              </a:ext>
            </a:extLst>
          </p:cNvPr>
          <p:cNvPicPr>
            <a:picLocks noChangeAspect="1"/>
          </p:cNvPicPr>
          <p:nvPr/>
        </p:nvPicPr>
        <p:blipFill>
          <a:blip r:embed="rId5"/>
          <a:stretch>
            <a:fillRect/>
          </a:stretch>
        </p:blipFill>
        <p:spPr>
          <a:xfrm>
            <a:off x="4921569" y="-37309"/>
            <a:ext cx="2096116" cy="1781126"/>
          </a:xfrm>
          <a:prstGeom prst="rect">
            <a:avLst/>
          </a:prstGeom>
        </p:spPr>
      </p:pic>
      <p:graphicFrame>
        <p:nvGraphicFramePr>
          <p:cNvPr id="210958" name="Object 14">
            <a:extLst>
              <a:ext uri="{FF2B5EF4-FFF2-40B4-BE49-F238E27FC236}">
                <a16:creationId xmlns:a16="http://schemas.microsoft.com/office/drawing/2014/main" id="{61AEE72B-906F-8FED-C9D1-10FEA8754FEB}"/>
              </a:ext>
            </a:extLst>
          </p:cNvPr>
          <p:cNvGraphicFramePr>
            <a:graphicFrameLocks noGrp="1" noChangeAspect="1"/>
          </p:cNvGraphicFramePr>
          <p:nvPr>
            <p:ph/>
            <p:extLst>
              <p:ext uri="{D42A27DB-BD31-4B8C-83A1-F6EECF244321}">
                <p14:modId xmlns:p14="http://schemas.microsoft.com/office/powerpoint/2010/main" val="190585325"/>
              </p:ext>
            </p:extLst>
          </p:nvPr>
        </p:nvGraphicFramePr>
        <p:xfrm>
          <a:off x="5054" y="890256"/>
          <a:ext cx="5244517" cy="477313"/>
        </p:xfrm>
        <a:graphic>
          <a:graphicData uri="http://schemas.openxmlformats.org/presentationml/2006/ole">
            <mc:AlternateContent xmlns:mc="http://schemas.openxmlformats.org/markup-compatibility/2006">
              <mc:Choice xmlns:v="urn:schemas-microsoft-com:vml" Requires="v">
                <p:oleObj name="公式" r:id="rId6" imgW="2654300" imgH="241300" progId="Equation.3">
                  <p:embed/>
                </p:oleObj>
              </mc:Choice>
              <mc:Fallback>
                <p:oleObj name="公式" r:id="rId6" imgW="2654300" imgH="241300" progId="Equation.3">
                  <p:embed/>
                  <p:pic>
                    <p:nvPicPr>
                      <p:cNvPr id="0" name="Object 14"/>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54" y="890256"/>
                        <a:ext cx="5244517" cy="477313"/>
                      </a:xfrm>
                      <a:prstGeom prst="rect">
                        <a:avLst/>
                      </a:prstGeom>
                      <a:solidFill>
                        <a:schemeClr val="bg1"/>
                      </a:solidFill>
                      <a:ln>
                        <a:noFill/>
                      </a:ln>
                      <a:effec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6283"/>
                                        </p:tgtEl>
                                        <p:attrNameLst>
                                          <p:attrName>style.visibility</p:attrName>
                                        </p:attrNameLst>
                                      </p:cBhvr>
                                      <p:to>
                                        <p:strVal val="visible"/>
                                      </p:to>
                                    </p:set>
                                    <p:animEffect transition="in" filter="wipe(up)">
                                      <p:cBhvr>
                                        <p:cTn id="7" dur="2000"/>
                                        <p:tgtEl>
                                          <p:spTgt spid="96283"/>
                                        </p:tgtEl>
                                      </p:cBhvr>
                                    </p:animEffect>
                                  </p:childTnLst>
                                </p:cTn>
                              </p:par>
                            </p:childTnLst>
                          </p:cTn>
                        </p:par>
                        <p:par>
                          <p:cTn id="8" fill="hold" nodeType="afterGroup">
                            <p:stCondLst>
                              <p:cond delay="2000"/>
                            </p:stCondLst>
                            <p:childTnLst>
                              <p:par>
                                <p:cTn id="9" presetID="10" presetClass="entr" presetSubtype="0" fill="hold" nodeType="afterEffect">
                                  <p:stCondLst>
                                    <p:cond delay="0"/>
                                  </p:stCondLst>
                                  <p:childTnLst>
                                    <p:set>
                                      <p:cBhvr>
                                        <p:cTn id="10" dur="1" fill="hold">
                                          <p:stCondLst>
                                            <p:cond delay="0"/>
                                          </p:stCondLst>
                                        </p:cTn>
                                        <p:tgtEl>
                                          <p:spTgt spid="96258"/>
                                        </p:tgtEl>
                                        <p:attrNameLst>
                                          <p:attrName>style.visibility</p:attrName>
                                        </p:attrNameLst>
                                      </p:cBhvr>
                                      <p:to>
                                        <p:strVal val="visible"/>
                                      </p:to>
                                    </p:set>
                                    <p:animEffect transition="in" filter="fade">
                                      <p:cBhvr>
                                        <p:cTn id="11" dur="2000"/>
                                        <p:tgtEl>
                                          <p:spTgt spid="9625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210958"/>
                                        </p:tgtEl>
                                        <p:attrNameLst>
                                          <p:attrName>style.visibility</p:attrName>
                                        </p:attrNameLst>
                                      </p:cBhvr>
                                      <p:to>
                                        <p:strVal val="visible"/>
                                      </p:to>
                                    </p:set>
                                    <p:anim calcmode="lin" valueType="num">
                                      <p:cBhvr additive="base">
                                        <p:cTn id="16" dur="500" fill="hold"/>
                                        <p:tgtEl>
                                          <p:spTgt spid="210958"/>
                                        </p:tgtEl>
                                        <p:attrNameLst>
                                          <p:attrName>ppt_x</p:attrName>
                                        </p:attrNameLst>
                                      </p:cBhvr>
                                      <p:tavLst>
                                        <p:tav tm="0">
                                          <p:val>
                                            <p:strVal val="#ppt_x"/>
                                          </p:val>
                                        </p:tav>
                                        <p:tav tm="100000">
                                          <p:val>
                                            <p:strVal val="#ppt_x"/>
                                          </p:val>
                                        </p:tav>
                                      </p:tavLst>
                                    </p:anim>
                                    <p:anim calcmode="lin" valueType="num">
                                      <p:cBhvr additive="base">
                                        <p:cTn id="17"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83" grpId="0"/>
      <p:bldP spid="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63" name="Text Box 27">
            <a:extLst>
              <a:ext uri="{FF2B5EF4-FFF2-40B4-BE49-F238E27FC236}">
                <a16:creationId xmlns:a16="http://schemas.microsoft.com/office/drawing/2014/main" id="{8626DD15-8F96-9D95-77AA-4F2724198DF2}"/>
              </a:ext>
            </a:extLst>
          </p:cNvPr>
          <p:cNvSpPr txBox="1">
            <a:spLocks noChangeArrowheads="1"/>
          </p:cNvSpPr>
          <p:nvPr/>
        </p:nvSpPr>
        <p:spPr bwMode="auto">
          <a:xfrm>
            <a:off x="107950" y="620713"/>
            <a:ext cx="90360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b="1" u="sng">
                <a:solidFill>
                  <a:srgbClr val="FFFFFF"/>
                </a:solidFill>
                <a:latin typeface="Times New Roman" panose="02020603050405020304" pitchFamily="18" charset="0"/>
                <a:ea typeface="楷体_GB2312" pitchFamily="49" charset="-122"/>
              </a:rPr>
              <a:t>电磁波</a:t>
            </a:r>
            <a:r>
              <a:rPr kumimoji="1" lang="zh-CN" altLang="en-US" b="1" u="sng">
                <a:solidFill>
                  <a:srgbClr val="FFFF57"/>
                </a:solidFill>
                <a:latin typeface="Times New Roman" panose="02020603050405020304" pitchFamily="18" charset="0"/>
                <a:ea typeface="楷体_GB2312" pitchFamily="49" charset="-122"/>
              </a:rPr>
              <a:t>在媒质与空气分界面</a:t>
            </a:r>
            <a:r>
              <a:rPr kumimoji="1" lang="zh-CN" altLang="en-US" b="1" u="sng">
                <a:solidFill>
                  <a:srgbClr val="FF0000"/>
                </a:solidFill>
                <a:latin typeface="Times New Roman" panose="02020603050405020304" pitchFamily="18" charset="0"/>
                <a:ea typeface="楷体_GB2312" pitchFamily="49" charset="-122"/>
              </a:rPr>
              <a:t>全反射</a:t>
            </a:r>
            <a:r>
              <a:rPr kumimoji="1" lang="zh-CN" altLang="en-US" b="1">
                <a:solidFill>
                  <a:srgbClr val="FFFFFF"/>
                </a:solidFill>
                <a:latin typeface="Times New Roman" panose="02020603050405020304" pitchFamily="18" charset="0"/>
                <a:ea typeface="楷体_GB2312" pitchFamily="49" charset="-122"/>
              </a:rPr>
              <a:t>是实现</a:t>
            </a:r>
            <a:r>
              <a:rPr kumimoji="1" lang="zh-CN" altLang="en-US" b="1">
                <a:solidFill>
                  <a:srgbClr val="FF0000"/>
                </a:solidFill>
                <a:latin typeface="Times New Roman" panose="02020603050405020304" pitchFamily="18" charset="0"/>
                <a:ea typeface="楷体_GB2312" pitchFamily="49" charset="-122"/>
              </a:rPr>
              <a:t>表面波传输</a:t>
            </a:r>
            <a:r>
              <a:rPr kumimoji="1" lang="zh-CN" altLang="en-US" b="1">
                <a:solidFill>
                  <a:srgbClr val="FFFFFF"/>
                </a:solidFill>
                <a:latin typeface="Times New Roman" panose="02020603050405020304" pitchFamily="18" charset="0"/>
                <a:ea typeface="楷体_GB2312" pitchFamily="49" charset="-122"/>
              </a:rPr>
              <a:t>的基础。</a:t>
            </a:r>
          </a:p>
        </p:txBody>
      </p:sp>
      <p:sp>
        <p:nvSpPr>
          <p:cNvPr id="142367" name="Text Box 31">
            <a:extLst>
              <a:ext uri="{FF2B5EF4-FFF2-40B4-BE49-F238E27FC236}">
                <a16:creationId xmlns:a16="http://schemas.microsoft.com/office/drawing/2014/main" id="{9878A641-E7C9-AF1D-2C51-F736F98ED7F1}"/>
              </a:ext>
            </a:extLst>
          </p:cNvPr>
          <p:cNvSpPr txBox="1">
            <a:spLocks noChangeArrowheads="1"/>
          </p:cNvSpPr>
          <p:nvPr/>
        </p:nvSpPr>
        <p:spPr bwMode="auto">
          <a:xfrm>
            <a:off x="468313" y="1628775"/>
            <a:ext cx="5184775"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a:solidFill>
                  <a:srgbClr val="FFFFFF"/>
                </a:solidFill>
                <a:latin typeface="Times New Roman" panose="02020603050405020304" pitchFamily="18" charset="0"/>
                <a:ea typeface="楷体_GB2312" pitchFamily="49" charset="-122"/>
                <a:cs typeface="Times New Roman" panose="02020603050405020304" pitchFamily="18" charset="0"/>
              </a:rPr>
              <a:t>图示为放在空气里的一块介质板</a:t>
            </a:r>
            <a:r>
              <a:rPr kumimoji="1" lang="zh-CN" altLang="en-US" b="1">
                <a:solidFill>
                  <a:srgbClr val="FFFFFF"/>
                </a:solidFill>
                <a:latin typeface="楷体_GB2312" pitchFamily="49" charset="-122"/>
                <a:ea typeface="楷体_GB2312" pitchFamily="49" charset="-122"/>
                <a:cs typeface="Times New Roman" panose="02020603050405020304" pitchFamily="18" charset="0"/>
              </a:rPr>
              <a:t>。</a:t>
            </a:r>
          </a:p>
        </p:txBody>
      </p:sp>
      <p:sp>
        <p:nvSpPr>
          <p:cNvPr id="142368" name="Text Box 32">
            <a:extLst>
              <a:ext uri="{FF2B5EF4-FFF2-40B4-BE49-F238E27FC236}">
                <a16:creationId xmlns:a16="http://schemas.microsoft.com/office/drawing/2014/main" id="{895D0A06-C8E9-2910-EAF9-621710D30BDD}"/>
              </a:ext>
            </a:extLst>
          </p:cNvPr>
          <p:cNvSpPr txBox="1">
            <a:spLocks noChangeArrowheads="1"/>
          </p:cNvSpPr>
          <p:nvPr/>
        </p:nvSpPr>
        <p:spPr bwMode="auto">
          <a:xfrm>
            <a:off x="468313" y="2636838"/>
            <a:ext cx="8064500"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dirty="0">
                <a:solidFill>
                  <a:srgbClr val="FFFFFF"/>
                </a:solidFill>
                <a:latin typeface="Times New Roman" panose="02020603050405020304" pitchFamily="18" charset="0"/>
                <a:ea typeface="楷体_GB2312" pitchFamily="49" charset="-122"/>
                <a:cs typeface="Times New Roman" panose="02020603050405020304" pitchFamily="18" charset="0"/>
              </a:rPr>
              <a:t>当介质板内电磁波的入射方向能使它在介质板的顶面和底面发生全反射时，电磁波将被约束在介质板内，并沿</a:t>
            </a:r>
            <a:r>
              <a:rPr kumimoji="1" lang="en-US" altLang="zh-CN" b="1" dirty="0">
                <a:solidFill>
                  <a:srgbClr val="FFFFFF"/>
                </a:solidFill>
                <a:latin typeface="Times New Roman" panose="02020603050405020304" pitchFamily="18" charset="0"/>
                <a:ea typeface="楷体_GB2312" pitchFamily="49" charset="-122"/>
                <a:cs typeface="Times New Roman" panose="02020603050405020304" pitchFamily="18" charset="0"/>
              </a:rPr>
              <a:t>z</a:t>
            </a:r>
            <a:r>
              <a:rPr kumimoji="1" lang="zh-CN" altLang="en-US" b="1" dirty="0">
                <a:solidFill>
                  <a:srgbClr val="FFFFFF"/>
                </a:solidFill>
                <a:latin typeface="Times New Roman" panose="02020603050405020304" pitchFamily="18" charset="0"/>
                <a:ea typeface="楷体_GB2312" pitchFamily="49" charset="-122"/>
                <a:cs typeface="Times New Roman" panose="02020603050405020304" pitchFamily="18" charset="0"/>
              </a:rPr>
              <a:t>方向传播</a:t>
            </a:r>
            <a:r>
              <a:rPr kumimoji="1" lang="zh-CN" altLang="en-US" b="1" dirty="0">
                <a:solidFill>
                  <a:srgbClr val="FFFFFF"/>
                </a:solidFill>
                <a:latin typeface="楷体_GB2312" pitchFamily="49" charset="-122"/>
                <a:ea typeface="楷体_GB2312" pitchFamily="49" charset="-122"/>
                <a:cs typeface="Times New Roman" panose="02020603050405020304" pitchFamily="18" charset="0"/>
              </a:rPr>
              <a:t>。</a:t>
            </a:r>
          </a:p>
        </p:txBody>
      </p:sp>
      <p:sp>
        <p:nvSpPr>
          <p:cNvPr id="142369" name="Text Box 33">
            <a:extLst>
              <a:ext uri="{FF2B5EF4-FFF2-40B4-BE49-F238E27FC236}">
                <a16:creationId xmlns:a16="http://schemas.microsoft.com/office/drawing/2014/main" id="{60F97279-7B2C-E53A-6CD5-360DCC69FFBB}"/>
              </a:ext>
            </a:extLst>
          </p:cNvPr>
          <p:cNvSpPr txBox="1">
            <a:spLocks noChangeArrowheads="1"/>
          </p:cNvSpPr>
          <p:nvPr/>
        </p:nvSpPr>
        <p:spPr bwMode="auto">
          <a:xfrm>
            <a:off x="395288" y="4508500"/>
            <a:ext cx="8064500"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3"/>
              </a:buBlip>
            </a:pPr>
            <a:r>
              <a:rPr kumimoji="1" lang="zh-CN" altLang="en-US" b="1">
                <a:solidFill>
                  <a:srgbClr val="FFFFFF"/>
                </a:solidFill>
                <a:latin typeface="Times New Roman" panose="02020603050405020304" pitchFamily="18" charset="0"/>
                <a:ea typeface="楷体_GB2312" pitchFamily="49" charset="-122"/>
                <a:cs typeface="Times New Roman" panose="02020603050405020304" pitchFamily="18" charset="0"/>
              </a:rPr>
              <a:t>在介质板外，场量在垂直于介质板面的</a:t>
            </a:r>
            <a:r>
              <a:rPr kumimoji="1" lang="en-US" altLang="zh-CN" b="1">
                <a:solidFill>
                  <a:srgbClr val="FFFFFF"/>
                </a:solidFill>
                <a:latin typeface="Times New Roman" panose="02020603050405020304" pitchFamily="18" charset="0"/>
                <a:ea typeface="楷体_GB2312" pitchFamily="49" charset="-122"/>
                <a:cs typeface="Times New Roman" panose="02020603050405020304" pitchFamily="18" charset="0"/>
              </a:rPr>
              <a:t>+y</a:t>
            </a:r>
            <a:r>
              <a:rPr kumimoji="1" lang="zh-CN" altLang="en-US" b="1">
                <a:solidFill>
                  <a:srgbClr val="FFFFFF"/>
                </a:solidFill>
                <a:latin typeface="Times New Roman" panose="02020603050405020304" pitchFamily="18" charset="0"/>
                <a:ea typeface="楷体_GB2312" pitchFamily="49" charset="-122"/>
                <a:cs typeface="Times New Roman" panose="02020603050405020304" pitchFamily="18" charset="0"/>
              </a:rPr>
              <a:t>或</a:t>
            </a:r>
            <a:r>
              <a:rPr kumimoji="1" lang="en-US" altLang="zh-CN" b="1">
                <a:solidFill>
                  <a:srgbClr val="FFFFFF"/>
                </a:solidFill>
                <a:latin typeface="Times New Roman" panose="02020603050405020304" pitchFamily="18" charset="0"/>
                <a:ea typeface="楷体_GB2312" pitchFamily="49" charset="-122"/>
                <a:cs typeface="Times New Roman" panose="02020603050405020304" pitchFamily="18" charset="0"/>
              </a:rPr>
              <a:t>-y</a:t>
            </a:r>
            <a:r>
              <a:rPr kumimoji="1" lang="zh-CN" altLang="en-US" b="1">
                <a:solidFill>
                  <a:srgbClr val="FFFFFF"/>
                </a:solidFill>
                <a:latin typeface="Times New Roman" panose="02020603050405020304" pitchFamily="18" charset="0"/>
                <a:ea typeface="楷体_GB2312" pitchFamily="49" charset="-122"/>
                <a:cs typeface="Times New Roman" panose="02020603050405020304" pitchFamily="18" charset="0"/>
              </a:rPr>
              <a:t>方向作指数衰减</a:t>
            </a:r>
            <a:r>
              <a:rPr kumimoji="1" lang="zh-CN" altLang="en-US" b="1">
                <a:solidFill>
                  <a:srgbClr val="FFFFFF"/>
                </a:solidFill>
                <a:latin typeface="楷体_GB2312" pitchFamily="49" charset="-122"/>
                <a:ea typeface="楷体_GB2312" pitchFamily="49" charset="-122"/>
                <a:cs typeface="Times New Roman" panose="02020603050405020304" pitchFamily="18" charset="0"/>
              </a:rPr>
              <a:t>。</a:t>
            </a:r>
          </a:p>
        </p:txBody>
      </p:sp>
      <p:pic>
        <p:nvPicPr>
          <p:cNvPr id="106502" name="Picture 34">
            <a:extLst>
              <a:ext uri="{FF2B5EF4-FFF2-40B4-BE49-F238E27FC236}">
                <a16:creationId xmlns:a16="http://schemas.microsoft.com/office/drawing/2014/main" id="{0922DC55-8955-695D-B4DC-CF89A89541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1038225"/>
            <a:ext cx="2663825" cy="1725613"/>
          </a:xfrm>
          <a:prstGeom prst="rect">
            <a:avLst/>
          </a:prstGeom>
          <a:noFill/>
          <a:ln>
            <a:noFill/>
          </a:ln>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25400" algn="ctr">
                <a:solidFill>
                  <a:srgbClr val="FF00FF"/>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42363"/>
                                        </p:tgtEl>
                                        <p:attrNameLst>
                                          <p:attrName>style.visibility</p:attrName>
                                        </p:attrNameLst>
                                      </p:cBhvr>
                                      <p:to>
                                        <p:strVal val="visible"/>
                                      </p:to>
                                    </p:set>
                                    <p:animEffect transition="in" filter="wipe(up)">
                                      <p:cBhvr>
                                        <p:cTn id="7" dur="2000"/>
                                        <p:tgtEl>
                                          <p:spTgt spid="14236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42367"/>
                                        </p:tgtEl>
                                        <p:attrNameLst>
                                          <p:attrName>style.visibility</p:attrName>
                                        </p:attrNameLst>
                                      </p:cBhvr>
                                      <p:to>
                                        <p:strVal val="visible"/>
                                      </p:to>
                                    </p:set>
                                    <p:animEffect transition="in" filter="wipe(up)">
                                      <p:cBhvr>
                                        <p:cTn id="12" dur="2000"/>
                                        <p:tgtEl>
                                          <p:spTgt spid="14236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2368"/>
                                        </p:tgtEl>
                                        <p:attrNameLst>
                                          <p:attrName>style.visibility</p:attrName>
                                        </p:attrNameLst>
                                      </p:cBhvr>
                                      <p:to>
                                        <p:strVal val="visible"/>
                                      </p:to>
                                    </p:set>
                                    <p:animEffect transition="in" filter="wipe(up)">
                                      <p:cBhvr>
                                        <p:cTn id="17" dur="2000"/>
                                        <p:tgtEl>
                                          <p:spTgt spid="14236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42369"/>
                                        </p:tgtEl>
                                        <p:attrNameLst>
                                          <p:attrName>style.visibility</p:attrName>
                                        </p:attrNameLst>
                                      </p:cBhvr>
                                      <p:to>
                                        <p:strVal val="visible"/>
                                      </p:to>
                                    </p:set>
                                    <p:animEffect transition="in" filter="wipe(up)">
                                      <p:cBhvr>
                                        <p:cTn id="22" dur="2000"/>
                                        <p:tgtEl>
                                          <p:spTgt spid="142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63" grpId="0"/>
      <p:bldP spid="142367" grpId="0"/>
      <p:bldP spid="142368" grpId="0"/>
      <p:bldP spid="14236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D0836D41-1D84-1DA1-2131-4E931EE7EAF6}"/>
              </a:ext>
            </a:extLst>
          </p:cNvPr>
          <p:cNvSpPr>
            <a:spLocks noChangeArrowheads="1"/>
          </p:cNvSpPr>
          <p:nvPr/>
        </p:nvSpPr>
        <p:spPr bwMode="auto">
          <a:xfrm>
            <a:off x="144463" y="473075"/>
            <a:ext cx="8820150" cy="1516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fontAlgn="ctr" hangingPunct="1">
              <a:lnSpc>
                <a:spcPct val="130000"/>
              </a:lnSpc>
            </a:pPr>
            <a:r>
              <a:rPr lang="en-US" altLang="zh-CN" b="1">
                <a:solidFill>
                  <a:srgbClr val="E781E0"/>
                </a:solidFill>
                <a:latin typeface="Times New Roman" panose="02020603050405020304" pitchFamily="18" charset="0"/>
                <a:ea typeface="楷体_GB2312" pitchFamily="49" charset="-122"/>
                <a:cs typeface="Times New Roman" panose="02020603050405020304" pitchFamily="18" charset="0"/>
              </a:rPr>
              <a:t>【</a:t>
            </a:r>
            <a:r>
              <a:rPr lang="zh-CN" altLang="en-US" b="1">
                <a:solidFill>
                  <a:srgbClr val="E781E0"/>
                </a:solidFill>
                <a:latin typeface="幼圆" panose="02010509060101010101" pitchFamily="49" charset="-122"/>
                <a:ea typeface="幼圆" panose="02010509060101010101" pitchFamily="49" charset="-122"/>
                <a:cs typeface="Times New Roman" panose="02020603050405020304" pitchFamily="18" charset="0"/>
              </a:rPr>
              <a:t>例</a:t>
            </a:r>
            <a:r>
              <a:rPr lang="zh-CN" altLang="en-US" b="1">
                <a:solidFill>
                  <a:srgbClr val="E781E0"/>
                </a:solidFill>
                <a:latin typeface="Times New Roman" panose="02020603050405020304" pitchFamily="18" charset="0"/>
                <a:ea typeface="楷体_GB2312" pitchFamily="49" charset="-122"/>
                <a:cs typeface="Times New Roman" panose="02020603050405020304" pitchFamily="18" charset="0"/>
              </a:rPr>
              <a:t> </a:t>
            </a:r>
            <a:r>
              <a:rPr lang="en-US" altLang="zh-CN" b="1">
                <a:solidFill>
                  <a:srgbClr val="E781E0"/>
                </a:solidFill>
                <a:latin typeface="Times New Roman" panose="02020603050405020304" pitchFamily="18" charset="0"/>
                <a:ea typeface="楷体_GB2312" pitchFamily="49" charset="-122"/>
                <a:cs typeface="Times New Roman" panose="02020603050405020304" pitchFamily="18" charset="0"/>
              </a:rPr>
              <a:t>6.3.1】</a:t>
            </a:r>
            <a:r>
              <a:rPr lang="en-US" altLang="zh-CN" b="1">
                <a:solidFill>
                  <a:srgbClr val="FFFFFF"/>
                </a:solidFill>
                <a:latin typeface="Times New Roman" panose="02020603050405020304" pitchFamily="18" charset="0"/>
                <a:ea typeface="楷体_GB2312" pitchFamily="49" charset="-122"/>
                <a:cs typeface="Times New Roman" panose="02020603050405020304" pitchFamily="18" charset="0"/>
              </a:rPr>
              <a:t>  </a:t>
            </a:r>
            <a:r>
              <a:rPr lang="zh-CN" altLang="en-US" b="1">
                <a:solidFill>
                  <a:srgbClr val="FFFFFF"/>
                </a:solidFill>
                <a:latin typeface="Times New Roman" panose="02020603050405020304" pitchFamily="18" charset="0"/>
                <a:ea typeface="楷体_GB2312" pitchFamily="49" charset="-122"/>
                <a:cs typeface="Times New Roman" panose="02020603050405020304" pitchFamily="18" charset="0"/>
              </a:rPr>
              <a:t>一圆极化波以入射角</a:t>
            </a:r>
            <a:r>
              <a:rPr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i </a:t>
            </a:r>
            <a:r>
              <a:rPr kumimoji="1" lang="en-US" altLang="zh-CN">
                <a:solidFill>
                  <a:srgbClr val="FFFFFF"/>
                </a:solidFill>
                <a:ea typeface="楷体_GB2312" pitchFamily="49" charset="-122"/>
              </a:rPr>
              <a:t>=</a:t>
            </a:r>
            <a:r>
              <a:rPr lang="el-GR" altLang="zh-CN" b="1">
                <a:solidFill>
                  <a:srgbClr val="FFFFFF"/>
                </a:solidFill>
                <a:latin typeface="Times New Roman" panose="02020603050405020304" pitchFamily="18" charset="0"/>
                <a:ea typeface="楷体_GB2312" pitchFamily="49" charset="-122"/>
              </a:rPr>
              <a:t>π</a:t>
            </a:r>
            <a:r>
              <a:rPr lang="en-US" altLang="zh-CN" b="1">
                <a:solidFill>
                  <a:srgbClr val="FFFFFF"/>
                </a:solidFill>
                <a:ea typeface="楷体_GB2312" pitchFamily="49" charset="-122"/>
              </a:rPr>
              <a:t>/</a:t>
            </a:r>
            <a:r>
              <a:rPr lang="en-US" altLang="zh-CN" b="1">
                <a:solidFill>
                  <a:srgbClr val="FFFFFF"/>
                </a:solidFill>
                <a:latin typeface="Times New Roman" panose="02020603050405020304" pitchFamily="18" charset="0"/>
                <a:ea typeface="楷体_GB2312" pitchFamily="49" charset="-122"/>
              </a:rPr>
              <a:t> 3 </a:t>
            </a:r>
            <a:r>
              <a:rPr lang="zh-CN" altLang="en-US" b="1">
                <a:solidFill>
                  <a:srgbClr val="FFFFFF"/>
                </a:solidFill>
                <a:latin typeface="Times New Roman" panose="02020603050405020304" pitchFamily="18" charset="0"/>
                <a:ea typeface="楷体_GB2312" pitchFamily="49" charset="-122"/>
              </a:rPr>
              <a:t>从媒质</a:t>
            </a:r>
            <a:r>
              <a:rPr lang="en-US" altLang="zh-CN" b="1">
                <a:solidFill>
                  <a:srgbClr val="FFFFFF"/>
                </a:solidFill>
                <a:latin typeface="Times New Roman" panose="02020603050405020304" pitchFamily="18" charset="0"/>
                <a:ea typeface="楷体_GB2312" pitchFamily="49" charset="-122"/>
              </a:rPr>
              <a:t>1</a:t>
            </a:r>
            <a:r>
              <a:rPr lang="zh-CN" altLang="en-US" b="1">
                <a:solidFill>
                  <a:srgbClr val="FFFFFF"/>
                </a:solidFill>
                <a:latin typeface="Times New Roman" panose="02020603050405020304" pitchFamily="18" charset="0"/>
                <a:ea typeface="楷体_GB2312" pitchFamily="49" charset="-122"/>
              </a:rPr>
              <a:t>（参数为</a:t>
            </a:r>
            <a:r>
              <a:rPr lang="el-GR" altLang="zh-CN" b="1" i="1">
                <a:solidFill>
                  <a:srgbClr val="FFFFFF"/>
                </a:solidFill>
                <a:latin typeface="Times New Roman" panose="02020603050405020304" pitchFamily="18" charset="0"/>
                <a:ea typeface="楷体_GB2312" pitchFamily="49" charset="-122"/>
              </a:rPr>
              <a:t>μ</a:t>
            </a:r>
            <a:r>
              <a:rPr kumimoji="1" lang="en-US" altLang="zh-CN">
                <a:solidFill>
                  <a:srgbClr val="FFFFFF"/>
                </a:solidFill>
                <a:ea typeface="楷体_GB2312" pitchFamily="49" charset="-122"/>
              </a:rPr>
              <a:t>=</a:t>
            </a:r>
            <a:r>
              <a:rPr lang="el-GR" altLang="zh-CN" b="1" i="1">
                <a:solidFill>
                  <a:srgbClr val="FFFFFF"/>
                </a:solidFill>
                <a:latin typeface="Times New Roman" panose="02020603050405020304" pitchFamily="18" charset="0"/>
                <a:ea typeface="楷体_GB2312" pitchFamily="49" charset="-122"/>
              </a:rPr>
              <a:t>μ</a:t>
            </a:r>
            <a:r>
              <a:rPr lang="en-US" altLang="zh-CN" b="1" baseline="-25000">
                <a:solidFill>
                  <a:srgbClr val="FFFFFF"/>
                </a:solidFill>
                <a:latin typeface="Times New Roman" panose="02020603050405020304" pitchFamily="18" charset="0"/>
                <a:ea typeface="楷体_GB2312" pitchFamily="49" charset="-122"/>
              </a:rPr>
              <a:t>0</a:t>
            </a:r>
            <a:r>
              <a:rPr lang="zh-CN" altLang="en-US" b="1">
                <a:solidFill>
                  <a:srgbClr val="FFFFFF"/>
                </a:solidFill>
                <a:latin typeface="Times New Roman" panose="02020603050405020304" pitchFamily="18" charset="0"/>
                <a:ea typeface="楷体_GB2312" pitchFamily="49" charset="-122"/>
              </a:rPr>
              <a:t>、</a:t>
            </a:r>
            <a:r>
              <a:rPr lang="el-GR" altLang="zh-CN" b="1" i="1">
                <a:solidFill>
                  <a:srgbClr val="FFFFFF"/>
                </a:solidFill>
                <a:latin typeface="Times New Roman" panose="02020603050405020304" pitchFamily="18" charset="0"/>
                <a:ea typeface="楷体_GB2312" pitchFamily="49" charset="-122"/>
              </a:rPr>
              <a:t>ε</a:t>
            </a:r>
            <a:r>
              <a:rPr kumimoji="1" lang="en-US" altLang="zh-CN">
                <a:solidFill>
                  <a:srgbClr val="FFFFFF"/>
                </a:solidFill>
                <a:ea typeface="楷体_GB2312" pitchFamily="49" charset="-122"/>
              </a:rPr>
              <a:t>= </a:t>
            </a:r>
            <a:r>
              <a:rPr lang="en-US" altLang="zh-CN" b="1">
                <a:solidFill>
                  <a:srgbClr val="FFFFFF"/>
                </a:solidFill>
                <a:latin typeface="Times New Roman" panose="02020603050405020304" pitchFamily="18" charset="0"/>
                <a:ea typeface="楷体_GB2312" pitchFamily="49" charset="-122"/>
              </a:rPr>
              <a:t>4</a:t>
            </a:r>
            <a:r>
              <a:rPr lang="el-GR" altLang="zh-CN" b="1" i="1">
                <a:solidFill>
                  <a:srgbClr val="FFFFFF"/>
                </a:solidFill>
                <a:latin typeface="Times New Roman" panose="02020603050405020304" pitchFamily="18" charset="0"/>
                <a:ea typeface="楷体_GB2312" pitchFamily="49" charset="-122"/>
              </a:rPr>
              <a:t>ε</a:t>
            </a:r>
            <a:r>
              <a:rPr lang="en-US" altLang="zh-CN" b="1" baseline="-25000">
                <a:solidFill>
                  <a:srgbClr val="FFFFFF"/>
                </a:solidFill>
                <a:latin typeface="Times New Roman" panose="02020603050405020304" pitchFamily="18" charset="0"/>
                <a:ea typeface="楷体_GB2312" pitchFamily="49" charset="-122"/>
              </a:rPr>
              <a:t>0 </a:t>
            </a:r>
            <a:r>
              <a:rPr lang="zh-CN" altLang="en-US" b="1">
                <a:solidFill>
                  <a:srgbClr val="FFFFFF"/>
                </a:solidFill>
                <a:ea typeface="楷体_GB2312" pitchFamily="49" charset="-122"/>
              </a:rPr>
              <a:t>）斜入射至空气。试求临界角，并指出此时反射波是什么极化？</a:t>
            </a:r>
            <a:endParaRPr lang="zh-CN" altLang="el-GR" b="1">
              <a:solidFill>
                <a:srgbClr val="FFFFFF"/>
              </a:solidFill>
              <a:ea typeface="楷体_GB2312" pitchFamily="49" charset="-122"/>
            </a:endParaRPr>
          </a:p>
        </p:txBody>
      </p:sp>
      <p:graphicFrame>
        <p:nvGraphicFramePr>
          <p:cNvPr id="97283" name="Object 3">
            <a:extLst>
              <a:ext uri="{FF2B5EF4-FFF2-40B4-BE49-F238E27FC236}">
                <a16:creationId xmlns:a16="http://schemas.microsoft.com/office/drawing/2014/main" id="{D28AF851-9FFB-A960-F8F1-B50284AF9F06}"/>
              </a:ext>
            </a:extLst>
          </p:cNvPr>
          <p:cNvGraphicFramePr>
            <a:graphicFrameLocks noChangeAspect="1"/>
          </p:cNvGraphicFramePr>
          <p:nvPr>
            <p:extLst>
              <p:ext uri="{D42A27DB-BD31-4B8C-83A1-F6EECF244321}">
                <p14:modId xmlns:p14="http://schemas.microsoft.com/office/powerpoint/2010/main" val="2608072057"/>
              </p:ext>
            </p:extLst>
          </p:nvPr>
        </p:nvGraphicFramePr>
        <p:xfrm>
          <a:off x="1774825" y="2592388"/>
          <a:ext cx="4729163" cy="981075"/>
        </p:xfrm>
        <a:graphic>
          <a:graphicData uri="http://schemas.openxmlformats.org/presentationml/2006/ole">
            <mc:AlternateContent xmlns:mc="http://schemas.openxmlformats.org/markup-compatibility/2006">
              <mc:Choice xmlns:v="urn:schemas-microsoft-com:vml" Requires="v">
                <p:oleObj name="Equation" r:id="rId3" imgW="2413017" imgH="482554" progId="Equation.DSMT4">
                  <p:embed/>
                </p:oleObj>
              </mc:Choice>
              <mc:Fallback>
                <p:oleObj name="Equation" r:id="rId3" imgW="2413017" imgH="482554"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4825" y="2592388"/>
                        <a:ext cx="4729163" cy="98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7284" name="Rectangle 4">
            <a:extLst>
              <a:ext uri="{FF2B5EF4-FFF2-40B4-BE49-F238E27FC236}">
                <a16:creationId xmlns:a16="http://schemas.microsoft.com/office/drawing/2014/main" id="{8F78FC19-F885-1824-9191-BF7CDCB3322F}"/>
              </a:ext>
            </a:extLst>
          </p:cNvPr>
          <p:cNvSpPr>
            <a:spLocks noChangeArrowheads="1"/>
          </p:cNvSpPr>
          <p:nvPr/>
        </p:nvSpPr>
        <p:spPr bwMode="auto">
          <a:xfrm>
            <a:off x="107950" y="4568431"/>
            <a:ext cx="8964613" cy="1532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9875">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fontAlgn="ctr" hangingPunct="1">
              <a:lnSpc>
                <a:spcPct val="130000"/>
              </a:lnSpc>
            </a:pPr>
            <a:r>
              <a:rPr lang="zh-CN" altLang="en-US" b="1" u="sng" dirty="0">
                <a:solidFill>
                  <a:srgbClr val="FFFFFF"/>
                </a:solidFill>
                <a:latin typeface="Times New Roman" panose="02020603050405020304" pitchFamily="18" charset="0"/>
                <a:ea typeface="楷体_GB2312" pitchFamily="49" charset="-122"/>
                <a:cs typeface="Times New Roman" panose="02020603050405020304" pitchFamily="18" charset="0"/>
              </a:rPr>
              <a:t>入射的圆极化波可以分解成平行</a:t>
            </a:r>
            <a:r>
              <a:rPr lang="zh-CN" altLang="en-US" b="1" u="sng" dirty="0">
                <a:solidFill>
                  <a:srgbClr val="FFFFFF"/>
                </a:solidFill>
                <a:ea typeface="楷体_GB2312" pitchFamily="49" charset="-122"/>
                <a:cs typeface="Times New Roman" panose="02020603050405020304" pitchFamily="18" charset="0"/>
              </a:rPr>
              <a:t>极化</a:t>
            </a:r>
            <a:r>
              <a:rPr lang="zh-CN" altLang="en-US" b="1" u="sng" dirty="0">
                <a:solidFill>
                  <a:srgbClr val="FFFFFF"/>
                </a:solidFill>
                <a:latin typeface="Times New Roman" panose="02020603050405020304" pitchFamily="18" charset="0"/>
                <a:ea typeface="楷体_GB2312" pitchFamily="49" charset="-122"/>
                <a:cs typeface="Times New Roman" panose="02020603050405020304" pitchFamily="18" charset="0"/>
              </a:rPr>
              <a:t>与垂直</a:t>
            </a:r>
            <a:r>
              <a:rPr lang="zh-CN" altLang="en-US" b="1" u="sng" dirty="0">
                <a:solidFill>
                  <a:srgbClr val="FFFFFF"/>
                </a:solidFill>
                <a:ea typeface="楷体_GB2312" pitchFamily="49" charset="-122"/>
                <a:cs typeface="Times New Roman" panose="02020603050405020304" pitchFamily="18" charset="0"/>
              </a:rPr>
              <a:t>极化的</a:t>
            </a:r>
            <a:r>
              <a:rPr lang="zh-CN" altLang="en-US" b="1" u="sng" dirty="0">
                <a:solidFill>
                  <a:srgbClr val="FFFFFF"/>
                </a:solidFill>
                <a:latin typeface="Times New Roman" panose="02020603050405020304" pitchFamily="18" charset="0"/>
                <a:ea typeface="楷体_GB2312" pitchFamily="49" charset="-122"/>
                <a:cs typeface="Times New Roman" panose="02020603050405020304" pitchFamily="18" charset="0"/>
              </a:rPr>
              <a:t>两个线极化波</a:t>
            </a:r>
            <a:r>
              <a:rPr lang="zh-CN" altLang="en-US" b="1" dirty="0">
                <a:solidFill>
                  <a:srgbClr val="FFFFFF"/>
                </a:solidFill>
                <a:latin typeface="Times New Roman" panose="02020603050405020304" pitchFamily="18" charset="0"/>
                <a:ea typeface="楷体_GB2312" pitchFamily="49" charset="-122"/>
                <a:cs typeface="Times New Roman" panose="02020603050405020304" pitchFamily="18" charset="0"/>
              </a:rPr>
              <a:t>，虽然两个线极化波的反射系数的大小此时都为</a:t>
            </a:r>
            <a:r>
              <a:rPr lang="en-US" altLang="zh-CN" b="1" dirty="0">
                <a:solidFill>
                  <a:srgbClr val="FFFFFF"/>
                </a:solidFill>
                <a:latin typeface="Times New Roman" panose="02020603050405020304" pitchFamily="18" charset="0"/>
                <a:ea typeface="楷体_GB2312" pitchFamily="49" charset="-122"/>
                <a:cs typeface="Times New Roman" panose="02020603050405020304" pitchFamily="18" charset="0"/>
              </a:rPr>
              <a:t>1</a:t>
            </a:r>
            <a:r>
              <a:rPr lang="zh-CN" altLang="en-US" b="1" dirty="0">
                <a:solidFill>
                  <a:srgbClr val="FFFFFF"/>
                </a:solidFill>
                <a:latin typeface="Times New Roman" panose="02020603050405020304" pitchFamily="18" charset="0"/>
                <a:ea typeface="楷体_GB2312" pitchFamily="49" charset="-122"/>
                <a:cs typeface="Times New Roman" panose="02020603050405020304" pitchFamily="18" charset="0"/>
              </a:rPr>
              <a:t>，</a:t>
            </a:r>
            <a:r>
              <a:rPr lang="zh-CN" altLang="en-US" b="1" u="sng" dirty="0">
                <a:solidFill>
                  <a:srgbClr val="FFFFFF"/>
                </a:solidFill>
                <a:latin typeface="Times New Roman" panose="02020603050405020304" pitchFamily="18" charset="0"/>
                <a:ea typeface="楷体_GB2312" pitchFamily="49" charset="-122"/>
                <a:cs typeface="Times New Roman" panose="02020603050405020304" pitchFamily="18" charset="0"/>
              </a:rPr>
              <a:t>但它们的相位差不等于</a:t>
            </a:r>
            <a:r>
              <a:rPr lang="en-US" altLang="zh-CN" b="1" u="sng" dirty="0">
                <a:solidFill>
                  <a:srgbClr val="FFFFFF"/>
                </a:solidFill>
                <a:latin typeface="Times New Roman" panose="02020603050405020304" pitchFamily="18" charset="0"/>
                <a:ea typeface="楷体_GB2312" pitchFamily="49" charset="-122"/>
                <a:cs typeface="Times New Roman" panose="02020603050405020304" pitchFamily="18" charset="0"/>
              </a:rPr>
              <a:t>±</a:t>
            </a:r>
            <a:r>
              <a:rPr lang="el-GR" altLang="zh-CN" b="1" u="sng" dirty="0">
                <a:solidFill>
                  <a:srgbClr val="FFFFFF"/>
                </a:solidFill>
                <a:latin typeface="Times New Roman" panose="02020603050405020304" pitchFamily="18" charset="0"/>
                <a:ea typeface="楷体_GB2312" pitchFamily="49" charset="-122"/>
                <a:cs typeface="Times New Roman" panose="02020603050405020304" pitchFamily="18" charset="0"/>
              </a:rPr>
              <a:t>π</a:t>
            </a:r>
            <a:r>
              <a:rPr lang="en-US" altLang="zh-CN" b="1" u="sng" dirty="0">
                <a:solidFill>
                  <a:srgbClr val="FFFFFF"/>
                </a:solidFill>
                <a:ea typeface="楷体_GB2312" pitchFamily="49" charset="-122"/>
                <a:cs typeface="Times New Roman" panose="02020603050405020304" pitchFamily="18" charset="0"/>
              </a:rPr>
              <a:t>/</a:t>
            </a:r>
            <a:r>
              <a:rPr lang="en-US" altLang="zh-CN" b="1" u="sng" dirty="0">
                <a:solidFill>
                  <a:srgbClr val="FFFFFF"/>
                </a:solidFill>
                <a:latin typeface="Times New Roman" panose="02020603050405020304" pitchFamily="18" charset="0"/>
                <a:ea typeface="楷体_GB2312" pitchFamily="49" charset="-122"/>
                <a:cs typeface="Times New Roman" panose="02020603050405020304" pitchFamily="18" charset="0"/>
              </a:rPr>
              <a:t> 2</a:t>
            </a:r>
            <a:r>
              <a:rPr lang="zh-CN" altLang="en-US" b="1" u="sng" dirty="0">
                <a:solidFill>
                  <a:srgbClr val="FFFFFF"/>
                </a:solidFill>
                <a:latin typeface="Times New Roman" panose="02020603050405020304" pitchFamily="18" charset="0"/>
                <a:ea typeface="楷体_GB2312" pitchFamily="49" charset="-122"/>
                <a:cs typeface="Times New Roman" panose="02020603050405020304" pitchFamily="18" charset="0"/>
              </a:rPr>
              <a:t>，因此反射波是椭圆极化波</a:t>
            </a:r>
            <a:r>
              <a:rPr lang="zh-CN" altLang="en-US" b="1" dirty="0">
                <a:solidFill>
                  <a:srgbClr val="FFFFFF"/>
                </a:solidFill>
                <a:latin typeface="Times New Roman" panose="02020603050405020304" pitchFamily="18" charset="0"/>
                <a:ea typeface="楷体_GB2312" pitchFamily="49" charset="-122"/>
                <a:cs typeface="Times New Roman" panose="02020603050405020304" pitchFamily="18" charset="0"/>
              </a:rPr>
              <a:t>。</a:t>
            </a:r>
          </a:p>
        </p:txBody>
      </p:sp>
      <p:sp>
        <p:nvSpPr>
          <p:cNvPr id="97285" name="Rectangle 5">
            <a:extLst>
              <a:ext uri="{FF2B5EF4-FFF2-40B4-BE49-F238E27FC236}">
                <a16:creationId xmlns:a16="http://schemas.microsoft.com/office/drawing/2014/main" id="{D18FC094-3D2E-A448-94DC-6F85553C6A79}"/>
              </a:ext>
            </a:extLst>
          </p:cNvPr>
          <p:cNvSpPr>
            <a:spLocks noChangeArrowheads="1"/>
          </p:cNvSpPr>
          <p:nvPr/>
        </p:nvSpPr>
        <p:spPr bwMode="auto">
          <a:xfrm>
            <a:off x="107950" y="2108200"/>
            <a:ext cx="30241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b="1">
                <a:solidFill>
                  <a:srgbClr val="E781E0"/>
                </a:solidFill>
                <a:ea typeface="幼圆" panose="02010509060101010101" pitchFamily="49" charset="-122"/>
              </a:rPr>
              <a:t>【</a:t>
            </a:r>
            <a:r>
              <a:rPr lang="zh-CN" altLang="en-US" b="1">
                <a:solidFill>
                  <a:srgbClr val="E781E0"/>
                </a:solidFill>
                <a:ea typeface="幼圆" panose="02010509060101010101" pitchFamily="49" charset="-122"/>
              </a:rPr>
              <a:t>解</a:t>
            </a:r>
            <a:r>
              <a:rPr lang="en-US" altLang="zh-CN" b="1">
                <a:solidFill>
                  <a:srgbClr val="E781E0"/>
                </a:solidFill>
                <a:ea typeface="楷体_GB2312" pitchFamily="49" charset="-122"/>
              </a:rPr>
              <a:t>】</a:t>
            </a:r>
            <a:r>
              <a:rPr lang="zh-CN" altLang="en-US" b="1">
                <a:solidFill>
                  <a:srgbClr val="FFFFFF"/>
                </a:solidFill>
                <a:ea typeface="楷体_GB2312" pitchFamily="49" charset="-122"/>
              </a:rPr>
              <a:t>临界角为</a:t>
            </a:r>
          </a:p>
        </p:txBody>
      </p:sp>
      <p:sp>
        <p:nvSpPr>
          <p:cNvPr id="97286" name="Rectangle 6">
            <a:extLst>
              <a:ext uri="{FF2B5EF4-FFF2-40B4-BE49-F238E27FC236}">
                <a16:creationId xmlns:a16="http://schemas.microsoft.com/office/drawing/2014/main" id="{DDF3486E-4606-1A15-C71E-0796231ECCBE}"/>
              </a:ext>
            </a:extLst>
          </p:cNvPr>
          <p:cNvSpPr>
            <a:spLocks noChangeArrowheads="1"/>
          </p:cNvSpPr>
          <p:nvPr/>
        </p:nvSpPr>
        <p:spPr bwMode="auto">
          <a:xfrm>
            <a:off x="109538" y="3763963"/>
            <a:ext cx="90344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b="1">
                <a:solidFill>
                  <a:srgbClr val="FFFFFF"/>
                </a:solidFill>
                <a:ea typeface="楷体_GB2312" pitchFamily="49" charset="-122"/>
              </a:rPr>
              <a:t>可见入射角</a:t>
            </a:r>
            <a:r>
              <a:rPr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θ</a:t>
            </a:r>
            <a:r>
              <a:rPr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i</a:t>
            </a:r>
            <a:r>
              <a:rPr kumimoji="1" lang="en-US" altLang="zh-CN">
                <a:solidFill>
                  <a:srgbClr val="FFFFFF"/>
                </a:solidFill>
                <a:ea typeface="楷体_GB2312" pitchFamily="49" charset="-122"/>
              </a:rPr>
              <a:t>=</a:t>
            </a:r>
            <a:r>
              <a:rPr lang="el-GR" altLang="zh-CN" b="1">
                <a:solidFill>
                  <a:srgbClr val="FFFFFF"/>
                </a:solidFill>
                <a:latin typeface="Times New Roman" panose="02020603050405020304" pitchFamily="18" charset="0"/>
                <a:ea typeface="楷体_GB2312" pitchFamily="49" charset="-122"/>
              </a:rPr>
              <a:t>π</a:t>
            </a:r>
            <a:r>
              <a:rPr lang="en-US" altLang="zh-CN" b="1">
                <a:solidFill>
                  <a:srgbClr val="FFFFFF"/>
                </a:solidFill>
                <a:ea typeface="楷体_GB2312" pitchFamily="49" charset="-122"/>
              </a:rPr>
              <a:t>/</a:t>
            </a:r>
            <a:r>
              <a:rPr lang="en-US" altLang="zh-CN" b="1">
                <a:solidFill>
                  <a:srgbClr val="FFFFFF"/>
                </a:solidFill>
                <a:latin typeface="Times New Roman" panose="02020603050405020304" pitchFamily="18" charset="0"/>
                <a:ea typeface="楷体_GB2312" pitchFamily="49" charset="-122"/>
              </a:rPr>
              <a:t> 3</a:t>
            </a:r>
            <a:r>
              <a:rPr lang="zh-CN" altLang="en-US" b="1">
                <a:solidFill>
                  <a:srgbClr val="FFFFFF"/>
                </a:solidFill>
                <a:ea typeface="楷体_GB2312" pitchFamily="49" charset="-122"/>
              </a:rPr>
              <a:t>大于临界角</a:t>
            </a:r>
            <a:r>
              <a:rPr lang="el-GR" altLang="zh-CN" b="1" i="1">
                <a:solidFill>
                  <a:srgbClr val="FFFFFF"/>
                </a:solidFill>
                <a:latin typeface="Times New Roman" panose="02020603050405020304" pitchFamily="18" charset="0"/>
                <a:ea typeface="楷体_GB2312" pitchFamily="49" charset="-122"/>
              </a:rPr>
              <a:t>θ</a:t>
            </a:r>
            <a:r>
              <a:rPr lang="en-US" altLang="zh-CN" b="1" baseline="-25000">
                <a:solidFill>
                  <a:srgbClr val="FFFFFF"/>
                </a:solidFill>
                <a:latin typeface="Times New Roman" panose="02020603050405020304" pitchFamily="18" charset="0"/>
                <a:ea typeface="楷体_GB2312" pitchFamily="49" charset="-122"/>
              </a:rPr>
              <a:t>c</a:t>
            </a:r>
            <a:r>
              <a:rPr kumimoji="1" lang="en-US" altLang="zh-CN">
                <a:solidFill>
                  <a:srgbClr val="FFFFFF"/>
                </a:solidFill>
                <a:ea typeface="楷体_GB2312" pitchFamily="49" charset="-122"/>
              </a:rPr>
              <a:t>=</a:t>
            </a:r>
            <a:r>
              <a:rPr lang="el-GR" altLang="zh-CN" b="1">
                <a:solidFill>
                  <a:srgbClr val="FFFFFF"/>
                </a:solidFill>
                <a:latin typeface="Times New Roman" panose="02020603050405020304" pitchFamily="18" charset="0"/>
                <a:ea typeface="楷体_GB2312" pitchFamily="49" charset="-122"/>
              </a:rPr>
              <a:t>π</a:t>
            </a:r>
            <a:r>
              <a:rPr lang="en-US" altLang="zh-CN" b="1">
                <a:solidFill>
                  <a:srgbClr val="FFFFFF"/>
                </a:solidFill>
                <a:ea typeface="楷体_GB2312" pitchFamily="49" charset="-122"/>
              </a:rPr>
              <a:t>/</a:t>
            </a:r>
            <a:r>
              <a:rPr lang="en-US" altLang="zh-CN" b="1">
                <a:solidFill>
                  <a:srgbClr val="FFFFFF"/>
                </a:solidFill>
                <a:latin typeface="Times New Roman" panose="02020603050405020304" pitchFamily="18" charset="0"/>
                <a:ea typeface="楷体_GB2312" pitchFamily="49" charset="-122"/>
              </a:rPr>
              <a:t> 6 </a:t>
            </a:r>
            <a:r>
              <a:rPr lang="zh-CN" altLang="en-US" b="1">
                <a:solidFill>
                  <a:srgbClr val="FFFFFF"/>
                </a:solidFill>
                <a:ea typeface="楷体_GB2312" pitchFamily="49" charset="-122"/>
              </a:rPr>
              <a:t>，此时发生全反射。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97282"/>
                                        </p:tgtEl>
                                        <p:attrNameLst>
                                          <p:attrName>style.visibility</p:attrName>
                                        </p:attrNameLst>
                                      </p:cBhvr>
                                      <p:to>
                                        <p:strVal val="visible"/>
                                      </p:to>
                                    </p:set>
                                    <p:animEffect transition="in" filter="wipe(up)">
                                      <p:cBhvr>
                                        <p:cTn id="7" dur="3000"/>
                                        <p:tgtEl>
                                          <p:spTgt spid="9728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7285"/>
                                        </p:tgtEl>
                                        <p:attrNameLst>
                                          <p:attrName>style.visibility</p:attrName>
                                        </p:attrNameLst>
                                      </p:cBhvr>
                                      <p:to>
                                        <p:strVal val="visible"/>
                                      </p:to>
                                    </p:set>
                                    <p:animEffect transition="in" filter="wipe(left)">
                                      <p:cBhvr>
                                        <p:cTn id="12" dur="3000"/>
                                        <p:tgtEl>
                                          <p:spTgt spid="97285"/>
                                        </p:tgtEl>
                                      </p:cBhvr>
                                    </p:animEffect>
                                  </p:childTnLst>
                                </p:cTn>
                              </p:par>
                            </p:childTnLst>
                          </p:cTn>
                        </p:par>
                        <p:par>
                          <p:cTn id="13" fill="hold" nodeType="afterGroup">
                            <p:stCondLst>
                              <p:cond delay="3000"/>
                            </p:stCondLst>
                            <p:childTnLst>
                              <p:par>
                                <p:cTn id="14" presetID="22" presetClass="entr" presetSubtype="8" fill="hold" nodeType="afterEffect">
                                  <p:stCondLst>
                                    <p:cond delay="0"/>
                                  </p:stCondLst>
                                  <p:childTnLst>
                                    <p:set>
                                      <p:cBhvr>
                                        <p:cTn id="15" dur="1" fill="hold">
                                          <p:stCondLst>
                                            <p:cond delay="0"/>
                                          </p:stCondLst>
                                        </p:cTn>
                                        <p:tgtEl>
                                          <p:spTgt spid="97283"/>
                                        </p:tgtEl>
                                        <p:attrNameLst>
                                          <p:attrName>style.visibility</p:attrName>
                                        </p:attrNameLst>
                                      </p:cBhvr>
                                      <p:to>
                                        <p:strVal val="visible"/>
                                      </p:to>
                                    </p:set>
                                    <p:animEffect transition="in" filter="wipe(left)">
                                      <p:cBhvr>
                                        <p:cTn id="16" dur="3000"/>
                                        <p:tgtEl>
                                          <p:spTgt spid="9728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97286"/>
                                        </p:tgtEl>
                                        <p:attrNameLst>
                                          <p:attrName>style.visibility</p:attrName>
                                        </p:attrNameLst>
                                      </p:cBhvr>
                                      <p:to>
                                        <p:strVal val="visible"/>
                                      </p:to>
                                    </p:set>
                                    <p:animEffect transition="in" filter="wipe(left)">
                                      <p:cBhvr>
                                        <p:cTn id="21" dur="3000"/>
                                        <p:tgtEl>
                                          <p:spTgt spid="9728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7284"/>
                                        </p:tgtEl>
                                        <p:attrNameLst>
                                          <p:attrName>style.visibility</p:attrName>
                                        </p:attrNameLst>
                                      </p:cBhvr>
                                      <p:to>
                                        <p:strVal val="visible"/>
                                      </p:to>
                                    </p:set>
                                    <p:animEffect transition="in" filter="wipe(up)">
                                      <p:cBhvr>
                                        <p:cTn id="26" dur="3000"/>
                                        <p:tgtEl>
                                          <p:spTgt spid="972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282" grpId="0"/>
      <p:bldP spid="97284" grpId="0"/>
      <p:bldP spid="97285" grpId="0"/>
      <p:bldP spid="9728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2">
            <a:extLst>
              <a:ext uri="{FF2B5EF4-FFF2-40B4-BE49-F238E27FC236}">
                <a16:creationId xmlns:a16="http://schemas.microsoft.com/office/drawing/2014/main" id="{EA70F470-FFCB-0CB1-0F39-8B08CECCA6EB}"/>
              </a:ext>
            </a:extLst>
          </p:cNvPr>
          <p:cNvSpPr txBox="1">
            <a:spLocks noChangeArrowheads="1"/>
          </p:cNvSpPr>
          <p:nvPr/>
        </p:nvSpPr>
        <p:spPr bwMode="auto">
          <a:xfrm>
            <a:off x="107950" y="333375"/>
            <a:ext cx="8915400" cy="1625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20000"/>
              </a:spcBef>
            </a:pPr>
            <a:r>
              <a:rPr kumimoji="1" lang="en-US" altLang="zh-CN" sz="2000" b="1">
                <a:solidFill>
                  <a:srgbClr val="E781E0"/>
                </a:solidFill>
                <a:latin typeface="幼圆" panose="02010509060101010101" pitchFamily="49" charset="-122"/>
                <a:ea typeface="幼圆" panose="02010509060101010101" pitchFamily="49" charset="-122"/>
              </a:rPr>
              <a:t>【</a:t>
            </a:r>
            <a:r>
              <a:rPr kumimoji="1" lang="zh-CN" altLang="en-US" b="1">
                <a:solidFill>
                  <a:srgbClr val="E781E0"/>
                </a:solidFill>
                <a:latin typeface="Times New Roman" panose="02020603050405020304" pitchFamily="18" charset="0"/>
                <a:ea typeface="幼圆" panose="02010509060101010101" pitchFamily="49" charset="-122"/>
              </a:rPr>
              <a:t>例</a:t>
            </a:r>
            <a:r>
              <a:rPr kumimoji="1" lang="en-US" altLang="zh-CN" b="1">
                <a:solidFill>
                  <a:srgbClr val="E781E0"/>
                </a:solidFill>
                <a:latin typeface="Times New Roman" panose="02020603050405020304" pitchFamily="18" charset="0"/>
                <a:ea typeface="幼圆" panose="02010509060101010101" pitchFamily="49" charset="-122"/>
              </a:rPr>
              <a:t>6.3.2】</a:t>
            </a:r>
            <a:r>
              <a:rPr kumimoji="1" lang="en-US" altLang="zh-CN" b="1">
                <a:solidFill>
                  <a:srgbClr val="FFFFFF"/>
                </a:solidFill>
                <a:latin typeface="Times New Roman" panose="02020603050405020304" pitchFamily="18" charset="0"/>
                <a:ea typeface="幼圆" panose="02010509060101010101" pitchFamily="49" charset="-122"/>
              </a:rPr>
              <a:t> </a:t>
            </a:r>
            <a:r>
              <a:rPr kumimoji="1" lang="zh-CN" altLang="en-US" b="1">
                <a:solidFill>
                  <a:srgbClr val="FFFFFF"/>
                </a:solidFill>
                <a:latin typeface="Times New Roman" panose="02020603050405020304" pitchFamily="18" charset="0"/>
                <a:ea typeface="楷体_GB2312" pitchFamily="49" charset="-122"/>
              </a:rPr>
              <a:t>光纤的剖面示意图中，如果要求光波从空气进入光纤芯线后，在芯线和包层的分界面上发生全反射，从一端传至另一端，确定入射角的最大值。</a:t>
            </a:r>
          </a:p>
        </p:txBody>
      </p:sp>
      <p:sp>
        <p:nvSpPr>
          <p:cNvPr id="98328" name="Text Box 24">
            <a:extLst>
              <a:ext uri="{FF2B5EF4-FFF2-40B4-BE49-F238E27FC236}">
                <a16:creationId xmlns:a16="http://schemas.microsoft.com/office/drawing/2014/main" id="{9E48FBCA-AA9C-BCE2-16A5-3C14424A8773}"/>
              </a:ext>
            </a:extLst>
          </p:cNvPr>
          <p:cNvSpPr txBox="1">
            <a:spLocks noChangeArrowheads="1"/>
          </p:cNvSpPr>
          <p:nvPr/>
        </p:nvSpPr>
        <p:spPr bwMode="auto">
          <a:xfrm>
            <a:off x="142875" y="1916113"/>
            <a:ext cx="8802688" cy="566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en-US" altLang="zh-CN" b="1">
                <a:solidFill>
                  <a:srgbClr val="E781E0"/>
                </a:solidFill>
                <a:ea typeface="楷体_GB2312" pitchFamily="49" charset="-122"/>
              </a:rPr>
              <a:t>【</a:t>
            </a:r>
            <a:r>
              <a:rPr kumimoji="1" lang="zh-CN" altLang="en-US" b="1">
                <a:solidFill>
                  <a:srgbClr val="E781E0"/>
                </a:solidFill>
                <a:ea typeface="幼圆" panose="02010509060101010101" pitchFamily="49" charset="-122"/>
              </a:rPr>
              <a:t>解</a:t>
            </a:r>
            <a:r>
              <a:rPr kumimoji="1" lang="en-US" altLang="zh-CN" b="1">
                <a:solidFill>
                  <a:srgbClr val="E781E0"/>
                </a:solidFill>
                <a:ea typeface="楷体_GB2312" pitchFamily="49" charset="-122"/>
              </a:rPr>
              <a:t>】</a:t>
            </a:r>
            <a:r>
              <a:rPr kumimoji="1" lang="zh-CN" altLang="en-US" b="1">
                <a:solidFill>
                  <a:srgbClr val="FFFFFF"/>
                </a:solidFill>
                <a:ea typeface="楷体_GB2312" pitchFamily="49" charset="-122"/>
              </a:rPr>
              <a:t>在芯线和包层的分界面上发生全反射的条件为</a:t>
            </a:r>
            <a:endParaRPr kumimoji="1" lang="zh-CN" altLang="en-US" b="1">
              <a:solidFill>
                <a:srgbClr val="FFFFFF"/>
              </a:solidFill>
              <a:latin typeface="Times New Roman" panose="02020603050405020304" pitchFamily="18" charset="0"/>
              <a:ea typeface="楷体_GB2312" pitchFamily="49" charset="-122"/>
            </a:endParaRPr>
          </a:p>
        </p:txBody>
      </p:sp>
      <p:graphicFrame>
        <p:nvGraphicFramePr>
          <p:cNvPr id="98329" name="Object 25">
            <a:extLst>
              <a:ext uri="{FF2B5EF4-FFF2-40B4-BE49-F238E27FC236}">
                <a16:creationId xmlns:a16="http://schemas.microsoft.com/office/drawing/2014/main" id="{24E5D452-851E-92D8-DCE0-9C405EC13448}"/>
              </a:ext>
            </a:extLst>
          </p:cNvPr>
          <p:cNvGraphicFramePr>
            <a:graphicFrameLocks noChangeAspect="1"/>
          </p:cNvGraphicFramePr>
          <p:nvPr>
            <p:extLst>
              <p:ext uri="{D42A27DB-BD31-4B8C-83A1-F6EECF244321}">
                <p14:modId xmlns:p14="http://schemas.microsoft.com/office/powerpoint/2010/main" val="4104785994"/>
              </p:ext>
            </p:extLst>
          </p:nvPr>
        </p:nvGraphicFramePr>
        <p:xfrm>
          <a:off x="1019175" y="4030663"/>
          <a:ext cx="7405688" cy="584200"/>
        </p:xfrm>
        <a:graphic>
          <a:graphicData uri="http://schemas.openxmlformats.org/presentationml/2006/ole">
            <mc:AlternateContent xmlns:mc="http://schemas.openxmlformats.org/markup-compatibility/2006">
              <mc:Choice xmlns:v="urn:schemas-microsoft-com:vml" Requires="v">
                <p:oleObj name="Equation" r:id="rId3" imgW="3682983" imgH="266839" progId="Equation.DSMT4">
                  <p:embed/>
                </p:oleObj>
              </mc:Choice>
              <mc:Fallback>
                <p:oleObj name="Equation" r:id="rId3" imgW="3682983" imgH="266839" progId="Equation.DSMT4">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175" y="4030663"/>
                        <a:ext cx="7405688"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98330" name="Group 26">
            <a:extLst>
              <a:ext uri="{FF2B5EF4-FFF2-40B4-BE49-F238E27FC236}">
                <a16:creationId xmlns:a16="http://schemas.microsoft.com/office/drawing/2014/main" id="{FAE13342-AB8B-129C-BADE-8314307A3FFF}"/>
              </a:ext>
            </a:extLst>
          </p:cNvPr>
          <p:cNvGrpSpPr>
            <a:grpSpLocks/>
          </p:cNvGrpSpPr>
          <p:nvPr/>
        </p:nvGrpSpPr>
        <p:grpSpPr bwMode="auto">
          <a:xfrm>
            <a:off x="5619750" y="2565400"/>
            <a:ext cx="3273425" cy="503238"/>
            <a:chOff x="3470" y="1645"/>
            <a:chExt cx="2041" cy="288"/>
          </a:xfrm>
        </p:grpSpPr>
        <p:graphicFrame>
          <p:nvGraphicFramePr>
            <p:cNvPr id="110613" name="Object 27">
              <a:extLst>
                <a:ext uri="{FF2B5EF4-FFF2-40B4-BE49-F238E27FC236}">
                  <a16:creationId xmlns:a16="http://schemas.microsoft.com/office/drawing/2014/main" id="{4B3C5C3A-D439-19A5-6392-06A98B88DDE8}"/>
                </a:ext>
              </a:extLst>
            </p:cNvPr>
            <p:cNvGraphicFramePr>
              <a:graphicFrameLocks noChangeAspect="1"/>
            </p:cNvGraphicFramePr>
            <p:nvPr>
              <p:extLst>
                <p:ext uri="{D42A27DB-BD31-4B8C-83A1-F6EECF244321}">
                  <p14:modId xmlns:p14="http://schemas.microsoft.com/office/powerpoint/2010/main" val="1722921656"/>
                </p:ext>
              </p:extLst>
            </p:nvPr>
          </p:nvGraphicFramePr>
          <p:xfrm>
            <a:off x="3850" y="1645"/>
            <a:ext cx="1661" cy="288"/>
          </p:xfrm>
          <a:graphic>
            <a:graphicData uri="http://schemas.openxmlformats.org/presentationml/2006/ole">
              <mc:AlternateContent xmlns:mc="http://schemas.openxmlformats.org/markup-compatibility/2006">
                <mc:Choice xmlns:v="urn:schemas-microsoft-com:vml" Requires="v">
                  <p:oleObj name="Equation" r:id="rId5" imgW="1295348" imgH="203246" progId="Equation.DSMT4">
                    <p:embed/>
                  </p:oleObj>
                </mc:Choice>
                <mc:Fallback>
                  <p:oleObj name="Equation" r:id="rId5" imgW="1295348" imgH="203246" progId="Equation.DSMT4">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0" y="1645"/>
                          <a:ext cx="1661"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4" name="AutoShape 28">
              <a:extLst>
                <a:ext uri="{FF2B5EF4-FFF2-40B4-BE49-F238E27FC236}">
                  <a16:creationId xmlns:a16="http://schemas.microsoft.com/office/drawing/2014/main" id="{175CA4EB-D4E0-1D90-AEC4-D697596A72C0}"/>
                </a:ext>
              </a:extLst>
            </p:cNvPr>
            <p:cNvSpPr>
              <a:spLocks noChangeArrowheads="1"/>
            </p:cNvSpPr>
            <p:nvPr/>
          </p:nvSpPr>
          <p:spPr bwMode="auto">
            <a:xfrm>
              <a:off x="3470" y="1706"/>
              <a:ext cx="362" cy="151"/>
            </a:xfrm>
            <a:prstGeom prst="rightArrow">
              <a:avLst>
                <a:gd name="adj1" fmla="val 50000"/>
                <a:gd name="adj2" fmla="val 59934"/>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8333" name="Group 29">
            <a:extLst>
              <a:ext uri="{FF2B5EF4-FFF2-40B4-BE49-F238E27FC236}">
                <a16:creationId xmlns:a16="http://schemas.microsoft.com/office/drawing/2014/main" id="{EE0E96BF-7E6F-AD63-1746-48E1F87EAF26}"/>
              </a:ext>
            </a:extLst>
          </p:cNvPr>
          <p:cNvGrpSpPr>
            <a:grpSpLocks/>
          </p:cNvGrpSpPr>
          <p:nvPr/>
        </p:nvGrpSpPr>
        <p:grpSpPr bwMode="auto">
          <a:xfrm>
            <a:off x="2344738" y="3146425"/>
            <a:ext cx="3930650" cy="787400"/>
            <a:chOff x="1338" y="1982"/>
            <a:chExt cx="2476" cy="496"/>
          </a:xfrm>
        </p:grpSpPr>
        <p:graphicFrame>
          <p:nvGraphicFramePr>
            <p:cNvPr id="110611" name="Object 30">
              <a:extLst>
                <a:ext uri="{FF2B5EF4-FFF2-40B4-BE49-F238E27FC236}">
                  <a16:creationId xmlns:a16="http://schemas.microsoft.com/office/drawing/2014/main" id="{07C922C8-AFA5-2431-27AA-ACF383A3DC84}"/>
                </a:ext>
              </a:extLst>
            </p:cNvPr>
            <p:cNvGraphicFramePr>
              <a:graphicFrameLocks noChangeAspect="1"/>
            </p:cNvGraphicFramePr>
            <p:nvPr>
              <p:extLst>
                <p:ext uri="{D42A27DB-BD31-4B8C-83A1-F6EECF244321}">
                  <p14:modId xmlns:p14="http://schemas.microsoft.com/office/powerpoint/2010/main" val="3629375740"/>
                </p:ext>
              </p:extLst>
            </p:nvPr>
          </p:nvGraphicFramePr>
          <p:xfrm>
            <a:off x="1738" y="1982"/>
            <a:ext cx="2076" cy="496"/>
          </p:xfrm>
          <a:graphic>
            <a:graphicData uri="http://schemas.openxmlformats.org/presentationml/2006/ole">
              <mc:AlternateContent xmlns:mc="http://schemas.openxmlformats.org/markup-compatibility/2006">
                <mc:Choice xmlns:v="urn:schemas-microsoft-com:vml" Requires="v">
                  <p:oleObj name="Equation" r:id="rId7" imgW="1625739" imgH="368254" progId="Equation.DSMT4">
                    <p:embed/>
                  </p:oleObj>
                </mc:Choice>
                <mc:Fallback>
                  <p:oleObj name="Equation" r:id="rId7" imgW="1625739" imgH="368254" progId="Equation.DSMT4">
                    <p:embed/>
                    <p:pic>
                      <p:nvPicPr>
                        <p:cNvPr id="0" name="Object 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8" y="1982"/>
                          <a:ext cx="2076"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2" name="AutoShape 31">
              <a:extLst>
                <a:ext uri="{FF2B5EF4-FFF2-40B4-BE49-F238E27FC236}">
                  <a16:creationId xmlns:a16="http://schemas.microsoft.com/office/drawing/2014/main" id="{4688A77A-5044-D4FD-605E-C32D96C69AC2}"/>
                </a:ext>
              </a:extLst>
            </p:cNvPr>
            <p:cNvSpPr>
              <a:spLocks noChangeArrowheads="1"/>
            </p:cNvSpPr>
            <p:nvPr/>
          </p:nvSpPr>
          <p:spPr bwMode="auto">
            <a:xfrm>
              <a:off x="1338" y="2160"/>
              <a:ext cx="318" cy="136"/>
            </a:xfrm>
            <a:prstGeom prst="rightArrow">
              <a:avLst>
                <a:gd name="adj1" fmla="val 50000"/>
                <a:gd name="adj2" fmla="val 5845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8336" name="Group 32">
            <a:extLst>
              <a:ext uri="{FF2B5EF4-FFF2-40B4-BE49-F238E27FC236}">
                <a16:creationId xmlns:a16="http://schemas.microsoft.com/office/drawing/2014/main" id="{AD770F5B-486F-EA03-2517-B40264EF49D9}"/>
              </a:ext>
            </a:extLst>
          </p:cNvPr>
          <p:cNvGrpSpPr>
            <a:grpSpLocks/>
          </p:cNvGrpSpPr>
          <p:nvPr/>
        </p:nvGrpSpPr>
        <p:grpSpPr bwMode="auto">
          <a:xfrm>
            <a:off x="6281738" y="3141663"/>
            <a:ext cx="2862262" cy="863600"/>
            <a:chOff x="3833" y="1979"/>
            <a:chExt cx="1803" cy="544"/>
          </a:xfrm>
        </p:grpSpPr>
        <p:graphicFrame>
          <p:nvGraphicFramePr>
            <p:cNvPr id="110609" name="Object 33">
              <a:extLst>
                <a:ext uri="{FF2B5EF4-FFF2-40B4-BE49-F238E27FC236}">
                  <a16:creationId xmlns:a16="http://schemas.microsoft.com/office/drawing/2014/main" id="{7D1DA347-BA1D-3948-44E8-123B99E86554}"/>
                </a:ext>
              </a:extLst>
            </p:cNvPr>
            <p:cNvGraphicFramePr>
              <a:graphicFrameLocks noChangeAspect="1"/>
            </p:cNvGraphicFramePr>
            <p:nvPr>
              <p:extLst>
                <p:ext uri="{D42A27DB-BD31-4B8C-83A1-F6EECF244321}">
                  <p14:modId xmlns:p14="http://schemas.microsoft.com/office/powerpoint/2010/main" val="2050465337"/>
                </p:ext>
              </p:extLst>
            </p:nvPr>
          </p:nvGraphicFramePr>
          <p:xfrm>
            <a:off x="4150" y="1979"/>
            <a:ext cx="1486" cy="544"/>
          </p:xfrm>
          <a:graphic>
            <a:graphicData uri="http://schemas.openxmlformats.org/presentationml/2006/ole">
              <mc:AlternateContent xmlns:mc="http://schemas.openxmlformats.org/markup-compatibility/2006">
                <mc:Choice xmlns:v="urn:schemas-microsoft-com:vml" Requires="v">
                  <p:oleObj name="Equation" r:id="rId9" imgW="1155535" imgH="406492" progId="Equation.DSMT4">
                    <p:embed/>
                  </p:oleObj>
                </mc:Choice>
                <mc:Fallback>
                  <p:oleObj name="Equation" r:id="rId9" imgW="1155535" imgH="406492" progId="Equation.DSMT4">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150" y="1979"/>
                          <a:ext cx="1486" cy="5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10" name="AutoShape 34">
              <a:extLst>
                <a:ext uri="{FF2B5EF4-FFF2-40B4-BE49-F238E27FC236}">
                  <a16:creationId xmlns:a16="http://schemas.microsoft.com/office/drawing/2014/main" id="{3711A26B-9795-7BA1-7ABC-7698E70CDFCF}"/>
                </a:ext>
              </a:extLst>
            </p:cNvPr>
            <p:cNvSpPr>
              <a:spLocks noChangeArrowheads="1"/>
            </p:cNvSpPr>
            <p:nvPr/>
          </p:nvSpPr>
          <p:spPr bwMode="auto">
            <a:xfrm>
              <a:off x="3833" y="2178"/>
              <a:ext cx="318" cy="136"/>
            </a:xfrm>
            <a:prstGeom prst="rightArrow">
              <a:avLst>
                <a:gd name="adj1" fmla="val 50000"/>
                <a:gd name="adj2" fmla="val 58456"/>
              </a:avLst>
            </a:prstGeom>
            <a:solidFill>
              <a:srgbClr val="FFCC99"/>
            </a:solidFill>
            <a:ln w="25400">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grpSp>
        <p:nvGrpSpPr>
          <p:cNvPr id="98339" name="Group 35">
            <a:extLst>
              <a:ext uri="{FF2B5EF4-FFF2-40B4-BE49-F238E27FC236}">
                <a16:creationId xmlns:a16="http://schemas.microsoft.com/office/drawing/2014/main" id="{49104B79-263C-6B28-DF83-E2CB4E4CC1ED}"/>
              </a:ext>
            </a:extLst>
          </p:cNvPr>
          <p:cNvGrpSpPr>
            <a:grpSpLocks/>
          </p:cNvGrpSpPr>
          <p:nvPr/>
        </p:nvGrpSpPr>
        <p:grpSpPr bwMode="auto">
          <a:xfrm>
            <a:off x="106363" y="3167063"/>
            <a:ext cx="2089150" cy="787400"/>
            <a:chOff x="45" y="1995"/>
            <a:chExt cx="1316" cy="496"/>
          </a:xfrm>
        </p:grpSpPr>
        <p:graphicFrame>
          <p:nvGraphicFramePr>
            <p:cNvPr id="110607" name="Object 36">
              <a:extLst>
                <a:ext uri="{FF2B5EF4-FFF2-40B4-BE49-F238E27FC236}">
                  <a16:creationId xmlns:a16="http://schemas.microsoft.com/office/drawing/2014/main" id="{F7F5871F-AB18-6931-7683-A54118E30D59}"/>
                </a:ext>
              </a:extLst>
            </p:cNvPr>
            <p:cNvGraphicFramePr>
              <a:graphicFrameLocks noChangeAspect="1"/>
            </p:cNvGraphicFramePr>
            <p:nvPr>
              <p:extLst>
                <p:ext uri="{D42A27DB-BD31-4B8C-83A1-F6EECF244321}">
                  <p14:modId xmlns:p14="http://schemas.microsoft.com/office/powerpoint/2010/main" val="1759646978"/>
                </p:ext>
              </p:extLst>
            </p:nvPr>
          </p:nvGraphicFramePr>
          <p:xfrm>
            <a:off x="515" y="1995"/>
            <a:ext cx="846" cy="496"/>
          </p:xfrm>
          <a:graphic>
            <a:graphicData uri="http://schemas.openxmlformats.org/presentationml/2006/ole">
              <mc:AlternateContent xmlns:mc="http://schemas.openxmlformats.org/markup-compatibility/2006">
                <mc:Choice xmlns:v="urn:schemas-microsoft-com:vml" Requires="v">
                  <p:oleObj name="Equation" r:id="rId11" imgW="647882" imgH="368254" progId="Equation.DSMT4">
                    <p:embed/>
                  </p:oleObj>
                </mc:Choice>
                <mc:Fallback>
                  <p:oleObj name="Equation" r:id="rId11" imgW="647882" imgH="368254"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5" y="1995"/>
                          <a:ext cx="846"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8" name="Text Box 37">
              <a:extLst>
                <a:ext uri="{FF2B5EF4-FFF2-40B4-BE49-F238E27FC236}">
                  <a16:creationId xmlns:a16="http://schemas.microsoft.com/office/drawing/2014/main" id="{D5C1D2DF-36F7-C9EB-F953-1CB6A82B257E}"/>
                </a:ext>
              </a:extLst>
            </p:cNvPr>
            <p:cNvSpPr txBox="1">
              <a:spLocks noChangeArrowheads="1"/>
            </p:cNvSpPr>
            <p:nvPr/>
          </p:nvSpPr>
          <p:spPr bwMode="auto">
            <a:xfrm>
              <a:off x="45" y="2024"/>
              <a:ext cx="106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b="1">
                  <a:solidFill>
                    <a:srgbClr val="FFFFFF"/>
                  </a:solidFill>
                  <a:latin typeface="Times New Roman" panose="02020603050405020304" pitchFamily="18" charset="0"/>
                  <a:ea typeface="楷体_GB2312" pitchFamily="49" charset="-122"/>
                </a:rPr>
                <a:t>由于</a:t>
              </a:r>
            </a:p>
          </p:txBody>
        </p:sp>
      </p:grpSp>
      <p:sp>
        <p:nvSpPr>
          <p:cNvPr id="98342" name="Text Box 38">
            <a:extLst>
              <a:ext uri="{FF2B5EF4-FFF2-40B4-BE49-F238E27FC236}">
                <a16:creationId xmlns:a16="http://schemas.microsoft.com/office/drawing/2014/main" id="{3F4B45CD-5A25-6AF9-D1C6-B030DCFA78ED}"/>
              </a:ext>
            </a:extLst>
          </p:cNvPr>
          <p:cNvSpPr txBox="1">
            <a:spLocks noChangeArrowheads="1"/>
          </p:cNvSpPr>
          <p:nvPr/>
        </p:nvSpPr>
        <p:spPr bwMode="auto">
          <a:xfrm>
            <a:off x="106363" y="4086225"/>
            <a:ext cx="2233612"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b="1">
                <a:solidFill>
                  <a:srgbClr val="FFFFFF"/>
                </a:solidFill>
                <a:latin typeface="Times New Roman" panose="02020603050405020304" pitchFamily="18" charset="0"/>
                <a:ea typeface="楷体_GB2312" pitchFamily="49" charset="-122"/>
              </a:rPr>
              <a:t>所以</a:t>
            </a:r>
          </a:p>
        </p:txBody>
      </p:sp>
      <p:grpSp>
        <p:nvGrpSpPr>
          <p:cNvPr id="98343" name="Group 39">
            <a:extLst>
              <a:ext uri="{FF2B5EF4-FFF2-40B4-BE49-F238E27FC236}">
                <a16:creationId xmlns:a16="http://schemas.microsoft.com/office/drawing/2014/main" id="{F4CE12BC-4188-B933-7211-8609C6C9C2C2}"/>
              </a:ext>
            </a:extLst>
          </p:cNvPr>
          <p:cNvGrpSpPr>
            <a:grpSpLocks/>
          </p:cNvGrpSpPr>
          <p:nvPr/>
        </p:nvGrpSpPr>
        <p:grpSpPr bwMode="auto">
          <a:xfrm>
            <a:off x="142875" y="4860925"/>
            <a:ext cx="3730625" cy="584200"/>
            <a:chOff x="68" y="3062"/>
            <a:chExt cx="2350" cy="368"/>
          </a:xfrm>
        </p:grpSpPr>
        <p:graphicFrame>
          <p:nvGraphicFramePr>
            <p:cNvPr id="110605" name="Object 40">
              <a:extLst>
                <a:ext uri="{FF2B5EF4-FFF2-40B4-BE49-F238E27FC236}">
                  <a16:creationId xmlns:a16="http://schemas.microsoft.com/office/drawing/2014/main" id="{EF5A0FF9-9058-C73A-F1C0-0A272E915F35}"/>
                </a:ext>
              </a:extLst>
            </p:cNvPr>
            <p:cNvGraphicFramePr>
              <a:graphicFrameLocks noChangeAspect="1"/>
            </p:cNvGraphicFramePr>
            <p:nvPr>
              <p:extLst>
                <p:ext uri="{D42A27DB-BD31-4B8C-83A1-F6EECF244321}">
                  <p14:modId xmlns:p14="http://schemas.microsoft.com/office/powerpoint/2010/main" val="2248761987"/>
                </p:ext>
              </p:extLst>
            </p:nvPr>
          </p:nvGraphicFramePr>
          <p:xfrm>
            <a:off x="582" y="3062"/>
            <a:ext cx="1836" cy="368"/>
          </p:xfrm>
          <a:graphic>
            <a:graphicData uri="http://schemas.openxmlformats.org/presentationml/2006/ole">
              <mc:AlternateContent xmlns:mc="http://schemas.openxmlformats.org/markup-compatibility/2006">
                <mc:Choice xmlns:v="urn:schemas-microsoft-com:vml" Requires="v">
                  <p:oleObj name="Equation" r:id="rId13" imgW="1435161" imgH="266839" progId="Equation.DSMT4">
                    <p:embed/>
                  </p:oleObj>
                </mc:Choice>
                <mc:Fallback>
                  <p:oleObj name="Equation" r:id="rId13" imgW="1435161" imgH="266839" progId="Equation.DSMT4">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2" y="3062"/>
                          <a:ext cx="1836"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0606" name="Text Box 41">
              <a:extLst>
                <a:ext uri="{FF2B5EF4-FFF2-40B4-BE49-F238E27FC236}">
                  <a16:creationId xmlns:a16="http://schemas.microsoft.com/office/drawing/2014/main" id="{1B94DAB5-D2D4-DD57-0579-F1416D0C34B8}"/>
                </a:ext>
              </a:extLst>
            </p:cNvPr>
            <p:cNvSpPr txBox="1">
              <a:spLocks noChangeArrowheads="1"/>
            </p:cNvSpPr>
            <p:nvPr/>
          </p:nvSpPr>
          <p:spPr bwMode="auto">
            <a:xfrm>
              <a:off x="68" y="3067"/>
              <a:ext cx="1066"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pPr>
              <a:r>
                <a:rPr kumimoji="1" lang="zh-CN" altLang="en-US" b="1">
                  <a:solidFill>
                    <a:srgbClr val="FFFFFF"/>
                  </a:solidFill>
                  <a:latin typeface="Times New Roman" panose="02020603050405020304" pitchFamily="18" charset="0"/>
                  <a:ea typeface="楷体_GB2312" pitchFamily="49" charset="-122"/>
                </a:rPr>
                <a:t>故</a:t>
              </a:r>
            </a:p>
          </p:txBody>
        </p:sp>
      </p:grpSp>
      <p:graphicFrame>
        <p:nvGraphicFramePr>
          <p:cNvPr id="98346" name="Object 42">
            <a:extLst>
              <a:ext uri="{FF2B5EF4-FFF2-40B4-BE49-F238E27FC236}">
                <a16:creationId xmlns:a16="http://schemas.microsoft.com/office/drawing/2014/main" id="{110FA17D-3857-5071-9166-751AB3349A34}"/>
              </a:ext>
            </a:extLst>
          </p:cNvPr>
          <p:cNvGraphicFramePr>
            <a:graphicFrameLocks noChangeAspect="1"/>
          </p:cNvGraphicFramePr>
          <p:nvPr>
            <p:extLst>
              <p:ext uri="{D42A27DB-BD31-4B8C-83A1-F6EECF244321}">
                <p14:modId xmlns:p14="http://schemas.microsoft.com/office/powerpoint/2010/main" val="3409562088"/>
              </p:ext>
            </p:extLst>
          </p:nvPr>
        </p:nvGraphicFramePr>
        <p:xfrm>
          <a:off x="568325" y="2524125"/>
          <a:ext cx="4867275" cy="587375"/>
        </p:xfrm>
        <a:graphic>
          <a:graphicData uri="http://schemas.openxmlformats.org/presentationml/2006/ole">
            <mc:AlternateContent xmlns:mc="http://schemas.openxmlformats.org/markup-compatibility/2006">
              <mc:Choice xmlns:v="urn:schemas-microsoft-com:vml" Requires="v">
                <p:oleObj name="Equation" r:id="rId15" imgW="2387635" imgH="241485" progId="Equation.DSMT4">
                  <p:embed/>
                </p:oleObj>
              </mc:Choice>
              <mc:Fallback>
                <p:oleObj name="Equation" r:id="rId15" imgW="2387635" imgH="241485" progId="Equation.DSMT4">
                  <p:embed/>
                  <p:pic>
                    <p:nvPicPr>
                      <p:cNvPr id="0" name="Object 4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68325" y="2524125"/>
                        <a:ext cx="4867275" cy="587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110604" name="Picture 44">
            <a:extLst>
              <a:ext uri="{FF2B5EF4-FFF2-40B4-BE49-F238E27FC236}">
                <a16:creationId xmlns:a16="http://schemas.microsoft.com/office/drawing/2014/main" id="{788C05F1-EDA0-E5FA-4D8F-B980507191D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851275" y="5268913"/>
            <a:ext cx="5292725" cy="1589087"/>
          </a:xfrm>
          <a:prstGeom prst="rect">
            <a:avLst/>
          </a:prstGeom>
          <a:noFill/>
          <a:ln>
            <a:noFill/>
          </a:ln>
          <a:effectLst/>
          <a:extLst>
            <a:ext uri="{909E8E84-426E-40DD-AFC4-6F175D3DCCD1}">
              <a14:hiddenFill xmlns:a14="http://schemas.microsoft.com/office/drawing/2010/main">
                <a:solidFill>
                  <a:srgbClr val="FFCC99"/>
                </a:solidFill>
              </a14:hiddenFill>
            </a:ext>
            <a:ext uri="{91240B29-F687-4F45-9708-019B960494DF}">
              <a14:hiddenLine xmlns:a14="http://schemas.microsoft.com/office/drawing/2010/main" w="25400"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8306"/>
                                        </p:tgtEl>
                                        <p:attrNameLst>
                                          <p:attrName>style.visibility</p:attrName>
                                        </p:attrNameLst>
                                      </p:cBhvr>
                                      <p:to>
                                        <p:strVal val="visible"/>
                                      </p:to>
                                    </p:set>
                                    <p:animEffect transition="in" filter="wipe(up)">
                                      <p:cBhvr>
                                        <p:cTn id="7" dur="3000"/>
                                        <p:tgtEl>
                                          <p:spTgt spid="983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8328"/>
                                        </p:tgtEl>
                                        <p:attrNameLst>
                                          <p:attrName>style.visibility</p:attrName>
                                        </p:attrNameLst>
                                      </p:cBhvr>
                                      <p:to>
                                        <p:strVal val="visible"/>
                                      </p:to>
                                    </p:set>
                                    <p:animEffect transition="in" filter="wipe(up)">
                                      <p:cBhvr>
                                        <p:cTn id="12" dur="2000"/>
                                        <p:tgtEl>
                                          <p:spTgt spid="98328"/>
                                        </p:tgtEl>
                                      </p:cBhvr>
                                    </p:animEffect>
                                  </p:childTnLst>
                                </p:cTn>
                              </p:par>
                            </p:childTnLst>
                          </p:cTn>
                        </p:par>
                        <p:par>
                          <p:cTn id="13" fill="hold" nodeType="afterGroup">
                            <p:stCondLst>
                              <p:cond delay="2000"/>
                            </p:stCondLst>
                            <p:childTnLst>
                              <p:par>
                                <p:cTn id="14" presetID="22" presetClass="entr" presetSubtype="1" fill="hold" nodeType="afterEffect">
                                  <p:stCondLst>
                                    <p:cond delay="0"/>
                                  </p:stCondLst>
                                  <p:childTnLst>
                                    <p:set>
                                      <p:cBhvr>
                                        <p:cTn id="15" dur="1" fill="hold">
                                          <p:stCondLst>
                                            <p:cond delay="0"/>
                                          </p:stCondLst>
                                        </p:cTn>
                                        <p:tgtEl>
                                          <p:spTgt spid="98346"/>
                                        </p:tgtEl>
                                        <p:attrNameLst>
                                          <p:attrName>style.visibility</p:attrName>
                                        </p:attrNameLst>
                                      </p:cBhvr>
                                      <p:to>
                                        <p:strVal val="visible"/>
                                      </p:to>
                                    </p:set>
                                    <p:animEffect transition="in" filter="wipe(up)">
                                      <p:cBhvr>
                                        <p:cTn id="16" dur="2000"/>
                                        <p:tgtEl>
                                          <p:spTgt spid="9834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1" fill="hold" nodeType="clickEffect">
                                  <p:stCondLst>
                                    <p:cond delay="0"/>
                                  </p:stCondLst>
                                  <p:childTnLst>
                                    <p:set>
                                      <p:cBhvr>
                                        <p:cTn id="20" dur="1" fill="hold">
                                          <p:stCondLst>
                                            <p:cond delay="0"/>
                                          </p:stCondLst>
                                        </p:cTn>
                                        <p:tgtEl>
                                          <p:spTgt spid="98330"/>
                                        </p:tgtEl>
                                        <p:attrNameLst>
                                          <p:attrName>style.visibility</p:attrName>
                                        </p:attrNameLst>
                                      </p:cBhvr>
                                      <p:to>
                                        <p:strVal val="visible"/>
                                      </p:to>
                                    </p:set>
                                    <p:animEffect transition="in" filter="wipe(up)">
                                      <p:cBhvr>
                                        <p:cTn id="21" dur="2000"/>
                                        <p:tgtEl>
                                          <p:spTgt spid="9833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98339"/>
                                        </p:tgtEl>
                                        <p:attrNameLst>
                                          <p:attrName>style.visibility</p:attrName>
                                        </p:attrNameLst>
                                      </p:cBhvr>
                                      <p:to>
                                        <p:strVal val="visible"/>
                                      </p:to>
                                    </p:set>
                                    <p:animEffect transition="in" filter="wipe(up)">
                                      <p:cBhvr>
                                        <p:cTn id="26" dur="2000"/>
                                        <p:tgtEl>
                                          <p:spTgt spid="98339"/>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98333"/>
                                        </p:tgtEl>
                                        <p:attrNameLst>
                                          <p:attrName>style.visibility</p:attrName>
                                        </p:attrNameLst>
                                      </p:cBhvr>
                                      <p:to>
                                        <p:strVal val="visible"/>
                                      </p:to>
                                    </p:set>
                                    <p:animEffect transition="in" filter="wipe(up)">
                                      <p:cBhvr>
                                        <p:cTn id="31" dur="2000"/>
                                        <p:tgtEl>
                                          <p:spTgt spid="98333"/>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98336"/>
                                        </p:tgtEl>
                                        <p:attrNameLst>
                                          <p:attrName>style.visibility</p:attrName>
                                        </p:attrNameLst>
                                      </p:cBhvr>
                                      <p:to>
                                        <p:strVal val="visible"/>
                                      </p:to>
                                    </p:set>
                                    <p:animEffect transition="in" filter="wipe(up)">
                                      <p:cBhvr>
                                        <p:cTn id="36" dur="2000"/>
                                        <p:tgtEl>
                                          <p:spTgt spid="98336"/>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98342"/>
                                        </p:tgtEl>
                                        <p:attrNameLst>
                                          <p:attrName>style.visibility</p:attrName>
                                        </p:attrNameLst>
                                      </p:cBhvr>
                                      <p:to>
                                        <p:strVal val="visible"/>
                                      </p:to>
                                    </p:set>
                                    <p:animEffect transition="in" filter="wipe(up)">
                                      <p:cBhvr>
                                        <p:cTn id="41" dur="2000"/>
                                        <p:tgtEl>
                                          <p:spTgt spid="98342"/>
                                        </p:tgtEl>
                                      </p:cBhvr>
                                    </p:animEffect>
                                  </p:childTnLst>
                                </p:cTn>
                              </p:par>
                            </p:childTnLst>
                          </p:cTn>
                        </p:par>
                        <p:par>
                          <p:cTn id="42" fill="hold" nodeType="afterGroup">
                            <p:stCondLst>
                              <p:cond delay="2000"/>
                            </p:stCondLst>
                            <p:childTnLst>
                              <p:par>
                                <p:cTn id="43" presetID="22" presetClass="entr" presetSubtype="1" fill="hold" nodeType="afterEffect">
                                  <p:stCondLst>
                                    <p:cond delay="0"/>
                                  </p:stCondLst>
                                  <p:childTnLst>
                                    <p:set>
                                      <p:cBhvr>
                                        <p:cTn id="44" dur="1" fill="hold">
                                          <p:stCondLst>
                                            <p:cond delay="0"/>
                                          </p:stCondLst>
                                        </p:cTn>
                                        <p:tgtEl>
                                          <p:spTgt spid="98329"/>
                                        </p:tgtEl>
                                        <p:attrNameLst>
                                          <p:attrName>style.visibility</p:attrName>
                                        </p:attrNameLst>
                                      </p:cBhvr>
                                      <p:to>
                                        <p:strVal val="visible"/>
                                      </p:to>
                                    </p:set>
                                    <p:animEffect transition="in" filter="wipe(up)">
                                      <p:cBhvr>
                                        <p:cTn id="45" dur="2000"/>
                                        <p:tgtEl>
                                          <p:spTgt spid="9832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nodeType="clickEffect">
                                  <p:stCondLst>
                                    <p:cond delay="0"/>
                                  </p:stCondLst>
                                  <p:childTnLst>
                                    <p:set>
                                      <p:cBhvr>
                                        <p:cTn id="49" dur="1" fill="hold">
                                          <p:stCondLst>
                                            <p:cond delay="0"/>
                                          </p:stCondLst>
                                        </p:cTn>
                                        <p:tgtEl>
                                          <p:spTgt spid="98343"/>
                                        </p:tgtEl>
                                        <p:attrNameLst>
                                          <p:attrName>style.visibility</p:attrName>
                                        </p:attrNameLst>
                                      </p:cBhvr>
                                      <p:to>
                                        <p:strVal val="visible"/>
                                      </p:to>
                                    </p:set>
                                    <p:animEffect transition="in" filter="wipe(up)">
                                      <p:cBhvr>
                                        <p:cTn id="50" dur="2000"/>
                                        <p:tgtEl>
                                          <p:spTgt spid="98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306" grpId="0"/>
      <p:bldP spid="98328" grpId="0"/>
      <p:bldP spid="983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9332" name="Group 4">
            <a:extLst>
              <a:ext uri="{FF2B5EF4-FFF2-40B4-BE49-F238E27FC236}">
                <a16:creationId xmlns:a16="http://schemas.microsoft.com/office/drawing/2014/main" id="{2614BD49-5A3A-9586-B502-7AAFD3BF2FB7}"/>
              </a:ext>
            </a:extLst>
          </p:cNvPr>
          <p:cNvGrpSpPr>
            <a:grpSpLocks/>
          </p:cNvGrpSpPr>
          <p:nvPr/>
        </p:nvGrpSpPr>
        <p:grpSpPr bwMode="auto">
          <a:xfrm>
            <a:off x="4716463" y="1627188"/>
            <a:ext cx="4233862" cy="3097212"/>
            <a:chOff x="3071" y="935"/>
            <a:chExt cx="2667" cy="1951"/>
          </a:xfrm>
        </p:grpSpPr>
        <p:sp>
          <p:nvSpPr>
            <p:cNvPr id="112654" name="Text Box 5">
              <a:extLst>
                <a:ext uri="{FF2B5EF4-FFF2-40B4-BE49-F238E27FC236}">
                  <a16:creationId xmlns:a16="http://schemas.microsoft.com/office/drawing/2014/main" id="{8B2861CA-D73D-B0D1-3789-D4C983F7B103}"/>
                </a:ext>
              </a:extLst>
            </p:cNvPr>
            <p:cNvSpPr txBox="1">
              <a:spLocks noChangeArrowheads="1"/>
            </p:cNvSpPr>
            <p:nvPr/>
          </p:nvSpPr>
          <p:spPr bwMode="auto">
            <a:xfrm>
              <a:off x="3745" y="2636"/>
              <a:ext cx="158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kumimoji="1" lang="zh-CN" altLang="en-US" sz="2000" b="1">
                  <a:solidFill>
                    <a:srgbClr val="FFFFFF"/>
                  </a:solidFill>
                  <a:latin typeface="宋体" panose="02010600030101010101" pitchFamily="2" charset="-122"/>
                </a:rPr>
                <a:t>平行极化波</a:t>
              </a:r>
            </a:p>
          </p:txBody>
        </p:sp>
        <p:grpSp>
          <p:nvGrpSpPr>
            <p:cNvPr id="112655" name="Group 6">
              <a:extLst>
                <a:ext uri="{FF2B5EF4-FFF2-40B4-BE49-F238E27FC236}">
                  <a16:creationId xmlns:a16="http://schemas.microsoft.com/office/drawing/2014/main" id="{52B9E77C-540D-BDE8-29E3-D11AE30F4BD5}"/>
                </a:ext>
              </a:extLst>
            </p:cNvPr>
            <p:cNvGrpSpPr>
              <a:grpSpLocks/>
            </p:cNvGrpSpPr>
            <p:nvPr/>
          </p:nvGrpSpPr>
          <p:grpSpPr bwMode="auto">
            <a:xfrm>
              <a:off x="3071" y="935"/>
              <a:ext cx="2667" cy="1617"/>
              <a:chOff x="3071" y="935"/>
              <a:chExt cx="2667" cy="1617"/>
            </a:xfrm>
          </p:grpSpPr>
          <p:grpSp>
            <p:nvGrpSpPr>
              <p:cNvPr id="112656" name="Group 7">
                <a:extLst>
                  <a:ext uri="{FF2B5EF4-FFF2-40B4-BE49-F238E27FC236}">
                    <a16:creationId xmlns:a16="http://schemas.microsoft.com/office/drawing/2014/main" id="{C414EFEA-6C7C-F547-59A7-10CE4E03B03F}"/>
                  </a:ext>
                </a:extLst>
              </p:cNvPr>
              <p:cNvGrpSpPr>
                <a:grpSpLocks/>
              </p:cNvGrpSpPr>
              <p:nvPr/>
            </p:nvGrpSpPr>
            <p:grpSpPr bwMode="auto">
              <a:xfrm>
                <a:off x="3071" y="935"/>
                <a:ext cx="2667" cy="1617"/>
                <a:chOff x="2896" y="920"/>
                <a:chExt cx="2667" cy="1617"/>
              </a:xfrm>
            </p:grpSpPr>
            <p:pic>
              <p:nvPicPr>
                <p:cNvPr id="112659" name="Picture 8">
                  <a:extLst>
                    <a:ext uri="{FF2B5EF4-FFF2-40B4-BE49-F238E27FC236}">
                      <a16:creationId xmlns:a16="http://schemas.microsoft.com/office/drawing/2014/main" id="{8D5A64E2-4836-E05F-2E3B-B51A04B46D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 y="921"/>
                  <a:ext cx="2592" cy="1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60" name="Rectangle 9">
                  <a:extLst>
                    <a:ext uri="{FF2B5EF4-FFF2-40B4-BE49-F238E27FC236}">
                      <a16:creationId xmlns:a16="http://schemas.microsoft.com/office/drawing/2014/main" id="{D662D593-2EC6-DBD2-E2AE-3793163146FB}"/>
                    </a:ext>
                  </a:extLst>
                </p:cNvPr>
                <p:cNvSpPr>
                  <a:spLocks noChangeArrowheads="1"/>
                </p:cNvSpPr>
                <p:nvPr/>
              </p:nvSpPr>
              <p:spPr bwMode="auto">
                <a:xfrm>
                  <a:off x="3833" y="2387"/>
                  <a:ext cx="1678" cy="11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sp>
              <p:nvSpPr>
                <p:cNvPr id="112661" name="Rectangle 10">
                  <a:extLst>
                    <a:ext uri="{FF2B5EF4-FFF2-40B4-BE49-F238E27FC236}">
                      <a16:creationId xmlns:a16="http://schemas.microsoft.com/office/drawing/2014/main" id="{89EB149B-1AA9-3390-2AA7-834D6882CBC8}"/>
                    </a:ext>
                  </a:extLst>
                </p:cNvPr>
                <p:cNvSpPr>
                  <a:spLocks noChangeArrowheads="1"/>
                </p:cNvSpPr>
                <p:nvPr/>
              </p:nvSpPr>
              <p:spPr bwMode="auto">
                <a:xfrm>
                  <a:off x="4151" y="2364"/>
                  <a:ext cx="3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l-GR" altLang="zh-CN" sz="1800">
                      <a:solidFill>
                        <a:srgbClr val="000000"/>
                      </a:solidFill>
                      <a:latin typeface="Courier New" panose="02070309020205020404" pitchFamily="49" charset="0"/>
                      <a:cs typeface="Courier New" panose="02070309020205020404" pitchFamily="49" charset="0"/>
                    </a:rPr>
                    <a:t>π</a:t>
                  </a:r>
                  <a:r>
                    <a:rPr lang="en-US" altLang="zh-CN" sz="1800">
                      <a:solidFill>
                        <a:srgbClr val="000000"/>
                      </a:solidFill>
                      <a:latin typeface="Courier New" panose="02070309020205020404" pitchFamily="49" charset="0"/>
                      <a:cs typeface="Courier New" panose="02070309020205020404" pitchFamily="49" charset="0"/>
                    </a:rPr>
                    <a:t>/4</a:t>
                  </a:r>
                  <a:endParaRPr lang="en-US" altLang="zh-CN" sz="1800">
                    <a:solidFill>
                      <a:srgbClr val="000000"/>
                    </a:solidFill>
                    <a:cs typeface="Courier New" panose="02070309020205020404" pitchFamily="49" charset="0"/>
                  </a:endParaRPr>
                </a:p>
              </p:txBody>
            </p:sp>
            <p:sp>
              <p:nvSpPr>
                <p:cNvPr id="112662" name="Rectangle 11">
                  <a:extLst>
                    <a:ext uri="{FF2B5EF4-FFF2-40B4-BE49-F238E27FC236}">
                      <a16:creationId xmlns:a16="http://schemas.microsoft.com/office/drawing/2014/main" id="{06F7BF7E-1583-409C-C899-86BBE1976D5E}"/>
                    </a:ext>
                  </a:extLst>
                </p:cNvPr>
                <p:cNvSpPr>
                  <a:spLocks noChangeArrowheads="1"/>
                </p:cNvSpPr>
                <p:nvPr/>
              </p:nvSpPr>
              <p:spPr bwMode="auto">
                <a:xfrm>
                  <a:off x="5240" y="2364"/>
                  <a:ext cx="3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l-GR" altLang="zh-CN" sz="1800">
                      <a:solidFill>
                        <a:srgbClr val="000000"/>
                      </a:solidFill>
                      <a:latin typeface="Courier New" panose="02070309020205020404" pitchFamily="49" charset="0"/>
                      <a:cs typeface="Courier New" panose="02070309020205020404" pitchFamily="49" charset="0"/>
                    </a:rPr>
                    <a:t>π</a:t>
                  </a:r>
                  <a:r>
                    <a:rPr lang="en-US" altLang="zh-CN" sz="1800">
                      <a:solidFill>
                        <a:srgbClr val="000000"/>
                      </a:solidFill>
                      <a:latin typeface="Courier New" panose="02070309020205020404" pitchFamily="49" charset="0"/>
                      <a:cs typeface="Courier New" panose="02070309020205020404" pitchFamily="49" charset="0"/>
                    </a:rPr>
                    <a:t>/2</a:t>
                  </a:r>
                  <a:endParaRPr lang="en-US" altLang="zh-CN" sz="1800">
                    <a:solidFill>
                      <a:srgbClr val="000000"/>
                    </a:solidFill>
                    <a:cs typeface="Courier New" panose="02070309020205020404" pitchFamily="49" charset="0"/>
                  </a:endParaRPr>
                </a:p>
              </p:txBody>
            </p:sp>
            <p:sp>
              <p:nvSpPr>
                <p:cNvPr id="112663" name="Rectangle 12">
                  <a:extLst>
                    <a:ext uri="{FF2B5EF4-FFF2-40B4-BE49-F238E27FC236}">
                      <a16:creationId xmlns:a16="http://schemas.microsoft.com/office/drawing/2014/main" id="{1C802815-983A-3A80-017E-C958C3CED253}"/>
                    </a:ext>
                  </a:extLst>
                </p:cNvPr>
                <p:cNvSpPr>
                  <a:spLocks noChangeArrowheads="1"/>
                </p:cNvSpPr>
                <p:nvPr/>
              </p:nvSpPr>
              <p:spPr bwMode="auto">
                <a:xfrm>
                  <a:off x="2896" y="920"/>
                  <a:ext cx="227" cy="1603"/>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b="1">
                    <a:solidFill>
                      <a:srgbClr val="000000"/>
                    </a:solidFill>
                  </a:endParaRPr>
                </a:p>
              </p:txBody>
            </p:sp>
            <p:sp>
              <p:nvSpPr>
                <p:cNvPr id="112664" name="Rectangle 13">
                  <a:extLst>
                    <a:ext uri="{FF2B5EF4-FFF2-40B4-BE49-F238E27FC236}">
                      <a16:creationId xmlns:a16="http://schemas.microsoft.com/office/drawing/2014/main" id="{9B3318B5-995A-AADA-258C-0F8BC940CF37}"/>
                    </a:ext>
                  </a:extLst>
                </p:cNvPr>
                <p:cNvSpPr>
                  <a:spLocks noChangeArrowheads="1"/>
                </p:cNvSpPr>
                <p:nvPr/>
              </p:nvSpPr>
              <p:spPr bwMode="auto">
                <a:xfrm>
                  <a:off x="2939" y="2067"/>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0.2</a:t>
                  </a:r>
                </a:p>
              </p:txBody>
            </p:sp>
            <p:sp>
              <p:nvSpPr>
                <p:cNvPr id="112665" name="Rectangle 14">
                  <a:extLst>
                    <a:ext uri="{FF2B5EF4-FFF2-40B4-BE49-F238E27FC236}">
                      <a16:creationId xmlns:a16="http://schemas.microsoft.com/office/drawing/2014/main" id="{BD1A3F69-8F3B-62A3-4536-4FBCEAD5228E}"/>
                    </a:ext>
                  </a:extLst>
                </p:cNvPr>
                <p:cNvSpPr>
                  <a:spLocks noChangeArrowheads="1"/>
                </p:cNvSpPr>
                <p:nvPr/>
              </p:nvSpPr>
              <p:spPr bwMode="auto">
                <a:xfrm>
                  <a:off x="2939" y="1783"/>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0.4</a:t>
                  </a:r>
                </a:p>
              </p:txBody>
            </p:sp>
            <p:sp>
              <p:nvSpPr>
                <p:cNvPr id="112666" name="Rectangle 15">
                  <a:extLst>
                    <a:ext uri="{FF2B5EF4-FFF2-40B4-BE49-F238E27FC236}">
                      <a16:creationId xmlns:a16="http://schemas.microsoft.com/office/drawing/2014/main" id="{BE23E617-7DFF-46E7-82C6-17011762917A}"/>
                    </a:ext>
                  </a:extLst>
                </p:cNvPr>
                <p:cNvSpPr>
                  <a:spLocks noChangeArrowheads="1"/>
                </p:cNvSpPr>
                <p:nvPr/>
              </p:nvSpPr>
              <p:spPr bwMode="auto">
                <a:xfrm>
                  <a:off x="2947" y="1505"/>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0.6</a:t>
                  </a:r>
                </a:p>
              </p:txBody>
            </p:sp>
            <p:sp>
              <p:nvSpPr>
                <p:cNvPr id="112667" name="Rectangle 16">
                  <a:extLst>
                    <a:ext uri="{FF2B5EF4-FFF2-40B4-BE49-F238E27FC236}">
                      <a16:creationId xmlns:a16="http://schemas.microsoft.com/office/drawing/2014/main" id="{AF7B6100-4D81-D30D-7964-31047E57ADCF}"/>
                    </a:ext>
                  </a:extLst>
                </p:cNvPr>
                <p:cNvSpPr>
                  <a:spLocks noChangeArrowheads="1"/>
                </p:cNvSpPr>
                <p:nvPr/>
              </p:nvSpPr>
              <p:spPr bwMode="auto">
                <a:xfrm>
                  <a:off x="2939" y="1221"/>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0.8</a:t>
                  </a:r>
                </a:p>
              </p:txBody>
            </p:sp>
            <p:sp>
              <p:nvSpPr>
                <p:cNvPr id="112668" name="Rectangle 17">
                  <a:extLst>
                    <a:ext uri="{FF2B5EF4-FFF2-40B4-BE49-F238E27FC236}">
                      <a16:creationId xmlns:a16="http://schemas.microsoft.com/office/drawing/2014/main" id="{3B8CB60E-0AD2-C364-BCDE-25C7FA88228B}"/>
                    </a:ext>
                  </a:extLst>
                </p:cNvPr>
                <p:cNvSpPr>
                  <a:spLocks noChangeArrowheads="1"/>
                </p:cNvSpPr>
                <p:nvPr/>
              </p:nvSpPr>
              <p:spPr bwMode="auto">
                <a:xfrm>
                  <a:off x="2916" y="943"/>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1.0</a:t>
                  </a:r>
                </a:p>
              </p:txBody>
            </p:sp>
            <p:sp>
              <p:nvSpPr>
                <p:cNvPr id="112669" name="Rectangle 18">
                  <a:extLst>
                    <a:ext uri="{FF2B5EF4-FFF2-40B4-BE49-F238E27FC236}">
                      <a16:creationId xmlns:a16="http://schemas.microsoft.com/office/drawing/2014/main" id="{37890B52-CE86-7F06-C3AA-50658B71B1D4}"/>
                    </a:ext>
                  </a:extLst>
                </p:cNvPr>
                <p:cNvSpPr>
                  <a:spLocks noChangeArrowheads="1"/>
                </p:cNvSpPr>
                <p:nvPr/>
              </p:nvSpPr>
              <p:spPr bwMode="auto">
                <a:xfrm>
                  <a:off x="2932" y="2286"/>
                  <a:ext cx="16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en-US" altLang="zh-CN" sz="1600">
                      <a:solidFill>
                        <a:srgbClr val="000000"/>
                      </a:solidFill>
                      <a:latin typeface="Times New Roman" panose="02020603050405020304" pitchFamily="18" charset="0"/>
                    </a:rPr>
                    <a:t>0.0</a:t>
                  </a:r>
                </a:p>
              </p:txBody>
            </p:sp>
            <p:sp>
              <p:nvSpPr>
                <p:cNvPr id="112670" name="Text Box 19">
                  <a:extLst>
                    <a:ext uri="{FF2B5EF4-FFF2-40B4-BE49-F238E27FC236}">
                      <a16:creationId xmlns:a16="http://schemas.microsoft.com/office/drawing/2014/main" id="{38DEF75E-C28E-D31C-1C30-6DA75D677227}"/>
                    </a:ext>
                  </a:extLst>
                </p:cNvPr>
                <p:cNvSpPr txBox="1">
                  <a:spLocks noChangeArrowheads="1"/>
                </p:cNvSpPr>
                <p:nvPr/>
              </p:nvSpPr>
              <p:spPr bwMode="auto">
                <a:xfrm>
                  <a:off x="3084" y="1026"/>
                  <a:ext cx="124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ea typeface="楷体_GB2312" pitchFamily="49" charset="-122"/>
                    </a:rPr>
                    <a:t>透射系数</a:t>
                  </a:r>
                </a:p>
              </p:txBody>
            </p:sp>
            <p:sp>
              <p:nvSpPr>
                <p:cNvPr id="112671" name="Text Box 20">
                  <a:extLst>
                    <a:ext uri="{FF2B5EF4-FFF2-40B4-BE49-F238E27FC236}">
                      <a16:creationId xmlns:a16="http://schemas.microsoft.com/office/drawing/2014/main" id="{636A6938-9BC1-9945-120A-DD6D2CA28F28}"/>
                    </a:ext>
                  </a:extLst>
                </p:cNvPr>
                <p:cNvSpPr txBox="1">
                  <a:spLocks noChangeArrowheads="1"/>
                </p:cNvSpPr>
                <p:nvPr/>
              </p:nvSpPr>
              <p:spPr bwMode="auto">
                <a:xfrm>
                  <a:off x="3243" y="1797"/>
                  <a:ext cx="105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rgbClr val="000000"/>
                      </a:solidFill>
                      <a:ea typeface="楷体_GB2312" pitchFamily="49" charset="-122"/>
                    </a:rPr>
                    <a:t>反射系数</a:t>
                  </a:r>
                </a:p>
              </p:txBody>
            </p:sp>
          </p:grpSp>
          <p:graphicFrame>
            <p:nvGraphicFramePr>
              <p:cNvPr id="112657" name="Object 21">
                <a:extLst>
                  <a:ext uri="{FF2B5EF4-FFF2-40B4-BE49-F238E27FC236}">
                    <a16:creationId xmlns:a16="http://schemas.microsoft.com/office/drawing/2014/main" id="{DFD020A3-B60D-0564-DE50-D16621FE3CAC}"/>
                  </a:ext>
                </a:extLst>
              </p:cNvPr>
              <p:cNvGraphicFramePr>
                <a:graphicFrameLocks noChangeAspect="1"/>
              </p:cNvGraphicFramePr>
              <p:nvPr>
                <p:extLst>
                  <p:ext uri="{D42A27DB-BD31-4B8C-83A1-F6EECF244321}">
                    <p14:modId xmlns:p14="http://schemas.microsoft.com/office/powerpoint/2010/main" val="2874357202"/>
                  </p:ext>
                </p:extLst>
              </p:nvPr>
            </p:nvGraphicFramePr>
            <p:xfrm>
              <a:off x="4241" y="1812"/>
              <a:ext cx="372" cy="319"/>
            </p:xfrm>
            <a:graphic>
              <a:graphicData uri="http://schemas.openxmlformats.org/presentationml/2006/ole">
                <mc:AlternateContent xmlns:mc="http://schemas.openxmlformats.org/markup-compatibility/2006">
                  <mc:Choice xmlns:v="urn:schemas-microsoft-com:vml" Requires="v">
                    <p:oleObj name="Equation" r:id="rId3" imgW="253827" imgH="228600" progId="Equation.DSMT4">
                      <p:embed/>
                    </p:oleObj>
                  </mc:Choice>
                  <mc:Fallback>
                    <p:oleObj name="Equation" r:id="rId3" imgW="253827" imgH="228600" progId="Equation.DSMT4">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41" y="1812"/>
                            <a:ext cx="372"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2658" name="Object 22">
                <a:extLst>
                  <a:ext uri="{FF2B5EF4-FFF2-40B4-BE49-F238E27FC236}">
                    <a16:creationId xmlns:a16="http://schemas.microsoft.com/office/drawing/2014/main" id="{F871C409-986F-9A95-1F3C-E7F0C213C475}"/>
                  </a:ext>
                </a:extLst>
              </p:cNvPr>
              <p:cNvGraphicFramePr>
                <a:graphicFrameLocks noChangeAspect="1"/>
              </p:cNvGraphicFramePr>
              <p:nvPr>
                <p:extLst>
                  <p:ext uri="{D42A27DB-BD31-4B8C-83A1-F6EECF244321}">
                    <p14:modId xmlns:p14="http://schemas.microsoft.com/office/powerpoint/2010/main" val="2585583537"/>
                  </p:ext>
                </p:extLst>
              </p:nvPr>
            </p:nvGraphicFramePr>
            <p:xfrm>
              <a:off x="4230" y="1040"/>
              <a:ext cx="304" cy="319"/>
            </p:xfrm>
            <a:graphic>
              <a:graphicData uri="http://schemas.openxmlformats.org/presentationml/2006/ole">
                <mc:AlternateContent xmlns:mc="http://schemas.openxmlformats.org/markup-compatibility/2006">
                  <mc:Choice xmlns:v="urn:schemas-microsoft-com:vml" Requires="v">
                    <p:oleObj name="Equation" r:id="rId5" imgW="203061" imgH="228600" progId="Equation.DSMT4">
                      <p:embed/>
                    </p:oleObj>
                  </mc:Choice>
                  <mc:Fallback>
                    <p:oleObj name="Equation" r:id="rId5" imgW="203061" imgH="228600"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30" y="1040"/>
                            <a:ext cx="304" cy="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aphicFrame>
        <p:nvGraphicFramePr>
          <p:cNvPr id="99351" name="Object 23">
            <a:extLst>
              <a:ext uri="{FF2B5EF4-FFF2-40B4-BE49-F238E27FC236}">
                <a16:creationId xmlns:a16="http://schemas.microsoft.com/office/drawing/2014/main" id="{4248AADB-CBF4-07C5-69B1-3DB6C7EAB985}"/>
              </a:ext>
            </a:extLst>
          </p:cNvPr>
          <p:cNvGraphicFramePr>
            <a:graphicFrameLocks noChangeAspect="1"/>
          </p:cNvGraphicFramePr>
          <p:nvPr>
            <p:extLst>
              <p:ext uri="{D42A27DB-BD31-4B8C-83A1-F6EECF244321}">
                <p14:modId xmlns:p14="http://schemas.microsoft.com/office/powerpoint/2010/main" val="2162236021"/>
              </p:ext>
            </p:extLst>
          </p:nvPr>
        </p:nvGraphicFramePr>
        <p:xfrm>
          <a:off x="250825" y="2101850"/>
          <a:ext cx="4405313" cy="1831975"/>
        </p:xfrm>
        <a:graphic>
          <a:graphicData uri="http://schemas.openxmlformats.org/presentationml/2006/ole">
            <mc:AlternateContent xmlns:mc="http://schemas.openxmlformats.org/markup-compatibility/2006">
              <mc:Choice xmlns:v="urn:schemas-microsoft-com:vml" Requires="v">
                <p:oleObj name="Equation" r:id="rId7" imgW="2044761" imgH="889046" progId="Equation.DSMT4">
                  <p:embed/>
                </p:oleObj>
              </mc:Choice>
              <mc:Fallback>
                <p:oleObj name="Equation" r:id="rId7" imgW="2044761" imgH="889046"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825" y="2101850"/>
                        <a:ext cx="4405313" cy="1831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9352" name="Object 24">
            <a:extLst>
              <a:ext uri="{FF2B5EF4-FFF2-40B4-BE49-F238E27FC236}">
                <a16:creationId xmlns:a16="http://schemas.microsoft.com/office/drawing/2014/main" id="{09D35397-F9FA-8593-BEF0-AE2E75354AD8}"/>
              </a:ext>
            </a:extLst>
          </p:cNvPr>
          <p:cNvGraphicFramePr>
            <a:graphicFrameLocks noChangeAspect="1"/>
          </p:cNvGraphicFramePr>
          <p:nvPr>
            <p:extLst>
              <p:ext uri="{D42A27DB-BD31-4B8C-83A1-F6EECF244321}">
                <p14:modId xmlns:p14="http://schemas.microsoft.com/office/powerpoint/2010/main" val="4195589708"/>
              </p:ext>
            </p:extLst>
          </p:nvPr>
        </p:nvGraphicFramePr>
        <p:xfrm>
          <a:off x="971550" y="4279900"/>
          <a:ext cx="2808288" cy="1058863"/>
        </p:xfrm>
        <a:graphic>
          <a:graphicData uri="http://schemas.openxmlformats.org/presentationml/2006/ole">
            <mc:AlternateContent xmlns:mc="http://schemas.openxmlformats.org/markup-compatibility/2006">
              <mc:Choice xmlns:v="urn:schemas-microsoft-com:vml" Requires="v">
                <p:oleObj name="Equation" r:id="rId9" imgW="1257482" imgH="457200" progId="Equation.DSMT4">
                  <p:embed/>
                </p:oleObj>
              </mc:Choice>
              <mc:Fallback>
                <p:oleObj name="Equation" r:id="rId9" imgW="1257482" imgH="457200" progId="Equation.DSMT4">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1550" y="4279900"/>
                        <a:ext cx="2808288" cy="1058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53" name="AutoShape 25">
            <a:extLst>
              <a:ext uri="{FF2B5EF4-FFF2-40B4-BE49-F238E27FC236}">
                <a16:creationId xmlns:a16="http://schemas.microsoft.com/office/drawing/2014/main" id="{40A566D2-9023-CB8A-0BAA-68AA8E1A5EFF}"/>
              </a:ext>
            </a:extLst>
          </p:cNvPr>
          <p:cNvSpPr>
            <a:spLocks noChangeArrowheads="1"/>
          </p:cNvSpPr>
          <p:nvPr/>
        </p:nvSpPr>
        <p:spPr bwMode="auto">
          <a:xfrm>
            <a:off x="323850" y="4689475"/>
            <a:ext cx="576263" cy="215900"/>
          </a:xfrm>
          <a:prstGeom prst="rightArrow">
            <a:avLst>
              <a:gd name="adj1" fmla="val 50000"/>
              <a:gd name="adj2" fmla="val 66728"/>
            </a:avLst>
          </a:prstGeom>
          <a:solidFill>
            <a:srgbClr val="FF99CC"/>
          </a:solidFill>
          <a:ln w="9525">
            <a:solidFill>
              <a:srgbClr val="FF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spcBef>
                <a:spcPct val="20000"/>
              </a:spcBef>
            </a:pPr>
            <a:endParaRPr lang="zh-CN" altLang="en-US">
              <a:solidFill>
                <a:srgbClr val="000000"/>
              </a:solidFill>
              <a:ea typeface="楷体_GB2312" pitchFamily="49" charset="-122"/>
            </a:endParaRPr>
          </a:p>
        </p:txBody>
      </p:sp>
      <p:grpSp>
        <p:nvGrpSpPr>
          <p:cNvPr id="99354" name="Group 26">
            <a:extLst>
              <a:ext uri="{FF2B5EF4-FFF2-40B4-BE49-F238E27FC236}">
                <a16:creationId xmlns:a16="http://schemas.microsoft.com/office/drawing/2014/main" id="{0B221ECC-8CA6-2C81-12A6-4C82E5417CF5}"/>
              </a:ext>
            </a:extLst>
          </p:cNvPr>
          <p:cNvGrpSpPr>
            <a:grpSpLocks/>
          </p:cNvGrpSpPr>
          <p:nvPr/>
        </p:nvGrpSpPr>
        <p:grpSpPr bwMode="auto">
          <a:xfrm>
            <a:off x="611188" y="5899150"/>
            <a:ext cx="7775575" cy="482600"/>
            <a:chOff x="567" y="1645"/>
            <a:chExt cx="4898" cy="304"/>
          </a:xfrm>
        </p:grpSpPr>
        <p:sp>
          <p:nvSpPr>
            <p:cNvPr id="112652" name="Rectangle 27">
              <a:extLst>
                <a:ext uri="{FF2B5EF4-FFF2-40B4-BE49-F238E27FC236}">
                  <a16:creationId xmlns:a16="http://schemas.microsoft.com/office/drawing/2014/main" id="{83817386-659D-0823-C40C-03D01CC71916}"/>
                </a:ext>
              </a:extLst>
            </p:cNvPr>
            <p:cNvSpPr>
              <a:spLocks noChangeArrowheads="1"/>
            </p:cNvSpPr>
            <p:nvPr/>
          </p:nvSpPr>
          <p:spPr bwMode="auto">
            <a:xfrm>
              <a:off x="2336" y="1661"/>
              <a:ext cx="31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indent="269875">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fontAlgn="ctr" hangingPunct="1"/>
              <a:r>
                <a:rPr lang="en-US" altLang="zh-CN" b="1">
                  <a:solidFill>
                    <a:srgbClr val="FFFFFF"/>
                  </a:solidFill>
                  <a:latin typeface="Times New Roman" panose="02020603050405020304" pitchFamily="18" charset="0"/>
                  <a:ea typeface="楷体_GB2312" pitchFamily="49" charset="-122"/>
                  <a:cs typeface="Times New Roman" panose="02020603050405020304" pitchFamily="18" charset="0"/>
                </a:rPr>
                <a:t>——</a:t>
              </a:r>
              <a:r>
                <a:rPr lang="zh-CN" altLang="en-US" b="1" u="sng">
                  <a:solidFill>
                    <a:srgbClr val="FF0000"/>
                  </a:solidFill>
                  <a:latin typeface="楷体_GB2312" pitchFamily="49" charset="-122"/>
                  <a:ea typeface="楷体_GB2312" pitchFamily="49" charset="-122"/>
                  <a:cs typeface="Times New Roman" panose="02020603050405020304" pitchFamily="18" charset="0"/>
                </a:rPr>
                <a:t>平行极化波</a:t>
              </a:r>
              <a:r>
                <a:rPr lang="zh-CN" altLang="en-US" b="1" u="sng">
                  <a:solidFill>
                    <a:srgbClr val="FFFFFF"/>
                  </a:solidFill>
                  <a:latin typeface="楷体_GB2312" pitchFamily="49" charset="-122"/>
                  <a:ea typeface="楷体_GB2312" pitchFamily="49" charset="-122"/>
                  <a:cs typeface="Times New Roman" panose="02020603050405020304" pitchFamily="18" charset="0"/>
                </a:rPr>
                <a:t>发生全透射</a:t>
              </a:r>
              <a:r>
                <a:rPr lang="zh-CN" altLang="en-US" b="1">
                  <a:solidFill>
                    <a:srgbClr val="FFFFFF"/>
                  </a:solidFill>
                  <a:latin typeface="楷体_GB2312" pitchFamily="49" charset="-122"/>
                  <a:ea typeface="楷体_GB2312" pitchFamily="49" charset="-122"/>
                  <a:cs typeface="Times New Roman" panose="02020603050405020304" pitchFamily="18" charset="0"/>
                </a:rPr>
                <a:t>。</a:t>
              </a:r>
            </a:p>
          </p:txBody>
        </p:sp>
        <p:sp>
          <p:nvSpPr>
            <p:cNvPr id="112653" name="Rectangle 28">
              <a:extLst>
                <a:ext uri="{FF2B5EF4-FFF2-40B4-BE49-F238E27FC236}">
                  <a16:creationId xmlns:a16="http://schemas.microsoft.com/office/drawing/2014/main" id="{7656D460-F900-E586-C3A5-C2C9E2F1E3FC}"/>
                </a:ext>
              </a:extLst>
            </p:cNvPr>
            <p:cNvSpPr>
              <a:spLocks noChangeArrowheads="1"/>
            </p:cNvSpPr>
            <p:nvPr/>
          </p:nvSpPr>
          <p:spPr bwMode="auto">
            <a:xfrm>
              <a:off x="567" y="1645"/>
              <a:ext cx="217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FFFF"/>
                  </a:solidFill>
                  <a:latin typeface="楷体_GB2312" pitchFamily="49" charset="-122"/>
                  <a:ea typeface="楷体_GB2312" pitchFamily="49" charset="-122"/>
                </a:rPr>
                <a:t>当</a:t>
              </a:r>
              <a:r>
                <a:rPr lang="el-GR" altLang="zh-CN" b="1" i="1">
                  <a:solidFill>
                    <a:srgbClr val="FFFFFF"/>
                  </a:solidFill>
                  <a:latin typeface="Times New Roman" panose="02020603050405020304" pitchFamily="18" charset="0"/>
                  <a:ea typeface="楷体_GB2312" pitchFamily="49" charset="-122"/>
                  <a:cs typeface="Arial" panose="020B0604020202020204" pitchFamily="34" charset="0"/>
                </a:rPr>
                <a:t>θ</a:t>
              </a:r>
              <a:r>
                <a:rPr lang="en-US" altLang="zh-CN" b="1" baseline="-25000">
                  <a:solidFill>
                    <a:srgbClr val="FFFFFF"/>
                  </a:solidFill>
                  <a:latin typeface="Times New Roman" panose="02020603050405020304" pitchFamily="18" charset="0"/>
                  <a:ea typeface="楷体_GB2312" pitchFamily="49" charset="-122"/>
                  <a:cs typeface="Arial" panose="020B0604020202020204" pitchFamily="34" charset="0"/>
                </a:rPr>
                <a:t>i </a:t>
              </a:r>
              <a:r>
                <a:rPr lang="en-US" altLang="zh-CN">
                  <a:solidFill>
                    <a:srgbClr val="FFFFFF"/>
                  </a:solidFill>
                  <a:ea typeface="楷体_GB2312" pitchFamily="49" charset="-122"/>
                  <a:cs typeface="Arial" panose="020B0604020202020204" pitchFamily="34" charset="0"/>
                </a:rPr>
                <a:t>=</a:t>
              </a:r>
              <a:r>
                <a:rPr lang="el-GR" altLang="zh-CN" b="1" i="1">
                  <a:solidFill>
                    <a:srgbClr val="FFFFFF"/>
                  </a:solidFill>
                  <a:latin typeface="Times New Roman" panose="02020603050405020304" pitchFamily="18" charset="0"/>
                  <a:ea typeface="楷体_GB2312" pitchFamily="49" charset="-122"/>
                  <a:cs typeface="Arial" panose="020B0604020202020204" pitchFamily="34" charset="0"/>
                </a:rPr>
                <a:t>θ</a:t>
              </a:r>
              <a:r>
                <a:rPr lang="en-US" altLang="zh-CN" b="1" baseline="-25000">
                  <a:solidFill>
                    <a:srgbClr val="FFFFFF"/>
                  </a:solidFill>
                  <a:latin typeface="Times New Roman" panose="02020603050405020304" pitchFamily="18" charset="0"/>
                  <a:ea typeface="楷体_GB2312" pitchFamily="49" charset="-122"/>
                  <a:cs typeface="Arial" panose="020B0604020202020204" pitchFamily="34" charset="0"/>
                </a:rPr>
                <a:t>b </a:t>
              </a:r>
              <a:r>
                <a:rPr lang="zh-CN" altLang="en-US" b="1">
                  <a:solidFill>
                    <a:srgbClr val="FFFFFF"/>
                  </a:solidFill>
                  <a:latin typeface="Times New Roman" panose="02020603050405020304" pitchFamily="18" charset="0"/>
                  <a:ea typeface="楷体_GB2312" pitchFamily="49" charset="-122"/>
                  <a:cs typeface="Arial" panose="020B0604020202020204" pitchFamily="34" charset="0"/>
                </a:rPr>
                <a:t>时，</a:t>
              </a:r>
              <a:r>
                <a:rPr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Γ</a:t>
              </a:r>
              <a:r>
                <a:rPr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 </a:t>
              </a:r>
              <a:r>
                <a:rPr lang="en-US" altLang="zh-CN">
                  <a:solidFill>
                    <a:srgbClr val="FFFFFF"/>
                  </a:solidFill>
                  <a:ea typeface="楷体_GB2312" pitchFamily="49" charset="-122"/>
                </a:rPr>
                <a:t>=</a:t>
              </a:r>
              <a:r>
                <a:rPr lang="en-US" altLang="zh-CN" b="1" baseline="-25000">
                  <a:solidFill>
                    <a:srgbClr val="FFFFFF"/>
                  </a:solidFill>
                  <a:latin typeface="Times New Roman" panose="02020603050405020304" pitchFamily="18" charset="0"/>
                  <a:ea typeface="楷体_GB2312" pitchFamily="49" charset="-122"/>
                </a:rPr>
                <a:t> </a:t>
              </a:r>
              <a:r>
                <a:rPr lang="en-US" altLang="zh-CN" b="1">
                  <a:solidFill>
                    <a:srgbClr val="FFFFFF"/>
                  </a:solidFill>
                  <a:latin typeface="Times New Roman" panose="02020603050405020304" pitchFamily="18" charset="0"/>
                  <a:ea typeface="楷体_GB2312" pitchFamily="49" charset="-122"/>
                </a:rPr>
                <a:t>0</a:t>
              </a:r>
              <a:endParaRPr lang="el-GR" altLang="zh-CN" b="1">
                <a:solidFill>
                  <a:srgbClr val="FFFFFF"/>
                </a:solidFill>
                <a:latin typeface="Times New Roman" panose="02020603050405020304" pitchFamily="18" charset="0"/>
                <a:ea typeface="楷体_GB2312" pitchFamily="49" charset="-122"/>
              </a:endParaRPr>
            </a:p>
          </p:txBody>
        </p:sp>
      </p:grpSp>
      <p:grpSp>
        <p:nvGrpSpPr>
          <p:cNvPr id="99357" name="Group 29">
            <a:extLst>
              <a:ext uri="{FF2B5EF4-FFF2-40B4-BE49-F238E27FC236}">
                <a16:creationId xmlns:a16="http://schemas.microsoft.com/office/drawing/2014/main" id="{9A3051E1-516D-361C-8F56-F0B049BB497F}"/>
              </a:ext>
            </a:extLst>
          </p:cNvPr>
          <p:cNvGrpSpPr>
            <a:grpSpLocks/>
          </p:cNvGrpSpPr>
          <p:nvPr/>
        </p:nvGrpSpPr>
        <p:grpSpPr bwMode="auto">
          <a:xfrm>
            <a:off x="3779838" y="4978400"/>
            <a:ext cx="2159000" cy="682625"/>
            <a:chOff x="2381" y="2886"/>
            <a:chExt cx="1360" cy="430"/>
          </a:xfrm>
        </p:grpSpPr>
        <p:sp>
          <p:nvSpPr>
            <p:cNvPr id="112650" name="Rectangle 30">
              <a:extLst>
                <a:ext uri="{FF2B5EF4-FFF2-40B4-BE49-F238E27FC236}">
                  <a16:creationId xmlns:a16="http://schemas.microsoft.com/office/drawing/2014/main" id="{AAB510E9-B05F-A56B-BBFD-C69220997980}"/>
                </a:ext>
              </a:extLst>
            </p:cNvPr>
            <p:cNvSpPr>
              <a:spLocks noChangeArrowheads="1"/>
            </p:cNvSpPr>
            <p:nvPr/>
          </p:nvSpPr>
          <p:spPr bwMode="auto">
            <a:xfrm>
              <a:off x="2562" y="3022"/>
              <a:ext cx="1179" cy="294"/>
            </a:xfrm>
            <a:prstGeom prst="rect">
              <a:avLst/>
            </a:prstGeom>
            <a:noFill/>
            <a:ln w="9525">
              <a:solidFill>
                <a:srgbClr val="FFBDDE"/>
              </a:solidFill>
              <a:prstDash val="lg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b="1">
                  <a:solidFill>
                    <a:srgbClr val="FFFF57"/>
                  </a:solidFill>
                  <a:ea typeface="楷体_GB2312" pitchFamily="49" charset="-122"/>
                </a:rPr>
                <a:t>布儒斯特角</a:t>
              </a:r>
            </a:p>
          </p:txBody>
        </p:sp>
        <p:sp>
          <p:nvSpPr>
            <p:cNvPr id="112651" name="Line 31">
              <a:extLst>
                <a:ext uri="{FF2B5EF4-FFF2-40B4-BE49-F238E27FC236}">
                  <a16:creationId xmlns:a16="http://schemas.microsoft.com/office/drawing/2014/main" id="{97429127-877D-DE64-08EE-26B6F45587D0}"/>
                </a:ext>
              </a:extLst>
            </p:cNvPr>
            <p:cNvSpPr>
              <a:spLocks noChangeShapeType="1"/>
            </p:cNvSpPr>
            <p:nvPr/>
          </p:nvSpPr>
          <p:spPr bwMode="auto">
            <a:xfrm flipH="1" flipV="1">
              <a:off x="2381" y="2886"/>
              <a:ext cx="181" cy="136"/>
            </a:xfrm>
            <a:prstGeom prst="line">
              <a:avLst/>
            </a:prstGeom>
            <a:noFill/>
            <a:ln w="9525">
              <a:solidFill>
                <a:srgbClr val="FFBDD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99360" name="Rectangle 32">
            <a:extLst>
              <a:ext uri="{FF2B5EF4-FFF2-40B4-BE49-F238E27FC236}">
                <a16:creationId xmlns:a16="http://schemas.microsoft.com/office/drawing/2014/main" id="{D8EB5A09-5D4A-ADF2-6109-28E33C66B606}"/>
              </a:ext>
            </a:extLst>
          </p:cNvPr>
          <p:cNvSpPr>
            <a:spLocks noChangeArrowheads="1"/>
          </p:cNvSpPr>
          <p:nvPr/>
        </p:nvSpPr>
        <p:spPr bwMode="auto">
          <a:xfrm>
            <a:off x="107950" y="404813"/>
            <a:ext cx="7772400" cy="54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spcBef>
                <a:spcPct val="20000"/>
              </a:spcBef>
            </a:pPr>
            <a:r>
              <a:rPr lang="en-US" altLang="zh-CN" sz="2800" b="1">
                <a:solidFill>
                  <a:srgbClr val="FF9966"/>
                </a:solidFill>
                <a:latin typeface="Times New Roman" panose="02020603050405020304" pitchFamily="18" charset="0"/>
                <a:ea typeface="幼圆" panose="02010509060101010101" pitchFamily="49" charset="-122"/>
              </a:rPr>
              <a:t>2.</a:t>
            </a:r>
            <a:r>
              <a:rPr lang="en-US" altLang="zh-CN" sz="2800" b="1">
                <a:solidFill>
                  <a:srgbClr val="FF9966"/>
                </a:solidFill>
                <a:latin typeface="幼圆" panose="02010509060101010101" pitchFamily="49" charset="-122"/>
                <a:ea typeface="幼圆" panose="02010509060101010101" pitchFamily="49" charset="-122"/>
              </a:rPr>
              <a:t> </a:t>
            </a:r>
            <a:r>
              <a:rPr lang="zh-CN" altLang="en-US" sz="2800" b="1">
                <a:solidFill>
                  <a:srgbClr val="FF9966"/>
                </a:solidFill>
                <a:latin typeface="宋体" panose="02010600030101010101" pitchFamily="2" charset="-122"/>
              </a:rPr>
              <a:t>全透射与</a:t>
            </a:r>
            <a:r>
              <a:rPr lang="zh-CN" altLang="en-US" sz="2800" b="1">
                <a:solidFill>
                  <a:srgbClr val="FF9966"/>
                </a:solidFill>
              </a:rPr>
              <a:t>和布儒斯特角</a:t>
            </a:r>
          </a:p>
        </p:txBody>
      </p:sp>
      <p:sp>
        <p:nvSpPr>
          <p:cNvPr id="99361" name="Text Box 33">
            <a:extLst>
              <a:ext uri="{FF2B5EF4-FFF2-40B4-BE49-F238E27FC236}">
                <a16:creationId xmlns:a16="http://schemas.microsoft.com/office/drawing/2014/main" id="{F90420A2-6632-3E8C-EC05-CDEFE348508F}"/>
              </a:ext>
            </a:extLst>
          </p:cNvPr>
          <p:cNvSpPr txBox="1">
            <a:spLocks noChangeArrowheads="1"/>
          </p:cNvSpPr>
          <p:nvPr/>
        </p:nvSpPr>
        <p:spPr bwMode="auto">
          <a:xfrm>
            <a:off x="179388" y="990600"/>
            <a:ext cx="8785225" cy="104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11"/>
              </a:buBlip>
            </a:pPr>
            <a:r>
              <a:rPr lang="zh-CN" altLang="en-US" b="1">
                <a:solidFill>
                  <a:srgbClr val="FFFFFF"/>
                </a:solidFill>
                <a:ea typeface="楷体_GB2312" pitchFamily="49" charset="-122"/>
              </a:rPr>
              <a:t> </a:t>
            </a:r>
            <a:r>
              <a:rPr lang="zh-CN" altLang="en-US" b="1">
                <a:solidFill>
                  <a:srgbClr val="FFFF57"/>
                </a:solidFill>
                <a:latin typeface="Times New Roman" panose="02020603050405020304" pitchFamily="18" charset="0"/>
              </a:rPr>
              <a:t>全透射现象：</a:t>
            </a:r>
            <a:r>
              <a:rPr lang="zh-CN" altLang="en-US" b="1">
                <a:solidFill>
                  <a:srgbClr val="FFFFFF"/>
                </a:solidFill>
                <a:latin typeface="Times New Roman" panose="02020603050405020304" pitchFamily="18" charset="0"/>
                <a:ea typeface="楷体_GB2312" pitchFamily="49" charset="-122"/>
              </a:rPr>
              <a:t>反射系数为</a:t>
            </a:r>
            <a:r>
              <a:rPr lang="en-US" altLang="zh-CN" b="1">
                <a:solidFill>
                  <a:srgbClr val="FFFFFF"/>
                </a:solidFill>
                <a:latin typeface="Times New Roman" panose="02020603050405020304" pitchFamily="18" charset="0"/>
                <a:ea typeface="楷体_GB2312" pitchFamily="49" charset="-122"/>
              </a:rPr>
              <a:t>0 </a:t>
            </a:r>
            <a:r>
              <a:rPr lang="zh-CN" altLang="en-US" b="1">
                <a:solidFill>
                  <a:srgbClr val="FFFFFF"/>
                </a:solidFill>
                <a:ea typeface="楷体_GB2312" pitchFamily="49" charset="-122"/>
              </a:rPr>
              <a:t>（</a:t>
            </a:r>
            <a:r>
              <a:rPr lang="zh-CN" altLang="en-US" b="1">
                <a:solidFill>
                  <a:srgbClr val="FFFFFF"/>
                </a:solidFill>
                <a:latin typeface="Times New Roman" panose="02020603050405020304" pitchFamily="18" charset="0"/>
                <a:ea typeface="楷体_GB2312" pitchFamily="49" charset="-122"/>
              </a:rPr>
              <a:t>无反射波），电磁功率全部透射到媒质</a:t>
            </a:r>
            <a:r>
              <a:rPr lang="en-US" altLang="zh-CN" b="1">
                <a:solidFill>
                  <a:srgbClr val="FFFFFF"/>
                </a:solidFill>
                <a:latin typeface="Times New Roman" panose="02020603050405020304" pitchFamily="18" charset="0"/>
                <a:ea typeface="楷体_GB2312" pitchFamily="49" charset="-122"/>
              </a:rPr>
              <a:t>2</a:t>
            </a:r>
            <a:r>
              <a:rPr lang="zh-CN" altLang="en-US" b="1">
                <a:solidFill>
                  <a:srgbClr val="FFFFFF"/>
                </a:solidFill>
                <a:latin typeface="Times New Roman" panose="02020603050405020304" pitchFamily="18" charset="0"/>
                <a:ea typeface="楷体_GB2312" pitchFamily="49" charset="-122"/>
              </a:rPr>
              <a:t>中。</a:t>
            </a:r>
            <a:endParaRPr kumimoji="1" lang="zh-CN" altLang="en-US" b="1">
              <a:solidFill>
                <a:srgbClr val="FFFFFF"/>
              </a:solidFill>
              <a:latin typeface="Times New Roman" panose="02020603050405020304" pitchFamily="18" charset="0"/>
              <a:ea typeface="楷体_GB2312" pitchFamily="49"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nodeType="afterEffect">
                                  <p:stCondLst>
                                    <p:cond delay="0"/>
                                  </p:stCondLst>
                                  <p:childTnLst>
                                    <p:set>
                                      <p:cBhvr>
                                        <p:cTn id="6" dur="1" fill="hold">
                                          <p:stCondLst>
                                            <p:cond delay="0"/>
                                          </p:stCondLst>
                                        </p:cTn>
                                        <p:tgtEl>
                                          <p:spTgt spid="99332"/>
                                        </p:tgtEl>
                                        <p:attrNameLst>
                                          <p:attrName>style.visibility</p:attrName>
                                        </p:attrNameLst>
                                      </p:cBhvr>
                                      <p:to>
                                        <p:strVal val="visible"/>
                                      </p:to>
                                    </p:set>
                                    <p:animEffect transition="in" filter="fade">
                                      <p:cBhvr>
                                        <p:cTn id="7" dur="2000"/>
                                        <p:tgtEl>
                                          <p:spTgt spid="993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99351"/>
                                        </p:tgtEl>
                                        <p:attrNameLst>
                                          <p:attrName>style.visibility</p:attrName>
                                        </p:attrNameLst>
                                      </p:cBhvr>
                                      <p:to>
                                        <p:strVal val="visible"/>
                                      </p:to>
                                    </p:set>
                                    <p:animEffect transition="in" filter="wipe(up)">
                                      <p:cBhvr>
                                        <p:cTn id="12" dur="2000"/>
                                        <p:tgtEl>
                                          <p:spTgt spid="9935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99353"/>
                                        </p:tgtEl>
                                        <p:attrNameLst>
                                          <p:attrName>style.visibility</p:attrName>
                                        </p:attrNameLst>
                                      </p:cBhvr>
                                      <p:to>
                                        <p:strVal val="visible"/>
                                      </p:to>
                                    </p:set>
                                    <p:animEffect transition="in" filter="wipe(up)">
                                      <p:cBhvr>
                                        <p:cTn id="17" dur="2000"/>
                                        <p:tgtEl>
                                          <p:spTgt spid="9935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99352"/>
                                        </p:tgtEl>
                                        <p:attrNameLst>
                                          <p:attrName>style.visibility</p:attrName>
                                        </p:attrNameLst>
                                      </p:cBhvr>
                                      <p:to>
                                        <p:strVal val="visible"/>
                                      </p:to>
                                    </p:set>
                                    <p:animEffect transition="in" filter="wipe(up)">
                                      <p:cBhvr>
                                        <p:cTn id="22" dur="2000"/>
                                        <p:tgtEl>
                                          <p:spTgt spid="9935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1" fill="hold" nodeType="clickEffect">
                                  <p:stCondLst>
                                    <p:cond delay="0"/>
                                  </p:stCondLst>
                                  <p:childTnLst>
                                    <p:set>
                                      <p:cBhvr>
                                        <p:cTn id="26" dur="1" fill="hold">
                                          <p:stCondLst>
                                            <p:cond delay="0"/>
                                          </p:stCondLst>
                                        </p:cTn>
                                        <p:tgtEl>
                                          <p:spTgt spid="99357"/>
                                        </p:tgtEl>
                                        <p:attrNameLst>
                                          <p:attrName>style.visibility</p:attrName>
                                        </p:attrNameLst>
                                      </p:cBhvr>
                                      <p:to>
                                        <p:strVal val="visible"/>
                                      </p:to>
                                    </p:set>
                                    <p:animEffect transition="in" filter="wipe(up)">
                                      <p:cBhvr>
                                        <p:cTn id="27" dur="2000"/>
                                        <p:tgtEl>
                                          <p:spTgt spid="9935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99354"/>
                                        </p:tgtEl>
                                        <p:attrNameLst>
                                          <p:attrName>style.visibility</p:attrName>
                                        </p:attrNameLst>
                                      </p:cBhvr>
                                      <p:to>
                                        <p:strVal val="visible"/>
                                      </p:to>
                                    </p:set>
                                    <p:animEffect transition="in" filter="wipe(up)">
                                      <p:cBhvr>
                                        <p:cTn id="32" dur="2000"/>
                                        <p:tgtEl>
                                          <p:spTgt spid="9935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99360"/>
                                        </p:tgtEl>
                                        <p:attrNameLst>
                                          <p:attrName>style.visibility</p:attrName>
                                        </p:attrNameLst>
                                      </p:cBhvr>
                                      <p:to>
                                        <p:strVal val="visible"/>
                                      </p:to>
                                    </p:set>
                                    <p:animEffect transition="in" filter="wipe(up)">
                                      <p:cBhvr>
                                        <p:cTn id="37" dur="2000"/>
                                        <p:tgtEl>
                                          <p:spTgt spid="993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99361"/>
                                        </p:tgtEl>
                                        <p:attrNameLst>
                                          <p:attrName>style.visibility</p:attrName>
                                        </p:attrNameLst>
                                      </p:cBhvr>
                                      <p:to>
                                        <p:strVal val="visible"/>
                                      </p:to>
                                    </p:set>
                                    <p:animEffect transition="in" filter="wipe(up)">
                                      <p:cBhvr>
                                        <p:cTn id="42" dur="2000"/>
                                        <p:tgtEl>
                                          <p:spTgt spid="993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353" grpId="0" animBg="1"/>
      <p:bldP spid="99360" grpId="0"/>
      <p:bldP spid="9936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2">
            <a:extLst>
              <a:ext uri="{FF2B5EF4-FFF2-40B4-BE49-F238E27FC236}">
                <a16:creationId xmlns:a16="http://schemas.microsoft.com/office/drawing/2014/main" id="{34CF292D-21B6-F310-F378-2853B4E5DCBC}"/>
              </a:ext>
            </a:extLst>
          </p:cNvPr>
          <p:cNvSpPr txBox="1">
            <a:spLocks noChangeArrowheads="1"/>
          </p:cNvSpPr>
          <p:nvPr/>
        </p:nvSpPr>
        <p:spPr bwMode="auto">
          <a:xfrm>
            <a:off x="250825" y="549275"/>
            <a:ext cx="4608513" cy="566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Blip>
                <a:blip r:embed="rId2"/>
              </a:buBlip>
            </a:pPr>
            <a:r>
              <a:rPr kumimoji="1" lang="zh-CN" altLang="en-US" b="1">
                <a:solidFill>
                  <a:srgbClr val="FFFFFF"/>
                </a:solidFill>
                <a:latin typeface="Times New Roman" panose="02020603050405020304" pitchFamily="18" charset="0"/>
                <a:ea typeface="楷体_GB2312" pitchFamily="49" charset="-122"/>
              </a:rPr>
              <a:t>  </a:t>
            </a:r>
            <a:r>
              <a:rPr kumimoji="1" lang="zh-CN" altLang="en-US" b="1">
                <a:solidFill>
                  <a:srgbClr val="E781E0"/>
                </a:solidFill>
                <a:latin typeface="Times New Roman" panose="02020603050405020304" pitchFamily="18" charset="0"/>
              </a:rPr>
              <a:t>讨论</a:t>
            </a:r>
          </a:p>
        </p:txBody>
      </p:sp>
      <p:grpSp>
        <p:nvGrpSpPr>
          <p:cNvPr id="101379" name="Group 3">
            <a:extLst>
              <a:ext uri="{FF2B5EF4-FFF2-40B4-BE49-F238E27FC236}">
                <a16:creationId xmlns:a16="http://schemas.microsoft.com/office/drawing/2014/main" id="{3A84A95F-D0BE-00A6-A253-BE215163EA85}"/>
              </a:ext>
            </a:extLst>
          </p:cNvPr>
          <p:cNvGrpSpPr>
            <a:grpSpLocks/>
          </p:cNvGrpSpPr>
          <p:nvPr/>
        </p:nvGrpSpPr>
        <p:grpSpPr bwMode="auto">
          <a:xfrm>
            <a:off x="503238" y="1052513"/>
            <a:ext cx="4824412" cy="787400"/>
            <a:chOff x="249" y="2341"/>
            <a:chExt cx="3039" cy="496"/>
          </a:xfrm>
        </p:grpSpPr>
        <p:graphicFrame>
          <p:nvGraphicFramePr>
            <p:cNvPr id="113671" name="Object 4">
              <a:extLst>
                <a:ext uri="{FF2B5EF4-FFF2-40B4-BE49-F238E27FC236}">
                  <a16:creationId xmlns:a16="http://schemas.microsoft.com/office/drawing/2014/main" id="{B6E0940C-A709-3B2D-C2C2-9B38EE6201A1}"/>
                </a:ext>
              </a:extLst>
            </p:cNvPr>
            <p:cNvGraphicFramePr>
              <a:graphicFrameLocks noChangeAspect="1"/>
            </p:cNvGraphicFramePr>
            <p:nvPr>
              <p:extLst>
                <p:ext uri="{D42A27DB-BD31-4B8C-83A1-F6EECF244321}">
                  <p14:modId xmlns:p14="http://schemas.microsoft.com/office/powerpoint/2010/main" val="4128793611"/>
                </p:ext>
              </p:extLst>
            </p:nvPr>
          </p:nvGraphicFramePr>
          <p:xfrm>
            <a:off x="1919" y="2341"/>
            <a:ext cx="973" cy="496"/>
          </p:xfrm>
          <a:graphic>
            <a:graphicData uri="http://schemas.openxmlformats.org/presentationml/2006/ole">
              <mc:AlternateContent xmlns:mc="http://schemas.openxmlformats.org/markup-compatibility/2006">
                <mc:Choice xmlns:v="urn:schemas-microsoft-com:vml" Requires="v">
                  <p:oleObj name="Equation" r:id="rId3" imgW="673265" imgH="368254" progId="Equation.DSMT4">
                    <p:embed/>
                  </p:oleObj>
                </mc:Choice>
                <mc:Fallback>
                  <p:oleObj name="Equation" r:id="rId3" imgW="673265" imgH="368254"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19" y="2341"/>
                          <a:ext cx="973" cy="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3672" name="Text Box 5">
              <a:extLst>
                <a:ext uri="{FF2B5EF4-FFF2-40B4-BE49-F238E27FC236}">
                  <a16:creationId xmlns:a16="http://schemas.microsoft.com/office/drawing/2014/main" id="{1E505E78-CAB0-5B14-1A6B-7AC0ECE113C3}"/>
                </a:ext>
              </a:extLst>
            </p:cNvPr>
            <p:cNvSpPr txBox="1">
              <a:spLocks noChangeArrowheads="1"/>
            </p:cNvSpPr>
            <p:nvPr/>
          </p:nvSpPr>
          <p:spPr bwMode="auto">
            <a:xfrm>
              <a:off x="249" y="2387"/>
              <a:ext cx="3039" cy="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lang="zh-CN" altLang="en-US" b="1">
                  <a:solidFill>
                    <a:srgbClr val="FFFFFF"/>
                  </a:solidFill>
                  <a:ea typeface="楷体_GB2312" pitchFamily="49" charset="-122"/>
                </a:rPr>
                <a:t> 产生全透射时，                   。</a:t>
              </a:r>
            </a:p>
          </p:txBody>
        </p:sp>
      </p:grpSp>
      <p:sp>
        <p:nvSpPr>
          <p:cNvPr id="101382" name="Text Box 6">
            <a:extLst>
              <a:ext uri="{FF2B5EF4-FFF2-40B4-BE49-F238E27FC236}">
                <a16:creationId xmlns:a16="http://schemas.microsoft.com/office/drawing/2014/main" id="{BE22B9F1-749B-E471-1A6D-69D85C47BA8A}"/>
              </a:ext>
            </a:extLst>
          </p:cNvPr>
          <p:cNvSpPr txBox="1">
            <a:spLocks noChangeArrowheads="1"/>
          </p:cNvSpPr>
          <p:nvPr/>
        </p:nvSpPr>
        <p:spPr bwMode="auto">
          <a:xfrm>
            <a:off x="468313" y="2420938"/>
            <a:ext cx="8497887" cy="1516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lang="zh-CN" altLang="en-US" b="1">
                <a:solidFill>
                  <a:srgbClr val="FFFFFF"/>
                </a:solidFill>
                <a:ea typeface="楷体_GB2312" pitchFamily="49" charset="-122"/>
              </a:rPr>
              <a:t> </a:t>
            </a:r>
          </a:p>
          <a:p>
            <a:pPr algn="just" eaLnBrk="1" hangingPunct="1">
              <a:lnSpc>
                <a:spcPct val="130000"/>
              </a:lnSpc>
            </a:pPr>
            <a:r>
              <a:rPr lang="zh-CN" altLang="en-US" b="1">
                <a:solidFill>
                  <a:srgbClr val="FFFFFF"/>
                </a:solidFill>
                <a:ea typeface="楷体_GB2312" pitchFamily="49" charset="-122"/>
              </a:rPr>
              <a:t>     </a:t>
            </a:r>
            <a:r>
              <a:rPr lang="zh-CN" altLang="en-US" b="1" u="sng">
                <a:solidFill>
                  <a:srgbClr val="FFFFFF"/>
                </a:solidFill>
                <a:ea typeface="楷体_GB2312" pitchFamily="49" charset="-122"/>
              </a:rPr>
              <a:t>垂直极化波</a:t>
            </a:r>
            <a:r>
              <a:rPr lang="zh-CN" altLang="en-US" b="1">
                <a:solidFill>
                  <a:srgbClr val="FFFFFF"/>
                </a:solidFill>
                <a:ea typeface="楷体_GB2312" pitchFamily="49" charset="-122"/>
              </a:rPr>
              <a:t>斜入射到两种非磁性媒质分界面上时，</a:t>
            </a:r>
            <a:r>
              <a:rPr lang="zh-CN" altLang="en-US" b="1" u="sng">
                <a:solidFill>
                  <a:srgbClr val="FFFFFF"/>
                </a:solidFill>
                <a:ea typeface="楷体_GB2312" pitchFamily="49" charset="-122"/>
              </a:rPr>
              <a:t>不会产生全透射</a:t>
            </a:r>
            <a:r>
              <a:rPr lang="zh-CN" altLang="en-US" b="1">
                <a:solidFill>
                  <a:srgbClr val="FFFFFF"/>
                </a:solidFill>
                <a:ea typeface="楷体_GB2312" pitchFamily="49" charset="-122"/>
              </a:rPr>
              <a:t>。</a:t>
            </a:r>
          </a:p>
        </p:txBody>
      </p:sp>
      <p:sp>
        <p:nvSpPr>
          <p:cNvPr id="101383" name="Text Box 7">
            <a:extLst>
              <a:ext uri="{FF2B5EF4-FFF2-40B4-BE49-F238E27FC236}">
                <a16:creationId xmlns:a16="http://schemas.microsoft.com/office/drawing/2014/main" id="{8CE9590D-7F08-EBF4-8EA5-736A6060513C}"/>
              </a:ext>
            </a:extLst>
          </p:cNvPr>
          <p:cNvSpPr txBox="1">
            <a:spLocks noChangeArrowheads="1"/>
          </p:cNvSpPr>
          <p:nvPr/>
        </p:nvSpPr>
        <p:spPr bwMode="auto">
          <a:xfrm>
            <a:off x="503238" y="4318000"/>
            <a:ext cx="8462962" cy="199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800100" indent="-342900">
              <a:defRPr sz="2400">
                <a:solidFill>
                  <a:schemeClr val="tx1"/>
                </a:solidFill>
                <a:latin typeface="Arial" panose="020B0604020202020204" pitchFamily="34" charset="0"/>
                <a:ea typeface="宋体" panose="02010600030101010101" pitchFamily="2" charset="-122"/>
              </a:defRPr>
            </a:lvl2pPr>
            <a:lvl3pPr marL="1257300" indent="-342900">
              <a:defRPr sz="2400">
                <a:solidFill>
                  <a:schemeClr val="tx1"/>
                </a:solidFill>
                <a:latin typeface="Arial" panose="020B0604020202020204" pitchFamily="34" charset="0"/>
                <a:ea typeface="宋体" panose="02010600030101010101" pitchFamily="2" charset="-122"/>
              </a:defRPr>
            </a:lvl3pPr>
            <a:lvl4pPr marL="1714500" indent="-342900">
              <a:defRPr sz="2400">
                <a:solidFill>
                  <a:schemeClr val="tx1"/>
                </a:solidFill>
                <a:latin typeface="Arial" panose="020B0604020202020204" pitchFamily="34" charset="0"/>
                <a:ea typeface="宋体" panose="02010600030101010101" pitchFamily="2" charset="-122"/>
              </a:defRPr>
            </a:lvl4pPr>
            <a:lvl5pPr marL="2171700" indent="-342900">
              <a:defRPr sz="2400">
                <a:solidFill>
                  <a:schemeClr val="tx1"/>
                </a:solidFill>
                <a:latin typeface="Arial" panose="020B0604020202020204" pitchFamily="34" charset="0"/>
                <a:ea typeface="宋体" panose="02010600030101010101" pitchFamily="2" charset="-122"/>
              </a:defRPr>
            </a:lvl5pPr>
            <a:lvl6pPr marL="26289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30861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5433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4000500" indent="-3429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just" eaLnBrk="1" hangingPunct="1">
              <a:lnSpc>
                <a:spcPct val="130000"/>
              </a:lnSpc>
              <a:buFontTx/>
              <a:buBlip>
                <a:blip r:embed="rId5"/>
              </a:buBlip>
            </a:pPr>
            <a:r>
              <a:rPr lang="zh-CN" altLang="en-US" b="1" dirty="0">
                <a:solidFill>
                  <a:srgbClr val="FFFFFF"/>
                </a:solidFill>
                <a:ea typeface="楷体_GB2312" pitchFamily="49" charset="-122"/>
              </a:rPr>
              <a:t>任意极化波以</a:t>
            </a:r>
            <a:r>
              <a:rPr lang="el-GR" altLang="zh-CN" b="1" i="1" dirty="0">
                <a:solidFill>
                  <a:srgbClr val="FFFFFF"/>
                </a:solidFill>
                <a:latin typeface="Times New Roman" panose="02020603050405020304" pitchFamily="18" charset="0"/>
                <a:ea typeface="楷体_GB2312" pitchFamily="49" charset="-122"/>
                <a:cs typeface="Arial" panose="020B0604020202020204" pitchFamily="34" charset="0"/>
              </a:rPr>
              <a:t>θ</a:t>
            </a:r>
            <a:r>
              <a:rPr lang="en-US" altLang="zh-CN" b="1" baseline="-25000" dirty="0" err="1">
                <a:solidFill>
                  <a:srgbClr val="FFFFFF"/>
                </a:solidFill>
                <a:latin typeface="Times New Roman" panose="02020603050405020304" pitchFamily="18" charset="0"/>
                <a:ea typeface="楷体_GB2312" pitchFamily="49" charset="-122"/>
                <a:cs typeface="Arial" panose="020B0604020202020204" pitchFamily="34" charset="0"/>
              </a:rPr>
              <a:t>i</a:t>
            </a:r>
            <a:r>
              <a:rPr lang="en-US" altLang="zh-CN" b="1" baseline="-25000" dirty="0">
                <a:solidFill>
                  <a:srgbClr val="FFFFFF"/>
                </a:solidFill>
                <a:latin typeface="Times New Roman" panose="02020603050405020304" pitchFamily="18" charset="0"/>
                <a:ea typeface="楷体_GB2312" pitchFamily="49" charset="-122"/>
                <a:cs typeface="Arial" panose="020B0604020202020204" pitchFamily="34" charset="0"/>
              </a:rPr>
              <a:t> </a:t>
            </a:r>
            <a:r>
              <a:rPr lang="en-US" altLang="zh-CN" dirty="0">
                <a:solidFill>
                  <a:srgbClr val="FFFFFF"/>
                </a:solidFill>
                <a:ea typeface="楷体_GB2312" pitchFamily="49" charset="-122"/>
              </a:rPr>
              <a:t>=</a:t>
            </a:r>
            <a:r>
              <a:rPr lang="el-GR" altLang="zh-CN" b="1" i="1" dirty="0">
                <a:solidFill>
                  <a:srgbClr val="FFFFFF"/>
                </a:solidFill>
                <a:latin typeface="Times New Roman" panose="02020603050405020304" pitchFamily="18" charset="0"/>
                <a:ea typeface="楷体_GB2312" pitchFamily="49" charset="-122"/>
              </a:rPr>
              <a:t>θ</a:t>
            </a:r>
            <a:r>
              <a:rPr lang="en-US" altLang="zh-CN" b="1" baseline="-25000" dirty="0">
                <a:solidFill>
                  <a:srgbClr val="FFFFFF"/>
                </a:solidFill>
                <a:latin typeface="Times New Roman" panose="02020603050405020304" pitchFamily="18" charset="0"/>
                <a:ea typeface="楷体_GB2312" pitchFamily="49" charset="-122"/>
              </a:rPr>
              <a:t>b</a:t>
            </a:r>
            <a:r>
              <a:rPr lang="zh-CN" altLang="en-US" b="1" dirty="0">
                <a:solidFill>
                  <a:srgbClr val="FFFFFF"/>
                </a:solidFill>
                <a:ea typeface="楷体_GB2312" pitchFamily="49" charset="-122"/>
              </a:rPr>
              <a:t>入射到两种非磁性媒质分界面上时，它的</a:t>
            </a:r>
            <a:r>
              <a:rPr lang="zh-CN" altLang="en-US" b="1" u="sng" dirty="0">
                <a:solidFill>
                  <a:srgbClr val="FFFFFF"/>
                </a:solidFill>
                <a:ea typeface="楷体_GB2312" pitchFamily="49" charset="-122"/>
              </a:rPr>
              <a:t>平行极化分量全部透射，反射波中就只剩下垂直极化分量</a:t>
            </a:r>
            <a:r>
              <a:rPr lang="en-US" altLang="zh-CN" b="1" dirty="0">
                <a:solidFill>
                  <a:srgbClr val="FFFFFF"/>
                </a:solidFill>
                <a:ea typeface="楷体_GB2312" pitchFamily="49" charset="-122"/>
              </a:rPr>
              <a:t>——</a:t>
            </a:r>
            <a:r>
              <a:rPr lang="zh-CN" altLang="en-US" b="1" dirty="0">
                <a:solidFill>
                  <a:srgbClr val="FFFFFF"/>
                </a:solidFill>
                <a:ea typeface="楷体_GB2312" pitchFamily="49" charset="-122"/>
              </a:rPr>
              <a:t>起到了</a:t>
            </a:r>
            <a:r>
              <a:rPr lang="zh-CN" altLang="en-US" b="1" dirty="0">
                <a:solidFill>
                  <a:srgbClr val="FF0000"/>
                </a:solidFill>
                <a:ea typeface="楷体_GB2312" pitchFamily="49" charset="-122"/>
              </a:rPr>
              <a:t>极化滤波</a:t>
            </a:r>
            <a:r>
              <a:rPr lang="zh-CN" altLang="en-US" b="1" dirty="0">
                <a:solidFill>
                  <a:srgbClr val="FFFFFF"/>
                </a:solidFill>
                <a:ea typeface="楷体_GB2312" pitchFamily="49" charset="-122"/>
              </a:rPr>
              <a:t>的作用。因此，布儒斯特角也称为</a:t>
            </a:r>
            <a:r>
              <a:rPr lang="zh-CN" altLang="en-US" b="1" dirty="0">
                <a:solidFill>
                  <a:srgbClr val="FFFF57"/>
                </a:solidFill>
                <a:ea typeface="楷体_GB2312" pitchFamily="49" charset="-122"/>
              </a:rPr>
              <a:t>极化角</a:t>
            </a:r>
            <a:r>
              <a:rPr lang="zh-CN" altLang="en-US" b="1" dirty="0">
                <a:solidFill>
                  <a:srgbClr val="FFFFFF"/>
                </a:solidFill>
                <a:ea typeface="楷体_GB2312" pitchFamily="49" charset="-122"/>
              </a:rPr>
              <a:t>。</a:t>
            </a:r>
          </a:p>
        </p:txBody>
      </p:sp>
      <p:graphicFrame>
        <p:nvGraphicFramePr>
          <p:cNvPr id="210958" name="Object 14">
            <a:extLst>
              <a:ext uri="{FF2B5EF4-FFF2-40B4-BE49-F238E27FC236}">
                <a16:creationId xmlns:a16="http://schemas.microsoft.com/office/drawing/2014/main" id="{8D9600E7-1256-74E8-8BB3-01532D644E56}"/>
              </a:ext>
            </a:extLst>
          </p:cNvPr>
          <p:cNvGraphicFramePr>
            <a:graphicFrameLocks noGrp="1" noChangeAspect="1"/>
          </p:cNvGraphicFramePr>
          <p:nvPr>
            <p:ph/>
            <p:extLst>
              <p:ext uri="{D42A27DB-BD31-4B8C-83A1-F6EECF244321}">
                <p14:modId xmlns:p14="http://schemas.microsoft.com/office/powerpoint/2010/main" val="1436516005"/>
              </p:ext>
            </p:extLst>
          </p:nvPr>
        </p:nvGraphicFramePr>
        <p:xfrm>
          <a:off x="971550" y="2492375"/>
          <a:ext cx="1944688" cy="398463"/>
        </p:xfrm>
        <a:graphic>
          <a:graphicData uri="http://schemas.openxmlformats.org/presentationml/2006/ole">
            <mc:AlternateContent xmlns:mc="http://schemas.openxmlformats.org/markup-compatibility/2006">
              <mc:Choice xmlns:v="urn:schemas-microsoft-com:vml" Requires="v">
                <p:oleObj name="公式" r:id="rId6" imgW="1053643" imgH="215806" progId="Equation.3">
                  <p:embed/>
                </p:oleObj>
              </mc:Choice>
              <mc:Fallback>
                <p:oleObj name="公式" r:id="rId6" imgW="1053643" imgH="215806" progId="Equation.3">
                  <p:embed/>
                  <p:pic>
                    <p:nvPicPr>
                      <p:cNvPr id="0" name="Object 14"/>
                      <p:cNvPicPr>
                        <a:picLocks noGrp="1"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71550" y="2492375"/>
                        <a:ext cx="1944688" cy="398463"/>
                      </a:xfrm>
                      <a:prstGeom prst="rect">
                        <a:avLst/>
                      </a:prstGeom>
                      <a:solidFill>
                        <a:schemeClr val="bg1"/>
                      </a:solidFill>
                      <a:ln>
                        <a:noFill/>
                      </a:ln>
                      <a:effectLst/>
                      <a:extLs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01378"/>
                                        </p:tgtEl>
                                        <p:attrNameLst>
                                          <p:attrName>style.visibility</p:attrName>
                                        </p:attrNameLst>
                                      </p:cBhvr>
                                      <p:to>
                                        <p:strVal val="visible"/>
                                      </p:to>
                                    </p:set>
                                    <p:animEffect transition="in" filter="wipe(up)">
                                      <p:cBhvr>
                                        <p:cTn id="7" dur="2000"/>
                                        <p:tgtEl>
                                          <p:spTgt spid="1013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101379"/>
                                        </p:tgtEl>
                                        <p:attrNameLst>
                                          <p:attrName>style.visibility</p:attrName>
                                        </p:attrNameLst>
                                      </p:cBhvr>
                                      <p:to>
                                        <p:strVal val="visible"/>
                                      </p:to>
                                    </p:set>
                                    <p:animEffect transition="in" filter="wipe(up)">
                                      <p:cBhvr>
                                        <p:cTn id="12" dur="2000"/>
                                        <p:tgtEl>
                                          <p:spTgt spid="1013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01382"/>
                                        </p:tgtEl>
                                        <p:attrNameLst>
                                          <p:attrName>style.visibility</p:attrName>
                                        </p:attrNameLst>
                                      </p:cBhvr>
                                      <p:to>
                                        <p:strVal val="visible"/>
                                      </p:to>
                                    </p:set>
                                    <p:animEffect transition="in" filter="wipe(up)">
                                      <p:cBhvr>
                                        <p:cTn id="17" dur="2000"/>
                                        <p:tgtEl>
                                          <p:spTgt spid="1013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101383"/>
                                        </p:tgtEl>
                                        <p:attrNameLst>
                                          <p:attrName>style.visibility</p:attrName>
                                        </p:attrNameLst>
                                      </p:cBhvr>
                                      <p:to>
                                        <p:strVal val="visible"/>
                                      </p:to>
                                    </p:set>
                                    <p:animEffect transition="in" filter="wipe(up)">
                                      <p:cBhvr>
                                        <p:cTn id="22" dur="2000"/>
                                        <p:tgtEl>
                                          <p:spTgt spid="1013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10958"/>
                                        </p:tgtEl>
                                        <p:attrNameLst>
                                          <p:attrName>style.visibility</p:attrName>
                                        </p:attrNameLst>
                                      </p:cBhvr>
                                      <p:to>
                                        <p:strVal val="visible"/>
                                      </p:to>
                                    </p:set>
                                    <p:anim calcmode="lin" valueType="num">
                                      <p:cBhvr additive="base">
                                        <p:cTn id="27" dur="500" fill="hold"/>
                                        <p:tgtEl>
                                          <p:spTgt spid="210958"/>
                                        </p:tgtEl>
                                        <p:attrNameLst>
                                          <p:attrName>ppt_x</p:attrName>
                                        </p:attrNameLst>
                                      </p:cBhvr>
                                      <p:tavLst>
                                        <p:tav tm="0">
                                          <p:val>
                                            <p:strVal val="#ppt_x"/>
                                          </p:val>
                                        </p:tav>
                                        <p:tav tm="100000">
                                          <p:val>
                                            <p:strVal val="#ppt_x"/>
                                          </p:val>
                                        </p:tav>
                                      </p:tavLst>
                                    </p:anim>
                                    <p:anim calcmode="lin" valueType="num">
                                      <p:cBhvr additive="base">
                                        <p:cTn id="28" dur="500" fill="hold"/>
                                        <p:tgtEl>
                                          <p:spTgt spid="21095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378" grpId="0"/>
      <p:bldP spid="101382" grpId="0"/>
      <p:bldP spid="101383"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a:extLst>
              <a:ext uri="{FF2B5EF4-FFF2-40B4-BE49-F238E27FC236}">
                <a16:creationId xmlns:a16="http://schemas.microsoft.com/office/drawing/2014/main" id="{08F9EF9F-246F-4E77-AD0B-F8FFD88D6787}"/>
              </a:ext>
            </a:extLst>
          </p:cNvPr>
          <p:cNvSpPr txBox="1">
            <a:spLocks noChangeArrowheads="1"/>
          </p:cNvSpPr>
          <p:nvPr/>
        </p:nvSpPr>
        <p:spPr bwMode="auto">
          <a:xfrm>
            <a:off x="107950" y="547688"/>
            <a:ext cx="8915400" cy="2136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lnSpc>
                <a:spcPct val="140000"/>
              </a:lnSpc>
              <a:spcBef>
                <a:spcPct val="20000"/>
              </a:spcBef>
            </a:pPr>
            <a:r>
              <a:rPr kumimoji="1" lang="en-US" altLang="zh-CN" b="1">
                <a:solidFill>
                  <a:srgbClr val="E781E0"/>
                </a:solidFill>
                <a:latin typeface="Times New Roman" panose="02020603050405020304" pitchFamily="18" charset="0"/>
                <a:ea typeface="幼圆" panose="02010509060101010101" pitchFamily="49" charset="-122"/>
              </a:rPr>
              <a:t>【</a:t>
            </a:r>
            <a:r>
              <a:rPr kumimoji="1" lang="zh-CN" altLang="en-US" b="1">
                <a:solidFill>
                  <a:srgbClr val="E781E0"/>
                </a:solidFill>
                <a:latin typeface="Times New Roman" panose="02020603050405020304" pitchFamily="18" charset="0"/>
                <a:ea typeface="幼圆" panose="02010509060101010101" pitchFamily="49" charset="-122"/>
              </a:rPr>
              <a:t>例</a:t>
            </a:r>
            <a:r>
              <a:rPr kumimoji="1" lang="en-US" altLang="zh-CN" b="1">
                <a:solidFill>
                  <a:srgbClr val="E781E0"/>
                </a:solidFill>
                <a:latin typeface="Times New Roman" panose="02020603050405020304" pitchFamily="18" charset="0"/>
                <a:ea typeface="幼圆" panose="02010509060101010101" pitchFamily="49" charset="-122"/>
              </a:rPr>
              <a:t>6.3.3】</a:t>
            </a:r>
            <a:r>
              <a:rPr kumimoji="1" lang="zh-CN" altLang="en-US" b="1">
                <a:solidFill>
                  <a:srgbClr val="FFFFFF"/>
                </a:solidFill>
                <a:latin typeface="Times New Roman" panose="02020603050405020304" pitchFamily="18" charset="0"/>
                <a:ea typeface="楷体_GB2312" pitchFamily="49" charset="-122"/>
              </a:rPr>
              <a:t>一平面波从介质</a:t>
            </a:r>
            <a:r>
              <a:rPr kumimoji="1" lang="en-US" altLang="zh-CN" b="1">
                <a:solidFill>
                  <a:srgbClr val="FFFFFF"/>
                </a:solidFill>
                <a:latin typeface="Times New Roman" panose="02020603050405020304" pitchFamily="18" charset="0"/>
                <a:ea typeface="楷体_GB2312" pitchFamily="49" charset="-122"/>
              </a:rPr>
              <a:t>1 </a:t>
            </a:r>
            <a:r>
              <a:rPr kumimoji="1" lang="zh-CN" altLang="en-US" b="1">
                <a:solidFill>
                  <a:srgbClr val="FFFFFF"/>
                </a:solidFill>
                <a:latin typeface="Times New Roman" panose="02020603050405020304" pitchFamily="18" charset="0"/>
                <a:ea typeface="楷体_GB2312" pitchFamily="49" charset="-122"/>
              </a:rPr>
              <a:t>斜入射到介质与空气的分界面，试计算：（</a:t>
            </a:r>
            <a:r>
              <a:rPr kumimoji="1" lang="en-US" altLang="zh-CN" b="1">
                <a:solidFill>
                  <a:srgbClr val="FFFFFF"/>
                </a:solidFill>
                <a:latin typeface="Times New Roman" panose="02020603050405020304" pitchFamily="18" charset="0"/>
                <a:ea typeface="楷体_GB2312" pitchFamily="49" charset="-122"/>
              </a:rPr>
              <a:t>1</a:t>
            </a:r>
            <a:r>
              <a:rPr kumimoji="1" lang="zh-CN" altLang="en-US" b="1">
                <a:solidFill>
                  <a:srgbClr val="FFFFFF"/>
                </a:solidFill>
                <a:latin typeface="Times New Roman" panose="02020603050405020304" pitchFamily="18" charset="0"/>
                <a:ea typeface="楷体_GB2312" pitchFamily="49" charset="-122"/>
              </a:rPr>
              <a:t>）当介质</a:t>
            </a:r>
            <a:r>
              <a:rPr kumimoji="1" lang="en-US" altLang="zh-CN" b="1">
                <a:solidFill>
                  <a:srgbClr val="FFFFFF"/>
                </a:solidFill>
                <a:latin typeface="Times New Roman" panose="02020603050405020304" pitchFamily="18" charset="0"/>
                <a:ea typeface="楷体_GB2312" pitchFamily="49" charset="-122"/>
              </a:rPr>
              <a:t>1</a:t>
            </a:r>
            <a:r>
              <a:rPr kumimoji="1" lang="zh-CN" altLang="en-US" b="1">
                <a:solidFill>
                  <a:srgbClr val="FFFFFF"/>
                </a:solidFill>
                <a:latin typeface="Times New Roman" panose="02020603050405020304" pitchFamily="18" charset="0"/>
                <a:ea typeface="楷体_GB2312" pitchFamily="49" charset="-122"/>
              </a:rPr>
              <a:t>分别为水</a:t>
            </a:r>
            <a:r>
              <a:rPr kumimoji="1" lang="el-GR" altLang="zh-CN" b="1" i="1">
                <a:solidFill>
                  <a:srgbClr val="FFFFFF"/>
                </a:solidFill>
                <a:latin typeface="Times New Roman" panose="02020603050405020304" pitchFamily="18" charset="0"/>
                <a:ea typeface="楷体_GB2312" pitchFamily="49" charset="-122"/>
                <a:cs typeface="Times New Roman" panose="02020603050405020304" pitchFamily="18" charset="0"/>
              </a:rPr>
              <a:t>ε</a:t>
            </a:r>
            <a:r>
              <a:rPr kumimoji="1" lang="en-US" altLang="zh-CN" b="1" baseline="-25000">
                <a:solidFill>
                  <a:srgbClr val="FFFFFF"/>
                </a:solidFill>
                <a:latin typeface="Times New Roman" panose="02020603050405020304" pitchFamily="18" charset="0"/>
                <a:ea typeface="楷体_GB2312" pitchFamily="49" charset="-122"/>
                <a:cs typeface="Times New Roman" panose="02020603050405020304" pitchFamily="18" charset="0"/>
              </a:rPr>
              <a:t>r</a:t>
            </a:r>
            <a:r>
              <a:rPr kumimoji="1" lang="en-US" altLang="zh-CN" b="1" baseline="-25000">
                <a:solidFill>
                  <a:srgbClr val="FFFFFF"/>
                </a:solidFill>
                <a:latin typeface="Times New Roman" panose="02020603050405020304" pitchFamily="18" charset="0"/>
                <a:ea typeface="楷体_GB2312" pitchFamily="49" charset="-122"/>
              </a:rPr>
              <a:t> </a:t>
            </a:r>
            <a:r>
              <a:rPr kumimoji="1" lang="zh-CN" altLang="en-US" b="1">
                <a:solidFill>
                  <a:srgbClr val="FFFFFF"/>
                </a:solidFill>
                <a:latin typeface="Times New Roman" panose="02020603050405020304" pitchFamily="18" charset="0"/>
                <a:ea typeface="楷体_GB2312" pitchFamily="49" charset="-122"/>
              </a:rPr>
              <a:t>＝</a:t>
            </a:r>
            <a:r>
              <a:rPr kumimoji="1" lang="en-US" altLang="zh-CN" b="1">
                <a:solidFill>
                  <a:srgbClr val="FFFFFF"/>
                </a:solidFill>
                <a:latin typeface="Times New Roman" panose="02020603050405020304" pitchFamily="18" charset="0"/>
                <a:ea typeface="楷体_GB2312" pitchFamily="49" charset="-122"/>
              </a:rPr>
              <a:t>81</a:t>
            </a:r>
            <a:r>
              <a:rPr kumimoji="1" lang="zh-CN" altLang="en-US" b="1">
                <a:solidFill>
                  <a:srgbClr val="FFFFFF"/>
                </a:solidFill>
                <a:latin typeface="Times New Roman" panose="02020603050405020304" pitchFamily="18" charset="0"/>
                <a:ea typeface="楷体_GB2312" pitchFamily="49" charset="-122"/>
              </a:rPr>
              <a:t>、玻璃</a:t>
            </a:r>
            <a:r>
              <a:rPr kumimoji="1" lang="el-GR" altLang="zh-CN" b="1" i="1">
                <a:solidFill>
                  <a:srgbClr val="FFFFFF"/>
                </a:solidFill>
                <a:latin typeface="Times New Roman" panose="02020603050405020304" pitchFamily="18" charset="0"/>
                <a:ea typeface="楷体_GB2312" pitchFamily="49" charset="-122"/>
              </a:rPr>
              <a:t>ε</a:t>
            </a:r>
            <a:r>
              <a:rPr kumimoji="1" lang="en-US" altLang="zh-CN" b="1" baseline="-25000">
                <a:solidFill>
                  <a:srgbClr val="FFFFFF"/>
                </a:solidFill>
                <a:latin typeface="Times New Roman" panose="02020603050405020304" pitchFamily="18" charset="0"/>
                <a:ea typeface="楷体_GB2312" pitchFamily="49" charset="-122"/>
              </a:rPr>
              <a:t>r </a:t>
            </a:r>
            <a:r>
              <a:rPr kumimoji="1" lang="zh-CN" altLang="en-US" b="1">
                <a:solidFill>
                  <a:srgbClr val="FFFFFF"/>
                </a:solidFill>
                <a:latin typeface="Times New Roman" panose="02020603050405020304" pitchFamily="18" charset="0"/>
                <a:ea typeface="楷体_GB2312" pitchFamily="49" charset="-122"/>
              </a:rPr>
              <a:t>＝</a:t>
            </a:r>
            <a:r>
              <a:rPr kumimoji="1" lang="en-US" altLang="zh-CN" b="1">
                <a:solidFill>
                  <a:srgbClr val="FFFFFF"/>
                </a:solidFill>
                <a:latin typeface="Times New Roman" panose="02020603050405020304" pitchFamily="18" charset="0"/>
                <a:ea typeface="楷体_GB2312" pitchFamily="49" charset="-122"/>
              </a:rPr>
              <a:t>9 </a:t>
            </a:r>
            <a:r>
              <a:rPr kumimoji="1" lang="zh-CN" altLang="en-US" b="1">
                <a:solidFill>
                  <a:srgbClr val="FFFFFF"/>
                </a:solidFill>
                <a:latin typeface="Times New Roman" panose="02020603050405020304" pitchFamily="18" charset="0"/>
                <a:ea typeface="楷体_GB2312" pitchFamily="49" charset="-122"/>
              </a:rPr>
              <a:t>和聚苯乙烯</a:t>
            </a:r>
            <a:r>
              <a:rPr kumimoji="1" lang="el-GR" altLang="zh-CN" b="1" i="1">
                <a:solidFill>
                  <a:srgbClr val="FFFFFF"/>
                </a:solidFill>
                <a:latin typeface="Times New Roman" panose="02020603050405020304" pitchFamily="18" charset="0"/>
                <a:ea typeface="楷体_GB2312" pitchFamily="49" charset="-122"/>
              </a:rPr>
              <a:t>ε</a:t>
            </a:r>
            <a:r>
              <a:rPr kumimoji="1" lang="en-US" altLang="zh-CN" b="1" baseline="-25000">
                <a:solidFill>
                  <a:srgbClr val="FFFFFF"/>
                </a:solidFill>
                <a:latin typeface="Times New Roman" panose="02020603050405020304" pitchFamily="18" charset="0"/>
                <a:ea typeface="楷体_GB2312" pitchFamily="49" charset="-122"/>
              </a:rPr>
              <a:t>r </a:t>
            </a:r>
            <a:r>
              <a:rPr kumimoji="1" lang="zh-CN" altLang="en-US" b="1">
                <a:solidFill>
                  <a:srgbClr val="FFFFFF"/>
                </a:solidFill>
                <a:latin typeface="Times New Roman" panose="02020603050405020304" pitchFamily="18" charset="0"/>
                <a:ea typeface="楷体_GB2312" pitchFamily="49" charset="-122"/>
              </a:rPr>
              <a:t>＝</a:t>
            </a:r>
            <a:r>
              <a:rPr kumimoji="1" lang="en-US" altLang="zh-CN" b="1">
                <a:solidFill>
                  <a:srgbClr val="FFFFFF"/>
                </a:solidFill>
                <a:latin typeface="Times New Roman" panose="02020603050405020304" pitchFamily="18" charset="0"/>
                <a:ea typeface="楷体_GB2312" pitchFamily="49" charset="-122"/>
              </a:rPr>
              <a:t>1.56 </a:t>
            </a:r>
            <a:r>
              <a:rPr kumimoji="1" lang="zh-CN" altLang="en-US" b="1">
                <a:solidFill>
                  <a:srgbClr val="FFFFFF"/>
                </a:solidFill>
                <a:latin typeface="Times New Roman" panose="02020603050405020304" pitchFamily="18" charset="0"/>
                <a:ea typeface="楷体_GB2312" pitchFamily="49" charset="-122"/>
              </a:rPr>
              <a:t>时的临界角</a:t>
            </a:r>
            <a:r>
              <a:rPr kumimoji="1" lang="el-GR" altLang="zh-CN" b="1" i="1">
                <a:solidFill>
                  <a:srgbClr val="FFFFFF"/>
                </a:solidFill>
                <a:latin typeface="Times New Roman" panose="02020603050405020304" pitchFamily="18" charset="0"/>
                <a:ea typeface="楷体_GB2312" pitchFamily="49" charset="-122"/>
              </a:rPr>
              <a:t>θ</a:t>
            </a:r>
            <a:r>
              <a:rPr kumimoji="1" lang="en-US" altLang="zh-CN" b="1" baseline="-25000">
                <a:solidFill>
                  <a:srgbClr val="FFFFFF"/>
                </a:solidFill>
                <a:latin typeface="Times New Roman" panose="02020603050405020304" pitchFamily="18" charset="0"/>
                <a:ea typeface="楷体_GB2312" pitchFamily="49" charset="-122"/>
              </a:rPr>
              <a:t>c </a:t>
            </a:r>
            <a:r>
              <a:rPr kumimoji="1" lang="zh-CN" altLang="en-US" b="1">
                <a:solidFill>
                  <a:srgbClr val="FFFFFF"/>
                </a:solidFill>
                <a:latin typeface="Times New Roman" panose="02020603050405020304" pitchFamily="18" charset="0"/>
                <a:ea typeface="楷体_GB2312" pitchFamily="49" charset="-122"/>
              </a:rPr>
              <a:t>；（</a:t>
            </a:r>
            <a:r>
              <a:rPr kumimoji="1" lang="en-US" altLang="zh-CN" b="1">
                <a:solidFill>
                  <a:srgbClr val="FFFFFF"/>
                </a:solidFill>
                <a:latin typeface="Times New Roman" panose="02020603050405020304" pitchFamily="18" charset="0"/>
                <a:ea typeface="楷体_GB2312" pitchFamily="49" charset="-122"/>
              </a:rPr>
              <a:t>2</a:t>
            </a:r>
            <a:r>
              <a:rPr kumimoji="1" lang="zh-CN" altLang="en-US" b="1">
                <a:solidFill>
                  <a:srgbClr val="FFFFFF"/>
                </a:solidFill>
                <a:latin typeface="Times New Roman" panose="02020603050405020304" pitchFamily="18" charset="0"/>
                <a:ea typeface="楷体_GB2312" pitchFamily="49" charset="-122"/>
              </a:rPr>
              <a:t>）若入射角</a:t>
            </a:r>
            <a:r>
              <a:rPr kumimoji="1" lang="el-GR" altLang="zh-CN" b="1" i="1">
                <a:solidFill>
                  <a:srgbClr val="FFFFFF"/>
                </a:solidFill>
                <a:latin typeface="Times New Roman" panose="02020603050405020304" pitchFamily="18" charset="0"/>
                <a:ea typeface="楷体_GB2312" pitchFamily="49" charset="-122"/>
              </a:rPr>
              <a:t>θ</a:t>
            </a:r>
            <a:r>
              <a:rPr kumimoji="1" lang="en-US" altLang="zh-CN" b="1" baseline="-25000">
                <a:solidFill>
                  <a:srgbClr val="FFFFFF"/>
                </a:solidFill>
                <a:latin typeface="Times New Roman" panose="02020603050405020304" pitchFamily="18" charset="0"/>
                <a:ea typeface="楷体_GB2312" pitchFamily="49" charset="-122"/>
              </a:rPr>
              <a:t>i </a:t>
            </a:r>
            <a:r>
              <a:rPr kumimoji="1" lang="en-US" altLang="zh-CN" b="1">
                <a:solidFill>
                  <a:srgbClr val="FFFFFF"/>
                </a:solidFill>
                <a:latin typeface="Times New Roman" panose="02020603050405020304" pitchFamily="18" charset="0"/>
                <a:ea typeface="楷体_GB2312" pitchFamily="49" charset="-122"/>
              </a:rPr>
              <a:t>=</a:t>
            </a:r>
            <a:r>
              <a:rPr kumimoji="1" lang="en-US" altLang="zh-CN" b="1" baseline="-25000">
                <a:solidFill>
                  <a:srgbClr val="FFFFFF"/>
                </a:solidFill>
                <a:latin typeface="Times New Roman" panose="02020603050405020304" pitchFamily="18" charset="0"/>
                <a:ea typeface="楷体_GB2312" pitchFamily="49" charset="-122"/>
              </a:rPr>
              <a:t> </a:t>
            </a:r>
            <a:r>
              <a:rPr kumimoji="1" lang="el-GR" altLang="zh-CN" b="1" i="1">
                <a:solidFill>
                  <a:srgbClr val="FFFFFF"/>
                </a:solidFill>
                <a:latin typeface="Times New Roman" panose="02020603050405020304" pitchFamily="18" charset="0"/>
                <a:ea typeface="楷体_GB2312" pitchFamily="49" charset="-122"/>
              </a:rPr>
              <a:t>θ</a:t>
            </a:r>
            <a:r>
              <a:rPr kumimoji="1" lang="en-US" altLang="zh-CN" b="1" baseline="-25000">
                <a:solidFill>
                  <a:srgbClr val="FFFFFF"/>
                </a:solidFill>
                <a:latin typeface="Times New Roman" panose="02020603050405020304" pitchFamily="18" charset="0"/>
                <a:ea typeface="楷体_GB2312" pitchFamily="49" charset="-122"/>
              </a:rPr>
              <a:t>b </a:t>
            </a:r>
            <a:r>
              <a:rPr kumimoji="1" lang="zh-CN" altLang="en-US" b="1">
                <a:solidFill>
                  <a:srgbClr val="FFFFFF"/>
                </a:solidFill>
                <a:latin typeface="Times New Roman" panose="02020603050405020304" pitchFamily="18" charset="0"/>
                <a:ea typeface="楷体_GB2312" pitchFamily="49" charset="-122"/>
              </a:rPr>
              <a:t>，则波全部透射入空气。上述三种介质的</a:t>
            </a:r>
            <a:r>
              <a:rPr kumimoji="1" lang="el-GR" altLang="zh-CN" b="1" i="1">
                <a:solidFill>
                  <a:srgbClr val="FFFFFF"/>
                </a:solidFill>
                <a:latin typeface="Times New Roman" panose="02020603050405020304" pitchFamily="18" charset="0"/>
                <a:ea typeface="楷体_GB2312" pitchFamily="49" charset="-122"/>
              </a:rPr>
              <a:t>θ</a:t>
            </a:r>
            <a:r>
              <a:rPr kumimoji="1" lang="en-US" altLang="zh-CN" b="1" baseline="-25000">
                <a:solidFill>
                  <a:srgbClr val="FFFFFF"/>
                </a:solidFill>
                <a:latin typeface="Times New Roman" panose="02020603050405020304" pitchFamily="18" charset="0"/>
                <a:ea typeface="楷体_GB2312" pitchFamily="49" charset="-122"/>
              </a:rPr>
              <a:t>i </a:t>
            </a:r>
            <a:r>
              <a:rPr kumimoji="1" lang="en-US" altLang="zh-CN" b="1">
                <a:solidFill>
                  <a:srgbClr val="FFFFFF"/>
                </a:solidFill>
                <a:latin typeface="Times New Roman" panose="02020603050405020304" pitchFamily="18" charset="0"/>
                <a:ea typeface="楷体_GB2312" pitchFamily="49" charset="-122"/>
              </a:rPr>
              <a:t>=</a:t>
            </a:r>
            <a:r>
              <a:rPr kumimoji="1" lang="zh-CN" altLang="en-US" b="1">
                <a:solidFill>
                  <a:srgbClr val="FFFFFF"/>
                </a:solidFill>
                <a:latin typeface="Times New Roman" panose="02020603050405020304" pitchFamily="18" charset="0"/>
                <a:ea typeface="楷体_GB2312" pitchFamily="49" charset="-122"/>
              </a:rPr>
              <a:t>？</a:t>
            </a:r>
            <a:endParaRPr kumimoji="1" lang="zh-CN" altLang="en-US" b="1" baseline="-25000">
              <a:solidFill>
                <a:srgbClr val="FFFFFF"/>
              </a:solidFill>
              <a:latin typeface="Times New Roman" panose="02020603050405020304" pitchFamily="18" charset="0"/>
              <a:ea typeface="楷体_GB2312" pitchFamily="49" charset="-122"/>
            </a:endParaRPr>
          </a:p>
        </p:txBody>
      </p:sp>
      <p:sp>
        <p:nvSpPr>
          <p:cNvPr id="102403" name="Rectangle 3">
            <a:extLst>
              <a:ext uri="{FF2B5EF4-FFF2-40B4-BE49-F238E27FC236}">
                <a16:creationId xmlns:a16="http://schemas.microsoft.com/office/drawing/2014/main" id="{ACED0661-4F72-4D03-2F36-DB65C187A1F3}"/>
              </a:ext>
            </a:extLst>
          </p:cNvPr>
          <p:cNvSpPr>
            <a:spLocks noChangeArrowheads="1"/>
          </p:cNvSpPr>
          <p:nvPr/>
        </p:nvSpPr>
        <p:spPr bwMode="auto">
          <a:xfrm>
            <a:off x="107950" y="3043238"/>
            <a:ext cx="1117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en-US" altLang="zh-CN" b="1">
                <a:solidFill>
                  <a:srgbClr val="E781E0"/>
                </a:solidFill>
                <a:latin typeface="幼圆" panose="02010509060101010101" pitchFamily="49" charset="-122"/>
                <a:ea typeface="幼圆" panose="02010509060101010101" pitchFamily="49" charset="-122"/>
              </a:rPr>
              <a:t>【</a:t>
            </a:r>
            <a:r>
              <a:rPr lang="zh-CN" altLang="en-US" b="1">
                <a:solidFill>
                  <a:srgbClr val="E781E0"/>
                </a:solidFill>
                <a:latin typeface="幼圆" panose="02010509060101010101" pitchFamily="49" charset="-122"/>
                <a:ea typeface="幼圆" panose="02010509060101010101" pitchFamily="49" charset="-122"/>
              </a:rPr>
              <a:t>解</a:t>
            </a:r>
            <a:r>
              <a:rPr lang="en-US" altLang="zh-CN" b="1">
                <a:solidFill>
                  <a:srgbClr val="E781E0"/>
                </a:solidFill>
                <a:latin typeface="幼圆" panose="02010509060101010101" pitchFamily="49" charset="-122"/>
                <a:ea typeface="幼圆" panose="02010509060101010101" pitchFamily="49" charset="-122"/>
              </a:rPr>
              <a:t>】</a:t>
            </a:r>
            <a:endParaRPr lang="zh-CN" altLang="en-US">
              <a:solidFill>
                <a:srgbClr val="E781E0"/>
              </a:solidFill>
              <a:latin typeface="楷体_GB2312" pitchFamily="49" charset="-122"/>
              <a:ea typeface="楷体_GB2312" pitchFamily="49" charset="-122"/>
            </a:endParaRPr>
          </a:p>
        </p:txBody>
      </p:sp>
      <p:graphicFrame>
        <p:nvGraphicFramePr>
          <p:cNvPr id="102404" name="Object 4">
            <a:extLst>
              <a:ext uri="{FF2B5EF4-FFF2-40B4-BE49-F238E27FC236}">
                <a16:creationId xmlns:a16="http://schemas.microsoft.com/office/drawing/2014/main" id="{66A47DE9-00BE-AD53-FC87-1B61A3B9BBBD}"/>
              </a:ext>
            </a:extLst>
          </p:cNvPr>
          <p:cNvGraphicFramePr>
            <a:graphicFrameLocks noChangeAspect="1"/>
          </p:cNvGraphicFramePr>
          <p:nvPr>
            <p:extLst>
              <p:ext uri="{D42A27DB-BD31-4B8C-83A1-F6EECF244321}">
                <p14:modId xmlns:p14="http://schemas.microsoft.com/office/powerpoint/2010/main" val="197085114"/>
              </p:ext>
            </p:extLst>
          </p:nvPr>
        </p:nvGraphicFramePr>
        <p:xfrm>
          <a:off x="3222625" y="3335338"/>
          <a:ext cx="2501900" cy="530225"/>
        </p:xfrm>
        <a:graphic>
          <a:graphicData uri="http://schemas.openxmlformats.org/presentationml/2006/ole">
            <mc:AlternateContent xmlns:mc="http://schemas.openxmlformats.org/markup-compatibility/2006">
              <mc:Choice xmlns:v="urn:schemas-microsoft-com:vml" Requires="v">
                <p:oleObj name="Equation" r:id="rId3" imgW="1244583" imgH="241485" progId="Equation.DSMT4">
                  <p:embed/>
                </p:oleObj>
              </mc:Choice>
              <mc:Fallback>
                <p:oleObj name="Equation" r:id="rId3" imgW="1244583" imgH="241485"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2625" y="3335338"/>
                        <a:ext cx="2501900" cy="53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05" name="Object 5">
            <a:extLst>
              <a:ext uri="{FF2B5EF4-FFF2-40B4-BE49-F238E27FC236}">
                <a16:creationId xmlns:a16="http://schemas.microsoft.com/office/drawing/2014/main" id="{C7BCDFDB-9323-024A-BBA8-539D34EC2AEC}"/>
              </a:ext>
            </a:extLst>
          </p:cNvPr>
          <p:cNvGraphicFramePr>
            <a:graphicFrameLocks noChangeAspect="1"/>
          </p:cNvGraphicFramePr>
          <p:nvPr>
            <p:extLst>
              <p:ext uri="{D42A27DB-BD31-4B8C-83A1-F6EECF244321}">
                <p14:modId xmlns:p14="http://schemas.microsoft.com/office/powerpoint/2010/main" val="645976766"/>
              </p:ext>
            </p:extLst>
          </p:nvPr>
        </p:nvGraphicFramePr>
        <p:xfrm>
          <a:off x="4067175" y="4102100"/>
          <a:ext cx="679450" cy="406400"/>
        </p:xfrm>
        <a:graphic>
          <a:graphicData uri="http://schemas.openxmlformats.org/presentationml/2006/ole">
            <mc:AlternateContent xmlns:mc="http://schemas.openxmlformats.org/markup-compatibility/2006">
              <mc:Choice xmlns:v="urn:schemas-microsoft-com:vml" Requires="v">
                <p:oleObj name="Equation" r:id="rId5" imgW="317491" imgH="177892" progId="Equation.DSMT4">
                  <p:embed/>
                </p:oleObj>
              </mc:Choice>
              <mc:Fallback>
                <p:oleObj name="Equation" r:id="rId5" imgW="317491" imgH="177892"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7175" y="4102100"/>
                        <a:ext cx="6794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06" name="Object 6">
            <a:extLst>
              <a:ext uri="{FF2B5EF4-FFF2-40B4-BE49-F238E27FC236}">
                <a16:creationId xmlns:a16="http://schemas.microsoft.com/office/drawing/2014/main" id="{3E442650-7722-8EAE-A1C4-69396D8EED22}"/>
              </a:ext>
            </a:extLst>
          </p:cNvPr>
          <p:cNvGraphicFramePr>
            <a:graphicFrameLocks noChangeAspect="1"/>
          </p:cNvGraphicFramePr>
          <p:nvPr>
            <p:extLst>
              <p:ext uri="{D42A27DB-BD31-4B8C-83A1-F6EECF244321}">
                <p14:modId xmlns:p14="http://schemas.microsoft.com/office/powerpoint/2010/main" val="2320174290"/>
              </p:ext>
            </p:extLst>
          </p:nvPr>
        </p:nvGraphicFramePr>
        <p:xfrm>
          <a:off x="4067175" y="4749800"/>
          <a:ext cx="830263" cy="406400"/>
        </p:xfrm>
        <a:graphic>
          <a:graphicData uri="http://schemas.openxmlformats.org/presentationml/2006/ole">
            <mc:AlternateContent xmlns:mc="http://schemas.openxmlformats.org/markup-compatibility/2006">
              <mc:Choice xmlns:v="urn:schemas-microsoft-com:vml" Requires="v">
                <p:oleObj name="Equation" r:id="rId7" imgW="393639" imgH="177892" progId="Equation.DSMT4">
                  <p:embed/>
                </p:oleObj>
              </mc:Choice>
              <mc:Fallback>
                <p:oleObj name="Equation" r:id="rId7" imgW="393639" imgH="177892"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67175" y="4749800"/>
                        <a:ext cx="83026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07" name="Object 7">
            <a:extLst>
              <a:ext uri="{FF2B5EF4-FFF2-40B4-BE49-F238E27FC236}">
                <a16:creationId xmlns:a16="http://schemas.microsoft.com/office/drawing/2014/main" id="{8B3E61A4-1987-94A9-F434-89E890F594C2}"/>
              </a:ext>
            </a:extLst>
          </p:cNvPr>
          <p:cNvGraphicFramePr>
            <a:graphicFrameLocks noChangeAspect="1"/>
          </p:cNvGraphicFramePr>
          <p:nvPr>
            <p:extLst>
              <p:ext uri="{D42A27DB-BD31-4B8C-83A1-F6EECF244321}">
                <p14:modId xmlns:p14="http://schemas.microsoft.com/office/powerpoint/2010/main" val="744367886"/>
              </p:ext>
            </p:extLst>
          </p:nvPr>
        </p:nvGraphicFramePr>
        <p:xfrm>
          <a:off x="4067175" y="5470525"/>
          <a:ext cx="833438" cy="406400"/>
        </p:xfrm>
        <a:graphic>
          <a:graphicData uri="http://schemas.openxmlformats.org/presentationml/2006/ole">
            <mc:AlternateContent xmlns:mc="http://schemas.openxmlformats.org/markup-compatibility/2006">
              <mc:Choice xmlns:v="urn:schemas-microsoft-com:vml" Requires="v">
                <p:oleObj name="Equation" r:id="rId9" imgW="393639" imgH="177892" progId="Equation.DSMT4">
                  <p:embed/>
                </p:oleObj>
              </mc:Choice>
              <mc:Fallback>
                <p:oleObj name="Equation" r:id="rId9" imgW="393639" imgH="177892"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7175" y="5470525"/>
                        <a:ext cx="833438"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2408" name="Rectangle 8">
            <a:extLst>
              <a:ext uri="{FF2B5EF4-FFF2-40B4-BE49-F238E27FC236}">
                <a16:creationId xmlns:a16="http://schemas.microsoft.com/office/drawing/2014/main" id="{BFFD1E1B-7A4A-FDF7-5271-AC34D0533855}"/>
              </a:ext>
            </a:extLst>
          </p:cNvPr>
          <p:cNvSpPr>
            <a:spLocks noChangeArrowheads="1"/>
          </p:cNvSpPr>
          <p:nvPr/>
        </p:nvSpPr>
        <p:spPr bwMode="auto">
          <a:xfrm>
            <a:off x="1403350" y="4076700"/>
            <a:ext cx="15843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FFFF"/>
                </a:solidFill>
                <a:latin typeface="楷体_GB2312" pitchFamily="49" charset="-122"/>
                <a:ea typeface="楷体_GB2312" pitchFamily="49" charset="-122"/>
              </a:rPr>
              <a:t>水</a:t>
            </a:r>
            <a:endParaRPr lang="zh-CN" altLang="en-US">
              <a:solidFill>
                <a:srgbClr val="FFFFFF"/>
              </a:solidFill>
              <a:latin typeface="楷体_GB2312" pitchFamily="49" charset="-122"/>
              <a:ea typeface="楷体_GB2312" pitchFamily="49" charset="-122"/>
            </a:endParaRPr>
          </a:p>
        </p:txBody>
      </p:sp>
      <p:sp>
        <p:nvSpPr>
          <p:cNvPr id="102409" name="Rectangle 9">
            <a:extLst>
              <a:ext uri="{FF2B5EF4-FFF2-40B4-BE49-F238E27FC236}">
                <a16:creationId xmlns:a16="http://schemas.microsoft.com/office/drawing/2014/main" id="{EDED0833-1BF9-DA18-4C33-79D646BF445A}"/>
              </a:ext>
            </a:extLst>
          </p:cNvPr>
          <p:cNvSpPr>
            <a:spLocks noChangeArrowheads="1"/>
          </p:cNvSpPr>
          <p:nvPr/>
        </p:nvSpPr>
        <p:spPr bwMode="auto">
          <a:xfrm>
            <a:off x="1260475" y="4648200"/>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FFFF"/>
                </a:solidFill>
                <a:latin typeface="楷体_GB2312" pitchFamily="49" charset="-122"/>
                <a:ea typeface="楷体_GB2312" pitchFamily="49" charset="-122"/>
              </a:rPr>
              <a:t>玻璃</a:t>
            </a:r>
            <a:endParaRPr lang="zh-CN" altLang="en-US">
              <a:solidFill>
                <a:srgbClr val="FFFFFF"/>
              </a:solidFill>
              <a:latin typeface="楷体_GB2312" pitchFamily="49" charset="-122"/>
              <a:ea typeface="楷体_GB2312" pitchFamily="49" charset="-122"/>
            </a:endParaRPr>
          </a:p>
        </p:txBody>
      </p:sp>
      <p:sp>
        <p:nvSpPr>
          <p:cNvPr id="102410" name="Rectangle 10">
            <a:extLst>
              <a:ext uri="{FF2B5EF4-FFF2-40B4-BE49-F238E27FC236}">
                <a16:creationId xmlns:a16="http://schemas.microsoft.com/office/drawing/2014/main" id="{F643B843-82C4-4E13-2FF3-199C73AB1578}"/>
              </a:ext>
            </a:extLst>
          </p:cNvPr>
          <p:cNvSpPr>
            <a:spLocks noChangeArrowheads="1"/>
          </p:cNvSpPr>
          <p:nvPr/>
        </p:nvSpPr>
        <p:spPr bwMode="auto">
          <a:xfrm>
            <a:off x="971550" y="5414963"/>
            <a:ext cx="2016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r>
              <a:rPr lang="zh-CN" altLang="en-US" b="1">
                <a:solidFill>
                  <a:srgbClr val="FFFFFF"/>
                </a:solidFill>
                <a:latin typeface="楷体_GB2312" pitchFamily="49" charset="-122"/>
                <a:ea typeface="楷体_GB2312" pitchFamily="49" charset="-122"/>
              </a:rPr>
              <a:t>聚苯乙烯</a:t>
            </a:r>
          </a:p>
        </p:txBody>
      </p:sp>
      <p:sp>
        <p:nvSpPr>
          <p:cNvPr id="102411" name="Rectangle 11">
            <a:extLst>
              <a:ext uri="{FF2B5EF4-FFF2-40B4-BE49-F238E27FC236}">
                <a16:creationId xmlns:a16="http://schemas.microsoft.com/office/drawing/2014/main" id="{81269368-D2B7-9881-7F9A-EED8A989DC2A}"/>
              </a:ext>
            </a:extLst>
          </p:cNvPr>
          <p:cNvSpPr>
            <a:spLocks noChangeArrowheads="1"/>
          </p:cNvSpPr>
          <p:nvPr/>
        </p:nvSpPr>
        <p:spPr bwMode="auto">
          <a:xfrm>
            <a:off x="1333500" y="3043238"/>
            <a:ext cx="1438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b="1">
                <a:solidFill>
                  <a:srgbClr val="FFFFFF"/>
                </a:solidFill>
              </a:rPr>
              <a:t>介质</a:t>
            </a:r>
          </a:p>
        </p:txBody>
      </p:sp>
      <p:sp>
        <p:nvSpPr>
          <p:cNvPr id="102412" name="Rectangle 12">
            <a:extLst>
              <a:ext uri="{FF2B5EF4-FFF2-40B4-BE49-F238E27FC236}">
                <a16:creationId xmlns:a16="http://schemas.microsoft.com/office/drawing/2014/main" id="{DB522638-8570-20C9-B87F-A231F6F854B1}"/>
              </a:ext>
            </a:extLst>
          </p:cNvPr>
          <p:cNvSpPr>
            <a:spLocks noChangeArrowheads="1"/>
          </p:cNvSpPr>
          <p:nvPr/>
        </p:nvSpPr>
        <p:spPr bwMode="auto">
          <a:xfrm>
            <a:off x="3829050" y="2903538"/>
            <a:ext cx="1463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eaLnBrk="1" hangingPunct="1">
              <a:spcBef>
                <a:spcPct val="20000"/>
              </a:spcBef>
            </a:pPr>
            <a:r>
              <a:rPr lang="zh-CN" altLang="en-US" b="1">
                <a:solidFill>
                  <a:srgbClr val="FFFFFF"/>
                </a:solidFill>
              </a:rPr>
              <a:t>临界角</a:t>
            </a:r>
          </a:p>
        </p:txBody>
      </p:sp>
      <p:sp>
        <p:nvSpPr>
          <p:cNvPr id="102413" name="Rectangle 13">
            <a:extLst>
              <a:ext uri="{FF2B5EF4-FFF2-40B4-BE49-F238E27FC236}">
                <a16:creationId xmlns:a16="http://schemas.microsoft.com/office/drawing/2014/main" id="{20B820AA-467C-C111-83DA-641780CA3017}"/>
              </a:ext>
            </a:extLst>
          </p:cNvPr>
          <p:cNvSpPr>
            <a:spLocks noChangeArrowheads="1"/>
          </p:cNvSpPr>
          <p:nvPr/>
        </p:nvSpPr>
        <p:spPr bwMode="auto">
          <a:xfrm>
            <a:off x="5759450" y="2922588"/>
            <a:ext cx="3276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Arial" panose="020B0604020202020204" pitchFamily="34" charset="0"/>
                <a:ea typeface="宋体" panose="02010600030101010101" pitchFamily="2" charset="-122"/>
              </a:defRPr>
            </a:lvl1pPr>
            <a:lvl2pPr marL="742950" indent="-285750">
              <a:defRPr sz="2400">
                <a:solidFill>
                  <a:schemeClr val="tx1"/>
                </a:solidFill>
                <a:latin typeface="Arial" panose="020B0604020202020204" pitchFamily="34" charset="0"/>
                <a:ea typeface="宋体" panose="02010600030101010101" pitchFamily="2" charset="-122"/>
              </a:defRPr>
            </a:lvl2pPr>
            <a:lvl3pPr marL="1143000" indent="-228600">
              <a:defRPr sz="2400">
                <a:solidFill>
                  <a:schemeClr val="tx1"/>
                </a:solidFill>
                <a:latin typeface="Arial" panose="020B0604020202020204" pitchFamily="34" charset="0"/>
                <a:ea typeface="宋体" panose="02010600030101010101" pitchFamily="2" charset="-122"/>
              </a:defRPr>
            </a:lvl3pPr>
            <a:lvl4pPr marL="1600200" indent="-228600">
              <a:defRPr sz="2400">
                <a:solidFill>
                  <a:schemeClr val="tx1"/>
                </a:solidFill>
                <a:latin typeface="Arial" panose="020B0604020202020204" pitchFamily="34" charset="0"/>
                <a:ea typeface="宋体" panose="02010600030101010101" pitchFamily="2" charset="-122"/>
              </a:defRPr>
            </a:lvl4pPr>
            <a:lvl5pPr marL="2057400" indent="-228600">
              <a:defRPr sz="24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宋体" panose="02010600030101010101" pitchFamily="2" charset="-122"/>
              </a:defRPr>
            </a:lvl9pPr>
          </a:lstStyle>
          <a:p>
            <a:pPr algn="ctr" eaLnBrk="1" hangingPunct="1"/>
            <a:r>
              <a:rPr lang="zh-CN" altLang="en-US" b="1">
                <a:solidFill>
                  <a:srgbClr val="FFFFFF"/>
                </a:solidFill>
                <a:latin typeface="Times New Roman" panose="02020603050405020304" pitchFamily="18" charset="0"/>
              </a:rPr>
              <a:t> 布儒斯特角</a:t>
            </a:r>
            <a:endParaRPr lang="zh-CN" altLang="en-US">
              <a:solidFill>
                <a:srgbClr val="FFFFFF"/>
              </a:solidFill>
              <a:latin typeface="Times New Roman" panose="02020603050405020304" pitchFamily="18" charset="0"/>
            </a:endParaRPr>
          </a:p>
        </p:txBody>
      </p:sp>
      <p:graphicFrame>
        <p:nvGraphicFramePr>
          <p:cNvPr id="102414" name="Object 14">
            <a:extLst>
              <a:ext uri="{FF2B5EF4-FFF2-40B4-BE49-F238E27FC236}">
                <a16:creationId xmlns:a16="http://schemas.microsoft.com/office/drawing/2014/main" id="{FE95ADC5-9CFA-3BB9-B24A-C361C600BB88}"/>
              </a:ext>
            </a:extLst>
          </p:cNvPr>
          <p:cNvGraphicFramePr>
            <a:graphicFrameLocks noChangeAspect="1"/>
          </p:cNvGraphicFramePr>
          <p:nvPr>
            <p:extLst>
              <p:ext uri="{D42A27DB-BD31-4B8C-83A1-F6EECF244321}">
                <p14:modId xmlns:p14="http://schemas.microsoft.com/office/powerpoint/2010/main" val="2651211771"/>
              </p:ext>
            </p:extLst>
          </p:nvPr>
        </p:nvGraphicFramePr>
        <p:xfrm>
          <a:off x="6267450" y="3378200"/>
          <a:ext cx="2552700" cy="533400"/>
        </p:xfrm>
        <a:graphic>
          <a:graphicData uri="http://schemas.openxmlformats.org/presentationml/2006/ole">
            <mc:AlternateContent xmlns:mc="http://schemas.openxmlformats.org/markup-compatibility/2006">
              <mc:Choice xmlns:v="urn:schemas-microsoft-com:vml" Requires="v">
                <p:oleObj name="Equation" r:id="rId11" imgW="1257482" imgH="241485" progId="Equation.DSMT4">
                  <p:embed/>
                </p:oleObj>
              </mc:Choice>
              <mc:Fallback>
                <p:oleObj name="Equation" r:id="rId11" imgW="1257482" imgH="241485" progId="Equation.DSMT4">
                  <p:embed/>
                  <p:pic>
                    <p:nvPicPr>
                      <p:cNvPr id="0" name="Object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67450" y="3378200"/>
                        <a:ext cx="25527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15" name="Object 15">
            <a:extLst>
              <a:ext uri="{FF2B5EF4-FFF2-40B4-BE49-F238E27FC236}">
                <a16:creationId xmlns:a16="http://schemas.microsoft.com/office/drawing/2014/main" id="{97141D70-395E-64D8-B414-C91BE5BC858F}"/>
              </a:ext>
            </a:extLst>
          </p:cNvPr>
          <p:cNvGraphicFramePr>
            <a:graphicFrameLocks noChangeAspect="1"/>
          </p:cNvGraphicFramePr>
          <p:nvPr>
            <p:extLst>
              <p:ext uri="{D42A27DB-BD31-4B8C-83A1-F6EECF244321}">
                <p14:modId xmlns:p14="http://schemas.microsoft.com/office/powerpoint/2010/main" val="3385864866"/>
              </p:ext>
            </p:extLst>
          </p:nvPr>
        </p:nvGraphicFramePr>
        <p:xfrm>
          <a:off x="7188200" y="4133850"/>
          <a:ext cx="704850" cy="406400"/>
        </p:xfrm>
        <a:graphic>
          <a:graphicData uri="http://schemas.openxmlformats.org/presentationml/2006/ole">
            <mc:AlternateContent xmlns:mc="http://schemas.openxmlformats.org/markup-compatibility/2006">
              <mc:Choice xmlns:v="urn:schemas-microsoft-com:vml" Requires="v">
                <p:oleObj name="Equation" r:id="rId13" imgW="330391" imgH="177892" progId="Equation.DSMT4">
                  <p:embed/>
                </p:oleObj>
              </mc:Choice>
              <mc:Fallback>
                <p:oleObj name="Equation" r:id="rId13" imgW="330391" imgH="177892"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188200" y="4133850"/>
                        <a:ext cx="70485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16" name="Object 16">
            <a:extLst>
              <a:ext uri="{FF2B5EF4-FFF2-40B4-BE49-F238E27FC236}">
                <a16:creationId xmlns:a16="http://schemas.microsoft.com/office/drawing/2014/main" id="{1EB9E7D2-0D12-3335-9267-A1BC2EC9CB55}"/>
              </a:ext>
            </a:extLst>
          </p:cNvPr>
          <p:cNvGraphicFramePr>
            <a:graphicFrameLocks noChangeAspect="1"/>
          </p:cNvGraphicFramePr>
          <p:nvPr>
            <p:extLst>
              <p:ext uri="{D42A27DB-BD31-4B8C-83A1-F6EECF244321}">
                <p14:modId xmlns:p14="http://schemas.microsoft.com/office/powerpoint/2010/main" val="337893265"/>
              </p:ext>
            </p:extLst>
          </p:nvPr>
        </p:nvGraphicFramePr>
        <p:xfrm>
          <a:off x="7148513" y="4783138"/>
          <a:ext cx="808037" cy="406400"/>
        </p:xfrm>
        <a:graphic>
          <a:graphicData uri="http://schemas.openxmlformats.org/presentationml/2006/ole">
            <mc:AlternateContent xmlns:mc="http://schemas.openxmlformats.org/markup-compatibility/2006">
              <mc:Choice xmlns:v="urn:schemas-microsoft-com:vml" Requires="v">
                <p:oleObj name="Equation" r:id="rId15" imgW="381156" imgH="177892" progId="Equation.DSMT4">
                  <p:embed/>
                </p:oleObj>
              </mc:Choice>
              <mc:Fallback>
                <p:oleObj name="Equation" r:id="rId15" imgW="381156" imgH="177892" progId="Equation.DSMT4">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48513" y="4783138"/>
                        <a:ext cx="808037"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2417" name="Object 17">
            <a:extLst>
              <a:ext uri="{FF2B5EF4-FFF2-40B4-BE49-F238E27FC236}">
                <a16:creationId xmlns:a16="http://schemas.microsoft.com/office/drawing/2014/main" id="{2E9007A0-69A0-439B-9D8A-352EFB215806}"/>
              </a:ext>
            </a:extLst>
          </p:cNvPr>
          <p:cNvGraphicFramePr>
            <a:graphicFrameLocks noChangeAspect="1"/>
          </p:cNvGraphicFramePr>
          <p:nvPr>
            <p:extLst>
              <p:ext uri="{D42A27DB-BD31-4B8C-83A1-F6EECF244321}">
                <p14:modId xmlns:p14="http://schemas.microsoft.com/office/powerpoint/2010/main" val="2381551549"/>
              </p:ext>
            </p:extLst>
          </p:nvPr>
        </p:nvGraphicFramePr>
        <p:xfrm>
          <a:off x="7261225" y="5457825"/>
          <a:ext cx="452438" cy="404813"/>
        </p:xfrm>
        <a:graphic>
          <a:graphicData uri="http://schemas.openxmlformats.org/presentationml/2006/ole">
            <mc:AlternateContent xmlns:mc="http://schemas.openxmlformats.org/markup-compatibility/2006">
              <mc:Choice xmlns:v="urn:schemas-microsoft-com:vml" Requires="v">
                <p:oleObj name="Equation" r:id="rId17" imgW="203061" imgH="177892" progId="Equation.DSMT4">
                  <p:embed/>
                </p:oleObj>
              </mc:Choice>
              <mc:Fallback>
                <p:oleObj name="Equation" r:id="rId17" imgW="203061" imgH="177892" progId="Equation.DSMT4">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7261225" y="5457825"/>
                        <a:ext cx="452438"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withEffect">
                                  <p:stCondLst>
                                    <p:cond delay="0"/>
                                  </p:stCondLst>
                                  <p:childTnLst>
                                    <p:set>
                                      <p:cBhvr>
                                        <p:cTn id="6" dur="1" fill="hold">
                                          <p:stCondLst>
                                            <p:cond delay="0"/>
                                          </p:stCondLst>
                                        </p:cTn>
                                        <p:tgtEl>
                                          <p:spTgt spid="102402"/>
                                        </p:tgtEl>
                                        <p:attrNameLst>
                                          <p:attrName>style.visibility</p:attrName>
                                        </p:attrNameLst>
                                      </p:cBhvr>
                                      <p:to>
                                        <p:strVal val="visible"/>
                                      </p:to>
                                    </p:set>
                                    <p:animEffect transition="in" filter="wipe(up)">
                                      <p:cBhvr>
                                        <p:cTn id="7" dur="3000"/>
                                        <p:tgtEl>
                                          <p:spTgt spid="1024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02403"/>
                                        </p:tgtEl>
                                        <p:attrNameLst>
                                          <p:attrName>style.visibility</p:attrName>
                                        </p:attrNameLst>
                                      </p:cBhvr>
                                      <p:to>
                                        <p:strVal val="visible"/>
                                      </p:to>
                                    </p:set>
                                    <p:animEffect transition="in" filter="wipe(up)">
                                      <p:cBhvr>
                                        <p:cTn id="12" dur="2000"/>
                                        <p:tgtEl>
                                          <p:spTgt spid="102403"/>
                                        </p:tgtEl>
                                      </p:cBhvr>
                                    </p:animEffect>
                                  </p:childTnLst>
                                </p:cTn>
                              </p:par>
                            </p:childTnLst>
                          </p:cTn>
                        </p:par>
                        <p:par>
                          <p:cTn id="13" fill="hold" nodeType="afterGroup">
                            <p:stCondLst>
                              <p:cond delay="2000"/>
                            </p:stCondLst>
                            <p:childTnLst>
                              <p:par>
                                <p:cTn id="14" presetID="22" presetClass="entr" presetSubtype="1" fill="hold" grpId="0" nodeType="afterEffect">
                                  <p:stCondLst>
                                    <p:cond delay="0"/>
                                  </p:stCondLst>
                                  <p:childTnLst>
                                    <p:set>
                                      <p:cBhvr>
                                        <p:cTn id="15" dur="1" fill="hold">
                                          <p:stCondLst>
                                            <p:cond delay="0"/>
                                          </p:stCondLst>
                                        </p:cTn>
                                        <p:tgtEl>
                                          <p:spTgt spid="102411"/>
                                        </p:tgtEl>
                                        <p:attrNameLst>
                                          <p:attrName>style.visibility</p:attrName>
                                        </p:attrNameLst>
                                      </p:cBhvr>
                                      <p:to>
                                        <p:strVal val="visible"/>
                                      </p:to>
                                    </p:set>
                                    <p:animEffect transition="in" filter="wipe(up)">
                                      <p:cBhvr>
                                        <p:cTn id="16" dur="2000"/>
                                        <p:tgtEl>
                                          <p:spTgt spid="102411"/>
                                        </p:tgtEl>
                                      </p:cBhvr>
                                    </p:animEffect>
                                  </p:childTnLst>
                                </p:cTn>
                              </p:par>
                            </p:childTnLst>
                          </p:cTn>
                        </p:par>
                        <p:par>
                          <p:cTn id="17" fill="hold" nodeType="afterGroup">
                            <p:stCondLst>
                              <p:cond delay="4000"/>
                            </p:stCondLst>
                            <p:childTnLst>
                              <p:par>
                                <p:cTn id="18" presetID="22" presetClass="entr" presetSubtype="1" fill="hold" grpId="0" nodeType="afterEffect">
                                  <p:stCondLst>
                                    <p:cond delay="0"/>
                                  </p:stCondLst>
                                  <p:childTnLst>
                                    <p:set>
                                      <p:cBhvr>
                                        <p:cTn id="19" dur="1" fill="hold">
                                          <p:stCondLst>
                                            <p:cond delay="0"/>
                                          </p:stCondLst>
                                        </p:cTn>
                                        <p:tgtEl>
                                          <p:spTgt spid="102412"/>
                                        </p:tgtEl>
                                        <p:attrNameLst>
                                          <p:attrName>style.visibility</p:attrName>
                                        </p:attrNameLst>
                                      </p:cBhvr>
                                      <p:to>
                                        <p:strVal val="visible"/>
                                      </p:to>
                                    </p:set>
                                    <p:animEffect transition="in" filter="wipe(up)">
                                      <p:cBhvr>
                                        <p:cTn id="20" dur="2000"/>
                                        <p:tgtEl>
                                          <p:spTgt spid="102412"/>
                                        </p:tgtEl>
                                      </p:cBhvr>
                                    </p:animEffect>
                                  </p:childTnLst>
                                </p:cTn>
                              </p:par>
                            </p:childTnLst>
                          </p:cTn>
                        </p:par>
                        <p:par>
                          <p:cTn id="21" fill="hold" nodeType="afterGroup">
                            <p:stCondLst>
                              <p:cond delay="6000"/>
                            </p:stCondLst>
                            <p:childTnLst>
                              <p:par>
                                <p:cTn id="22" presetID="22" presetClass="entr" presetSubtype="1" fill="hold" nodeType="afterEffect">
                                  <p:stCondLst>
                                    <p:cond delay="0"/>
                                  </p:stCondLst>
                                  <p:childTnLst>
                                    <p:set>
                                      <p:cBhvr>
                                        <p:cTn id="23" dur="1" fill="hold">
                                          <p:stCondLst>
                                            <p:cond delay="0"/>
                                          </p:stCondLst>
                                        </p:cTn>
                                        <p:tgtEl>
                                          <p:spTgt spid="102404"/>
                                        </p:tgtEl>
                                        <p:attrNameLst>
                                          <p:attrName>style.visibility</p:attrName>
                                        </p:attrNameLst>
                                      </p:cBhvr>
                                      <p:to>
                                        <p:strVal val="visible"/>
                                      </p:to>
                                    </p:set>
                                    <p:animEffect transition="in" filter="wipe(up)">
                                      <p:cBhvr>
                                        <p:cTn id="24" dur="2000"/>
                                        <p:tgtEl>
                                          <p:spTgt spid="102404"/>
                                        </p:tgtEl>
                                      </p:cBhvr>
                                    </p:animEffect>
                                  </p:childTnLst>
                                </p:cTn>
                              </p:par>
                            </p:childTnLst>
                          </p:cTn>
                        </p:par>
                        <p:par>
                          <p:cTn id="25" fill="hold" nodeType="afterGroup">
                            <p:stCondLst>
                              <p:cond delay="8000"/>
                            </p:stCondLst>
                            <p:childTnLst>
                              <p:par>
                                <p:cTn id="26" presetID="22" presetClass="entr" presetSubtype="1" fill="hold" grpId="0" nodeType="afterEffect">
                                  <p:stCondLst>
                                    <p:cond delay="0"/>
                                  </p:stCondLst>
                                  <p:childTnLst>
                                    <p:set>
                                      <p:cBhvr>
                                        <p:cTn id="27" dur="1" fill="hold">
                                          <p:stCondLst>
                                            <p:cond delay="0"/>
                                          </p:stCondLst>
                                        </p:cTn>
                                        <p:tgtEl>
                                          <p:spTgt spid="102413"/>
                                        </p:tgtEl>
                                        <p:attrNameLst>
                                          <p:attrName>style.visibility</p:attrName>
                                        </p:attrNameLst>
                                      </p:cBhvr>
                                      <p:to>
                                        <p:strVal val="visible"/>
                                      </p:to>
                                    </p:set>
                                    <p:animEffect transition="in" filter="wipe(up)">
                                      <p:cBhvr>
                                        <p:cTn id="28" dur="2000"/>
                                        <p:tgtEl>
                                          <p:spTgt spid="102413"/>
                                        </p:tgtEl>
                                      </p:cBhvr>
                                    </p:animEffect>
                                  </p:childTnLst>
                                </p:cTn>
                              </p:par>
                            </p:childTnLst>
                          </p:cTn>
                        </p:par>
                        <p:par>
                          <p:cTn id="29" fill="hold" nodeType="afterGroup">
                            <p:stCondLst>
                              <p:cond delay="10000"/>
                            </p:stCondLst>
                            <p:childTnLst>
                              <p:par>
                                <p:cTn id="30" presetID="22" presetClass="entr" presetSubtype="1" fill="hold" nodeType="afterEffect">
                                  <p:stCondLst>
                                    <p:cond delay="0"/>
                                  </p:stCondLst>
                                  <p:childTnLst>
                                    <p:set>
                                      <p:cBhvr>
                                        <p:cTn id="31" dur="1" fill="hold">
                                          <p:stCondLst>
                                            <p:cond delay="0"/>
                                          </p:stCondLst>
                                        </p:cTn>
                                        <p:tgtEl>
                                          <p:spTgt spid="102414"/>
                                        </p:tgtEl>
                                        <p:attrNameLst>
                                          <p:attrName>style.visibility</p:attrName>
                                        </p:attrNameLst>
                                      </p:cBhvr>
                                      <p:to>
                                        <p:strVal val="visible"/>
                                      </p:to>
                                    </p:set>
                                    <p:animEffect transition="in" filter="wipe(up)">
                                      <p:cBhvr>
                                        <p:cTn id="32" dur="2000"/>
                                        <p:tgtEl>
                                          <p:spTgt spid="10241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102408"/>
                                        </p:tgtEl>
                                        <p:attrNameLst>
                                          <p:attrName>style.visibility</p:attrName>
                                        </p:attrNameLst>
                                      </p:cBhvr>
                                      <p:to>
                                        <p:strVal val="visible"/>
                                      </p:to>
                                    </p:set>
                                    <p:animEffect transition="in" filter="wipe(up)">
                                      <p:cBhvr>
                                        <p:cTn id="37" dur="2000"/>
                                        <p:tgtEl>
                                          <p:spTgt spid="102408"/>
                                        </p:tgtEl>
                                      </p:cBhvr>
                                    </p:animEffect>
                                  </p:childTnLst>
                                </p:cTn>
                              </p:par>
                            </p:childTnLst>
                          </p:cTn>
                        </p:par>
                        <p:par>
                          <p:cTn id="38" fill="hold" nodeType="afterGroup">
                            <p:stCondLst>
                              <p:cond delay="2000"/>
                            </p:stCondLst>
                            <p:childTnLst>
                              <p:par>
                                <p:cTn id="39" presetID="22" presetClass="entr" presetSubtype="1" fill="hold" nodeType="afterEffect">
                                  <p:stCondLst>
                                    <p:cond delay="0"/>
                                  </p:stCondLst>
                                  <p:childTnLst>
                                    <p:set>
                                      <p:cBhvr>
                                        <p:cTn id="40" dur="1" fill="hold">
                                          <p:stCondLst>
                                            <p:cond delay="0"/>
                                          </p:stCondLst>
                                        </p:cTn>
                                        <p:tgtEl>
                                          <p:spTgt spid="102405"/>
                                        </p:tgtEl>
                                        <p:attrNameLst>
                                          <p:attrName>style.visibility</p:attrName>
                                        </p:attrNameLst>
                                      </p:cBhvr>
                                      <p:to>
                                        <p:strVal val="visible"/>
                                      </p:to>
                                    </p:set>
                                    <p:animEffect transition="in" filter="wipe(up)">
                                      <p:cBhvr>
                                        <p:cTn id="41" dur="2000"/>
                                        <p:tgtEl>
                                          <p:spTgt spid="102405"/>
                                        </p:tgtEl>
                                      </p:cBhvr>
                                    </p:animEffect>
                                  </p:childTnLst>
                                </p:cTn>
                              </p:par>
                            </p:childTnLst>
                          </p:cTn>
                        </p:par>
                        <p:par>
                          <p:cTn id="42" fill="hold" nodeType="afterGroup">
                            <p:stCondLst>
                              <p:cond delay="4000"/>
                            </p:stCondLst>
                            <p:childTnLst>
                              <p:par>
                                <p:cTn id="43" presetID="22" presetClass="entr" presetSubtype="1" fill="hold" nodeType="afterEffect">
                                  <p:stCondLst>
                                    <p:cond delay="0"/>
                                  </p:stCondLst>
                                  <p:childTnLst>
                                    <p:set>
                                      <p:cBhvr>
                                        <p:cTn id="44" dur="1" fill="hold">
                                          <p:stCondLst>
                                            <p:cond delay="0"/>
                                          </p:stCondLst>
                                        </p:cTn>
                                        <p:tgtEl>
                                          <p:spTgt spid="102415"/>
                                        </p:tgtEl>
                                        <p:attrNameLst>
                                          <p:attrName>style.visibility</p:attrName>
                                        </p:attrNameLst>
                                      </p:cBhvr>
                                      <p:to>
                                        <p:strVal val="visible"/>
                                      </p:to>
                                    </p:set>
                                    <p:animEffect transition="in" filter="wipe(up)">
                                      <p:cBhvr>
                                        <p:cTn id="45" dur="2000"/>
                                        <p:tgtEl>
                                          <p:spTgt spid="10241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1" fill="hold" grpId="0" nodeType="clickEffect">
                                  <p:stCondLst>
                                    <p:cond delay="0"/>
                                  </p:stCondLst>
                                  <p:childTnLst>
                                    <p:set>
                                      <p:cBhvr>
                                        <p:cTn id="49" dur="1" fill="hold">
                                          <p:stCondLst>
                                            <p:cond delay="0"/>
                                          </p:stCondLst>
                                        </p:cTn>
                                        <p:tgtEl>
                                          <p:spTgt spid="102409"/>
                                        </p:tgtEl>
                                        <p:attrNameLst>
                                          <p:attrName>style.visibility</p:attrName>
                                        </p:attrNameLst>
                                      </p:cBhvr>
                                      <p:to>
                                        <p:strVal val="visible"/>
                                      </p:to>
                                    </p:set>
                                    <p:animEffect transition="in" filter="wipe(up)">
                                      <p:cBhvr>
                                        <p:cTn id="50" dur="2000"/>
                                        <p:tgtEl>
                                          <p:spTgt spid="102409"/>
                                        </p:tgtEl>
                                      </p:cBhvr>
                                    </p:animEffect>
                                  </p:childTnLst>
                                </p:cTn>
                              </p:par>
                            </p:childTnLst>
                          </p:cTn>
                        </p:par>
                        <p:par>
                          <p:cTn id="51" fill="hold" nodeType="afterGroup">
                            <p:stCondLst>
                              <p:cond delay="2000"/>
                            </p:stCondLst>
                            <p:childTnLst>
                              <p:par>
                                <p:cTn id="52" presetID="22" presetClass="entr" presetSubtype="1" fill="hold" nodeType="afterEffect">
                                  <p:stCondLst>
                                    <p:cond delay="0"/>
                                  </p:stCondLst>
                                  <p:childTnLst>
                                    <p:set>
                                      <p:cBhvr>
                                        <p:cTn id="53" dur="1" fill="hold">
                                          <p:stCondLst>
                                            <p:cond delay="0"/>
                                          </p:stCondLst>
                                        </p:cTn>
                                        <p:tgtEl>
                                          <p:spTgt spid="102406"/>
                                        </p:tgtEl>
                                        <p:attrNameLst>
                                          <p:attrName>style.visibility</p:attrName>
                                        </p:attrNameLst>
                                      </p:cBhvr>
                                      <p:to>
                                        <p:strVal val="visible"/>
                                      </p:to>
                                    </p:set>
                                    <p:animEffect transition="in" filter="wipe(up)">
                                      <p:cBhvr>
                                        <p:cTn id="54" dur="2000"/>
                                        <p:tgtEl>
                                          <p:spTgt spid="102406"/>
                                        </p:tgtEl>
                                      </p:cBhvr>
                                    </p:animEffect>
                                  </p:childTnLst>
                                </p:cTn>
                              </p:par>
                            </p:childTnLst>
                          </p:cTn>
                        </p:par>
                        <p:par>
                          <p:cTn id="55" fill="hold" nodeType="afterGroup">
                            <p:stCondLst>
                              <p:cond delay="4000"/>
                            </p:stCondLst>
                            <p:childTnLst>
                              <p:par>
                                <p:cTn id="56" presetID="22" presetClass="entr" presetSubtype="1" fill="hold" nodeType="afterEffect">
                                  <p:stCondLst>
                                    <p:cond delay="0"/>
                                  </p:stCondLst>
                                  <p:childTnLst>
                                    <p:set>
                                      <p:cBhvr>
                                        <p:cTn id="57" dur="1" fill="hold">
                                          <p:stCondLst>
                                            <p:cond delay="0"/>
                                          </p:stCondLst>
                                        </p:cTn>
                                        <p:tgtEl>
                                          <p:spTgt spid="102416"/>
                                        </p:tgtEl>
                                        <p:attrNameLst>
                                          <p:attrName>style.visibility</p:attrName>
                                        </p:attrNameLst>
                                      </p:cBhvr>
                                      <p:to>
                                        <p:strVal val="visible"/>
                                      </p:to>
                                    </p:set>
                                    <p:animEffect transition="in" filter="wipe(up)">
                                      <p:cBhvr>
                                        <p:cTn id="58" dur="2000"/>
                                        <p:tgtEl>
                                          <p:spTgt spid="102416"/>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1" fill="hold" grpId="0" nodeType="clickEffect">
                                  <p:stCondLst>
                                    <p:cond delay="0"/>
                                  </p:stCondLst>
                                  <p:childTnLst>
                                    <p:set>
                                      <p:cBhvr>
                                        <p:cTn id="62" dur="1" fill="hold">
                                          <p:stCondLst>
                                            <p:cond delay="0"/>
                                          </p:stCondLst>
                                        </p:cTn>
                                        <p:tgtEl>
                                          <p:spTgt spid="102410"/>
                                        </p:tgtEl>
                                        <p:attrNameLst>
                                          <p:attrName>style.visibility</p:attrName>
                                        </p:attrNameLst>
                                      </p:cBhvr>
                                      <p:to>
                                        <p:strVal val="visible"/>
                                      </p:to>
                                    </p:set>
                                    <p:animEffect transition="in" filter="wipe(up)">
                                      <p:cBhvr>
                                        <p:cTn id="63" dur="2000"/>
                                        <p:tgtEl>
                                          <p:spTgt spid="102410"/>
                                        </p:tgtEl>
                                      </p:cBhvr>
                                    </p:animEffect>
                                  </p:childTnLst>
                                </p:cTn>
                              </p:par>
                            </p:childTnLst>
                          </p:cTn>
                        </p:par>
                        <p:par>
                          <p:cTn id="64" fill="hold" nodeType="afterGroup">
                            <p:stCondLst>
                              <p:cond delay="2000"/>
                            </p:stCondLst>
                            <p:childTnLst>
                              <p:par>
                                <p:cTn id="65" presetID="22" presetClass="entr" presetSubtype="1" fill="hold" nodeType="afterEffect">
                                  <p:stCondLst>
                                    <p:cond delay="0"/>
                                  </p:stCondLst>
                                  <p:childTnLst>
                                    <p:set>
                                      <p:cBhvr>
                                        <p:cTn id="66" dur="1" fill="hold">
                                          <p:stCondLst>
                                            <p:cond delay="0"/>
                                          </p:stCondLst>
                                        </p:cTn>
                                        <p:tgtEl>
                                          <p:spTgt spid="102407"/>
                                        </p:tgtEl>
                                        <p:attrNameLst>
                                          <p:attrName>style.visibility</p:attrName>
                                        </p:attrNameLst>
                                      </p:cBhvr>
                                      <p:to>
                                        <p:strVal val="visible"/>
                                      </p:to>
                                    </p:set>
                                    <p:animEffect transition="in" filter="wipe(up)">
                                      <p:cBhvr>
                                        <p:cTn id="67" dur="2000"/>
                                        <p:tgtEl>
                                          <p:spTgt spid="102407"/>
                                        </p:tgtEl>
                                      </p:cBhvr>
                                    </p:animEffect>
                                  </p:childTnLst>
                                </p:cTn>
                              </p:par>
                            </p:childTnLst>
                          </p:cTn>
                        </p:par>
                        <p:par>
                          <p:cTn id="68" fill="hold" nodeType="afterGroup">
                            <p:stCondLst>
                              <p:cond delay="4000"/>
                            </p:stCondLst>
                            <p:childTnLst>
                              <p:par>
                                <p:cTn id="69" presetID="22" presetClass="entr" presetSubtype="1" fill="hold" nodeType="afterEffect">
                                  <p:stCondLst>
                                    <p:cond delay="0"/>
                                  </p:stCondLst>
                                  <p:childTnLst>
                                    <p:set>
                                      <p:cBhvr>
                                        <p:cTn id="70" dur="1" fill="hold">
                                          <p:stCondLst>
                                            <p:cond delay="0"/>
                                          </p:stCondLst>
                                        </p:cTn>
                                        <p:tgtEl>
                                          <p:spTgt spid="102417"/>
                                        </p:tgtEl>
                                        <p:attrNameLst>
                                          <p:attrName>style.visibility</p:attrName>
                                        </p:attrNameLst>
                                      </p:cBhvr>
                                      <p:to>
                                        <p:strVal val="visible"/>
                                      </p:to>
                                    </p:set>
                                    <p:animEffect transition="in" filter="wipe(up)">
                                      <p:cBhvr>
                                        <p:cTn id="71" dur="2000"/>
                                        <p:tgtEl>
                                          <p:spTgt spid="102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02" grpId="0"/>
      <p:bldP spid="102403" grpId="0"/>
      <p:bldP spid="102408" grpId="0"/>
      <p:bldP spid="102409" grpId="0"/>
      <p:bldP spid="102410" grpId="0"/>
      <p:bldP spid="102411" grpId="0"/>
      <p:bldP spid="102412" grpId="0"/>
      <p:bldP spid="102413"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be93b486-6324-4cae-aa9c-16e56e9ea167"/>
  <p:tag name="COMMONDATA" val="eyJoZGlkIjoiOTk5ZGI1MDEzODM3NTRlMzM1MDZjZWE4NTNjMWYxMDkifQ=="/>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a:noFill/>
        </a:ln>
      </a:spPr>
      <a:bodyPr vert="horz" wrap="square" lIns="91440" tIns="45720" rIns="91440" bIns="45720" numCol="1" anchor="t" anchorCtr="0" compatLnSpc="1"/>
      <a:lstStyle>
        <a:defPPr marL="342900" marR="0" indent="-342900" algn="l" defTabSz="914400" rtl="0" eaLnBrk="1" fontAlgn="base" latinLnBrk="0" hangingPunct="1">
          <a:lnSpc>
            <a:spcPct val="100000"/>
          </a:lnSpc>
          <a:spcBef>
            <a:spcPct val="20000"/>
          </a:spcBef>
          <a:spcAft>
            <a:spcPct val="0"/>
          </a:spcAft>
          <a:buClrTx/>
          <a:buSzTx/>
          <a:buFontTx/>
          <a:buNone/>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Arial"/>
        <a:ea typeface="宋体"/>
        <a:cs typeface="Arial"/>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342900" marR="0" indent="-342900" algn="l" defTabSz="914400" rtl="0" eaLnBrk="1" fontAlgn="base" latinLnBrk="0" hangingPunct="1">
          <a:lnSpc>
            <a:spcPct val="100000"/>
          </a:lnSpc>
          <a:spcBef>
            <a:spcPct val="20000"/>
          </a:spcBef>
          <a:spcAft>
            <a:spcPct val="0"/>
          </a:spcAft>
          <a:buClrTx/>
          <a:buSzTx/>
          <a:buFontTx/>
          <a:buNone/>
          <a:tabLst/>
          <a:defRPr kumimoji="0" lang="zh-CN" altLang="en-US" sz="2400" b="0" i="0" u="none" strike="noStrike" cap="none" normalizeH="0" baseline="0" smtClean="0">
            <a:ln>
              <a:noFill/>
            </a:ln>
            <a:solidFill>
              <a:schemeClr val="tx1"/>
            </a:solidFill>
            <a:effectLst/>
            <a:latin typeface="Arial" panose="020B0604020202020204" pitchFamily="34"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19253</TotalTime>
  <Words>3357</Words>
  <Application>Microsoft Office PowerPoint</Application>
  <PresentationFormat>全屏显示(4:3)</PresentationFormat>
  <Paragraphs>449</Paragraphs>
  <Slides>30</Slides>
  <Notes>13</Notes>
  <HiddenSlides>0</HiddenSlides>
  <MMClips>0</MMClips>
  <ScaleCrop>false</ScaleCrop>
  <HeadingPairs>
    <vt:vector size="8" baseType="variant">
      <vt:variant>
        <vt:lpstr>已用的字体</vt:lpstr>
      </vt:variant>
      <vt:variant>
        <vt:i4>16</vt:i4>
      </vt:variant>
      <vt:variant>
        <vt:lpstr>主题</vt:lpstr>
      </vt:variant>
      <vt:variant>
        <vt:i4>2</vt:i4>
      </vt:variant>
      <vt:variant>
        <vt:lpstr>嵌入 OLE 服务器</vt:lpstr>
      </vt:variant>
      <vt:variant>
        <vt:i4>4</vt:i4>
      </vt:variant>
      <vt:variant>
        <vt:lpstr>幻灯片标题</vt:lpstr>
      </vt:variant>
      <vt:variant>
        <vt:i4>30</vt:i4>
      </vt:variant>
    </vt:vector>
  </HeadingPairs>
  <TitlesOfParts>
    <vt:vector size="52" baseType="lpstr">
      <vt:lpstr>-apple-system</vt:lpstr>
      <vt:lpstr>inherit</vt:lpstr>
      <vt:lpstr>KaTeX_Main</vt:lpstr>
      <vt:lpstr>KaTeX_Math</vt:lpstr>
      <vt:lpstr>PingFang SC</vt:lpstr>
      <vt:lpstr>楷体_GB2312</vt:lpstr>
      <vt:lpstr>隶书</vt:lpstr>
      <vt:lpstr>宋体</vt:lpstr>
      <vt:lpstr>幼圆</vt:lpstr>
      <vt:lpstr>Arial</vt:lpstr>
      <vt:lpstr>Cambria Math</vt:lpstr>
      <vt:lpstr>Courier New</vt:lpstr>
      <vt:lpstr>Garamond</vt:lpstr>
      <vt:lpstr>Symbol</vt:lpstr>
      <vt:lpstr>Times New Roman</vt:lpstr>
      <vt:lpstr>Wingdings</vt:lpstr>
      <vt:lpstr>1_默认设计模板</vt:lpstr>
      <vt:lpstr>2_默认设计模板</vt:lpstr>
      <vt:lpstr>公式</vt:lpstr>
      <vt:lpstr>Equation</vt:lpstr>
      <vt:lpstr>Equation.3</vt:lpstr>
      <vt:lpstr>图片</vt:lpstr>
      <vt:lpstr> 6.3   均匀平面波对理想介质分界平面的斜入射</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武汉大学</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lsp</dc:creator>
  <cp:lastModifiedBy>Admin</cp:lastModifiedBy>
  <cp:revision>612</cp:revision>
  <dcterms:created xsi:type="dcterms:W3CDTF">2004-02-10T07:06:32Z</dcterms:created>
  <dcterms:modified xsi:type="dcterms:W3CDTF">2025-12-26T13:34:43Z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E4F2FEE6D5A746C98DA0C43DFF6D38AF</vt:lpwstr>
  </property>
  <property fmtid="{D5CDD505-2E9C-101B-9397-08002B2CF9AE}" pid="3" name="KSOProductBuildVer">
    <vt:lpwstr>2052-11.1.0.13703</vt:lpwstr>
  </property>
</Properties>
</file>