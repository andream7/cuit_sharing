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768" r:id="rId2"/>
    <p:sldId id="769" r:id="rId3"/>
    <p:sldId id="770" r:id="rId4"/>
    <p:sldId id="773" r:id="rId5"/>
    <p:sldId id="839" r:id="rId6"/>
    <p:sldId id="835" r:id="rId7"/>
    <p:sldId id="836" r:id="rId8"/>
    <p:sldId id="816" r:id="rId9"/>
    <p:sldId id="774" r:id="rId10"/>
    <p:sldId id="775" r:id="rId11"/>
    <p:sldId id="776" r:id="rId12"/>
    <p:sldId id="777" r:id="rId13"/>
    <p:sldId id="778" r:id="rId14"/>
    <p:sldId id="779" r:id="rId15"/>
    <p:sldId id="780" r:id="rId16"/>
    <p:sldId id="781" r:id="rId17"/>
    <p:sldId id="687" r:id="rId18"/>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5pPr>
    <a:lvl6pPr marL="22860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6pPr>
    <a:lvl7pPr marL="27432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7pPr>
    <a:lvl8pPr marL="32004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8pPr>
    <a:lvl9pPr marL="36576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77C1C7"/>
    <a:srgbClr val="282828"/>
    <a:srgbClr val="FF3300"/>
    <a:srgbClr val="BAF1F4"/>
    <a:srgbClr val="FF0000"/>
    <a:srgbClr val="D6009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19" autoAdjust="0"/>
    <p:restoredTop sz="94843" autoAdjust="0"/>
  </p:normalViewPr>
  <p:slideViewPr>
    <p:cSldViewPr>
      <p:cViewPr varScale="1">
        <p:scale>
          <a:sx n="80" d="100"/>
          <a:sy n="80" d="100"/>
        </p:scale>
        <p:origin x="84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55718582-C99E-0661-2E30-E0147BF80D62}"/>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3603" name="Rectangle 3">
            <a:extLst>
              <a:ext uri="{FF2B5EF4-FFF2-40B4-BE49-F238E27FC236}">
                <a16:creationId xmlns:a16="http://schemas.microsoft.com/office/drawing/2014/main" id="{80D6E15F-C664-3116-66CE-FD23D12720DB}"/>
              </a:ext>
            </a:extLst>
          </p:cNvPr>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fld id="{38A6BD1A-3AB5-4CC6-9D29-8EDC4A748354}" type="datetime1">
              <a:rPr lang="zh-CN" altLang="en-US"/>
              <a:pPr>
                <a:defRPr/>
              </a:pPr>
              <a:t>2025/10/13</a:t>
            </a:fld>
            <a:endParaRPr lang="en-US" altLang="zh-CN"/>
          </a:p>
        </p:txBody>
      </p:sp>
      <p:sp>
        <p:nvSpPr>
          <p:cNvPr id="153604" name="Rectangle 4">
            <a:extLst>
              <a:ext uri="{FF2B5EF4-FFF2-40B4-BE49-F238E27FC236}">
                <a16:creationId xmlns:a16="http://schemas.microsoft.com/office/drawing/2014/main" id="{F7D677A1-55B5-7D8E-61A5-CCE83E1FCCCE}"/>
              </a:ext>
            </a:extLst>
          </p:cNvPr>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3605" name="Rectangle 5">
            <a:extLst>
              <a:ext uri="{FF2B5EF4-FFF2-40B4-BE49-F238E27FC236}">
                <a16:creationId xmlns:a16="http://schemas.microsoft.com/office/drawing/2014/main" id="{2A5216FA-7A4D-65B7-ED93-4F3607904A8C}"/>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b="0" noProof="1" smtClean="0">
                <a:solidFill>
                  <a:schemeClr val="tx1"/>
                </a:solidFill>
                <a:ea typeface="宋体" panose="02010600030101010101" pitchFamily="2" charset="-122"/>
              </a:defRPr>
            </a:lvl1pPr>
          </a:lstStyle>
          <a:p>
            <a:pPr>
              <a:defRPr/>
            </a:pPr>
            <a:fld id="{62534190-E36B-43DA-8559-619AFF81D21D}" type="slidenum">
              <a:rPr altLang="zh-CN"/>
              <a:pPr>
                <a:defRPr/>
              </a:pPr>
              <a:t>‹#›</a:t>
            </a:fld>
            <a:endParaRPr lang="zh-CN"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B1B28B6C-9F66-6553-78BA-0BAACE0EA34B}"/>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5651" name="Rectangle 3">
            <a:extLst>
              <a:ext uri="{FF2B5EF4-FFF2-40B4-BE49-F238E27FC236}">
                <a16:creationId xmlns:a16="http://schemas.microsoft.com/office/drawing/2014/main" id="{9B7FF01C-CCF4-2945-C66B-CF6E8F56F43D}"/>
              </a:ext>
            </a:extLst>
          </p:cNvPr>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fld id="{B9C6F435-E508-4CD1-86BF-5A8F77C66126}" type="datetime1">
              <a:rPr lang="zh-CN" altLang="en-US"/>
              <a:pPr>
                <a:defRPr/>
              </a:pPr>
              <a:t>2025/10/13</a:t>
            </a:fld>
            <a:endParaRPr lang="en-US" altLang="zh-CN"/>
          </a:p>
        </p:txBody>
      </p:sp>
      <p:sp>
        <p:nvSpPr>
          <p:cNvPr id="2052" name="Rectangle 4">
            <a:extLst>
              <a:ext uri="{FF2B5EF4-FFF2-40B4-BE49-F238E27FC236}">
                <a16:creationId xmlns:a16="http://schemas.microsoft.com/office/drawing/2014/main" id="{2E476029-3093-BDF0-7F9D-8855CA41B7D6}"/>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3" name="Rectangle 5">
            <a:extLst>
              <a:ext uri="{FF2B5EF4-FFF2-40B4-BE49-F238E27FC236}">
                <a16:creationId xmlns:a16="http://schemas.microsoft.com/office/drawing/2014/main" id="{64969551-8F51-A457-1392-8E311915B090}"/>
              </a:ext>
            </a:extLst>
          </p:cNvPr>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5654" name="Rectangle 6">
            <a:extLst>
              <a:ext uri="{FF2B5EF4-FFF2-40B4-BE49-F238E27FC236}">
                <a16:creationId xmlns:a16="http://schemas.microsoft.com/office/drawing/2014/main" id="{253FBE46-C72A-9CE2-0ECD-DAB55DDC1029}"/>
              </a:ext>
            </a:extLst>
          </p:cNvPr>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5655" name="Rectangle 7">
            <a:extLst>
              <a:ext uri="{FF2B5EF4-FFF2-40B4-BE49-F238E27FC236}">
                <a16:creationId xmlns:a16="http://schemas.microsoft.com/office/drawing/2014/main" id="{95EC9397-CB2A-71EE-CFCB-184D8446F3BB}"/>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b="0" noProof="1" smtClean="0">
                <a:solidFill>
                  <a:schemeClr val="tx1"/>
                </a:solidFill>
                <a:ea typeface="宋体" panose="02010600030101010101" pitchFamily="2" charset="-122"/>
              </a:defRPr>
            </a:lvl1pPr>
          </a:lstStyle>
          <a:p>
            <a:pPr>
              <a:defRPr/>
            </a:pPr>
            <a:fld id="{1C5A734A-3362-4E54-BC74-9F9B00AF169C}" type="slidenum">
              <a:rPr altLang="zh-CN"/>
              <a:pPr>
                <a:defRPr/>
              </a:pPr>
              <a:t>‹#›</a:t>
            </a:fld>
            <a:endParaRPr lang="zh-CN" altLang="zh-CN"/>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a:extLst>
              <a:ext uri="{FF2B5EF4-FFF2-40B4-BE49-F238E27FC236}">
                <a16:creationId xmlns:a16="http://schemas.microsoft.com/office/drawing/2014/main" id="{2F51E26B-2005-14E4-73A5-5EA3EE46F8A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48835" name="Rectangle 3">
            <a:extLst>
              <a:ext uri="{FF2B5EF4-FFF2-40B4-BE49-F238E27FC236}">
                <a16:creationId xmlns:a16="http://schemas.microsoft.com/office/drawing/2014/main" id="{38AE8065-0DE8-E2D7-19C6-15AD04F98C1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36104556-1689-4C51-9B0A-ABCBF380920D}"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48836" name="Rectangle 6">
            <a:extLst>
              <a:ext uri="{FF2B5EF4-FFF2-40B4-BE49-F238E27FC236}">
                <a16:creationId xmlns:a16="http://schemas.microsoft.com/office/drawing/2014/main" id="{AE3504E6-0066-318F-EA51-6FDEA438D17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48837" name="Rectangle 7">
            <a:extLst>
              <a:ext uri="{FF2B5EF4-FFF2-40B4-BE49-F238E27FC236}">
                <a16:creationId xmlns:a16="http://schemas.microsoft.com/office/drawing/2014/main" id="{823F15F4-FDBE-3D99-0BCD-FBB5740A4D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7F36C468-8FFC-4CD0-8904-C16331555356}" type="slidenum">
              <a:rPr altLang="zh-CN"/>
              <a:pPr/>
              <a:t>1</a:t>
            </a:fld>
            <a:endParaRPr lang="zh-CN" altLang="zh-CN"/>
          </a:p>
        </p:txBody>
      </p:sp>
      <p:sp>
        <p:nvSpPr>
          <p:cNvPr id="248838" name="Rectangle 2">
            <a:extLst>
              <a:ext uri="{FF2B5EF4-FFF2-40B4-BE49-F238E27FC236}">
                <a16:creationId xmlns:a16="http://schemas.microsoft.com/office/drawing/2014/main" id="{2BD91EC2-CAD7-82A7-4D0B-65101D09411B}"/>
              </a:ext>
            </a:extLst>
          </p:cNvPr>
          <p:cNvSpPr>
            <a:spLocks noGrp="1" noRot="1" noChangeAspect="1" noChangeArrowheads="1" noTextEdit="1"/>
          </p:cNvSpPr>
          <p:nvPr>
            <p:ph type="sldImg" idx="4294967295"/>
          </p:nvPr>
        </p:nvSpPr>
        <p:spPr>
          <a:ln/>
        </p:spPr>
      </p:sp>
      <p:sp>
        <p:nvSpPr>
          <p:cNvPr id="248839" name="Rectangle 3">
            <a:extLst>
              <a:ext uri="{FF2B5EF4-FFF2-40B4-BE49-F238E27FC236}">
                <a16:creationId xmlns:a16="http://schemas.microsoft.com/office/drawing/2014/main" id="{EB7E1311-A424-D2D2-05F3-0467165B19C1}"/>
              </a:ext>
            </a:extLst>
          </p:cNvPr>
          <p:cNvSpPr>
            <a:spLocks noGrp="1" noChangeArrowheads="1"/>
          </p:cNvSpPr>
          <p:nvPr>
            <p:ph type="body" idx="4294967295"/>
          </p:nvPr>
        </p:nvSpPr>
        <p:spPr>
          <a:xfrm>
            <a:off x="685800" y="4343400"/>
            <a:ext cx="5486400" cy="4114800"/>
          </a:xfrm>
        </p:spPr>
        <p:txBody>
          <a:bodyPr>
            <a:prstTxWarp prst="textNoShape">
              <a:avLst/>
            </a:prstTxWarp>
          </a:bodyPr>
          <a:lstStyle/>
          <a:p>
            <a:pPr>
              <a:buFontTx/>
              <a:buNone/>
            </a:pPr>
            <a:r>
              <a:rPr lang="zh-CN" altLang="en-US" dirty="0">
                <a:solidFill>
                  <a:schemeClr val="bg1"/>
                </a:solidFill>
                <a:latin typeface="黑体" panose="02010609060101010101" pitchFamily="49" charset="-122"/>
                <a:ea typeface="黑体" panose="02010609060101010101" pitchFamily="49" charset="-122"/>
              </a:rPr>
              <a:t>实际电磁场问题都是在一定的空间和时间范围内发生的，它有起始状态（静态电磁场例外）和边界状态。即使是无界空间中的电磁场问题，该无界空间也可能是由多种不同介质组成的，不同介质的交界面和无穷远界面上电磁场构成了边界条件。</a:t>
            </a:r>
            <a:endParaRPr lang="en-US" altLang="zh-CN" dirty="0">
              <a:solidFill>
                <a:schemeClr val="bg1"/>
              </a:solidFill>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bg1"/>
                </a:solidFill>
                <a:latin typeface="黑体" panose="02010609060101010101" pitchFamily="49" charset="-122"/>
                <a:ea typeface="黑体" panose="02010609060101010101" pitchFamily="49" charset="-122"/>
              </a:rPr>
              <a:t>所谓</a:t>
            </a:r>
            <a:r>
              <a:rPr lang="zh-CN" altLang="en-US" sz="1200" u="sng" dirty="0">
                <a:solidFill>
                  <a:schemeClr val="bg1"/>
                </a:solidFill>
                <a:latin typeface="黑体" panose="02010609060101010101" pitchFamily="49" charset="-122"/>
                <a:ea typeface="黑体" panose="02010609060101010101" pitchFamily="49" charset="-122"/>
              </a:rPr>
              <a:t>边界条件，即电磁场场在边界上服从的条件</a:t>
            </a:r>
            <a:r>
              <a:rPr lang="zh-CN" altLang="en-US" sz="1200" dirty="0">
                <a:solidFill>
                  <a:schemeClr val="bg1"/>
                </a:solidFill>
                <a:latin typeface="黑体" panose="02010609060101010101" pitchFamily="49" charset="-122"/>
                <a:ea typeface="黑体" panose="02010609060101010101" pitchFamily="49" charset="-122"/>
              </a:rPr>
              <a:t>，也可以理解为</a:t>
            </a:r>
            <a:r>
              <a:rPr lang="zh-CN" altLang="en-US" sz="1200" u="sng" dirty="0">
                <a:solidFill>
                  <a:schemeClr val="bg1"/>
                </a:solidFill>
                <a:latin typeface="黑体" panose="02010609060101010101" pitchFamily="49" charset="-122"/>
                <a:ea typeface="黑体" panose="02010609060101010101" pitchFamily="49" charset="-122"/>
              </a:rPr>
              <a:t>界面两侧相邻点在无限趋近时所要满足的约束条件</a:t>
            </a:r>
            <a:r>
              <a:rPr lang="zh-CN" altLang="en-US" sz="1200" dirty="0">
                <a:solidFill>
                  <a:schemeClr val="bg1"/>
                </a:solidFill>
                <a:latin typeface="黑体" panose="02010609060101010101" pitchFamily="49" charset="-122"/>
                <a:ea typeface="黑体" panose="02010609060101010101" pitchFamily="49" charset="-122"/>
              </a:rPr>
              <a:t>。边界条件是完整的表示需要导出界面两侧相邻点电磁场矢量所要满足的约束关系。这一关系可以通过曲面在该点的切向和法向分量满足的约束关系给出。</a:t>
            </a:r>
            <a:r>
              <a:rPr lang="zh-CN" altLang="en-US" sz="1200" u="sng" dirty="0">
                <a:solidFill>
                  <a:schemeClr val="bg1"/>
                </a:solidFill>
                <a:latin typeface="黑体" panose="02010609060101010101" pitchFamily="49" charset="-122"/>
                <a:ea typeface="黑体" panose="02010609060101010101" pitchFamily="49" charset="-122"/>
              </a:rPr>
              <a:t>由于在分界面两侧介质的特性参数发生突变，场在界面两侧也发生突变。所以</a:t>
            </a:r>
            <a:r>
              <a:rPr lang="en-US" altLang="zh-CN" sz="1200" u="sng" dirty="0">
                <a:solidFill>
                  <a:schemeClr val="bg1"/>
                </a:solidFill>
                <a:latin typeface="Arial Narrow" panose="020B0606020202030204" pitchFamily="34" charset="0"/>
                <a:ea typeface="黑体" panose="02010609060101010101" pitchFamily="49" charset="-122"/>
              </a:rPr>
              <a:t>Maxwell</a:t>
            </a:r>
            <a:r>
              <a:rPr lang="zh-CN" altLang="en-US" sz="1200" u="sng" dirty="0">
                <a:solidFill>
                  <a:schemeClr val="bg1"/>
                </a:solidFill>
                <a:latin typeface="黑体" panose="02010609060101010101" pitchFamily="49" charset="-122"/>
                <a:ea typeface="黑体" panose="02010609060101010101" pitchFamily="49" charset="-122"/>
              </a:rPr>
              <a:t>方程组的微分形式在分界面两侧失去意义</a:t>
            </a:r>
            <a:r>
              <a:rPr lang="zh-CN" altLang="en-US" sz="1200" dirty="0">
                <a:solidFill>
                  <a:schemeClr val="bg1"/>
                </a:solidFill>
                <a:latin typeface="黑体" panose="02010609060101010101" pitchFamily="49" charset="-122"/>
                <a:ea typeface="黑体" panose="02010609060101010101" pitchFamily="49" charset="-122"/>
              </a:rPr>
              <a:t>（因为微分方程要求场量连续可微）。而积分方程则不要求电磁场量连续，从积分形式的麦克斯韦方程组出发，导出电磁场的边界条件</a:t>
            </a:r>
            <a:r>
              <a:rPr lang="zh-CN" altLang="en-US" dirty="0">
                <a:solidFill>
                  <a:schemeClr val="bg1"/>
                </a:solidFill>
                <a:latin typeface="黑体" panose="02010609060101010101" pitchFamily="49" charset="-122"/>
                <a:ea typeface="黑体" panose="02010609060101010101" pitchFamily="49" charset="-122"/>
              </a:rPr>
              <a:t>。</a:t>
            </a:r>
            <a:r>
              <a:rPr lang="zh-CN" altLang="en-US" sz="1200" dirty="0">
                <a:solidFill>
                  <a:schemeClr val="bg1"/>
                </a:solidFill>
                <a:latin typeface="黑体" panose="02010609060101010101" pitchFamily="49" charset="-122"/>
                <a:ea typeface="黑体" panose="02010609060101010101" pitchFamily="49" charset="-122"/>
              </a:rPr>
              <a:t> </a:t>
            </a:r>
          </a:p>
          <a:p>
            <a:pPr>
              <a:buFontTx/>
              <a:buNone/>
            </a:pPr>
            <a:endParaRPr lang="zh-CN" altLang="en-US" dirty="0">
              <a:solidFill>
                <a:schemeClr val="bg1"/>
              </a:solidFill>
              <a:latin typeface="黑体" panose="02010609060101010101" pitchFamily="49" charset="-122"/>
              <a:ea typeface="黑体" panose="02010609060101010101" pitchFamily="49" charset="-122"/>
            </a:endParaRPr>
          </a:p>
          <a:p>
            <a:pPr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D4FA62AF-6660-1A01-4FDE-9862BCD7EC4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50883" name="Rectangle 3">
            <a:extLst>
              <a:ext uri="{FF2B5EF4-FFF2-40B4-BE49-F238E27FC236}">
                <a16:creationId xmlns:a16="http://schemas.microsoft.com/office/drawing/2014/main" id="{50CB38F4-7485-4830-1941-EF6F3B7116B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A103C76A-B1E7-436E-88F0-8AA0048BF8BD}"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50884" name="Rectangle 6">
            <a:extLst>
              <a:ext uri="{FF2B5EF4-FFF2-40B4-BE49-F238E27FC236}">
                <a16:creationId xmlns:a16="http://schemas.microsoft.com/office/drawing/2014/main" id="{BEC823DB-645A-C790-EA51-7AECD168AD9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50885" name="Rectangle 7">
            <a:extLst>
              <a:ext uri="{FF2B5EF4-FFF2-40B4-BE49-F238E27FC236}">
                <a16:creationId xmlns:a16="http://schemas.microsoft.com/office/drawing/2014/main" id="{E636A288-CC43-190A-F98A-128FE32575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1307AADD-3B32-40CF-95CB-2E1EFB8D64D6}" type="slidenum">
              <a:rPr altLang="zh-CN"/>
              <a:pPr/>
              <a:t>2</a:t>
            </a:fld>
            <a:endParaRPr lang="zh-CN" altLang="zh-CN"/>
          </a:p>
        </p:txBody>
      </p:sp>
      <p:sp>
        <p:nvSpPr>
          <p:cNvPr id="250886" name="Rectangle 2">
            <a:extLst>
              <a:ext uri="{FF2B5EF4-FFF2-40B4-BE49-F238E27FC236}">
                <a16:creationId xmlns:a16="http://schemas.microsoft.com/office/drawing/2014/main" id="{5CFF2400-39DF-1A4D-8E69-E06643B38EE3}"/>
              </a:ext>
            </a:extLst>
          </p:cNvPr>
          <p:cNvSpPr>
            <a:spLocks noGrp="1" noRot="1" noChangeAspect="1" noChangeArrowheads="1" noTextEdit="1"/>
          </p:cNvSpPr>
          <p:nvPr>
            <p:ph type="sldImg" idx="4294967295"/>
          </p:nvPr>
        </p:nvSpPr>
        <p:spPr>
          <a:ln/>
        </p:spPr>
      </p:sp>
      <p:sp>
        <p:nvSpPr>
          <p:cNvPr id="250887" name="Rectangle 3">
            <a:extLst>
              <a:ext uri="{FF2B5EF4-FFF2-40B4-BE49-F238E27FC236}">
                <a16:creationId xmlns:a16="http://schemas.microsoft.com/office/drawing/2014/main" id="{031EFC3A-F879-5CC8-7DAA-1F9919691618}"/>
              </a:ext>
            </a:extLst>
          </p:cNvPr>
          <p:cNvSpPr>
            <a:spLocks noGrp="1" noChangeArrowheads="1"/>
          </p:cNvSpPr>
          <p:nvPr>
            <p:ph type="body" idx="4294967295"/>
          </p:nvPr>
        </p:nvSpPr>
        <p:spPr/>
        <p:txBody>
          <a:bodyPr>
            <a:prstTxWarp prst="textNoShape">
              <a:avLst/>
            </a:prstTxWarp>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a:extLst>
              <a:ext uri="{FF2B5EF4-FFF2-40B4-BE49-F238E27FC236}">
                <a16:creationId xmlns:a16="http://schemas.microsoft.com/office/drawing/2014/main" id="{598BC506-E0AE-732D-3BFD-8EF3FFB5A9F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52931" name="Rectangle 3">
            <a:extLst>
              <a:ext uri="{FF2B5EF4-FFF2-40B4-BE49-F238E27FC236}">
                <a16:creationId xmlns:a16="http://schemas.microsoft.com/office/drawing/2014/main" id="{91DC558E-E6C8-9219-479E-53455B8E9BF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4BDA9C8-2594-4C91-A858-28B9897C1A00}"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52932" name="Rectangle 6">
            <a:extLst>
              <a:ext uri="{FF2B5EF4-FFF2-40B4-BE49-F238E27FC236}">
                <a16:creationId xmlns:a16="http://schemas.microsoft.com/office/drawing/2014/main" id="{CEE24B43-04E9-391E-7576-337EC7D0DB0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52933" name="Rectangle 7">
            <a:extLst>
              <a:ext uri="{FF2B5EF4-FFF2-40B4-BE49-F238E27FC236}">
                <a16:creationId xmlns:a16="http://schemas.microsoft.com/office/drawing/2014/main" id="{3FF714D0-4257-A1A0-FB73-C42885F42A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8A0C0C81-42DE-4969-AB34-5B87DA41993F}" type="slidenum">
              <a:rPr altLang="zh-CN"/>
              <a:pPr/>
              <a:t>3</a:t>
            </a:fld>
            <a:endParaRPr lang="zh-CN" altLang="zh-CN"/>
          </a:p>
        </p:txBody>
      </p:sp>
      <p:sp>
        <p:nvSpPr>
          <p:cNvPr id="252934" name="Rectangle 2">
            <a:extLst>
              <a:ext uri="{FF2B5EF4-FFF2-40B4-BE49-F238E27FC236}">
                <a16:creationId xmlns:a16="http://schemas.microsoft.com/office/drawing/2014/main" id="{7D17BD37-8A4F-0D2F-9055-5AC565768752}"/>
              </a:ext>
            </a:extLst>
          </p:cNvPr>
          <p:cNvSpPr>
            <a:spLocks noGrp="1" noRot="1" noChangeAspect="1" noChangeArrowheads="1" noTextEdit="1"/>
          </p:cNvSpPr>
          <p:nvPr>
            <p:ph type="sldImg" idx="4294967295"/>
          </p:nvPr>
        </p:nvSpPr>
        <p:spPr>
          <a:ln/>
        </p:spPr>
      </p:sp>
      <p:sp>
        <p:nvSpPr>
          <p:cNvPr id="252935" name="Rectangle 3">
            <a:extLst>
              <a:ext uri="{FF2B5EF4-FFF2-40B4-BE49-F238E27FC236}">
                <a16:creationId xmlns:a16="http://schemas.microsoft.com/office/drawing/2014/main" id="{71A7657D-80E9-C79C-906B-94C7399ADA8C}"/>
              </a:ext>
            </a:extLst>
          </p:cNvPr>
          <p:cNvSpPr>
            <a:spLocks noGrp="1" noChangeArrowheads="1"/>
          </p:cNvSpPr>
          <p:nvPr>
            <p:ph type="body" idx="4294967295"/>
          </p:nvPr>
        </p:nvSpPr>
        <p:spPr/>
        <p:txBody>
          <a:bodyPr>
            <a:prstTxWarp prst="textNoShape">
              <a:avLst/>
            </a:prstTxWarp>
          </a:bodyPr>
          <a:lstStyle/>
          <a:p>
            <a:pPr eaLnBrk="1" hangingPunct="1"/>
            <a:r>
              <a:rPr lang="zh-CN" altLang="en-US"/>
              <a:t>不是物理的真实源</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a:extLst>
              <a:ext uri="{FF2B5EF4-FFF2-40B4-BE49-F238E27FC236}">
                <a16:creationId xmlns:a16="http://schemas.microsoft.com/office/drawing/2014/main" id="{694574CE-AE17-FF31-7A0A-D3198807B3C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54979" name="Rectangle 3">
            <a:extLst>
              <a:ext uri="{FF2B5EF4-FFF2-40B4-BE49-F238E27FC236}">
                <a16:creationId xmlns:a16="http://schemas.microsoft.com/office/drawing/2014/main" id="{28261D2B-5D55-282E-9524-579B89C83E3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40EE2C01-C5BF-4AC1-BA1D-EA825C0C7B7E}"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54980" name="Rectangle 6">
            <a:extLst>
              <a:ext uri="{FF2B5EF4-FFF2-40B4-BE49-F238E27FC236}">
                <a16:creationId xmlns:a16="http://schemas.microsoft.com/office/drawing/2014/main" id="{C4F0ABA2-F6EA-39F8-F0F9-A25A5CCE978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54981" name="Rectangle 7">
            <a:extLst>
              <a:ext uri="{FF2B5EF4-FFF2-40B4-BE49-F238E27FC236}">
                <a16:creationId xmlns:a16="http://schemas.microsoft.com/office/drawing/2014/main" id="{D5A22E00-7A3C-B0BA-87A4-F0F9A19166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9AE76A9-DC85-412C-AF8A-1651CF352EDD}" type="slidenum">
              <a:rPr altLang="zh-CN"/>
              <a:pPr/>
              <a:t>4</a:t>
            </a:fld>
            <a:endParaRPr lang="zh-CN" altLang="zh-CN"/>
          </a:p>
        </p:txBody>
      </p:sp>
      <p:sp>
        <p:nvSpPr>
          <p:cNvPr id="254982" name="Rectangle 2">
            <a:extLst>
              <a:ext uri="{FF2B5EF4-FFF2-40B4-BE49-F238E27FC236}">
                <a16:creationId xmlns:a16="http://schemas.microsoft.com/office/drawing/2014/main" id="{6F718133-25BA-3C0B-08CC-D475F55B9C42}"/>
              </a:ext>
            </a:extLst>
          </p:cNvPr>
          <p:cNvSpPr>
            <a:spLocks noGrp="1" noRot="1" noChangeAspect="1" noChangeArrowheads="1" noTextEdit="1"/>
          </p:cNvSpPr>
          <p:nvPr>
            <p:ph type="sldImg" idx="4294967295"/>
          </p:nvPr>
        </p:nvSpPr>
        <p:spPr>
          <a:ln/>
        </p:spPr>
      </p:sp>
      <p:sp>
        <p:nvSpPr>
          <p:cNvPr id="254983" name="Rectangle 3">
            <a:extLst>
              <a:ext uri="{FF2B5EF4-FFF2-40B4-BE49-F238E27FC236}">
                <a16:creationId xmlns:a16="http://schemas.microsoft.com/office/drawing/2014/main" id="{0D9D5409-FE5F-D7D8-802F-69910568147D}"/>
              </a:ext>
            </a:extLst>
          </p:cNvPr>
          <p:cNvSpPr>
            <a:spLocks noGrp="1" noChangeArrowheads="1"/>
          </p:cNvSpPr>
          <p:nvPr>
            <p:ph type="body" idx="4294967295"/>
          </p:nvPr>
        </p:nvSpPr>
        <p:spPr/>
        <p:txBody>
          <a:bodyPr>
            <a:prstTxWarp prst="textNoShape">
              <a:avLst/>
            </a:prstTxWarp>
          </a:bodyPr>
          <a:lstStyle/>
          <a:p>
            <a:pPr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a:extLst>
              <a:ext uri="{FF2B5EF4-FFF2-40B4-BE49-F238E27FC236}">
                <a16:creationId xmlns:a16="http://schemas.microsoft.com/office/drawing/2014/main" id="{93CBB15D-E643-D73A-E35C-ED049FB2483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9315" name="Rectangle 3">
            <a:extLst>
              <a:ext uri="{FF2B5EF4-FFF2-40B4-BE49-F238E27FC236}">
                <a16:creationId xmlns:a16="http://schemas.microsoft.com/office/drawing/2014/main" id="{9D30D03A-87E3-C2A9-B6D6-1148F6FF0B5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A9CD941-5F85-4A0D-9B5D-4F285F84DE75}"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69316" name="Rectangle 6">
            <a:extLst>
              <a:ext uri="{FF2B5EF4-FFF2-40B4-BE49-F238E27FC236}">
                <a16:creationId xmlns:a16="http://schemas.microsoft.com/office/drawing/2014/main" id="{17526845-58D7-2C5D-5D49-CDE265EFE81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9317" name="Rectangle 7">
            <a:extLst>
              <a:ext uri="{FF2B5EF4-FFF2-40B4-BE49-F238E27FC236}">
                <a16:creationId xmlns:a16="http://schemas.microsoft.com/office/drawing/2014/main" id="{FED9EF36-A87C-EC7F-C62D-90D6C4FCBE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31A44C9-E9E0-47B9-AD3E-7D7AC631D3AF}" type="slidenum">
              <a:rPr altLang="zh-CN"/>
              <a:pPr/>
              <a:t>5</a:t>
            </a:fld>
            <a:endParaRPr lang="zh-CN" altLang="zh-CN"/>
          </a:p>
        </p:txBody>
      </p:sp>
      <p:sp>
        <p:nvSpPr>
          <p:cNvPr id="269318" name="Rectangle 2">
            <a:extLst>
              <a:ext uri="{FF2B5EF4-FFF2-40B4-BE49-F238E27FC236}">
                <a16:creationId xmlns:a16="http://schemas.microsoft.com/office/drawing/2014/main" id="{C7882AC8-0F5E-022B-522B-81AD8BE44641}"/>
              </a:ext>
            </a:extLst>
          </p:cNvPr>
          <p:cNvSpPr>
            <a:spLocks noGrp="1" noRot="1" noChangeAspect="1" noChangeArrowheads="1" noTextEdit="1"/>
          </p:cNvSpPr>
          <p:nvPr>
            <p:ph type="sldImg" idx="4294967295"/>
          </p:nvPr>
        </p:nvSpPr>
        <p:spPr>
          <a:ln/>
        </p:spPr>
      </p:sp>
      <p:sp>
        <p:nvSpPr>
          <p:cNvPr id="269319" name="Rectangle 3">
            <a:extLst>
              <a:ext uri="{FF2B5EF4-FFF2-40B4-BE49-F238E27FC236}">
                <a16:creationId xmlns:a16="http://schemas.microsoft.com/office/drawing/2014/main" id="{D6CBF8C6-8B4D-D05E-E655-3FCE59CBEF36}"/>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r>
              <a:rPr lang="zh-CN" altLang="en-US"/>
              <a:t>不是物理的真实源</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1AE74849-4043-BC82-A307-94EBF609648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57027" name="Rectangle 3">
            <a:extLst>
              <a:ext uri="{FF2B5EF4-FFF2-40B4-BE49-F238E27FC236}">
                <a16:creationId xmlns:a16="http://schemas.microsoft.com/office/drawing/2014/main" id="{662ED16B-9876-9B77-1654-D876A6AB8BB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E70BB683-6156-4BB1-BE10-F0998E27D599}"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57028" name="Rectangle 6">
            <a:extLst>
              <a:ext uri="{FF2B5EF4-FFF2-40B4-BE49-F238E27FC236}">
                <a16:creationId xmlns:a16="http://schemas.microsoft.com/office/drawing/2014/main" id="{8ED53E89-2CF9-BD3C-8FC4-5B6160FD5C5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57029" name="Rectangle 7">
            <a:extLst>
              <a:ext uri="{FF2B5EF4-FFF2-40B4-BE49-F238E27FC236}">
                <a16:creationId xmlns:a16="http://schemas.microsoft.com/office/drawing/2014/main" id="{711A95EC-62AC-BF02-4B8C-90CFF5A01A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4A66BD95-5A9B-468C-B360-296FD5696513}" type="slidenum">
              <a:rPr altLang="zh-CN"/>
              <a:pPr/>
              <a:t>6</a:t>
            </a:fld>
            <a:endParaRPr lang="zh-CN" altLang="zh-CN"/>
          </a:p>
        </p:txBody>
      </p:sp>
      <p:sp>
        <p:nvSpPr>
          <p:cNvPr id="257030" name="Rectangle 2">
            <a:extLst>
              <a:ext uri="{FF2B5EF4-FFF2-40B4-BE49-F238E27FC236}">
                <a16:creationId xmlns:a16="http://schemas.microsoft.com/office/drawing/2014/main" id="{C5F4CF72-B56B-8155-631C-7F4ED1838A6E}"/>
              </a:ext>
            </a:extLst>
          </p:cNvPr>
          <p:cNvSpPr>
            <a:spLocks noGrp="1" noRot="1" noChangeAspect="1" noChangeArrowheads="1" noTextEdit="1"/>
          </p:cNvSpPr>
          <p:nvPr>
            <p:ph type="sldImg" idx="4294967295"/>
          </p:nvPr>
        </p:nvSpPr>
        <p:spPr>
          <a:ln/>
        </p:spPr>
      </p:sp>
      <p:sp>
        <p:nvSpPr>
          <p:cNvPr id="257031" name="Rectangle 3">
            <a:extLst>
              <a:ext uri="{FF2B5EF4-FFF2-40B4-BE49-F238E27FC236}">
                <a16:creationId xmlns:a16="http://schemas.microsoft.com/office/drawing/2014/main" id="{C12D65AA-40D7-4001-05E4-358AACFF074D}"/>
              </a:ext>
            </a:extLst>
          </p:cNvPr>
          <p:cNvSpPr>
            <a:spLocks noGrp="1" noChangeArrowheads="1"/>
          </p:cNvSpPr>
          <p:nvPr>
            <p:ph type="body" idx="4294967295"/>
          </p:nvPr>
        </p:nvSpPr>
        <p:spPr/>
        <p:txBody>
          <a:bodyPr>
            <a:prstTxWarp prst="textNoShape">
              <a:avLst/>
            </a:prstTxWarp>
          </a:bodyPr>
          <a:lstStyle/>
          <a:p>
            <a:pPr eaLnBrk="1" hangingPunct="1"/>
            <a:endParaRPr lang="zh-CN" altLang="en-US"/>
          </a:p>
          <a:p>
            <a:pPr eaLnBrk="1" hangingPunct="1"/>
            <a:r>
              <a:rPr lang="zh-CN" altLang="en-US"/>
              <a: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a:extLst>
              <a:ext uri="{FF2B5EF4-FFF2-40B4-BE49-F238E27FC236}">
                <a16:creationId xmlns:a16="http://schemas.microsoft.com/office/drawing/2014/main" id="{10861959-1B8E-4329-8A44-A950FC4C703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59075" name="Rectangle 3">
            <a:extLst>
              <a:ext uri="{FF2B5EF4-FFF2-40B4-BE49-F238E27FC236}">
                <a16:creationId xmlns:a16="http://schemas.microsoft.com/office/drawing/2014/main" id="{2DA7012D-6720-4AA5-D30D-34ADB279A54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E8336FBC-C9DA-40CD-9CA5-54ED73F59DA1}"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59076" name="Rectangle 6">
            <a:extLst>
              <a:ext uri="{FF2B5EF4-FFF2-40B4-BE49-F238E27FC236}">
                <a16:creationId xmlns:a16="http://schemas.microsoft.com/office/drawing/2014/main" id="{45059812-53C5-F191-D324-625B463604C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59077" name="Rectangle 7">
            <a:extLst>
              <a:ext uri="{FF2B5EF4-FFF2-40B4-BE49-F238E27FC236}">
                <a16:creationId xmlns:a16="http://schemas.microsoft.com/office/drawing/2014/main" id="{77D79742-698B-9415-F904-914D17B6E5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2E03885E-A36E-4DF6-B497-F8A9E116CE57}" type="slidenum">
              <a:rPr altLang="zh-CN"/>
              <a:pPr/>
              <a:t>7</a:t>
            </a:fld>
            <a:endParaRPr lang="zh-CN" altLang="zh-CN"/>
          </a:p>
        </p:txBody>
      </p:sp>
      <p:sp>
        <p:nvSpPr>
          <p:cNvPr id="259078" name="Rectangle 2">
            <a:extLst>
              <a:ext uri="{FF2B5EF4-FFF2-40B4-BE49-F238E27FC236}">
                <a16:creationId xmlns:a16="http://schemas.microsoft.com/office/drawing/2014/main" id="{EBBA2B00-9E53-E5FD-E59D-4D13EF98DDDA}"/>
              </a:ext>
            </a:extLst>
          </p:cNvPr>
          <p:cNvSpPr>
            <a:spLocks noGrp="1" noRot="1" noChangeAspect="1" noChangeArrowheads="1" noTextEdit="1"/>
          </p:cNvSpPr>
          <p:nvPr>
            <p:ph type="sldImg" idx="4294967295"/>
          </p:nvPr>
        </p:nvSpPr>
        <p:spPr>
          <a:ln/>
        </p:spPr>
      </p:sp>
      <p:sp>
        <p:nvSpPr>
          <p:cNvPr id="259079" name="Rectangle 3">
            <a:extLst>
              <a:ext uri="{FF2B5EF4-FFF2-40B4-BE49-F238E27FC236}">
                <a16:creationId xmlns:a16="http://schemas.microsoft.com/office/drawing/2014/main" id="{F1D16C0A-E708-2135-A881-7084BB0B0BDA}"/>
              </a:ext>
            </a:extLst>
          </p:cNvPr>
          <p:cNvSpPr>
            <a:spLocks noGrp="1" noChangeArrowheads="1"/>
          </p:cNvSpPr>
          <p:nvPr>
            <p:ph type="body" idx="4294967295"/>
          </p:nvPr>
        </p:nvSpPr>
        <p:spPr/>
        <p:txBody>
          <a:bodyPr>
            <a:prstTxWarp prst="textNoShape">
              <a:avLst/>
            </a:prstTxWarp>
          </a:bodyPr>
          <a:lstStyle/>
          <a:p>
            <a:pPr algn="l" fontAlgn="base">
              <a:buFont typeface="+mj-lt"/>
              <a:buNone/>
            </a:pPr>
            <a:r>
              <a:rPr lang="zh-CN" altLang="en-US" b="1" i="0" dirty="0">
                <a:effectLst/>
                <a:latin typeface="inherit"/>
              </a:rPr>
              <a:t>位移电流密度</a:t>
            </a:r>
            <a:r>
              <a:rPr lang="zh-CN" altLang="en-US" b="0" i="0" dirty="0">
                <a:effectLst/>
                <a:latin typeface="inherit"/>
              </a:rPr>
              <a:t> </a:t>
            </a:r>
            <a:r>
              <a:rPr lang="zh-CN" altLang="en-US" b="0" i="0" dirty="0">
                <a:effectLst/>
                <a:latin typeface="KaTeX_Main"/>
              </a:rPr>
              <a:t>∂</a:t>
            </a:r>
            <a:r>
              <a:rPr lang="en-US" altLang="zh-CN" b="1" i="0" dirty="0">
                <a:effectLst/>
                <a:latin typeface="KaTeX_Main"/>
              </a:rPr>
              <a:t>D/</a:t>
            </a:r>
            <a:r>
              <a:rPr lang="zh-CN" altLang="en-US" b="0" i="0" dirty="0">
                <a:effectLst/>
                <a:latin typeface="KaTeX_Main"/>
              </a:rPr>
              <a:t>∂</a:t>
            </a:r>
            <a:r>
              <a:rPr lang="en-US" altLang="zh-CN" b="0" i="1" dirty="0">
                <a:effectLst/>
                <a:latin typeface="KaTeX_Math"/>
              </a:rPr>
              <a:t>t</a:t>
            </a:r>
            <a:r>
              <a:rPr lang="zh-CN" altLang="en-US" b="0" i="0" dirty="0">
                <a:effectLst/>
                <a:latin typeface="inherit"/>
              </a:rPr>
              <a:t>​在</a:t>
            </a:r>
            <a:r>
              <a:rPr lang="zh-CN" altLang="en-US" b="1" i="0" dirty="0">
                <a:effectLst/>
                <a:latin typeface="inherit"/>
              </a:rPr>
              <a:t>宏观边界层内</a:t>
            </a:r>
            <a:r>
              <a:rPr lang="zh-CN" altLang="en-US" b="0" i="0" dirty="0">
                <a:effectLst/>
                <a:latin typeface="inherit"/>
              </a:rPr>
              <a:t>的体积分却趋于零，因为：边界层厚度 </a:t>
            </a:r>
            <a:r>
              <a:rPr lang="en-US" altLang="zh-CN" b="0" i="1" dirty="0">
                <a:effectLst/>
                <a:latin typeface="KaTeX_Math"/>
              </a:rPr>
              <a:t>h</a:t>
            </a:r>
            <a:r>
              <a:rPr lang="zh-CN" altLang="en-US" b="0" i="0" dirty="0">
                <a:effectLst/>
                <a:latin typeface="KaTeX_Main"/>
              </a:rPr>
              <a:t>→</a:t>
            </a:r>
            <a:r>
              <a:rPr lang="en-US" altLang="zh-CN" b="0" i="0" dirty="0">
                <a:effectLst/>
                <a:latin typeface="KaTeX_Main"/>
              </a:rPr>
              <a:t>0</a:t>
            </a:r>
            <a:r>
              <a:rPr lang="zh-CN" altLang="en-US" b="0" i="0" dirty="0">
                <a:effectLst/>
                <a:latin typeface="inherit"/>
              </a:rPr>
              <a:t>，体密度 </a:t>
            </a:r>
            <a:r>
              <a:rPr lang="zh-CN" altLang="en-US" b="0" i="0" dirty="0">
                <a:effectLst/>
                <a:latin typeface="KaTeX_Main"/>
              </a:rPr>
              <a:t>∂</a:t>
            </a:r>
            <a:r>
              <a:rPr lang="en-US" altLang="zh-CN" b="1" i="0" dirty="0">
                <a:effectLst/>
                <a:latin typeface="KaTeX_Main"/>
              </a:rPr>
              <a:t>D/</a:t>
            </a:r>
            <a:r>
              <a:rPr lang="zh-CN" altLang="en-US" b="0" i="0" dirty="0">
                <a:effectLst/>
                <a:latin typeface="KaTeX_Main"/>
              </a:rPr>
              <a:t>∂</a:t>
            </a:r>
            <a:r>
              <a:rPr lang="en-US" altLang="zh-CN" b="0" i="1" dirty="0">
                <a:effectLst/>
                <a:latin typeface="KaTeX_Math"/>
              </a:rPr>
              <a:t>t</a:t>
            </a:r>
            <a:r>
              <a:rPr lang="zh-CN" altLang="en-US" b="0" i="0" dirty="0">
                <a:effectLst/>
                <a:latin typeface="inherit"/>
              </a:rPr>
              <a:t>​ 保持有限，故其通量 </a:t>
            </a:r>
            <a:r>
              <a:rPr lang="zh-CN" altLang="en-US" b="0" i="0" dirty="0">
                <a:effectLst/>
                <a:latin typeface="KaTeX_Main"/>
              </a:rPr>
              <a:t>→</a:t>
            </a:r>
            <a:r>
              <a:rPr lang="en-US" altLang="zh-CN" b="0" i="0" dirty="0">
                <a:effectLst/>
                <a:latin typeface="KaTeX_Main"/>
              </a:rPr>
              <a:t>0</a:t>
            </a:r>
            <a:r>
              <a:rPr lang="zh-CN" altLang="en-US" b="0" i="0" dirty="0">
                <a:effectLst/>
                <a:latin typeface="inherit"/>
              </a:rPr>
              <a:t>。</a:t>
            </a:r>
          </a:p>
          <a:p>
            <a:pPr algn="l" fontAlgn="base"/>
            <a:r>
              <a:rPr lang="zh-CN" altLang="en-US" b="0" i="0" dirty="0">
                <a:effectLst/>
                <a:latin typeface="-apple-system"/>
              </a:rPr>
              <a:t>换句话说，</a:t>
            </a:r>
            <a:r>
              <a:rPr lang="zh-CN" altLang="en-US" b="1" i="0" u="sng" dirty="0">
                <a:effectLst/>
                <a:latin typeface="inherit"/>
              </a:rPr>
              <a:t>位移电流只在宏观介质内部形成体分布，在无限薄的界面上没有“面位移电流”与之对应</a:t>
            </a:r>
            <a:r>
              <a:rPr lang="zh-CN" altLang="en-US" b="0" i="0" dirty="0">
                <a:effectLst/>
                <a:latin typeface="-apple-system"/>
              </a:rPr>
              <a:t>。因此，在边界条件的推导中，与 </a:t>
            </a:r>
            <a:r>
              <a:rPr lang="zh-CN" altLang="en-US" b="0" i="0" dirty="0">
                <a:effectLst/>
                <a:latin typeface="KaTeX_Main"/>
              </a:rPr>
              <a:t>∂</a:t>
            </a:r>
            <a:r>
              <a:rPr lang="en-US" altLang="zh-CN" b="1" i="0" dirty="0">
                <a:effectLst/>
                <a:latin typeface="KaTeX_Main"/>
              </a:rPr>
              <a:t>D/</a:t>
            </a:r>
            <a:r>
              <a:rPr lang="zh-CN" altLang="en-US" b="0" i="0" dirty="0">
                <a:effectLst/>
                <a:latin typeface="KaTeX_Main"/>
              </a:rPr>
              <a:t>∂</a:t>
            </a:r>
            <a:r>
              <a:rPr lang="en-US" altLang="zh-CN" b="0" i="1" dirty="0">
                <a:effectLst/>
                <a:latin typeface="KaTeX_Math"/>
              </a:rPr>
              <a:t>t</a:t>
            </a:r>
            <a:r>
              <a:rPr lang="zh-CN" altLang="en-US" b="0" i="0" dirty="0">
                <a:effectLst/>
                <a:latin typeface="inherit"/>
              </a:rPr>
              <a:t>​</a:t>
            </a:r>
            <a:r>
              <a:rPr lang="zh-CN" altLang="en-US" b="0" i="0" dirty="0">
                <a:effectLst/>
                <a:latin typeface="-apple-system"/>
              </a:rPr>
              <a:t> 相关的项</a:t>
            </a:r>
            <a:r>
              <a:rPr lang="zh-CN" altLang="en-US" b="1" i="0" dirty="0">
                <a:effectLst/>
                <a:latin typeface="inherit"/>
              </a:rPr>
              <a:t>对界面处的切向磁场跃变没有贡献</a:t>
            </a:r>
            <a:r>
              <a:rPr lang="zh-CN" altLang="en-US" b="0" i="0" dirty="0">
                <a:effectLst/>
                <a:latin typeface="-apple-system"/>
              </a:rPr>
              <a:t>，于是它就被视为“零”。</a:t>
            </a:r>
          </a:p>
          <a:p>
            <a:pPr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a:extLst>
              <a:ext uri="{FF2B5EF4-FFF2-40B4-BE49-F238E27FC236}">
                <a16:creationId xmlns:a16="http://schemas.microsoft.com/office/drawing/2014/main" id="{0833F1B1-B3DE-37D2-CAD9-D1C308DD697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1123" name="Rectangle 3">
            <a:extLst>
              <a:ext uri="{FF2B5EF4-FFF2-40B4-BE49-F238E27FC236}">
                <a16:creationId xmlns:a16="http://schemas.microsoft.com/office/drawing/2014/main" id="{E1B9AA9E-33E1-0DD4-33CB-8CA2DE9724E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FF21BC04-22D1-4DF6-9DD1-62CD0E7C0613}"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61124" name="Rectangle 6">
            <a:extLst>
              <a:ext uri="{FF2B5EF4-FFF2-40B4-BE49-F238E27FC236}">
                <a16:creationId xmlns:a16="http://schemas.microsoft.com/office/drawing/2014/main" id="{683837D3-4941-F39D-EF69-794C85283F8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1125" name="Rectangle 7">
            <a:extLst>
              <a:ext uri="{FF2B5EF4-FFF2-40B4-BE49-F238E27FC236}">
                <a16:creationId xmlns:a16="http://schemas.microsoft.com/office/drawing/2014/main" id="{6FF66427-402D-8AF5-B7CD-2C3C01DEB4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439D8D13-4404-47C8-B269-E9CBB7743F5B}" type="slidenum">
              <a:rPr altLang="zh-CN"/>
              <a:pPr/>
              <a:t>8</a:t>
            </a:fld>
            <a:endParaRPr lang="zh-CN" altLang="zh-CN"/>
          </a:p>
        </p:txBody>
      </p:sp>
      <p:sp>
        <p:nvSpPr>
          <p:cNvPr id="261126" name="Rectangle 2">
            <a:extLst>
              <a:ext uri="{FF2B5EF4-FFF2-40B4-BE49-F238E27FC236}">
                <a16:creationId xmlns:a16="http://schemas.microsoft.com/office/drawing/2014/main" id="{6117F223-9252-7B1E-A932-E4AAA462FCFB}"/>
              </a:ext>
            </a:extLst>
          </p:cNvPr>
          <p:cNvSpPr>
            <a:spLocks noGrp="1" noRot="1" noChangeAspect="1" noChangeArrowheads="1" noTextEdit="1"/>
          </p:cNvSpPr>
          <p:nvPr>
            <p:ph type="sldImg" idx="4294967295"/>
          </p:nvPr>
        </p:nvSpPr>
        <p:spPr>
          <a:ln/>
        </p:spPr>
      </p:sp>
      <p:sp>
        <p:nvSpPr>
          <p:cNvPr id="261127" name="Rectangle 3">
            <a:extLst>
              <a:ext uri="{FF2B5EF4-FFF2-40B4-BE49-F238E27FC236}">
                <a16:creationId xmlns:a16="http://schemas.microsoft.com/office/drawing/2014/main" id="{0AC5EB67-F975-E2E6-E9F5-8787AA3BB855}"/>
              </a:ext>
            </a:extLst>
          </p:cNvPr>
          <p:cNvSpPr>
            <a:spLocks noGrp="1" noChangeArrowheads="1"/>
          </p:cNvSpPr>
          <p:nvPr>
            <p:ph type="body" idx="4294967295"/>
          </p:nvPr>
        </p:nvSpPr>
        <p:spPr/>
        <p:txBody>
          <a:bodyPr>
            <a:prstTxWarp prst="textNoShape">
              <a:avLst/>
            </a:prstTxWarp>
          </a:bodyPr>
          <a:lstStyle/>
          <a:p>
            <a:pPr eaLnBrk="1" hangingPunct="1"/>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AE63C4F8-D303-9CD8-EC88-F96B7666AAF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3171" name="Rectangle 3">
            <a:extLst>
              <a:ext uri="{FF2B5EF4-FFF2-40B4-BE49-F238E27FC236}">
                <a16:creationId xmlns:a16="http://schemas.microsoft.com/office/drawing/2014/main" id="{56AB6B30-A732-98FA-9C68-7E3CB21AA82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256C844-3E9E-4346-9876-90DED2BCB96B}"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63172" name="Rectangle 6">
            <a:extLst>
              <a:ext uri="{FF2B5EF4-FFF2-40B4-BE49-F238E27FC236}">
                <a16:creationId xmlns:a16="http://schemas.microsoft.com/office/drawing/2014/main" id="{DC3B147A-8206-48ED-04F9-B57E9E8369E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3173" name="Rectangle 7">
            <a:extLst>
              <a:ext uri="{FF2B5EF4-FFF2-40B4-BE49-F238E27FC236}">
                <a16:creationId xmlns:a16="http://schemas.microsoft.com/office/drawing/2014/main" id="{7C8AB992-5AD8-6DA9-7A1C-FAEC63A273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39487A89-D70A-480C-818C-C42FF53D04BC}" type="slidenum">
              <a:rPr altLang="zh-CN"/>
              <a:pPr/>
              <a:t>9</a:t>
            </a:fld>
            <a:endParaRPr lang="zh-CN" altLang="zh-CN"/>
          </a:p>
        </p:txBody>
      </p:sp>
      <p:sp>
        <p:nvSpPr>
          <p:cNvPr id="263174" name="Rectangle 2">
            <a:extLst>
              <a:ext uri="{FF2B5EF4-FFF2-40B4-BE49-F238E27FC236}">
                <a16:creationId xmlns:a16="http://schemas.microsoft.com/office/drawing/2014/main" id="{5B28E7DB-C5AE-5D89-EEFF-5B87AADB79CD}"/>
              </a:ext>
            </a:extLst>
          </p:cNvPr>
          <p:cNvSpPr>
            <a:spLocks noGrp="1" noRot="1" noChangeAspect="1" noChangeArrowheads="1" noTextEdit="1"/>
          </p:cNvSpPr>
          <p:nvPr>
            <p:ph type="sldImg" idx="4294967295"/>
          </p:nvPr>
        </p:nvSpPr>
        <p:spPr>
          <a:ln/>
        </p:spPr>
      </p:sp>
      <p:sp>
        <p:nvSpPr>
          <p:cNvPr id="263175" name="Rectangle 3">
            <a:extLst>
              <a:ext uri="{FF2B5EF4-FFF2-40B4-BE49-F238E27FC236}">
                <a16:creationId xmlns:a16="http://schemas.microsoft.com/office/drawing/2014/main" id="{8D3C6CAD-99A3-9ABE-8CF6-BC4A72EE1731}"/>
              </a:ext>
            </a:extLst>
          </p:cNvPr>
          <p:cNvSpPr>
            <a:spLocks noGrp="1" noChangeArrowheads="1"/>
          </p:cNvSpPr>
          <p:nvPr>
            <p:ph type="body" idx="4294967295"/>
          </p:nvPr>
        </p:nvSpPr>
        <p:spPr/>
        <p:txBody>
          <a:bodyPr>
            <a:prstTxWarp prst="textNoShape">
              <a:avLst/>
            </a:prstTxWarp>
          </a:bodyPr>
          <a:lstStyle/>
          <a:p>
            <a:pPr eaLnBrk="1" hangingPunct="1"/>
            <a:r>
              <a:rPr lang="zh-CN" altLang="en-US" b="0" i="0" dirty="0">
                <a:effectLst/>
                <a:latin typeface="-apple-system"/>
              </a:rPr>
              <a:t>真空中的电场是由自由电荷直接产生的，而真空本身不会感应出额外的面电荷或面电流。</a:t>
            </a:r>
            <a:endParaRPr lang="en-US" altLang="zh-CN" b="0" i="0" dirty="0">
              <a:effectLst/>
              <a:latin typeface="-apple-system"/>
            </a:endParaRPr>
          </a:p>
          <a:p>
            <a:pPr eaLnBrk="1" hangingPunct="1"/>
            <a:r>
              <a:rPr lang="zh-CN" altLang="en-US" b="0" i="0" dirty="0">
                <a:effectLst/>
                <a:latin typeface="-apple-system"/>
              </a:rPr>
              <a:t>理想介质内部和表面上不存在自由电荷和传导电流。因此，在理想介质分界面上不会感应出面电荷和面电流，除非人为地放置附加电荷。</a:t>
            </a:r>
            <a:endParaRPr lang="en-US" altLang="zh-CN" b="0" i="0" dirty="0">
              <a:effectLst/>
              <a:latin typeface="-apple-system"/>
            </a:endParaRPr>
          </a:p>
          <a:p>
            <a:pPr eaLnBrk="1" hangingPunct="1"/>
            <a:endParaRPr lang="en-US" altLang="zh-CN" b="0" i="0" dirty="0">
              <a:effectLst/>
              <a:latin typeface="-apple-system"/>
            </a:endParaRPr>
          </a:p>
          <a:p>
            <a:pPr algn="l" fontAlgn="base"/>
            <a:r>
              <a:rPr lang="zh-CN" altLang="en-US" b="0" i="0" dirty="0">
                <a:effectLst/>
                <a:latin typeface="-apple-system"/>
              </a:rPr>
              <a:t>能够感应出面电荷和面电流的媒质类型主要包括以下几种：</a:t>
            </a:r>
          </a:p>
          <a:p>
            <a:pPr algn="l" fontAlgn="base"/>
            <a:r>
              <a:rPr lang="zh-CN" altLang="en-US" b="1" i="0" dirty="0">
                <a:effectLst/>
                <a:latin typeface="-apple-system"/>
              </a:rPr>
              <a:t>导电媒质</a:t>
            </a:r>
          </a:p>
          <a:p>
            <a:pPr algn="l" fontAlgn="base">
              <a:buFont typeface="Arial" panose="020B0604020202020204" pitchFamily="34" charset="0"/>
              <a:buChar char="•"/>
            </a:pPr>
            <a:r>
              <a:rPr lang="zh-CN" altLang="en-US" b="1" i="0" dirty="0">
                <a:effectLst/>
                <a:latin typeface="inherit"/>
              </a:rPr>
              <a:t>特性</a:t>
            </a:r>
            <a:r>
              <a:rPr lang="zh-CN" altLang="en-US" b="0" i="0" dirty="0">
                <a:effectLst/>
                <a:latin typeface="inherit"/>
              </a:rPr>
              <a:t>：导电媒质具有较高的电导率（</a:t>
            </a:r>
            <a:r>
              <a:rPr lang="en-US" altLang="zh-CN" b="0" i="1" dirty="0">
                <a:effectLst/>
                <a:latin typeface="KaTeX_Math"/>
              </a:rPr>
              <a:t>σ</a:t>
            </a:r>
            <a:r>
              <a:rPr lang="en-US" altLang="zh-CN" b="0" i="0" dirty="0">
                <a:effectLst/>
                <a:latin typeface="KaTeX_Main"/>
              </a:rPr>
              <a:t>&gt;0</a:t>
            </a:r>
            <a:r>
              <a:rPr lang="zh-CN" altLang="en-US" b="0" i="0" dirty="0">
                <a:effectLst/>
                <a:latin typeface="inherit"/>
              </a:rPr>
              <a:t>），允许电荷在其中自由移动。</a:t>
            </a:r>
          </a:p>
          <a:p>
            <a:pPr algn="l" fontAlgn="base">
              <a:buFont typeface="Arial" panose="020B0604020202020204" pitchFamily="34" charset="0"/>
              <a:buChar char="•"/>
            </a:pPr>
            <a:r>
              <a:rPr lang="zh-CN" altLang="en-US" b="1" i="0" dirty="0">
                <a:effectLst/>
                <a:latin typeface="inherit"/>
              </a:rPr>
              <a:t>面电荷感应</a:t>
            </a:r>
            <a:r>
              <a:rPr lang="zh-CN" altLang="en-US" b="0" i="0" dirty="0">
                <a:effectLst/>
                <a:latin typeface="inherit"/>
              </a:rPr>
              <a:t>：当导电媒质与另一种媒质（如电介质或另一种导电媒质）接触时，由于电场的作用，电荷可以在导电媒质的表面积累，形成面电荷。</a:t>
            </a:r>
          </a:p>
          <a:p>
            <a:pPr algn="l" fontAlgn="base">
              <a:buFont typeface="Arial" panose="020B0604020202020204" pitchFamily="34" charset="0"/>
              <a:buChar char="•"/>
            </a:pPr>
            <a:r>
              <a:rPr lang="zh-CN" altLang="en-US" b="1" i="0" dirty="0">
                <a:effectLst/>
                <a:latin typeface="inherit"/>
              </a:rPr>
              <a:t>面电流感应</a:t>
            </a:r>
            <a:r>
              <a:rPr lang="zh-CN" altLang="en-US" b="0" i="0" dirty="0">
                <a:effectLst/>
                <a:latin typeface="inherit"/>
              </a:rPr>
              <a:t>：在导电媒质中，电场会驱动自由电荷移动，形成电流。当电流流经导电媒质的表面时，可以形成面电流。</a:t>
            </a:r>
          </a:p>
          <a:p>
            <a:pPr algn="l" fontAlgn="base"/>
            <a:r>
              <a:rPr lang="zh-CN" altLang="en-US" b="1" i="0" dirty="0">
                <a:effectLst/>
                <a:latin typeface="-apple-system"/>
              </a:rPr>
              <a:t>理想导体</a:t>
            </a:r>
          </a:p>
          <a:p>
            <a:pPr algn="l" fontAlgn="base">
              <a:buFont typeface="Arial" panose="020B0604020202020204" pitchFamily="34" charset="0"/>
              <a:buChar char="•"/>
            </a:pPr>
            <a:r>
              <a:rPr lang="zh-CN" altLang="en-US" b="1" i="0" dirty="0">
                <a:effectLst/>
                <a:latin typeface="inherit"/>
              </a:rPr>
              <a:t>特性</a:t>
            </a:r>
            <a:r>
              <a:rPr lang="zh-CN" altLang="en-US" b="0" i="0" dirty="0">
                <a:effectLst/>
                <a:latin typeface="inherit"/>
              </a:rPr>
              <a:t>：理想导体的电导率趋于无穷大（</a:t>
            </a:r>
            <a:r>
              <a:rPr lang="en-US" altLang="zh-CN" b="0" i="1" dirty="0">
                <a:effectLst/>
                <a:latin typeface="KaTeX_Math"/>
              </a:rPr>
              <a:t>σ</a:t>
            </a:r>
            <a:r>
              <a:rPr lang="zh-CN" altLang="en-US" b="0" i="0" dirty="0">
                <a:effectLst/>
                <a:latin typeface="KaTeX_Main"/>
              </a:rPr>
              <a:t>→∞</a:t>
            </a:r>
            <a:r>
              <a:rPr lang="zh-CN" altLang="en-US" b="0" i="0" dirty="0">
                <a:effectLst/>
                <a:latin typeface="inherit"/>
              </a:rPr>
              <a:t>），内部不存在电场。</a:t>
            </a:r>
          </a:p>
          <a:p>
            <a:pPr algn="l" fontAlgn="base">
              <a:buFont typeface="Arial" panose="020B0604020202020204" pitchFamily="34" charset="0"/>
              <a:buChar char="•"/>
            </a:pPr>
            <a:r>
              <a:rPr lang="zh-CN" altLang="en-US" b="1" i="0" dirty="0">
                <a:effectLst/>
                <a:latin typeface="inherit"/>
              </a:rPr>
              <a:t>面电荷感应</a:t>
            </a:r>
            <a:r>
              <a:rPr lang="zh-CN" altLang="en-US" b="0" i="0" dirty="0">
                <a:effectLst/>
                <a:latin typeface="inherit"/>
              </a:rPr>
              <a:t>：在理想导体与电介质的分界面上，电场垂直于导体表面，自由电荷会在导体表面积累，形成面电荷。</a:t>
            </a:r>
          </a:p>
          <a:p>
            <a:pPr algn="l" fontAlgn="base">
              <a:buFont typeface="Arial" panose="020B0604020202020204" pitchFamily="34" charset="0"/>
              <a:buChar char="•"/>
            </a:pPr>
            <a:r>
              <a:rPr lang="zh-CN" altLang="en-US" b="1" i="0" dirty="0">
                <a:effectLst/>
                <a:latin typeface="inherit"/>
              </a:rPr>
              <a:t>面电流感应</a:t>
            </a:r>
            <a:r>
              <a:rPr lang="zh-CN" altLang="en-US" b="0" i="0" dirty="0">
                <a:effectLst/>
                <a:latin typeface="inherit"/>
              </a:rPr>
              <a:t>：理想导体表面的电流可以看作是沿着导体表面流动而形成的面电流。</a:t>
            </a:r>
          </a:p>
          <a:p>
            <a:pPr algn="l" fontAlgn="base"/>
            <a:r>
              <a:rPr lang="zh-CN" altLang="en-US" b="1" i="1" u="sng" dirty="0">
                <a:solidFill>
                  <a:srgbClr val="FF9900"/>
                </a:solidFill>
                <a:effectLst/>
                <a:latin typeface="-apple-system"/>
              </a:rPr>
              <a:t>磁化媒质</a:t>
            </a:r>
          </a:p>
          <a:p>
            <a:pPr algn="l" fontAlgn="base">
              <a:buFont typeface="Arial" panose="020B0604020202020204" pitchFamily="34" charset="0"/>
              <a:buChar char="•"/>
            </a:pPr>
            <a:r>
              <a:rPr lang="zh-CN" altLang="en-US" b="1" i="0" dirty="0">
                <a:effectLst/>
                <a:latin typeface="inherit"/>
              </a:rPr>
              <a:t>特性</a:t>
            </a:r>
            <a:r>
              <a:rPr lang="zh-CN" altLang="en-US" b="0" i="0" dirty="0">
                <a:effectLst/>
                <a:latin typeface="inherit"/>
              </a:rPr>
              <a:t>：磁化媒质在外部磁场作用下，其分子磁矩会有序排列，形成束缚电流（磁化电流）。</a:t>
            </a:r>
          </a:p>
          <a:p>
            <a:pPr algn="l" fontAlgn="base">
              <a:buFont typeface="Arial" panose="020B0604020202020204" pitchFamily="34" charset="0"/>
              <a:buChar char="•"/>
            </a:pPr>
            <a:r>
              <a:rPr lang="zh-CN" altLang="en-US" b="1" i="0" dirty="0">
                <a:effectLst/>
                <a:latin typeface="inherit"/>
              </a:rPr>
              <a:t>面电荷感应</a:t>
            </a:r>
            <a:r>
              <a:rPr lang="zh-CN" altLang="en-US" b="0" i="0" dirty="0">
                <a:effectLst/>
                <a:latin typeface="inherit"/>
              </a:rPr>
              <a:t>：磁化媒质本身不直接感应面电荷，但其磁化电流可以影响周围电场和磁场的分布。</a:t>
            </a:r>
          </a:p>
          <a:p>
            <a:pPr algn="l" fontAlgn="base">
              <a:buFont typeface="Arial" panose="020B0604020202020204" pitchFamily="34" charset="0"/>
              <a:buChar char="•"/>
            </a:pPr>
            <a:r>
              <a:rPr lang="zh-CN" altLang="en-US" b="1" i="0" dirty="0">
                <a:effectLst/>
                <a:latin typeface="inherit"/>
              </a:rPr>
              <a:t>面电流感应</a:t>
            </a:r>
            <a:r>
              <a:rPr lang="zh-CN" altLang="en-US" b="0" i="0" dirty="0">
                <a:effectLst/>
                <a:latin typeface="inherit"/>
              </a:rPr>
              <a:t>：在磁化媒质的表面，分子电流会汇聚成宏观电流，形成不为零的磁化面电流。</a:t>
            </a:r>
          </a:p>
          <a:p>
            <a:pPr algn="l" fontAlgn="base"/>
            <a:r>
              <a:rPr lang="zh-CN" altLang="en-US" b="1" i="1" u="sng" dirty="0">
                <a:effectLst/>
                <a:latin typeface="-apple-system"/>
              </a:rPr>
              <a:t>非均匀媒质</a:t>
            </a:r>
          </a:p>
          <a:p>
            <a:pPr algn="l" fontAlgn="base">
              <a:buFont typeface="Arial" panose="020B0604020202020204" pitchFamily="34" charset="0"/>
              <a:buChar char="•"/>
            </a:pPr>
            <a:r>
              <a:rPr lang="zh-CN" altLang="en-US" b="1" i="0" dirty="0">
                <a:effectLst/>
                <a:latin typeface="inherit"/>
              </a:rPr>
              <a:t>特性</a:t>
            </a:r>
            <a:r>
              <a:rPr lang="zh-CN" altLang="en-US" b="0" i="0" dirty="0">
                <a:effectLst/>
                <a:latin typeface="inherit"/>
              </a:rPr>
              <a:t>：非均匀媒质的电磁参数（如介电常数、磁导率等）在空间上不均匀。</a:t>
            </a:r>
          </a:p>
          <a:p>
            <a:pPr algn="l" fontAlgn="base">
              <a:buFont typeface="Arial" panose="020B0604020202020204" pitchFamily="34" charset="0"/>
              <a:buChar char="•"/>
            </a:pPr>
            <a:r>
              <a:rPr lang="zh-CN" altLang="en-US" b="1" i="0" dirty="0">
                <a:effectLst/>
                <a:latin typeface="inherit"/>
              </a:rPr>
              <a:t>面电荷感应</a:t>
            </a:r>
            <a:r>
              <a:rPr lang="zh-CN" altLang="en-US" b="0" i="0" dirty="0">
                <a:effectLst/>
                <a:latin typeface="inherit"/>
              </a:rPr>
              <a:t>：在非均匀媒质的分界面上，由于电磁参数的突变，电场和磁场的分布会发生变化，可能导致电荷的积累，从而感应出面电荷。</a:t>
            </a:r>
          </a:p>
          <a:p>
            <a:pPr algn="l" fontAlgn="base">
              <a:buFont typeface="Arial" panose="020B0604020202020204" pitchFamily="34" charset="0"/>
              <a:buChar char="•"/>
            </a:pPr>
            <a:r>
              <a:rPr lang="zh-CN" altLang="en-US" b="1" i="0" dirty="0">
                <a:effectLst/>
                <a:latin typeface="inherit"/>
              </a:rPr>
              <a:t>面电流感应</a:t>
            </a:r>
            <a:r>
              <a:rPr lang="zh-CN" altLang="en-US" b="0" i="0" dirty="0">
                <a:effectLst/>
                <a:latin typeface="inherit"/>
              </a:rPr>
              <a:t>：非均匀媒质中的电流密度分布也会因电磁参数的变化而不同，可能在分界面上形成面电流。</a:t>
            </a:r>
          </a:p>
          <a:p>
            <a:pPr algn="l" fontAlgn="base"/>
            <a:r>
              <a:rPr lang="zh-CN" altLang="en-US" b="1" i="1" u="sng" dirty="0">
                <a:effectLst/>
                <a:latin typeface="-apple-system"/>
              </a:rPr>
              <a:t>时变电磁场中的媒质</a:t>
            </a:r>
          </a:p>
          <a:p>
            <a:pPr algn="l" fontAlgn="base">
              <a:buFont typeface="Arial" panose="020B0604020202020204" pitchFamily="34" charset="0"/>
              <a:buChar char="•"/>
            </a:pPr>
            <a:r>
              <a:rPr lang="zh-CN" altLang="en-US" b="1" i="0" dirty="0">
                <a:effectLst/>
                <a:latin typeface="inherit"/>
              </a:rPr>
              <a:t>特性</a:t>
            </a:r>
            <a:r>
              <a:rPr lang="zh-CN" altLang="en-US" b="0" i="0" dirty="0">
                <a:effectLst/>
                <a:latin typeface="inherit"/>
              </a:rPr>
              <a:t>：在时变电磁场中，媒质的电磁特性会随时间变化。</a:t>
            </a:r>
          </a:p>
          <a:p>
            <a:pPr algn="l" fontAlgn="base">
              <a:buFont typeface="Arial" panose="020B0604020202020204" pitchFamily="34" charset="0"/>
              <a:buChar char="•"/>
            </a:pPr>
            <a:r>
              <a:rPr lang="zh-CN" altLang="en-US" b="1" i="0" dirty="0">
                <a:effectLst/>
                <a:latin typeface="inherit"/>
              </a:rPr>
              <a:t>面电荷感应</a:t>
            </a:r>
            <a:r>
              <a:rPr lang="zh-CN" altLang="en-US" b="0" i="0" dirty="0">
                <a:effectLst/>
                <a:latin typeface="inherit"/>
              </a:rPr>
              <a:t>：时变电场可以导致电荷的极化和积累，从而在媒质表面感应出面电荷。</a:t>
            </a:r>
          </a:p>
          <a:p>
            <a:pPr algn="l" fontAlgn="base">
              <a:buFont typeface="Arial" panose="020B0604020202020204" pitchFamily="34" charset="0"/>
              <a:buChar char="•"/>
            </a:pPr>
            <a:r>
              <a:rPr lang="zh-CN" altLang="en-US" b="1" i="0" dirty="0">
                <a:effectLst/>
                <a:latin typeface="inherit"/>
              </a:rPr>
              <a:t>面电流感应</a:t>
            </a:r>
            <a:r>
              <a:rPr lang="zh-CN" altLang="en-US" b="0" i="0" dirty="0">
                <a:effectLst/>
                <a:latin typeface="inherit"/>
              </a:rPr>
              <a:t>：时变磁场可以激发涡旋电场，驱动电荷移动，形成面电流。</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a:extLst>
              <a:ext uri="{FF2B5EF4-FFF2-40B4-BE49-F238E27FC236}">
                <a16:creationId xmlns:a16="http://schemas.microsoft.com/office/drawing/2014/main" id="{BB53868E-4C03-28FA-43C2-B1BBE4FA313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5219" name="Rectangle 3">
            <a:extLst>
              <a:ext uri="{FF2B5EF4-FFF2-40B4-BE49-F238E27FC236}">
                <a16:creationId xmlns:a16="http://schemas.microsoft.com/office/drawing/2014/main" id="{3C2C5FBF-10D7-A203-C71E-A84BAEAF375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A5259EF-F1CB-461A-9476-78773A6BB06A}"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65220" name="Rectangle 6">
            <a:extLst>
              <a:ext uri="{FF2B5EF4-FFF2-40B4-BE49-F238E27FC236}">
                <a16:creationId xmlns:a16="http://schemas.microsoft.com/office/drawing/2014/main" id="{4CD7C558-611D-8811-F142-85344FB38D1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5221" name="Rectangle 7">
            <a:extLst>
              <a:ext uri="{FF2B5EF4-FFF2-40B4-BE49-F238E27FC236}">
                <a16:creationId xmlns:a16="http://schemas.microsoft.com/office/drawing/2014/main" id="{E20F76AA-1C91-62DB-9CC1-30A5EAB1B5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2AD63AC-13CD-4B63-8F0E-9255215B9040}" type="slidenum">
              <a:rPr altLang="zh-CN"/>
              <a:pPr/>
              <a:t>10</a:t>
            </a:fld>
            <a:endParaRPr lang="zh-CN" altLang="zh-CN"/>
          </a:p>
        </p:txBody>
      </p:sp>
      <p:sp>
        <p:nvSpPr>
          <p:cNvPr id="265222" name="Rectangle 2">
            <a:extLst>
              <a:ext uri="{FF2B5EF4-FFF2-40B4-BE49-F238E27FC236}">
                <a16:creationId xmlns:a16="http://schemas.microsoft.com/office/drawing/2014/main" id="{452F2F3B-3044-AE5D-C2D2-363CF8F8051E}"/>
              </a:ext>
            </a:extLst>
          </p:cNvPr>
          <p:cNvSpPr>
            <a:spLocks noGrp="1" noRot="1" noChangeAspect="1" noChangeArrowheads="1" noTextEdit="1"/>
          </p:cNvSpPr>
          <p:nvPr>
            <p:ph type="sldImg" idx="4294967295"/>
          </p:nvPr>
        </p:nvSpPr>
        <p:spPr>
          <a:ln/>
        </p:spPr>
      </p:sp>
      <p:sp>
        <p:nvSpPr>
          <p:cNvPr id="265223" name="Rectangle 3">
            <a:extLst>
              <a:ext uri="{FF2B5EF4-FFF2-40B4-BE49-F238E27FC236}">
                <a16:creationId xmlns:a16="http://schemas.microsoft.com/office/drawing/2014/main" id="{853ED0AA-824A-BA68-0144-6B9652ADC5FD}"/>
              </a:ext>
            </a:extLst>
          </p:cNvPr>
          <p:cNvSpPr>
            <a:spLocks noGrp="1" noChangeArrowheads="1"/>
          </p:cNvSpPr>
          <p:nvPr>
            <p:ph type="body" idx="4294967295"/>
          </p:nvPr>
        </p:nvSpPr>
        <p:spPr/>
        <p:txBody>
          <a:bodyPr>
            <a:prstTxWarp prst="textNoShape">
              <a:avLst/>
            </a:prstTxWarp>
          </a:bodyPr>
          <a:lstStyle/>
          <a:p>
            <a:pPr algn="l" fontAlgn="base"/>
            <a:r>
              <a:rPr lang="zh-CN" altLang="en-US" b="0" i="0" dirty="0">
                <a:effectLst/>
                <a:latin typeface="-apple-system"/>
              </a:rPr>
              <a:t>这张图是“折射定律”推导时为了</a:t>
            </a:r>
            <a:r>
              <a:rPr lang="zh-CN" altLang="en-US" b="1" i="0" dirty="0">
                <a:effectLst/>
                <a:latin typeface="inherit"/>
              </a:rPr>
              <a:t>直观表示</a:t>
            </a:r>
            <a:r>
              <a:rPr lang="zh-CN" altLang="en-US" b="0" i="0" dirty="0">
                <a:effectLst/>
                <a:latin typeface="-apple-system"/>
              </a:rPr>
              <a:t>而在</a:t>
            </a:r>
            <a:r>
              <a:rPr lang="zh-CN" altLang="en-US" b="1" i="0" dirty="0">
                <a:effectLst/>
                <a:latin typeface="inherit"/>
              </a:rPr>
              <a:t>入射面</a:t>
            </a:r>
            <a:r>
              <a:rPr lang="zh-CN" altLang="en-US" b="0" i="0" dirty="0">
                <a:effectLst/>
                <a:latin typeface="-apple-system"/>
              </a:rPr>
              <a:t>（</a:t>
            </a:r>
            <a:r>
              <a:rPr lang="en-US" altLang="zh-CN" b="0" i="0" dirty="0">
                <a:effectLst/>
                <a:latin typeface="-apple-system"/>
              </a:rPr>
              <a:t>x-z </a:t>
            </a:r>
            <a:r>
              <a:rPr lang="zh-CN" altLang="en-US" b="0" i="0" dirty="0">
                <a:effectLst/>
                <a:latin typeface="-apple-system"/>
              </a:rPr>
              <a:t>平面）内画出的“</a:t>
            </a:r>
            <a:r>
              <a:rPr lang="zh-CN" altLang="en-US" b="1" i="0" dirty="0">
                <a:effectLst/>
                <a:latin typeface="inherit"/>
              </a:rPr>
              <a:t>分量</a:t>
            </a:r>
            <a:r>
              <a:rPr lang="zh-CN" altLang="en-US" b="0" i="0" dirty="0">
                <a:effectLst/>
                <a:latin typeface="-apple-system"/>
              </a:rPr>
              <a:t>示意图，而不是把</a:t>
            </a:r>
            <a:r>
              <a:rPr lang="zh-CN" altLang="en-US" b="1" i="0" dirty="0">
                <a:effectLst/>
                <a:latin typeface="inherit"/>
              </a:rPr>
              <a:t>总场 </a:t>
            </a:r>
            <a:r>
              <a:rPr lang="en-US" altLang="zh-CN" b="1" i="0" dirty="0">
                <a:effectLst/>
                <a:latin typeface="inherit"/>
              </a:rPr>
              <a:t>E</a:t>
            </a:r>
            <a:r>
              <a:rPr lang="zh-CN" altLang="en-US" b="1" i="0" dirty="0">
                <a:effectLst/>
                <a:latin typeface="inherit"/>
              </a:rPr>
              <a:t>、</a:t>
            </a:r>
            <a:r>
              <a:rPr lang="en-US" altLang="zh-CN" b="1" i="0" dirty="0">
                <a:effectLst/>
                <a:latin typeface="inherit"/>
              </a:rPr>
              <a:t>H </a:t>
            </a:r>
            <a:r>
              <a:rPr lang="zh-CN" altLang="en-US" b="1" i="0" dirty="0">
                <a:effectLst/>
                <a:latin typeface="inherit"/>
              </a:rPr>
              <a:t>矢量本身</a:t>
            </a:r>
            <a:r>
              <a:rPr lang="zh-CN" altLang="en-US" b="0" i="0" dirty="0">
                <a:effectLst/>
                <a:latin typeface="-apple-system"/>
              </a:rPr>
              <a:t>都画出来。因此它看起来像是 </a:t>
            </a:r>
            <a:r>
              <a:rPr lang="en-US" altLang="zh-CN" b="0" i="0" dirty="0">
                <a:effectLst/>
                <a:latin typeface="-apple-system"/>
              </a:rPr>
              <a:t>E </a:t>
            </a:r>
            <a:r>
              <a:rPr lang="zh-CN" altLang="en-US" b="0" i="0" dirty="0">
                <a:effectLst/>
                <a:latin typeface="-apple-system"/>
              </a:rPr>
              <a:t>与 </a:t>
            </a:r>
            <a:r>
              <a:rPr lang="en-US" altLang="zh-CN" b="0" i="0" dirty="0">
                <a:effectLst/>
                <a:latin typeface="-apple-system"/>
              </a:rPr>
              <a:t>H “</a:t>
            </a:r>
            <a:r>
              <a:rPr lang="zh-CN" altLang="en-US" b="0" i="0" dirty="0">
                <a:effectLst/>
                <a:latin typeface="-apple-system"/>
              </a:rPr>
              <a:t>不垂直”，其实只是：</a:t>
            </a:r>
          </a:p>
          <a:p>
            <a:pPr algn="l" fontAlgn="base">
              <a:buFont typeface="Arial" panose="020B0604020202020204" pitchFamily="34" charset="0"/>
              <a:buChar char="•"/>
            </a:pPr>
            <a:r>
              <a:rPr lang="zh-CN" altLang="en-US" b="0" i="0" dirty="0">
                <a:effectLst/>
                <a:latin typeface="inherit"/>
              </a:rPr>
              <a:t>画的是 </a:t>
            </a:r>
            <a:r>
              <a:rPr lang="en-US" altLang="zh-CN" b="1" i="0" dirty="0">
                <a:effectLst/>
                <a:latin typeface="inherit"/>
              </a:rPr>
              <a:t>E </a:t>
            </a:r>
            <a:r>
              <a:rPr lang="zh-CN" altLang="en-US" b="1" i="0" dirty="0">
                <a:effectLst/>
                <a:latin typeface="inherit"/>
              </a:rPr>
              <a:t>的切向分量 </a:t>
            </a:r>
            <a:r>
              <a:rPr lang="en-US" altLang="zh-CN" b="1" i="0" dirty="0">
                <a:effectLst/>
                <a:latin typeface="inherit"/>
              </a:rPr>
              <a:t>Et </a:t>
            </a:r>
            <a:r>
              <a:rPr lang="zh-CN" altLang="en-US" b="1" i="0" dirty="0">
                <a:effectLst/>
                <a:latin typeface="inherit"/>
              </a:rPr>
              <a:t>与法向分量 </a:t>
            </a:r>
            <a:r>
              <a:rPr lang="en-US" altLang="zh-CN" b="1" i="0" dirty="0">
                <a:effectLst/>
                <a:latin typeface="inherit"/>
              </a:rPr>
              <a:t>En</a:t>
            </a:r>
            <a:r>
              <a:rPr lang="en-US" altLang="zh-CN" b="0" i="0" dirty="0">
                <a:effectLst/>
                <a:latin typeface="inherit"/>
              </a:rPr>
              <a:t> </a:t>
            </a:r>
            <a:r>
              <a:rPr lang="zh-CN" altLang="en-US" b="0" i="0" dirty="0">
                <a:effectLst/>
                <a:latin typeface="inherit"/>
              </a:rPr>
              <a:t>的比例关系；</a:t>
            </a:r>
          </a:p>
          <a:p>
            <a:pPr algn="l" fontAlgn="base">
              <a:buFont typeface="Arial" panose="020B0604020202020204" pitchFamily="34" charset="0"/>
              <a:buChar char="•"/>
            </a:pPr>
            <a:r>
              <a:rPr lang="zh-CN" altLang="en-US" b="0" i="0" dirty="0">
                <a:effectLst/>
                <a:latin typeface="inherit"/>
              </a:rPr>
              <a:t>画的是 </a:t>
            </a:r>
            <a:r>
              <a:rPr lang="en-US" altLang="zh-CN" b="1" i="0" dirty="0">
                <a:effectLst/>
                <a:latin typeface="inherit"/>
              </a:rPr>
              <a:t>H </a:t>
            </a:r>
            <a:r>
              <a:rPr lang="zh-CN" altLang="en-US" b="1" i="0" dirty="0">
                <a:effectLst/>
                <a:latin typeface="inherit"/>
              </a:rPr>
              <a:t>的切向分量 </a:t>
            </a:r>
            <a:r>
              <a:rPr lang="en-US" altLang="zh-CN" b="1" i="0" dirty="0" err="1">
                <a:effectLst/>
                <a:latin typeface="inherit"/>
              </a:rPr>
              <a:t>Ht</a:t>
            </a:r>
            <a:r>
              <a:rPr lang="en-US" altLang="zh-CN" b="1" i="0" dirty="0">
                <a:effectLst/>
                <a:latin typeface="inherit"/>
              </a:rPr>
              <a:t> </a:t>
            </a:r>
            <a:r>
              <a:rPr lang="zh-CN" altLang="en-US" b="1" i="0" dirty="0">
                <a:effectLst/>
                <a:latin typeface="inherit"/>
              </a:rPr>
              <a:t>与法向分量 </a:t>
            </a:r>
            <a:r>
              <a:rPr lang="en-US" altLang="zh-CN" b="1" i="0" dirty="0" err="1">
                <a:effectLst/>
                <a:latin typeface="inherit"/>
              </a:rPr>
              <a:t>Hn</a:t>
            </a:r>
            <a:r>
              <a:rPr lang="en-US" altLang="zh-CN" b="0" i="0" dirty="0">
                <a:effectLst/>
                <a:latin typeface="inherit"/>
              </a:rPr>
              <a:t> </a:t>
            </a:r>
            <a:r>
              <a:rPr lang="zh-CN" altLang="en-US" b="0" i="0" dirty="0">
                <a:effectLst/>
                <a:latin typeface="inherit"/>
              </a:rPr>
              <a:t>的比例关系；</a:t>
            </a:r>
          </a:p>
          <a:p>
            <a:pPr algn="l" fontAlgn="base">
              <a:buFont typeface="Arial" panose="020B0604020202020204" pitchFamily="34" charset="0"/>
              <a:buChar char="•"/>
            </a:pPr>
            <a:r>
              <a:rPr lang="zh-CN" altLang="en-US" b="1" i="0" dirty="0">
                <a:effectLst/>
                <a:latin typeface="inherit"/>
              </a:rPr>
              <a:t>真正的总矢量 </a:t>
            </a:r>
            <a:r>
              <a:rPr lang="en-US" altLang="zh-CN" b="1" i="0" dirty="0">
                <a:effectLst/>
                <a:latin typeface="inherit"/>
              </a:rPr>
              <a:t>E </a:t>
            </a:r>
            <a:r>
              <a:rPr lang="zh-CN" altLang="en-US" b="1" i="0" dirty="0">
                <a:effectLst/>
                <a:latin typeface="inherit"/>
              </a:rPr>
              <a:t>与 </a:t>
            </a:r>
            <a:r>
              <a:rPr lang="en-US" altLang="zh-CN" b="1" i="0" dirty="0">
                <a:effectLst/>
                <a:latin typeface="inherit"/>
              </a:rPr>
              <a:t>H </a:t>
            </a:r>
            <a:r>
              <a:rPr lang="zh-CN" altLang="en-US" b="1" i="0" dirty="0">
                <a:effectLst/>
                <a:latin typeface="inherit"/>
              </a:rPr>
              <a:t>仍然互相垂直，并且都垂直于各自所在介质内的波矢 </a:t>
            </a:r>
            <a:r>
              <a:rPr lang="en-US" altLang="zh-CN" b="1" i="0" dirty="0">
                <a:effectLst/>
                <a:latin typeface="inherit"/>
              </a:rPr>
              <a:t>k</a:t>
            </a:r>
            <a:r>
              <a:rPr lang="zh-CN" altLang="en-US" b="0" i="0" dirty="0">
                <a:effectLst/>
                <a:latin typeface="inherit"/>
              </a:rPr>
              <a:t>（横波条件并未被违反）。</a:t>
            </a:r>
            <a:r>
              <a:rPr lang="zh-CN" altLang="en-US" b="0" i="0" dirty="0">
                <a:effectLst/>
                <a:latin typeface="-apple-system"/>
              </a:rPr>
              <a:t>图里只画了两个分量，而不是画完整矢量，所以不会造成“</a:t>
            </a:r>
            <a:r>
              <a:rPr lang="en-US" altLang="zh-CN" b="0" i="0" dirty="0">
                <a:effectLst/>
                <a:latin typeface="-apple-system"/>
              </a:rPr>
              <a:t>E </a:t>
            </a:r>
            <a:r>
              <a:rPr lang="zh-CN" altLang="en-US" b="0" i="0" dirty="0">
                <a:effectLst/>
                <a:latin typeface="-apple-system"/>
              </a:rPr>
              <a:t>与 </a:t>
            </a:r>
            <a:r>
              <a:rPr lang="en-US" altLang="zh-CN" b="0" i="0" dirty="0">
                <a:effectLst/>
                <a:latin typeface="-apple-system"/>
              </a:rPr>
              <a:t>H </a:t>
            </a:r>
            <a:r>
              <a:rPr lang="zh-CN" altLang="en-US" b="0" i="0" dirty="0">
                <a:effectLst/>
                <a:latin typeface="-apple-system"/>
              </a:rPr>
              <a:t>不垂直”的真实矛盾。</a:t>
            </a:r>
          </a:p>
          <a:p>
            <a:pPr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3A5A0CB-9AAD-13B6-12D7-B53E542E2DF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7267" name="Rectangle 3">
            <a:extLst>
              <a:ext uri="{FF2B5EF4-FFF2-40B4-BE49-F238E27FC236}">
                <a16:creationId xmlns:a16="http://schemas.microsoft.com/office/drawing/2014/main" id="{9DA3BBC3-E31B-6E2E-3CED-DCC27322EF2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ED8699B8-BCD8-4AD9-8271-99A5E5965155}"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67268" name="Rectangle 6">
            <a:extLst>
              <a:ext uri="{FF2B5EF4-FFF2-40B4-BE49-F238E27FC236}">
                <a16:creationId xmlns:a16="http://schemas.microsoft.com/office/drawing/2014/main" id="{92A109FE-CAC5-02B2-2ED3-32801098778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67269" name="Rectangle 7">
            <a:extLst>
              <a:ext uri="{FF2B5EF4-FFF2-40B4-BE49-F238E27FC236}">
                <a16:creationId xmlns:a16="http://schemas.microsoft.com/office/drawing/2014/main" id="{BCD3E553-B5D3-1907-0E1B-24751FBBD4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80E544EE-B021-483B-B5E2-29C4A75AABD9}" type="slidenum">
              <a:rPr altLang="zh-CN"/>
              <a:pPr/>
              <a:t>11</a:t>
            </a:fld>
            <a:endParaRPr lang="zh-CN" altLang="zh-CN"/>
          </a:p>
        </p:txBody>
      </p:sp>
      <p:sp>
        <p:nvSpPr>
          <p:cNvPr id="267270" name="Rectangle 2">
            <a:extLst>
              <a:ext uri="{FF2B5EF4-FFF2-40B4-BE49-F238E27FC236}">
                <a16:creationId xmlns:a16="http://schemas.microsoft.com/office/drawing/2014/main" id="{D5E3AE79-6ADC-7008-EBAC-E9C21DB429F3}"/>
              </a:ext>
            </a:extLst>
          </p:cNvPr>
          <p:cNvSpPr>
            <a:spLocks noGrp="1" noRot="1" noChangeAspect="1" noChangeArrowheads="1" noTextEdit="1"/>
          </p:cNvSpPr>
          <p:nvPr>
            <p:ph type="sldImg" idx="4294967295"/>
          </p:nvPr>
        </p:nvSpPr>
        <p:spPr>
          <a:ln/>
        </p:spPr>
      </p:sp>
      <p:sp>
        <p:nvSpPr>
          <p:cNvPr id="267271" name="Rectangle 3">
            <a:extLst>
              <a:ext uri="{FF2B5EF4-FFF2-40B4-BE49-F238E27FC236}">
                <a16:creationId xmlns:a16="http://schemas.microsoft.com/office/drawing/2014/main" id="{F08BB51C-DD23-3D45-2763-ED5A82C2A466}"/>
              </a:ext>
            </a:extLst>
          </p:cNvPr>
          <p:cNvSpPr>
            <a:spLocks noGrp="1" noChangeArrowheads="1"/>
          </p:cNvSpPr>
          <p:nvPr>
            <p:ph type="body" idx="4294967295"/>
          </p:nvPr>
        </p:nvSpPr>
        <p:spPr/>
        <p:txBody>
          <a:bodyPr>
            <a:prstTxWarp prst="textNoShape">
              <a:avLst/>
            </a:prstTxWarp>
          </a:bodyPr>
          <a:lstStyle/>
          <a:p>
            <a:pPr eaLnBrk="1" hangingPunct="1"/>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a:extLst>
              <a:ext uri="{FF2B5EF4-FFF2-40B4-BE49-F238E27FC236}">
                <a16:creationId xmlns:a16="http://schemas.microsoft.com/office/drawing/2014/main" id="{70408850-8C87-E3EA-7AD9-7C4F34C8A3C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71363" name="Rectangle 3">
            <a:extLst>
              <a:ext uri="{FF2B5EF4-FFF2-40B4-BE49-F238E27FC236}">
                <a16:creationId xmlns:a16="http://schemas.microsoft.com/office/drawing/2014/main" id="{A6B604DA-9EE3-D84D-1DC9-7336D78F98D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BBA6B9EA-121A-4952-92AF-253547A13661}"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71364" name="Rectangle 6">
            <a:extLst>
              <a:ext uri="{FF2B5EF4-FFF2-40B4-BE49-F238E27FC236}">
                <a16:creationId xmlns:a16="http://schemas.microsoft.com/office/drawing/2014/main" id="{FAC0DDE6-A55D-F6CB-C084-FDA74A003B8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71365" name="Rectangle 7">
            <a:extLst>
              <a:ext uri="{FF2B5EF4-FFF2-40B4-BE49-F238E27FC236}">
                <a16:creationId xmlns:a16="http://schemas.microsoft.com/office/drawing/2014/main" id="{A26A1753-8372-B649-87E9-B6FB67EDE9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A5BC2D13-0CC6-4310-A521-29E4B7683F94}" type="slidenum">
              <a:rPr altLang="zh-CN"/>
              <a:pPr/>
              <a:t>12</a:t>
            </a:fld>
            <a:endParaRPr lang="zh-CN" altLang="zh-CN"/>
          </a:p>
        </p:txBody>
      </p:sp>
      <p:sp>
        <p:nvSpPr>
          <p:cNvPr id="271366" name="Rectangle 2">
            <a:extLst>
              <a:ext uri="{FF2B5EF4-FFF2-40B4-BE49-F238E27FC236}">
                <a16:creationId xmlns:a16="http://schemas.microsoft.com/office/drawing/2014/main" id="{27F64047-F167-25DE-AD56-766106F6F467}"/>
              </a:ext>
            </a:extLst>
          </p:cNvPr>
          <p:cNvSpPr>
            <a:spLocks noGrp="1" noRot="1" noChangeAspect="1" noChangeArrowheads="1" noTextEdit="1"/>
          </p:cNvSpPr>
          <p:nvPr>
            <p:ph type="sldImg" idx="4294967295"/>
          </p:nvPr>
        </p:nvSpPr>
        <p:spPr>
          <a:ln/>
        </p:spPr>
      </p:sp>
      <p:sp>
        <p:nvSpPr>
          <p:cNvPr id="271367" name="Rectangle 3">
            <a:extLst>
              <a:ext uri="{FF2B5EF4-FFF2-40B4-BE49-F238E27FC236}">
                <a16:creationId xmlns:a16="http://schemas.microsoft.com/office/drawing/2014/main" id="{B472985C-4026-BD64-F741-F11449DF413C}"/>
              </a:ext>
            </a:extLst>
          </p:cNvPr>
          <p:cNvSpPr>
            <a:spLocks noGrp="1" noChangeArrowheads="1"/>
          </p:cNvSpPr>
          <p:nvPr>
            <p:ph type="body" idx="4294967295"/>
          </p:nvPr>
        </p:nvSpPr>
        <p:spPr/>
        <p:txBody>
          <a:bodyPr>
            <a:prstTxWarp prst="textNoShape">
              <a:avLst/>
            </a:prstTxWarp>
          </a:bodyPr>
          <a:lstStyle/>
          <a:p>
            <a:pPr eaLnBrk="1" hangingPunct="1"/>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73D6BC29-AE7E-0050-DBC1-DD86C5822E6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75459" name="Rectangle 3">
            <a:extLst>
              <a:ext uri="{FF2B5EF4-FFF2-40B4-BE49-F238E27FC236}">
                <a16:creationId xmlns:a16="http://schemas.microsoft.com/office/drawing/2014/main" id="{3F65AC72-24A0-6F12-ADE1-501CFF0A756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2D5EA84-DE3E-472D-9CB0-FCD9130DAE53}"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75460" name="Rectangle 6">
            <a:extLst>
              <a:ext uri="{FF2B5EF4-FFF2-40B4-BE49-F238E27FC236}">
                <a16:creationId xmlns:a16="http://schemas.microsoft.com/office/drawing/2014/main" id="{BBF90A43-A6C8-3087-67B4-ED7B8426B2E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75461" name="Rectangle 7">
            <a:extLst>
              <a:ext uri="{FF2B5EF4-FFF2-40B4-BE49-F238E27FC236}">
                <a16:creationId xmlns:a16="http://schemas.microsoft.com/office/drawing/2014/main" id="{943EA44C-616D-26B5-A4D3-E2A516337C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36E519AB-8A0B-44DE-9123-3043D67CC555}" type="slidenum">
              <a:rPr altLang="zh-CN"/>
              <a:pPr/>
              <a:t>15</a:t>
            </a:fld>
            <a:endParaRPr lang="zh-CN" altLang="zh-CN"/>
          </a:p>
        </p:txBody>
      </p:sp>
      <p:sp>
        <p:nvSpPr>
          <p:cNvPr id="275462" name="Rectangle 2">
            <a:extLst>
              <a:ext uri="{FF2B5EF4-FFF2-40B4-BE49-F238E27FC236}">
                <a16:creationId xmlns:a16="http://schemas.microsoft.com/office/drawing/2014/main" id="{0611A862-5025-8A11-5382-8A7A5C229FC6}"/>
              </a:ext>
            </a:extLst>
          </p:cNvPr>
          <p:cNvSpPr>
            <a:spLocks noGrp="1" noRot="1" noChangeAspect="1" noChangeArrowheads="1" noTextEdit="1"/>
          </p:cNvSpPr>
          <p:nvPr>
            <p:ph type="sldImg" idx="4294967295"/>
          </p:nvPr>
        </p:nvSpPr>
        <p:spPr>
          <a:ln/>
        </p:spPr>
      </p:sp>
      <p:sp>
        <p:nvSpPr>
          <p:cNvPr id="275463" name="Rectangle 3">
            <a:extLst>
              <a:ext uri="{FF2B5EF4-FFF2-40B4-BE49-F238E27FC236}">
                <a16:creationId xmlns:a16="http://schemas.microsoft.com/office/drawing/2014/main" id="{94DFA2BB-929A-DA69-158C-14DDDA2CF70F}"/>
              </a:ext>
            </a:extLst>
          </p:cNvPr>
          <p:cNvSpPr>
            <a:spLocks noGrp="1" noChangeArrowheads="1"/>
          </p:cNvSpPr>
          <p:nvPr>
            <p:ph type="body" idx="4294967295"/>
          </p:nvPr>
        </p:nvSpPr>
        <p:spPr/>
        <p:txBody>
          <a:bodyPr>
            <a:prstTxWarp prst="textNoShape">
              <a:avLst/>
            </a:prstTxWarp>
          </a:bodyPr>
          <a:lstStyle/>
          <a:p>
            <a:pPr eaLnBrk="1" hangingPunct="1"/>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a:extLst>
              <a:ext uri="{FF2B5EF4-FFF2-40B4-BE49-F238E27FC236}">
                <a16:creationId xmlns:a16="http://schemas.microsoft.com/office/drawing/2014/main" id="{FD903FD0-2A0E-7C26-7CD8-F2EC8B4C707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77507" name="Rectangle 3">
            <a:extLst>
              <a:ext uri="{FF2B5EF4-FFF2-40B4-BE49-F238E27FC236}">
                <a16:creationId xmlns:a16="http://schemas.microsoft.com/office/drawing/2014/main" id="{D4DA3D22-39F9-E439-6C4D-F34F89ADADD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F7A5149D-BEF9-4B7A-91A8-4EA365E92D8F}"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77508" name="Rectangle 6">
            <a:extLst>
              <a:ext uri="{FF2B5EF4-FFF2-40B4-BE49-F238E27FC236}">
                <a16:creationId xmlns:a16="http://schemas.microsoft.com/office/drawing/2014/main" id="{88D1ED2B-81C8-0F8F-BBEE-74F2725AF89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77509" name="Rectangle 7">
            <a:extLst>
              <a:ext uri="{FF2B5EF4-FFF2-40B4-BE49-F238E27FC236}">
                <a16:creationId xmlns:a16="http://schemas.microsoft.com/office/drawing/2014/main" id="{EAB4F939-61A5-9206-C246-82099157CC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ED3E2180-DF9A-4108-A9E6-B92C9BA56511}" type="slidenum">
              <a:rPr altLang="zh-CN"/>
              <a:pPr/>
              <a:t>16</a:t>
            </a:fld>
            <a:endParaRPr lang="zh-CN" altLang="zh-CN"/>
          </a:p>
        </p:txBody>
      </p:sp>
      <p:sp>
        <p:nvSpPr>
          <p:cNvPr id="277510" name="Rectangle 2">
            <a:extLst>
              <a:ext uri="{FF2B5EF4-FFF2-40B4-BE49-F238E27FC236}">
                <a16:creationId xmlns:a16="http://schemas.microsoft.com/office/drawing/2014/main" id="{22992A70-0125-A74C-5674-655A3225F832}"/>
              </a:ext>
            </a:extLst>
          </p:cNvPr>
          <p:cNvSpPr>
            <a:spLocks noGrp="1" noRot="1" noChangeAspect="1" noChangeArrowheads="1" noTextEdit="1"/>
          </p:cNvSpPr>
          <p:nvPr>
            <p:ph type="sldImg" idx="4294967295"/>
          </p:nvPr>
        </p:nvSpPr>
        <p:spPr>
          <a:ln/>
        </p:spPr>
      </p:sp>
      <p:sp>
        <p:nvSpPr>
          <p:cNvPr id="277511" name="Rectangle 3">
            <a:extLst>
              <a:ext uri="{FF2B5EF4-FFF2-40B4-BE49-F238E27FC236}">
                <a16:creationId xmlns:a16="http://schemas.microsoft.com/office/drawing/2014/main" id="{FC6E835D-6593-C1C2-F0B2-9836FEC462C4}"/>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a:extLst>
              <a:ext uri="{FF2B5EF4-FFF2-40B4-BE49-F238E27FC236}">
                <a16:creationId xmlns:a16="http://schemas.microsoft.com/office/drawing/2014/main" id="{E1052C50-B932-7EAD-72CE-2B27B52FAA4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79555" name="Rectangle 3">
            <a:extLst>
              <a:ext uri="{FF2B5EF4-FFF2-40B4-BE49-F238E27FC236}">
                <a16:creationId xmlns:a16="http://schemas.microsoft.com/office/drawing/2014/main" id="{77A25147-A0C2-6659-19E1-EF3183BC686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8183343A-958B-4620-85F8-882A22E5DEBA}" type="datetime1">
              <a:rPr lang="zh-CN" altLang="en-US" sz="1200" b="0" smtClean="0">
                <a:solidFill>
                  <a:schemeClr val="tx1"/>
                </a:solidFill>
                <a:ea typeface="宋体" panose="02010600030101010101" pitchFamily="2" charset="-122"/>
              </a:rPr>
              <a:pPr/>
              <a:t>2025/10/13</a:t>
            </a:fld>
            <a:endParaRPr lang="zh-CN" altLang="en-US" sz="1200" b="0">
              <a:solidFill>
                <a:schemeClr val="tx1"/>
              </a:solidFill>
              <a:ea typeface="宋体" panose="02010600030101010101" pitchFamily="2" charset="-122"/>
            </a:endParaRPr>
          </a:p>
        </p:txBody>
      </p:sp>
      <p:sp>
        <p:nvSpPr>
          <p:cNvPr id="279556" name="Rectangle 6">
            <a:extLst>
              <a:ext uri="{FF2B5EF4-FFF2-40B4-BE49-F238E27FC236}">
                <a16:creationId xmlns:a16="http://schemas.microsoft.com/office/drawing/2014/main" id="{555CA69C-FB0E-4923-9E56-047A3C72711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79557" name="Rectangle 7">
            <a:extLst>
              <a:ext uri="{FF2B5EF4-FFF2-40B4-BE49-F238E27FC236}">
                <a16:creationId xmlns:a16="http://schemas.microsoft.com/office/drawing/2014/main" id="{7E45A59A-9DF3-AED3-CDF3-2C8EB165AA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4666E0E4-822F-45DB-BA44-CBEE718D67F4}" type="slidenum">
              <a:rPr altLang="zh-CN"/>
              <a:pPr/>
              <a:t>17</a:t>
            </a:fld>
            <a:endParaRPr lang="zh-CN" altLang="zh-CN"/>
          </a:p>
        </p:txBody>
      </p:sp>
      <p:sp>
        <p:nvSpPr>
          <p:cNvPr id="279558" name="Rectangle 2">
            <a:extLst>
              <a:ext uri="{FF2B5EF4-FFF2-40B4-BE49-F238E27FC236}">
                <a16:creationId xmlns:a16="http://schemas.microsoft.com/office/drawing/2014/main" id="{AB56D3D6-FF77-BB6B-F7E4-B24BA5B1805B}"/>
              </a:ext>
            </a:extLst>
          </p:cNvPr>
          <p:cNvSpPr>
            <a:spLocks noGrp="1" noRot="1" noChangeAspect="1" noChangeArrowheads="1" noTextEdit="1"/>
          </p:cNvSpPr>
          <p:nvPr>
            <p:ph type="sldImg" idx="4294967295"/>
          </p:nvPr>
        </p:nvSpPr>
        <p:spPr>
          <a:ln/>
        </p:spPr>
      </p:sp>
      <p:sp>
        <p:nvSpPr>
          <p:cNvPr id="279559" name="Rectangle 3">
            <a:extLst>
              <a:ext uri="{FF2B5EF4-FFF2-40B4-BE49-F238E27FC236}">
                <a16:creationId xmlns:a16="http://schemas.microsoft.com/office/drawing/2014/main" id="{3E5DCB6F-45E5-37F9-1CE6-A3B6A463F4F7}"/>
              </a:ext>
            </a:extLst>
          </p:cNvPr>
          <p:cNvSpPr>
            <a:spLocks noGrp="1" noChangeArrowheads="1"/>
          </p:cNvSpPr>
          <p:nvPr>
            <p:ph type="body" idx="4294967295"/>
          </p:nvPr>
        </p:nvSpPr>
        <p:spPr/>
        <p:txBody>
          <a:bodyPr>
            <a:prstTxWarp prst="textNoShape">
              <a:avLst/>
            </a:prstTxWarp>
          </a:bodyPr>
          <a:lstStyle/>
          <a:p>
            <a:pPr eaLnBrk="1" hangingPunct="1"/>
            <a:endParaRPr lang="el-GR" altLang="zh-CN">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11">
            <a:extLst>
              <a:ext uri="{FF2B5EF4-FFF2-40B4-BE49-F238E27FC236}">
                <a16:creationId xmlns:a16="http://schemas.microsoft.com/office/drawing/2014/main" id="{51576166-F8A8-2BB4-DD70-4DCCC41CD58B}"/>
              </a:ext>
            </a:extLst>
          </p:cNvPr>
          <p:cNvSpPr>
            <a:spLocks noGrp="1" noChangeArrowheads="1"/>
          </p:cNvSpPr>
          <p:nvPr>
            <p:ph type="sldNum" sz="quarter" idx="10"/>
          </p:nvPr>
        </p:nvSpPr>
        <p:spPr>
          <a:ln/>
        </p:spPr>
        <p:txBody>
          <a:bodyPr/>
          <a:lstStyle>
            <a:lvl1pPr>
              <a:defRPr/>
            </a:lvl1pPr>
          </a:lstStyle>
          <a:p>
            <a:pPr>
              <a:defRPr/>
            </a:pPr>
            <a:fld id="{76DB07C4-D545-4019-999F-2BF1C9F16671}" type="slidenum">
              <a:rPr altLang="zh-CN"/>
              <a:pPr>
                <a:defRPr/>
              </a:pPr>
              <a:t>‹#›</a:t>
            </a:fld>
            <a:endParaRPr lang="zh-CN" altLang="zh-CN"/>
          </a:p>
        </p:txBody>
      </p:sp>
    </p:spTree>
    <p:extLst>
      <p:ext uri="{BB962C8B-B14F-4D97-AF65-F5344CB8AC3E}">
        <p14:creationId xmlns:p14="http://schemas.microsoft.com/office/powerpoint/2010/main" val="4027127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90A496EF-690C-1322-217E-CF93873298BA}"/>
              </a:ext>
            </a:extLst>
          </p:cNvPr>
          <p:cNvSpPr>
            <a:spLocks noGrp="1" noChangeArrowheads="1"/>
          </p:cNvSpPr>
          <p:nvPr>
            <p:ph type="sldNum" sz="quarter" idx="10"/>
          </p:nvPr>
        </p:nvSpPr>
        <p:spPr>
          <a:ln/>
        </p:spPr>
        <p:txBody>
          <a:bodyPr/>
          <a:lstStyle>
            <a:lvl1pPr>
              <a:defRPr/>
            </a:lvl1pPr>
          </a:lstStyle>
          <a:p>
            <a:pPr>
              <a:defRPr/>
            </a:pPr>
            <a:fld id="{33017126-F83D-483A-A81D-FB110B6CC884}" type="slidenum">
              <a:rPr altLang="zh-CN"/>
              <a:pPr>
                <a:defRPr/>
              </a:pPr>
              <a:t>‹#›</a:t>
            </a:fld>
            <a:endParaRPr lang="zh-CN" altLang="zh-CN"/>
          </a:p>
        </p:txBody>
      </p:sp>
    </p:spTree>
    <p:extLst>
      <p:ext uri="{BB962C8B-B14F-4D97-AF65-F5344CB8AC3E}">
        <p14:creationId xmlns:p14="http://schemas.microsoft.com/office/powerpoint/2010/main" val="1301330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11">
            <a:extLst>
              <a:ext uri="{FF2B5EF4-FFF2-40B4-BE49-F238E27FC236}">
                <a16:creationId xmlns:a16="http://schemas.microsoft.com/office/drawing/2014/main" id="{4C76059A-DCE6-06DB-148D-23EFCAA634FF}"/>
              </a:ext>
            </a:extLst>
          </p:cNvPr>
          <p:cNvSpPr>
            <a:spLocks noGrp="1" noChangeArrowheads="1"/>
          </p:cNvSpPr>
          <p:nvPr>
            <p:ph type="sldNum" sz="quarter" idx="10"/>
          </p:nvPr>
        </p:nvSpPr>
        <p:spPr>
          <a:ln/>
        </p:spPr>
        <p:txBody>
          <a:bodyPr/>
          <a:lstStyle>
            <a:lvl1pPr>
              <a:defRPr/>
            </a:lvl1pPr>
          </a:lstStyle>
          <a:p>
            <a:pPr>
              <a:defRPr/>
            </a:pPr>
            <a:fld id="{23756850-B5A9-4138-96F8-43175F14C543}" type="slidenum">
              <a:rPr altLang="zh-CN"/>
              <a:pPr>
                <a:defRPr/>
              </a:pPr>
              <a:t>‹#›</a:t>
            </a:fld>
            <a:endParaRPr lang="zh-CN" altLang="zh-CN"/>
          </a:p>
        </p:txBody>
      </p:sp>
    </p:spTree>
    <p:extLst>
      <p:ext uri="{BB962C8B-B14F-4D97-AF65-F5344CB8AC3E}">
        <p14:creationId xmlns:p14="http://schemas.microsoft.com/office/powerpoint/2010/main" val="3334620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DBFA6E9E-9DC4-3D18-4801-133C430B9190}"/>
              </a:ext>
            </a:extLst>
          </p:cNvPr>
          <p:cNvSpPr>
            <a:spLocks noGrp="1" noChangeArrowheads="1"/>
          </p:cNvSpPr>
          <p:nvPr>
            <p:ph type="sldNum" sz="quarter" idx="10"/>
          </p:nvPr>
        </p:nvSpPr>
        <p:spPr>
          <a:ln/>
        </p:spPr>
        <p:txBody>
          <a:bodyPr/>
          <a:lstStyle>
            <a:lvl1pPr>
              <a:defRPr/>
            </a:lvl1pPr>
          </a:lstStyle>
          <a:p>
            <a:pPr>
              <a:defRPr/>
            </a:pPr>
            <a:fld id="{2900F768-CF50-45CB-A3B0-2FE34A0E6DEC}" type="slidenum">
              <a:rPr altLang="zh-CN"/>
              <a:pPr>
                <a:defRPr/>
              </a:pPr>
              <a:t>‹#›</a:t>
            </a:fld>
            <a:endParaRPr lang="zh-CN" altLang="zh-CN"/>
          </a:p>
        </p:txBody>
      </p:sp>
    </p:spTree>
    <p:extLst>
      <p:ext uri="{BB962C8B-B14F-4D97-AF65-F5344CB8AC3E}">
        <p14:creationId xmlns:p14="http://schemas.microsoft.com/office/powerpoint/2010/main" val="3423316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a:extLst>
              <a:ext uri="{FF2B5EF4-FFF2-40B4-BE49-F238E27FC236}">
                <a16:creationId xmlns:a16="http://schemas.microsoft.com/office/drawing/2014/main" id="{641E05F3-2439-79E4-F7F5-8F2C2B617CE0}"/>
              </a:ext>
            </a:extLst>
          </p:cNvPr>
          <p:cNvSpPr>
            <a:spLocks noGrp="1" noChangeArrowheads="1"/>
          </p:cNvSpPr>
          <p:nvPr>
            <p:ph type="sldNum" sz="quarter" idx="10"/>
          </p:nvPr>
        </p:nvSpPr>
        <p:spPr>
          <a:ln/>
        </p:spPr>
        <p:txBody>
          <a:bodyPr/>
          <a:lstStyle>
            <a:lvl1pPr>
              <a:defRPr/>
            </a:lvl1pPr>
          </a:lstStyle>
          <a:p>
            <a:pPr>
              <a:defRPr/>
            </a:pPr>
            <a:fld id="{F3FFA487-D0DA-4C3E-9293-2476D2D3F26C}" type="slidenum">
              <a:rPr altLang="zh-CN"/>
              <a:pPr>
                <a:defRPr/>
              </a:pPr>
              <a:t>‹#›</a:t>
            </a:fld>
            <a:endParaRPr lang="zh-CN" altLang="zh-CN"/>
          </a:p>
        </p:txBody>
      </p:sp>
    </p:spTree>
    <p:extLst>
      <p:ext uri="{BB962C8B-B14F-4D97-AF65-F5344CB8AC3E}">
        <p14:creationId xmlns:p14="http://schemas.microsoft.com/office/powerpoint/2010/main" val="2611199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Rectangle 11">
            <a:extLst>
              <a:ext uri="{FF2B5EF4-FFF2-40B4-BE49-F238E27FC236}">
                <a16:creationId xmlns:a16="http://schemas.microsoft.com/office/drawing/2014/main" id="{489F1C90-3486-2E05-2147-30D0DE024427}"/>
              </a:ext>
            </a:extLst>
          </p:cNvPr>
          <p:cNvSpPr>
            <a:spLocks noGrp="1" noChangeArrowheads="1"/>
          </p:cNvSpPr>
          <p:nvPr>
            <p:ph type="sldNum" sz="quarter" idx="10"/>
          </p:nvPr>
        </p:nvSpPr>
        <p:spPr>
          <a:ln/>
        </p:spPr>
        <p:txBody>
          <a:bodyPr/>
          <a:lstStyle>
            <a:lvl1pPr>
              <a:defRPr/>
            </a:lvl1pPr>
          </a:lstStyle>
          <a:p>
            <a:pPr>
              <a:defRPr/>
            </a:pPr>
            <a:fld id="{98252C24-0ABC-4BA9-9C3A-88D241B835A3}" type="slidenum">
              <a:rPr altLang="zh-CN"/>
              <a:pPr>
                <a:defRPr/>
              </a:pPr>
              <a:t>‹#›</a:t>
            </a:fld>
            <a:endParaRPr lang="zh-CN" altLang="zh-CN"/>
          </a:p>
        </p:txBody>
      </p:sp>
    </p:spTree>
    <p:extLst>
      <p:ext uri="{BB962C8B-B14F-4D97-AF65-F5344CB8AC3E}">
        <p14:creationId xmlns:p14="http://schemas.microsoft.com/office/powerpoint/2010/main" val="2428459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BE9D1B7D-3B07-509D-50EF-026DB3CDB03A}"/>
              </a:ext>
            </a:extLst>
          </p:cNvPr>
          <p:cNvSpPr>
            <a:spLocks noGrp="1" noChangeArrowheads="1"/>
          </p:cNvSpPr>
          <p:nvPr>
            <p:ph type="sldNum" sz="quarter" idx="10"/>
          </p:nvPr>
        </p:nvSpPr>
        <p:spPr>
          <a:ln/>
        </p:spPr>
        <p:txBody>
          <a:bodyPr/>
          <a:lstStyle>
            <a:lvl1pPr>
              <a:defRPr/>
            </a:lvl1pPr>
          </a:lstStyle>
          <a:p>
            <a:pPr>
              <a:defRPr/>
            </a:pPr>
            <a:fld id="{0A31E09E-C200-45A4-8478-86CF5BDF056D}" type="slidenum">
              <a:rPr altLang="zh-CN"/>
              <a:pPr>
                <a:defRPr/>
              </a:pPr>
              <a:t>‹#›</a:t>
            </a:fld>
            <a:endParaRPr lang="zh-CN" altLang="zh-CN"/>
          </a:p>
        </p:txBody>
      </p:sp>
    </p:spTree>
    <p:extLst>
      <p:ext uri="{BB962C8B-B14F-4D97-AF65-F5344CB8AC3E}">
        <p14:creationId xmlns:p14="http://schemas.microsoft.com/office/powerpoint/2010/main" val="1100330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C5F4CA27-994E-AC0C-771F-3EF4C93DDB40}"/>
              </a:ext>
            </a:extLst>
          </p:cNvPr>
          <p:cNvSpPr>
            <a:spLocks noGrp="1" noChangeArrowheads="1"/>
          </p:cNvSpPr>
          <p:nvPr>
            <p:ph type="sldNum" sz="quarter" idx="10"/>
          </p:nvPr>
        </p:nvSpPr>
        <p:spPr>
          <a:ln/>
        </p:spPr>
        <p:txBody>
          <a:bodyPr/>
          <a:lstStyle>
            <a:lvl1pPr>
              <a:defRPr/>
            </a:lvl1pPr>
          </a:lstStyle>
          <a:p>
            <a:pPr>
              <a:defRPr/>
            </a:pPr>
            <a:fld id="{9A4290EF-43E9-4B74-AB16-693B7C0904C9}" type="slidenum">
              <a:rPr altLang="zh-CN"/>
              <a:pPr>
                <a:defRPr/>
              </a:pPr>
              <a:t>‹#›</a:t>
            </a:fld>
            <a:endParaRPr lang="zh-CN" altLang="zh-CN"/>
          </a:p>
        </p:txBody>
      </p:sp>
    </p:spTree>
    <p:extLst>
      <p:ext uri="{BB962C8B-B14F-4D97-AF65-F5344CB8AC3E}">
        <p14:creationId xmlns:p14="http://schemas.microsoft.com/office/powerpoint/2010/main" val="160739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5419DEBC-2523-BBA1-6502-B119703BF9D5}"/>
              </a:ext>
            </a:extLst>
          </p:cNvPr>
          <p:cNvSpPr>
            <a:spLocks noGrp="1" noChangeArrowheads="1"/>
          </p:cNvSpPr>
          <p:nvPr>
            <p:ph type="sldNum" sz="quarter" idx="10"/>
          </p:nvPr>
        </p:nvSpPr>
        <p:spPr>
          <a:ln/>
        </p:spPr>
        <p:txBody>
          <a:bodyPr/>
          <a:lstStyle>
            <a:lvl1pPr>
              <a:defRPr/>
            </a:lvl1pPr>
          </a:lstStyle>
          <a:p>
            <a:pPr>
              <a:defRPr/>
            </a:pPr>
            <a:fld id="{E4429BB8-1C94-49D8-A2C5-F57E2411AA75}" type="slidenum">
              <a:rPr altLang="zh-CN"/>
              <a:pPr>
                <a:defRPr/>
              </a:pPr>
              <a:t>‹#›</a:t>
            </a:fld>
            <a:endParaRPr lang="zh-CN" altLang="zh-CN"/>
          </a:p>
        </p:txBody>
      </p:sp>
    </p:spTree>
    <p:extLst>
      <p:ext uri="{BB962C8B-B14F-4D97-AF65-F5344CB8AC3E}">
        <p14:creationId xmlns:p14="http://schemas.microsoft.com/office/powerpoint/2010/main" val="1651140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FEC59668-439D-3895-18B9-3DCEC5916B88}"/>
              </a:ext>
            </a:extLst>
          </p:cNvPr>
          <p:cNvSpPr>
            <a:spLocks noGrp="1" noChangeArrowheads="1"/>
          </p:cNvSpPr>
          <p:nvPr>
            <p:ph type="sldNum" sz="quarter" idx="10"/>
          </p:nvPr>
        </p:nvSpPr>
        <p:spPr>
          <a:ln/>
        </p:spPr>
        <p:txBody>
          <a:bodyPr/>
          <a:lstStyle>
            <a:lvl1pPr>
              <a:defRPr/>
            </a:lvl1pPr>
          </a:lstStyle>
          <a:p>
            <a:pPr>
              <a:defRPr/>
            </a:pPr>
            <a:fld id="{D6E51D90-C335-447A-8BA8-1A261C7F0EA1}" type="slidenum">
              <a:rPr altLang="zh-CN"/>
              <a:pPr>
                <a:defRPr/>
              </a:pPr>
              <a:t>‹#›</a:t>
            </a:fld>
            <a:endParaRPr lang="zh-CN" altLang="zh-CN"/>
          </a:p>
        </p:txBody>
      </p:sp>
    </p:spTree>
    <p:extLst>
      <p:ext uri="{BB962C8B-B14F-4D97-AF65-F5344CB8AC3E}">
        <p14:creationId xmlns:p14="http://schemas.microsoft.com/office/powerpoint/2010/main" val="42820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981BBA34-4FB6-72F9-BF3B-5E2C58618ADD}"/>
              </a:ext>
            </a:extLst>
          </p:cNvPr>
          <p:cNvSpPr>
            <a:spLocks noGrp="1" noChangeArrowheads="1"/>
          </p:cNvSpPr>
          <p:nvPr>
            <p:ph type="sldNum" sz="quarter" idx="10"/>
          </p:nvPr>
        </p:nvSpPr>
        <p:spPr>
          <a:ln/>
        </p:spPr>
        <p:txBody>
          <a:bodyPr/>
          <a:lstStyle>
            <a:lvl1pPr>
              <a:defRPr/>
            </a:lvl1pPr>
          </a:lstStyle>
          <a:p>
            <a:pPr>
              <a:defRPr/>
            </a:pPr>
            <a:fld id="{DEBC69E9-5D55-4F66-A766-3326B497F49C}" type="slidenum">
              <a:rPr altLang="zh-CN"/>
              <a:pPr>
                <a:defRPr/>
              </a:pPr>
              <a:t>‹#›</a:t>
            </a:fld>
            <a:endParaRPr lang="zh-CN" altLang="zh-CN"/>
          </a:p>
        </p:txBody>
      </p:sp>
    </p:spTree>
    <p:extLst>
      <p:ext uri="{BB962C8B-B14F-4D97-AF65-F5344CB8AC3E}">
        <p14:creationId xmlns:p14="http://schemas.microsoft.com/office/powerpoint/2010/main" val="3771404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A0E47C4B-940B-16F5-F902-B74DC20157B0}"/>
              </a:ext>
            </a:extLst>
          </p:cNvPr>
          <p:cNvSpPr>
            <a:spLocks noGrp="1" noChangeArrowheads="1"/>
          </p:cNvSpPr>
          <p:nvPr>
            <p:ph type="sldNum" sz="quarter" idx="10"/>
          </p:nvPr>
        </p:nvSpPr>
        <p:spPr>
          <a:ln/>
        </p:spPr>
        <p:txBody>
          <a:bodyPr/>
          <a:lstStyle>
            <a:lvl1pPr>
              <a:defRPr/>
            </a:lvl1pPr>
          </a:lstStyle>
          <a:p>
            <a:pPr>
              <a:defRPr/>
            </a:pPr>
            <a:fld id="{515D5263-529B-4DFA-A584-ECBA7568C504}" type="slidenum">
              <a:rPr altLang="zh-CN"/>
              <a:pPr>
                <a:defRPr/>
              </a:pPr>
              <a:t>‹#›</a:t>
            </a:fld>
            <a:endParaRPr lang="zh-CN" altLang="zh-CN"/>
          </a:p>
        </p:txBody>
      </p:sp>
    </p:spTree>
    <p:extLst>
      <p:ext uri="{BB962C8B-B14F-4D97-AF65-F5344CB8AC3E}">
        <p14:creationId xmlns:p14="http://schemas.microsoft.com/office/powerpoint/2010/main" val="215518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11">
            <a:extLst>
              <a:ext uri="{FF2B5EF4-FFF2-40B4-BE49-F238E27FC236}">
                <a16:creationId xmlns:a16="http://schemas.microsoft.com/office/drawing/2014/main" id="{BE66E56F-91DA-FD1C-A07B-339224985A1C}"/>
              </a:ext>
            </a:extLst>
          </p:cNvPr>
          <p:cNvSpPr>
            <a:spLocks noGrp="1" noChangeArrowheads="1"/>
          </p:cNvSpPr>
          <p:nvPr>
            <p:ph type="sldNum" sz="quarter" idx="10"/>
          </p:nvPr>
        </p:nvSpPr>
        <p:spPr>
          <a:ln/>
        </p:spPr>
        <p:txBody>
          <a:bodyPr/>
          <a:lstStyle>
            <a:lvl1pPr>
              <a:defRPr/>
            </a:lvl1pPr>
          </a:lstStyle>
          <a:p>
            <a:pPr>
              <a:defRPr/>
            </a:pPr>
            <a:fld id="{07D19E1B-3695-45AD-9E6B-68F3904643D1}" type="slidenum">
              <a:rPr altLang="zh-CN"/>
              <a:pPr>
                <a:defRPr/>
              </a:pPr>
              <a:t>‹#›</a:t>
            </a:fld>
            <a:endParaRPr lang="zh-CN" altLang="zh-CN"/>
          </a:p>
        </p:txBody>
      </p:sp>
    </p:spTree>
    <p:extLst>
      <p:ext uri="{BB962C8B-B14F-4D97-AF65-F5344CB8AC3E}">
        <p14:creationId xmlns:p14="http://schemas.microsoft.com/office/powerpoint/2010/main" val="949002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11">
            <a:extLst>
              <a:ext uri="{FF2B5EF4-FFF2-40B4-BE49-F238E27FC236}">
                <a16:creationId xmlns:a16="http://schemas.microsoft.com/office/drawing/2014/main" id="{031F72C9-FB7F-FB18-0D3D-A796B361CD89}"/>
              </a:ext>
            </a:extLst>
          </p:cNvPr>
          <p:cNvSpPr>
            <a:spLocks noGrp="1" noChangeArrowheads="1"/>
          </p:cNvSpPr>
          <p:nvPr>
            <p:ph type="sldNum" sz="quarter" idx="10"/>
          </p:nvPr>
        </p:nvSpPr>
        <p:spPr>
          <a:ln/>
        </p:spPr>
        <p:txBody>
          <a:bodyPr/>
          <a:lstStyle>
            <a:lvl1pPr>
              <a:defRPr/>
            </a:lvl1pPr>
          </a:lstStyle>
          <a:p>
            <a:pPr>
              <a:defRPr/>
            </a:pPr>
            <a:fld id="{95788A6E-ED28-4B67-AFFA-044B2EF941D3}" type="slidenum">
              <a:rPr altLang="zh-CN"/>
              <a:pPr>
                <a:defRPr/>
              </a:pPr>
              <a:t>‹#›</a:t>
            </a:fld>
            <a:endParaRPr lang="zh-CN" altLang="zh-CN"/>
          </a:p>
        </p:txBody>
      </p:sp>
    </p:spTree>
    <p:extLst>
      <p:ext uri="{BB962C8B-B14F-4D97-AF65-F5344CB8AC3E}">
        <p14:creationId xmlns:p14="http://schemas.microsoft.com/office/powerpoint/2010/main" val="2024291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hyperlink" Target="&#38543;&#26426;&#28857;&#21517;&#21161;&#25163;.exe" TargetMode="Externa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6"/>
          <a:srcRect/>
          <a:tile tx="0" ty="0" sx="100000" sy="100000" flip="none" algn="tl"/>
        </a:blipFill>
        <a:effectLst/>
      </p:bgPr>
    </p:bg>
    <p:spTree>
      <p:nvGrpSpPr>
        <p:cNvPr id="1" name=""/>
        <p:cNvGrpSpPr/>
        <p:nvPr/>
      </p:nvGrpSpPr>
      <p:grpSpPr>
        <a:xfrm>
          <a:off x="0" y="0"/>
          <a:ext cx="0" cy="0"/>
          <a:chOff x="0" y="0"/>
          <a:chExt cx="0" cy="0"/>
        </a:xfrm>
      </p:grpSpPr>
      <p:sp>
        <p:nvSpPr>
          <p:cNvPr id="490501" name="Rectangle 5">
            <a:extLst>
              <a:ext uri="{FF2B5EF4-FFF2-40B4-BE49-F238E27FC236}">
                <a16:creationId xmlns:a16="http://schemas.microsoft.com/office/drawing/2014/main" id="{469081B0-B31B-A751-8DAF-F86981C330F2}"/>
              </a:ext>
            </a:extLst>
          </p:cNvPr>
          <p:cNvSpPr>
            <a:spLocks noChangeArrowheads="1"/>
          </p:cNvSpPr>
          <p:nvPr/>
        </p:nvSpPr>
        <p:spPr bwMode="auto">
          <a:xfrm>
            <a:off x="2195513" y="61913"/>
            <a:ext cx="5256212" cy="350837"/>
          </a:xfrm>
          <a:prstGeom prst="rect">
            <a:avLst/>
          </a:prstGeom>
          <a:noFill/>
          <a:ln w="9525">
            <a:noFill/>
            <a:miter lim="800000"/>
          </a:ln>
          <a:effectLst/>
        </p:spPr>
        <p:txBody>
          <a:bodyPr/>
          <a:lstStyle/>
          <a:p>
            <a:pPr algn="ctr" eaLnBrk="1" hangingPunct="1">
              <a:lnSpc>
                <a:spcPct val="60000"/>
              </a:lnSpc>
              <a:defRPr/>
            </a:pPr>
            <a:r>
              <a:rPr lang="zh-CN" altLang="en-US">
                <a:latin typeface="Times New Roman" panose="02020603050405020304" pitchFamily="18" charset="0"/>
                <a:ea typeface="隶书" panose="02010509060101010101" pitchFamily="49" charset="-122"/>
              </a:rPr>
              <a:t>第 </a:t>
            </a:r>
            <a:r>
              <a:rPr lang="en-US" altLang="zh-CN">
                <a:latin typeface="Times New Roman" panose="02020603050405020304" pitchFamily="18" charset="0"/>
                <a:ea typeface="隶书" panose="02010509060101010101" pitchFamily="49" charset="-122"/>
              </a:rPr>
              <a:t>2 </a:t>
            </a:r>
            <a:r>
              <a:rPr lang="zh-CN" altLang="en-US">
                <a:latin typeface="Times New Roman" panose="02020603050405020304" pitchFamily="18" charset="0"/>
                <a:ea typeface="隶书" panose="02010509060101010101" pitchFamily="49" charset="-122"/>
              </a:rPr>
              <a:t>章</a:t>
            </a:r>
            <a:r>
              <a:rPr lang="zh-CN" altLang="en-US">
                <a:latin typeface="隶书" panose="02010509060101010101" pitchFamily="49" charset="-122"/>
                <a:ea typeface="隶书" panose="02010509060101010101" pitchFamily="49" charset="-122"/>
              </a:rPr>
              <a:t>  </a:t>
            </a:r>
            <a:r>
              <a:rPr lang="zh-CN" altLang="en-US">
                <a:effectLst>
                  <a:outerShdw blurRad="38100" dist="38100" dir="2700000" algn="tl">
                    <a:srgbClr val="000000"/>
                  </a:outerShdw>
                </a:effectLst>
                <a:latin typeface="隶书" panose="02010509060101010101" pitchFamily="49" charset="-122"/>
                <a:ea typeface="隶书" panose="02010509060101010101" pitchFamily="49" charset="-122"/>
              </a:rPr>
              <a:t>电磁场的基本规律</a:t>
            </a:r>
          </a:p>
        </p:txBody>
      </p:sp>
      <p:sp>
        <p:nvSpPr>
          <p:cNvPr id="1027" name="Rectangle 6">
            <a:extLst>
              <a:ext uri="{FF2B5EF4-FFF2-40B4-BE49-F238E27FC236}">
                <a16:creationId xmlns:a16="http://schemas.microsoft.com/office/drawing/2014/main" id="{E6921E0D-608C-456E-16D9-D87EE0F58F4A}"/>
              </a:ext>
            </a:extLst>
          </p:cNvPr>
          <p:cNvSpPr>
            <a:spLocks noChangeArrowheads="1"/>
          </p:cNvSpPr>
          <p:nvPr/>
        </p:nvSpPr>
        <p:spPr bwMode="auto">
          <a:xfrm>
            <a:off x="34925" y="-26988"/>
            <a:ext cx="2089150" cy="263526"/>
          </a:xfrm>
          <a:prstGeom prst="rect">
            <a:avLst/>
          </a:prstGeom>
          <a:noFill/>
          <a:ln>
            <a:noFill/>
          </a:ln>
        </p:spPr>
        <p:txBody>
          <a:bodyPr tIns="10800"/>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algn="l" eaLnBrk="1" hangingPunct="1">
              <a:spcBef>
                <a:spcPct val="0"/>
              </a:spcBef>
              <a:defRPr/>
            </a:pPr>
            <a:r>
              <a:rPr lang="zh-CN" altLang="en-US" sz="2000">
                <a:solidFill>
                  <a:srgbClr val="573CFC"/>
                </a:solidFill>
                <a:ea typeface="华文行楷" panose="02010800040101010101" pitchFamily="2" charset="-122"/>
              </a:rPr>
              <a:t>电磁场与电磁波</a:t>
            </a:r>
          </a:p>
        </p:txBody>
      </p:sp>
      <p:sp>
        <p:nvSpPr>
          <p:cNvPr id="1028" name="Rectangle 10" descr="深色横线">
            <a:extLst>
              <a:ext uri="{FF2B5EF4-FFF2-40B4-BE49-F238E27FC236}">
                <a16:creationId xmlns:a16="http://schemas.microsoft.com/office/drawing/2014/main" id="{105FFC0F-C995-9B5A-F064-DA7D993A182E}"/>
              </a:ext>
            </a:extLst>
          </p:cNvPr>
          <p:cNvSpPr>
            <a:spLocks noChangeArrowheads="1"/>
          </p:cNvSpPr>
          <p:nvPr/>
        </p:nvSpPr>
        <p:spPr bwMode="auto">
          <a:xfrm>
            <a:off x="0" y="320675"/>
            <a:ext cx="9144000" cy="71438"/>
          </a:xfrm>
          <a:prstGeom prst="rect">
            <a:avLst/>
          </a:prstGeom>
          <a:pattFill prst="dkHorz">
            <a:fgClr>
              <a:srgbClr val="CC3300"/>
            </a:fgClr>
            <a:bgClr>
              <a:srgbClr val="9A9A9A"/>
            </a:bgClr>
          </a:pattFill>
          <a:ln>
            <a:noFill/>
          </a:ln>
        </p:spPr>
        <p:txBody>
          <a:bodyPr wrap="none" anchor="ctr"/>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eaLnBrk="1" hangingPunct="1">
              <a:defRPr/>
            </a:pPr>
            <a:endParaRPr lang="zh-CN" altLang="en-US" b="0"/>
          </a:p>
        </p:txBody>
      </p:sp>
      <p:sp>
        <p:nvSpPr>
          <p:cNvPr id="490507" name="Rectangle 11">
            <a:extLst>
              <a:ext uri="{FF2B5EF4-FFF2-40B4-BE49-F238E27FC236}">
                <a16:creationId xmlns:a16="http://schemas.microsoft.com/office/drawing/2014/main" id="{2BDE0A9D-C8EC-8929-4C60-946F3D72E34E}"/>
              </a:ext>
            </a:extLst>
          </p:cNvPr>
          <p:cNvSpPr>
            <a:spLocks noGrp="1" noChangeArrowheads="1"/>
          </p:cNvSpPr>
          <p:nvPr>
            <p:ph type="sldNum" sz="quarter" idx="4"/>
          </p:nvPr>
        </p:nvSpPr>
        <p:spPr bwMode="auto">
          <a:xfrm>
            <a:off x="6877050" y="65088"/>
            <a:ext cx="2133600" cy="268287"/>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400" b="0" noProof="1" smtClean="0">
                <a:solidFill>
                  <a:schemeClr val="tx1"/>
                </a:solidFill>
                <a:ea typeface="宋体" panose="02010600030101010101" pitchFamily="2" charset="-122"/>
              </a:defRPr>
            </a:lvl1pPr>
          </a:lstStyle>
          <a:p>
            <a:pPr>
              <a:defRPr/>
            </a:pPr>
            <a:fld id="{7A2C5FE4-BC8C-4EF0-8366-115BDD2CE815}" type="slidenum">
              <a:rPr altLang="zh-CN"/>
              <a:pPr>
                <a:defRPr/>
              </a:pPr>
              <a:t>‹#›</a:t>
            </a:fld>
            <a:endParaRPr lang="zh-CN" altLang="zh-CN"/>
          </a:p>
        </p:txBody>
      </p:sp>
      <p:sp>
        <p:nvSpPr>
          <p:cNvPr id="490516" name="Rectangle 20">
            <a:extLst>
              <a:ext uri="{FF2B5EF4-FFF2-40B4-BE49-F238E27FC236}">
                <a16:creationId xmlns:a16="http://schemas.microsoft.com/office/drawing/2014/main" id="{23391E95-09F1-6997-0833-928A0604D5A5}"/>
              </a:ext>
            </a:extLst>
          </p:cNvPr>
          <p:cNvSpPr>
            <a:spLocks noChangeArrowheads="1"/>
          </p:cNvSpPr>
          <p:nvPr/>
        </p:nvSpPr>
        <p:spPr bwMode="auto">
          <a:xfrm>
            <a:off x="0" y="392113"/>
            <a:ext cx="9144000" cy="6192837"/>
          </a:xfrm>
          <a:prstGeom prst="rect">
            <a:avLst/>
          </a:prstGeom>
          <a:gradFill rotWithShape="0">
            <a:gsLst>
              <a:gs pos="0">
                <a:srgbClr val="0000E8"/>
              </a:gs>
              <a:gs pos="100000">
                <a:srgbClr val="0000E8">
                  <a:gamma/>
                  <a:shade val="70196"/>
                  <a:invGamma/>
                </a:srgbClr>
              </a:gs>
            </a:gsLst>
            <a:lin ang="0" scaled="1"/>
          </a:gradFill>
          <a:ln w="9525">
            <a:noFill/>
            <a:miter lim="800000"/>
          </a:ln>
          <a:effectLst/>
        </p:spPr>
        <p:txBody>
          <a:bodyPr wrap="none" anchor="ctr"/>
          <a:lstStyle/>
          <a:p>
            <a:pPr marL="342900" indent="-342900" algn="ctr" eaLnBrk="1" hangingPunct="1">
              <a:spcBef>
                <a:spcPct val="20000"/>
              </a:spcBef>
              <a:defRPr/>
            </a:pPr>
            <a:endParaRPr lang="zh-CN" altLang="zh-CN" sz="2800" b="0">
              <a:effectLst>
                <a:outerShdw blurRad="38100" dist="38100" dir="2700000" algn="tl">
                  <a:srgbClr val="000000"/>
                </a:outerShdw>
              </a:effectLst>
              <a:ea typeface="宋体" panose="02010600030101010101" pitchFamily="2" charset="-122"/>
            </a:endParaRPr>
          </a:p>
        </p:txBody>
      </p:sp>
      <p:sp>
        <p:nvSpPr>
          <p:cNvPr id="1031" name="Rectangle 21" descr="栎木">
            <a:extLst>
              <a:ext uri="{FF2B5EF4-FFF2-40B4-BE49-F238E27FC236}">
                <a16:creationId xmlns:a16="http://schemas.microsoft.com/office/drawing/2014/main" id="{DE51BE3B-C1ED-DA07-DEFE-69DB2216F3BC}"/>
              </a:ext>
            </a:extLst>
          </p:cNvPr>
          <p:cNvSpPr>
            <a:spLocks noChangeArrowheads="1"/>
          </p:cNvSpPr>
          <p:nvPr/>
        </p:nvSpPr>
        <p:spPr bwMode="auto">
          <a:xfrm>
            <a:off x="0" y="6562725"/>
            <a:ext cx="9144000" cy="333375"/>
          </a:xfrm>
          <a:prstGeom prst="rect">
            <a:avLst/>
          </a:prstGeom>
          <a:blipFill dpi="0" rotWithShape="0">
            <a:blip r:embed="rId16"/>
            <a:srcRect/>
            <a:tile tx="0" ty="0" sx="100000" sy="100000" flip="none" algn="tl"/>
          </a:blipFill>
          <a:ln>
            <a:noFill/>
          </a:ln>
        </p:spPr>
        <p:txBody>
          <a:bodyPr wrap="none" anchor="ctr"/>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eaLnBrk="1" hangingPunct="1">
              <a:defRPr/>
            </a:pPr>
            <a:endParaRPr lang="zh-CN" altLang="en-US" b="0"/>
          </a:p>
        </p:txBody>
      </p:sp>
      <p:sp>
        <p:nvSpPr>
          <p:cNvPr id="1032" name="Rectangle 23" descr="深色横线">
            <a:extLst>
              <a:ext uri="{FF2B5EF4-FFF2-40B4-BE49-F238E27FC236}">
                <a16:creationId xmlns:a16="http://schemas.microsoft.com/office/drawing/2014/main" id="{F7582914-BC2C-28C7-AA83-95E947AF3918}"/>
              </a:ext>
            </a:extLst>
          </p:cNvPr>
          <p:cNvSpPr>
            <a:spLocks noChangeArrowheads="1"/>
          </p:cNvSpPr>
          <p:nvPr/>
        </p:nvSpPr>
        <p:spPr bwMode="auto">
          <a:xfrm>
            <a:off x="0" y="6526213"/>
            <a:ext cx="9144000" cy="71437"/>
          </a:xfrm>
          <a:prstGeom prst="rect">
            <a:avLst/>
          </a:prstGeom>
          <a:pattFill prst="dkHorz">
            <a:fgClr>
              <a:srgbClr val="CC3300"/>
            </a:fgClr>
            <a:bgClr>
              <a:srgbClr val="9A9A9A"/>
            </a:bgClr>
          </a:pattFill>
          <a:ln>
            <a:noFill/>
          </a:ln>
        </p:spPr>
        <p:txBody>
          <a:bodyPr wrap="none" anchor="ctr"/>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eaLnBrk="1" hangingPunct="1">
              <a:defRPr/>
            </a:pPr>
            <a:endParaRPr lang="zh-CN" altLang="en-US" b="0"/>
          </a:p>
        </p:txBody>
      </p:sp>
      <p:pic>
        <p:nvPicPr>
          <p:cNvPr id="1033" name="Picture 29" descr="听诊器">
            <a:hlinkClick r:id="rId17" action="ppaction://hlinkfile"/>
            <a:extLst>
              <a:ext uri="{FF2B5EF4-FFF2-40B4-BE49-F238E27FC236}">
                <a16:creationId xmlns:a16="http://schemas.microsoft.com/office/drawing/2014/main" id="{48FAD43C-68E2-8588-1892-939F72B65CAB}"/>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8636000" y="5862638"/>
            <a:ext cx="508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spcBef>
          <a:spcPct val="0"/>
        </a:spcBef>
        <a:spcAft>
          <a:spcPct val="0"/>
        </a:spcAft>
        <a:defRPr sz="2000">
          <a:solidFill>
            <a:schemeClr val="accent1"/>
          </a:solidFill>
          <a:latin typeface="+mj-lt"/>
          <a:ea typeface="+mj-ea"/>
          <a:cs typeface="+mj-cs"/>
        </a:defRPr>
      </a:lvl1pPr>
      <a:lvl2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2pPr>
      <a:lvl3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3pPr>
      <a:lvl4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4pPr>
      <a:lvl5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5pPr>
      <a:lvl6pPr marL="4572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6pPr>
      <a:lvl7pPr marL="9144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7pPr>
      <a:lvl8pPr marL="13716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8pPr>
      <a:lvl9pPr marL="18288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9pPr>
    </p:titleStyle>
    <p:bodyStyle>
      <a:lvl1pPr marL="342900" indent="-342900" algn="l" rtl="0" eaLnBrk="0" fontAlgn="base" hangingPunct="0">
        <a:spcBef>
          <a:spcPct val="20000"/>
        </a:spcBef>
        <a:spcAft>
          <a:spcPct val="0"/>
        </a:spcAft>
        <a:buChar char="•"/>
        <a:defRPr sz="2800">
          <a:solidFill>
            <a:schemeClr val="tx1"/>
          </a:solidFill>
          <a:effectLst>
            <a:outerShdw blurRad="38100" dist="38100" dir="2700000" algn="tl">
              <a:srgbClr val="FFFFFF"/>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defRPr sz="2000">
          <a:solidFill>
            <a:schemeClr val="tx1"/>
          </a:solidFill>
          <a:latin typeface="+mn-lt"/>
          <a:ea typeface="+mn-ea"/>
        </a:defRPr>
      </a:lvl6pPr>
      <a:lvl7pPr marL="2971800" indent="-228600" algn="l" rtl="0" fontAlgn="base">
        <a:spcBef>
          <a:spcPct val="20000"/>
        </a:spcBef>
        <a:spcAft>
          <a:spcPct val="0"/>
        </a:spcAft>
        <a:defRPr sz="2000">
          <a:solidFill>
            <a:schemeClr val="tx1"/>
          </a:solidFill>
          <a:latin typeface="+mn-lt"/>
          <a:ea typeface="+mn-ea"/>
        </a:defRPr>
      </a:lvl7pPr>
      <a:lvl8pPr marL="3429000" indent="-228600" algn="l" rtl="0" fontAlgn="base">
        <a:spcBef>
          <a:spcPct val="20000"/>
        </a:spcBef>
        <a:spcAft>
          <a:spcPct val="0"/>
        </a:spcAft>
        <a:defRPr sz="2000">
          <a:solidFill>
            <a:schemeClr val="tx1"/>
          </a:solidFill>
          <a:latin typeface="+mn-lt"/>
          <a:ea typeface="+mn-ea"/>
        </a:defRPr>
      </a:lvl8pPr>
      <a:lvl9pPr marL="3886200" indent="-228600" algn="l" rtl="0" fontAlgn="base">
        <a:spcBef>
          <a:spcPct val="20000"/>
        </a:spcBef>
        <a:spcAft>
          <a:spcPct val="0"/>
        </a:spcAft>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3.xml.rels><?xml version="1.0" encoding="UTF-8" standalone="yes"?>
<Relationships xmlns="http://schemas.openxmlformats.org/package/2006/relationships"><Relationship Id="rId13" Type="http://schemas.openxmlformats.org/officeDocument/2006/relationships/image" Target="../media/image8.emf"/><Relationship Id="rId18" Type="http://schemas.openxmlformats.org/officeDocument/2006/relationships/oleObject" Target="../embeddings/oleObject9.bin"/><Relationship Id="rId26" Type="http://schemas.openxmlformats.org/officeDocument/2006/relationships/oleObject" Target="../embeddings/oleObject13.bin"/><Relationship Id="rId3" Type="http://schemas.openxmlformats.org/officeDocument/2006/relationships/oleObject" Target="../embeddings/oleObject2.bin"/><Relationship Id="rId21" Type="http://schemas.openxmlformats.org/officeDocument/2006/relationships/image" Target="../media/image12.wmf"/><Relationship Id="rId34" Type="http://schemas.openxmlformats.org/officeDocument/2006/relationships/oleObject" Target="../embeddings/oleObject17.bin"/><Relationship Id="rId7" Type="http://schemas.openxmlformats.org/officeDocument/2006/relationships/image" Target="../media/image5.emf"/><Relationship Id="rId12" Type="http://schemas.openxmlformats.org/officeDocument/2006/relationships/oleObject" Target="../embeddings/oleObject6.bin"/><Relationship Id="rId17" Type="http://schemas.openxmlformats.org/officeDocument/2006/relationships/image" Target="../media/image10.wmf"/><Relationship Id="rId25" Type="http://schemas.openxmlformats.org/officeDocument/2006/relationships/image" Target="../media/image14.wmf"/><Relationship Id="rId33" Type="http://schemas.openxmlformats.org/officeDocument/2006/relationships/image" Target="../media/image18.emf"/><Relationship Id="rId2" Type="http://schemas.openxmlformats.org/officeDocument/2006/relationships/notesSlide" Target="../notesSlides/notesSlide3.xml"/><Relationship Id="rId16" Type="http://schemas.openxmlformats.org/officeDocument/2006/relationships/oleObject" Target="../embeddings/oleObject8.bin"/><Relationship Id="rId20" Type="http://schemas.openxmlformats.org/officeDocument/2006/relationships/oleObject" Target="../embeddings/oleObject10.bin"/><Relationship Id="rId29" Type="http://schemas.openxmlformats.org/officeDocument/2006/relationships/image" Target="../media/image16.wmf"/><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7.emf"/><Relationship Id="rId24" Type="http://schemas.openxmlformats.org/officeDocument/2006/relationships/oleObject" Target="../embeddings/oleObject12.bin"/><Relationship Id="rId32" Type="http://schemas.openxmlformats.org/officeDocument/2006/relationships/oleObject" Target="../embeddings/oleObject16.bin"/><Relationship Id="rId5" Type="http://schemas.openxmlformats.org/officeDocument/2006/relationships/slide" Target="slide1.xml"/><Relationship Id="rId15" Type="http://schemas.openxmlformats.org/officeDocument/2006/relationships/image" Target="../media/image9.wmf"/><Relationship Id="rId23" Type="http://schemas.openxmlformats.org/officeDocument/2006/relationships/image" Target="../media/image13.wmf"/><Relationship Id="rId28" Type="http://schemas.openxmlformats.org/officeDocument/2006/relationships/oleObject" Target="../embeddings/oleObject14.bin"/><Relationship Id="rId10" Type="http://schemas.openxmlformats.org/officeDocument/2006/relationships/oleObject" Target="../embeddings/oleObject5.bin"/><Relationship Id="rId19" Type="http://schemas.openxmlformats.org/officeDocument/2006/relationships/image" Target="../media/image11.wmf"/><Relationship Id="rId31" Type="http://schemas.openxmlformats.org/officeDocument/2006/relationships/image" Target="../media/image17.emf"/><Relationship Id="rId4" Type="http://schemas.openxmlformats.org/officeDocument/2006/relationships/image" Target="../media/image4.emf"/><Relationship Id="rId9" Type="http://schemas.openxmlformats.org/officeDocument/2006/relationships/image" Target="../media/image6.emf"/><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image" Target="../media/image15.wmf"/><Relationship Id="rId30" Type="http://schemas.openxmlformats.org/officeDocument/2006/relationships/oleObject" Target="../embeddings/oleObject15.bin"/><Relationship Id="rId35" Type="http://schemas.openxmlformats.org/officeDocument/2006/relationships/image" Target="../media/image19.emf"/><Relationship Id="rId8"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24.emf"/><Relationship Id="rId18" Type="http://schemas.openxmlformats.org/officeDocument/2006/relationships/oleObject" Target="../embeddings/oleObject25.bin"/><Relationship Id="rId3" Type="http://schemas.openxmlformats.org/officeDocument/2006/relationships/oleObject" Target="../embeddings/oleObject18.bin"/><Relationship Id="rId7" Type="http://schemas.openxmlformats.org/officeDocument/2006/relationships/image" Target="../media/image21.emf"/><Relationship Id="rId12" Type="http://schemas.openxmlformats.org/officeDocument/2006/relationships/oleObject" Target="../embeddings/oleObject22.bin"/><Relationship Id="rId17" Type="http://schemas.openxmlformats.org/officeDocument/2006/relationships/image" Target="../media/image26.emf"/><Relationship Id="rId2" Type="http://schemas.openxmlformats.org/officeDocument/2006/relationships/notesSlide" Target="../notesSlides/notesSlide4.xml"/><Relationship Id="rId16"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19.bin"/><Relationship Id="rId11" Type="http://schemas.openxmlformats.org/officeDocument/2006/relationships/image" Target="../media/image23.emf"/><Relationship Id="rId5" Type="http://schemas.openxmlformats.org/officeDocument/2006/relationships/slide" Target="slide1.xml"/><Relationship Id="rId15" Type="http://schemas.openxmlformats.org/officeDocument/2006/relationships/image" Target="../media/image25.emf"/><Relationship Id="rId10" Type="http://schemas.openxmlformats.org/officeDocument/2006/relationships/oleObject" Target="../embeddings/oleObject21.bin"/><Relationship Id="rId19" Type="http://schemas.openxmlformats.org/officeDocument/2006/relationships/image" Target="../media/image27.emf"/><Relationship Id="rId4" Type="http://schemas.openxmlformats.org/officeDocument/2006/relationships/image" Target="../media/image20.emf"/><Relationship Id="rId9" Type="http://schemas.openxmlformats.org/officeDocument/2006/relationships/image" Target="../media/image22.emf"/><Relationship Id="rId14" Type="http://schemas.openxmlformats.org/officeDocument/2006/relationships/oleObject" Target="../embeddings/oleObject23.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12.wmf"/><Relationship Id="rId18" Type="http://schemas.openxmlformats.org/officeDocument/2006/relationships/oleObject" Target="../embeddings/oleObject33.bin"/><Relationship Id="rId26" Type="http://schemas.openxmlformats.org/officeDocument/2006/relationships/oleObject" Target="../embeddings/oleObject37.bin"/><Relationship Id="rId3" Type="http://schemas.openxmlformats.org/officeDocument/2006/relationships/slide" Target="slide1.xml"/><Relationship Id="rId21" Type="http://schemas.openxmlformats.org/officeDocument/2006/relationships/image" Target="../media/image16.wmf"/><Relationship Id="rId7" Type="http://schemas.openxmlformats.org/officeDocument/2006/relationships/image" Target="../media/image9.wmf"/><Relationship Id="rId12" Type="http://schemas.openxmlformats.org/officeDocument/2006/relationships/oleObject" Target="../embeddings/oleObject30.bin"/><Relationship Id="rId17" Type="http://schemas.openxmlformats.org/officeDocument/2006/relationships/image" Target="../media/image14.wmf"/><Relationship Id="rId25" Type="http://schemas.openxmlformats.org/officeDocument/2006/relationships/image" Target="../media/image30.emf"/><Relationship Id="rId2" Type="http://schemas.openxmlformats.org/officeDocument/2006/relationships/notesSlide" Target="../notesSlides/notesSlide5.xml"/><Relationship Id="rId16" Type="http://schemas.openxmlformats.org/officeDocument/2006/relationships/oleObject" Target="../embeddings/oleObject32.bin"/><Relationship Id="rId20" Type="http://schemas.openxmlformats.org/officeDocument/2006/relationships/oleObject" Target="../embeddings/oleObject34.bin"/><Relationship Id="rId29" Type="http://schemas.openxmlformats.org/officeDocument/2006/relationships/image" Target="../media/image32.emf"/><Relationship Id="rId1" Type="http://schemas.openxmlformats.org/officeDocument/2006/relationships/slideLayout" Target="../slideLayouts/slideLayout2.xml"/><Relationship Id="rId6" Type="http://schemas.openxmlformats.org/officeDocument/2006/relationships/oleObject" Target="../embeddings/oleObject27.bin"/><Relationship Id="rId11" Type="http://schemas.openxmlformats.org/officeDocument/2006/relationships/image" Target="../media/image11.wmf"/><Relationship Id="rId24" Type="http://schemas.openxmlformats.org/officeDocument/2006/relationships/oleObject" Target="../embeddings/oleObject36.bin"/><Relationship Id="rId5" Type="http://schemas.openxmlformats.org/officeDocument/2006/relationships/image" Target="../media/image28.emf"/><Relationship Id="rId15" Type="http://schemas.openxmlformats.org/officeDocument/2006/relationships/image" Target="../media/image13.wmf"/><Relationship Id="rId23" Type="http://schemas.openxmlformats.org/officeDocument/2006/relationships/image" Target="../media/image29.emf"/><Relationship Id="rId28" Type="http://schemas.openxmlformats.org/officeDocument/2006/relationships/oleObject" Target="../embeddings/oleObject38.bin"/><Relationship Id="rId10" Type="http://schemas.openxmlformats.org/officeDocument/2006/relationships/oleObject" Target="../embeddings/oleObject29.bin"/><Relationship Id="rId19" Type="http://schemas.openxmlformats.org/officeDocument/2006/relationships/image" Target="../media/image15.wmf"/><Relationship Id="rId31" Type="http://schemas.openxmlformats.org/officeDocument/2006/relationships/image" Target="../media/image34.png"/><Relationship Id="rId4" Type="http://schemas.openxmlformats.org/officeDocument/2006/relationships/oleObject" Target="../embeddings/oleObject26.bin"/><Relationship Id="rId9" Type="http://schemas.openxmlformats.org/officeDocument/2006/relationships/image" Target="../media/image10.wmf"/><Relationship Id="rId14" Type="http://schemas.openxmlformats.org/officeDocument/2006/relationships/oleObject" Target="../embeddings/oleObject31.bin"/><Relationship Id="rId22" Type="http://schemas.openxmlformats.org/officeDocument/2006/relationships/oleObject" Target="../embeddings/oleObject35.bin"/><Relationship Id="rId27" Type="http://schemas.openxmlformats.org/officeDocument/2006/relationships/image" Target="../media/image31.emf"/><Relationship Id="rId30" Type="http://schemas.openxmlformats.org/officeDocument/2006/relationships/image" Target="../media/image33.png"/></Relationships>
</file>

<file path=ppt/slides/_rels/slide6.xml.rels><?xml version="1.0" encoding="UTF-8" standalone="yes"?>
<Relationships xmlns="http://schemas.openxmlformats.org/package/2006/relationships"><Relationship Id="rId8" Type="http://schemas.openxmlformats.org/officeDocument/2006/relationships/image" Target="../media/image37.emf"/><Relationship Id="rId13" Type="http://schemas.openxmlformats.org/officeDocument/2006/relationships/oleObject" Target="../embeddings/oleObject44.bin"/><Relationship Id="rId18" Type="http://schemas.openxmlformats.org/officeDocument/2006/relationships/image" Target="../media/image42.emf"/><Relationship Id="rId26" Type="http://schemas.openxmlformats.org/officeDocument/2006/relationships/image" Target="../media/image46.emf"/><Relationship Id="rId3" Type="http://schemas.openxmlformats.org/officeDocument/2006/relationships/oleObject" Target="../embeddings/oleObject39.bin"/><Relationship Id="rId21" Type="http://schemas.openxmlformats.org/officeDocument/2006/relationships/oleObject" Target="../embeddings/oleObject48.bin"/><Relationship Id="rId7" Type="http://schemas.openxmlformats.org/officeDocument/2006/relationships/oleObject" Target="../embeddings/oleObject41.bin"/><Relationship Id="rId12" Type="http://schemas.openxmlformats.org/officeDocument/2006/relationships/image" Target="../media/image39.wmf"/><Relationship Id="rId17" Type="http://schemas.openxmlformats.org/officeDocument/2006/relationships/oleObject" Target="../embeddings/oleObject46.bin"/><Relationship Id="rId25" Type="http://schemas.openxmlformats.org/officeDocument/2006/relationships/oleObject" Target="../embeddings/oleObject50.bin"/><Relationship Id="rId2" Type="http://schemas.openxmlformats.org/officeDocument/2006/relationships/notesSlide" Target="../notesSlides/notesSlide6.xml"/><Relationship Id="rId16" Type="http://schemas.openxmlformats.org/officeDocument/2006/relationships/image" Target="../media/image41.emf"/><Relationship Id="rId20" Type="http://schemas.openxmlformats.org/officeDocument/2006/relationships/image" Target="../media/image43.emf"/><Relationship Id="rId1" Type="http://schemas.openxmlformats.org/officeDocument/2006/relationships/slideLayout" Target="../slideLayouts/slideLayout2.xml"/><Relationship Id="rId6" Type="http://schemas.openxmlformats.org/officeDocument/2006/relationships/image" Target="../media/image36.emf"/><Relationship Id="rId11" Type="http://schemas.openxmlformats.org/officeDocument/2006/relationships/oleObject" Target="../embeddings/oleObject43.bin"/><Relationship Id="rId24" Type="http://schemas.openxmlformats.org/officeDocument/2006/relationships/image" Target="../media/image45.emf"/><Relationship Id="rId5" Type="http://schemas.openxmlformats.org/officeDocument/2006/relationships/oleObject" Target="../embeddings/oleObject40.bin"/><Relationship Id="rId15" Type="http://schemas.openxmlformats.org/officeDocument/2006/relationships/oleObject" Target="../embeddings/oleObject45.bin"/><Relationship Id="rId23" Type="http://schemas.openxmlformats.org/officeDocument/2006/relationships/oleObject" Target="../embeddings/oleObject49.bin"/><Relationship Id="rId10" Type="http://schemas.openxmlformats.org/officeDocument/2006/relationships/image" Target="../media/image38.emf"/><Relationship Id="rId19" Type="http://schemas.openxmlformats.org/officeDocument/2006/relationships/oleObject" Target="../embeddings/oleObject47.bin"/><Relationship Id="rId4" Type="http://schemas.openxmlformats.org/officeDocument/2006/relationships/image" Target="../media/image35.wmf"/><Relationship Id="rId9" Type="http://schemas.openxmlformats.org/officeDocument/2006/relationships/oleObject" Target="../embeddings/oleObject42.bin"/><Relationship Id="rId14" Type="http://schemas.openxmlformats.org/officeDocument/2006/relationships/image" Target="../media/image40.emf"/><Relationship Id="rId22" Type="http://schemas.openxmlformats.org/officeDocument/2006/relationships/image" Target="../media/image44.emf"/><Relationship Id="rId27" Type="http://schemas.openxmlformats.org/officeDocument/2006/relationships/slide" Target="slide1.xml"/></Relationships>
</file>

<file path=ppt/slides/_rels/slide7.xml.rels><?xml version="1.0" encoding="UTF-8" standalone="yes"?>
<Relationships xmlns="http://schemas.openxmlformats.org/package/2006/relationships"><Relationship Id="rId8" Type="http://schemas.openxmlformats.org/officeDocument/2006/relationships/image" Target="../media/image49.emf"/><Relationship Id="rId13" Type="http://schemas.openxmlformats.org/officeDocument/2006/relationships/slide" Target="slide1.xml"/><Relationship Id="rId18" Type="http://schemas.openxmlformats.org/officeDocument/2006/relationships/image" Target="../media/image54.png"/><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51.emf"/><Relationship Id="rId17" Type="http://schemas.openxmlformats.org/officeDocument/2006/relationships/image" Target="../media/image53.emf"/><Relationship Id="rId2" Type="http://schemas.openxmlformats.org/officeDocument/2006/relationships/notesSlide" Target="../notesSlides/notesSlide7.xml"/><Relationship Id="rId16" Type="http://schemas.openxmlformats.org/officeDocument/2006/relationships/oleObject" Target="../embeddings/oleObject57.bin"/><Relationship Id="rId20" Type="http://schemas.openxmlformats.org/officeDocument/2006/relationships/image" Target="../media/image55.emf"/><Relationship Id="rId1" Type="http://schemas.openxmlformats.org/officeDocument/2006/relationships/slideLayout" Target="../slideLayouts/slideLayout14.xml"/><Relationship Id="rId6" Type="http://schemas.openxmlformats.org/officeDocument/2006/relationships/image" Target="../media/image48.e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image" Target="../media/image52.emf"/><Relationship Id="rId10" Type="http://schemas.openxmlformats.org/officeDocument/2006/relationships/image" Target="../media/image50.emf"/><Relationship Id="rId19" Type="http://schemas.openxmlformats.org/officeDocument/2006/relationships/oleObject" Target="../embeddings/oleObject58.bin"/><Relationship Id="rId4" Type="http://schemas.openxmlformats.org/officeDocument/2006/relationships/image" Target="../media/image47.emf"/><Relationship Id="rId9" Type="http://schemas.openxmlformats.org/officeDocument/2006/relationships/oleObject" Target="../embeddings/oleObject54.bin"/><Relationship Id="rId14" Type="http://schemas.openxmlformats.org/officeDocument/2006/relationships/oleObject" Target="../embeddings/oleObject56.bin"/></Relationships>
</file>

<file path=ppt/slides/_rels/slide8.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slide" Target="slide1.xml"/><Relationship Id="rId7" Type="http://schemas.openxmlformats.org/officeDocument/2006/relationships/oleObject" Target="../embeddings/oleObject60.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emf"/><Relationship Id="rId4" Type="http://schemas.openxmlformats.org/officeDocument/2006/relationships/oleObject" Target="../embeddings/oleObject59.bin"/></Relationships>
</file>

<file path=ppt/slides/_rels/slide9.xml.rels><?xml version="1.0" encoding="UTF-8" standalone="yes"?>
<Relationships xmlns="http://schemas.openxmlformats.org/package/2006/relationships"><Relationship Id="rId8" Type="http://schemas.openxmlformats.org/officeDocument/2006/relationships/image" Target="../media/image61.emf"/><Relationship Id="rId13" Type="http://schemas.openxmlformats.org/officeDocument/2006/relationships/oleObject" Target="../embeddings/oleObject66.bin"/><Relationship Id="rId18" Type="http://schemas.openxmlformats.org/officeDocument/2006/relationships/image" Target="../media/image66.emf"/><Relationship Id="rId26" Type="http://schemas.openxmlformats.org/officeDocument/2006/relationships/image" Target="../media/image69.emf"/><Relationship Id="rId3" Type="http://schemas.openxmlformats.org/officeDocument/2006/relationships/oleObject" Target="../embeddings/oleObject61.bin"/><Relationship Id="rId21" Type="http://schemas.openxmlformats.org/officeDocument/2006/relationships/oleObject" Target="../embeddings/oleObject70.bin"/><Relationship Id="rId7" Type="http://schemas.openxmlformats.org/officeDocument/2006/relationships/oleObject" Target="../embeddings/oleObject63.bin"/><Relationship Id="rId12" Type="http://schemas.openxmlformats.org/officeDocument/2006/relationships/image" Target="../media/image63.wmf"/><Relationship Id="rId17" Type="http://schemas.openxmlformats.org/officeDocument/2006/relationships/oleObject" Target="../embeddings/oleObject68.bin"/><Relationship Id="rId25" Type="http://schemas.openxmlformats.org/officeDocument/2006/relationships/oleObject" Target="../embeddings/oleObject72.bin"/><Relationship Id="rId2" Type="http://schemas.openxmlformats.org/officeDocument/2006/relationships/notesSlide" Target="../notesSlides/notesSlide9.xml"/><Relationship Id="rId16" Type="http://schemas.openxmlformats.org/officeDocument/2006/relationships/image" Target="../media/image65.emf"/><Relationship Id="rId20" Type="http://schemas.openxmlformats.org/officeDocument/2006/relationships/oleObject" Target="../embeddings/oleObject69.bin"/><Relationship Id="rId29" Type="http://schemas.openxmlformats.org/officeDocument/2006/relationships/image" Target="../media/image71.png"/><Relationship Id="rId1" Type="http://schemas.openxmlformats.org/officeDocument/2006/relationships/slideLayout" Target="../slideLayouts/slideLayout14.xml"/><Relationship Id="rId6" Type="http://schemas.openxmlformats.org/officeDocument/2006/relationships/image" Target="../media/image60.emf"/><Relationship Id="rId11" Type="http://schemas.openxmlformats.org/officeDocument/2006/relationships/oleObject" Target="../embeddings/oleObject65.bin"/><Relationship Id="rId24" Type="http://schemas.openxmlformats.org/officeDocument/2006/relationships/image" Target="../media/image68.emf"/><Relationship Id="rId5" Type="http://schemas.openxmlformats.org/officeDocument/2006/relationships/oleObject" Target="../embeddings/oleObject62.bin"/><Relationship Id="rId15" Type="http://schemas.openxmlformats.org/officeDocument/2006/relationships/oleObject" Target="../embeddings/oleObject67.bin"/><Relationship Id="rId23" Type="http://schemas.openxmlformats.org/officeDocument/2006/relationships/oleObject" Target="../embeddings/oleObject71.bin"/><Relationship Id="rId28" Type="http://schemas.openxmlformats.org/officeDocument/2006/relationships/image" Target="../media/image70.emf"/><Relationship Id="rId10" Type="http://schemas.openxmlformats.org/officeDocument/2006/relationships/image" Target="../media/image62.emf"/><Relationship Id="rId19" Type="http://schemas.openxmlformats.org/officeDocument/2006/relationships/slide" Target="slide1.xml"/><Relationship Id="rId4" Type="http://schemas.openxmlformats.org/officeDocument/2006/relationships/image" Target="../media/image59.emf"/><Relationship Id="rId9" Type="http://schemas.openxmlformats.org/officeDocument/2006/relationships/oleObject" Target="../embeddings/oleObject64.bin"/><Relationship Id="rId14" Type="http://schemas.openxmlformats.org/officeDocument/2006/relationships/image" Target="../media/image64.wmf"/><Relationship Id="rId22" Type="http://schemas.openxmlformats.org/officeDocument/2006/relationships/image" Target="../media/image67.emf"/><Relationship Id="rId27" Type="http://schemas.openxmlformats.org/officeDocument/2006/relationships/oleObject" Target="../embeddings/oleObject73.bin"/><Relationship Id="rId30" Type="http://schemas.openxmlformats.org/officeDocument/2006/relationships/image" Target="../media/image33.png"/></Relationships>
</file>

<file path=ppt/slides/_rels/slide10.xml.rels><?xml version="1.0" encoding="UTF-8" standalone="yes"?>
<Relationships xmlns="http://schemas.openxmlformats.org/package/2006/relationships"><Relationship Id="rId13" Type="http://schemas.openxmlformats.org/officeDocument/2006/relationships/image" Target="../media/image76.wmf"/><Relationship Id="rId18" Type="http://schemas.openxmlformats.org/officeDocument/2006/relationships/oleObject" Target="../embeddings/oleObject81.bin"/><Relationship Id="rId26" Type="http://schemas.openxmlformats.org/officeDocument/2006/relationships/image" Target="../media/image83.wmf"/><Relationship Id="rId3" Type="http://schemas.openxmlformats.org/officeDocument/2006/relationships/slide" Target="slide1.xml"/><Relationship Id="rId21" Type="http://schemas.openxmlformats.org/officeDocument/2006/relationships/oleObject" Target="../embeddings/oleObject82.bin"/><Relationship Id="rId7" Type="http://schemas.openxmlformats.org/officeDocument/2006/relationships/image" Target="../media/image73.wmf"/><Relationship Id="rId12" Type="http://schemas.openxmlformats.org/officeDocument/2006/relationships/oleObject" Target="../embeddings/oleObject78.bin"/><Relationship Id="rId17" Type="http://schemas.openxmlformats.org/officeDocument/2006/relationships/image" Target="../media/image78.wmf"/><Relationship Id="rId25" Type="http://schemas.openxmlformats.org/officeDocument/2006/relationships/oleObject" Target="../embeddings/oleObject84.bin"/><Relationship Id="rId33" Type="http://schemas.openxmlformats.org/officeDocument/2006/relationships/oleObject" Target="../embeddings/oleObject89.bin"/><Relationship Id="rId2" Type="http://schemas.openxmlformats.org/officeDocument/2006/relationships/notesSlide" Target="../notesSlides/notesSlide10.xml"/><Relationship Id="rId16" Type="http://schemas.openxmlformats.org/officeDocument/2006/relationships/oleObject" Target="../embeddings/oleObject80.bin"/><Relationship Id="rId20" Type="http://schemas.openxmlformats.org/officeDocument/2006/relationships/image" Target="../media/image80.png"/><Relationship Id="rId29" Type="http://schemas.openxmlformats.org/officeDocument/2006/relationships/oleObject" Target="../embeddings/oleObject87.bin"/><Relationship Id="rId1" Type="http://schemas.openxmlformats.org/officeDocument/2006/relationships/slideLayout" Target="../slideLayouts/slideLayout2.xml"/><Relationship Id="rId6" Type="http://schemas.openxmlformats.org/officeDocument/2006/relationships/oleObject" Target="../embeddings/oleObject75.bin"/><Relationship Id="rId11" Type="http://schemas.openxmlformats.org/officeDocument/2006/relationships/image" Target="../media/image75.wmf"/><Relationship Id="rId24" Type="http://schemas.openxmlformats.org/officeDocument/2006/relationships/image" Target="../media/image82.wmf"/><Relationship Id="rId32" Type="http://schemas.openxmlformats.org/officeDocument/2006/relationships/image" Target="../media/image85.wmf"/><Relationship Id="rId5" Type="http://schemas.openxmlformats.org/officeDocument/2006/relationships/image" Target="../media/image72.wmf"/><Relationship Id="rId15" Type="http://schemas.openxmlformats.org/officeDocument/2006/relationships/image" Target="../media/image77.wmf"/><Relationship Id="rId23" Type="http://schemas.openxmlformats.org/officeDocument/2006/relationships/oleObject" Target="../embeddings/oleObject83.bin"/><Relationship Id="rId28" Type="http://schemas.openxmlformats.org/officeDocument/2006/relationships/oleObject" Target="../embeddings/oleObject86.bin"/><Relationship Id="rId10" Type="http://schemas.openxmlformats.org/officeDocument/2006/relationships/oleObject" Target="../embeddings/oleObject77.bin"/><Relationship Id="rId19" Type="http://schemas.openxmlformats.org/officeDocument/2006/relationships/image" Target="../media/image79.emf"/><Relationship Id="rId31" Type="http://schemas.openxmlformats.org/officeDocument/2006/relationships/oleObject" Target="../embeddings/oleObject88.bin"/><Relationship Id="rId4" Type="http://schemas.openxmlformats.org/officeDocument/2006/relationships/oleObject" Target="../embeddings/oleObject74.bin"/><Relationship Id="rId9" Type="http://schemas.openxmlformats.org/officeDocument/2006/relationships/image" Target="../media/image74.wmf"/><Relationship Id="rId14" Type="http://schemas.openxmlformats.org/officeDocument/2006/relationships/oleObject" Target="../embeddings/oleObject79.bin"/><Relationship Id="rId22" Type="http://schemas.openxmlformats.org/officeDocument/2006/relationships/image" Target="../media/image81.emf"/><Relationship Id="rId27" Type="http://schemas.openxmlformats.org/officeDocument/2006/relationships/oleObject" Target="../embeddings/oleObject85.bin"/><Relationship Id="rId30" Type="http://schemas.openxmlformats.org/officeDocument/2006/relationships/image" Target="../media/image84.wmf"/><Relationship Id="rId8" Type="http://schemas.openxmlformats.org/officeDocument/2006/relationships/oleObject" Target="../embeddings/oleObject76.bin"/></Relationships>
</file>

<file path=ppt/slides/_rels/slide11.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oleObject" Target="../embeddings/oleObject90.bin"/><Relationship Id="rId7" Type="http://schemas.openxmlformats.org/officeDocument/2006/relationships/slide" Target="slide1.xml"/><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87.emf"/><Relationship Id="rId5" Type="http://schemas.openxmlformats.org/officeDocument/2006/relationships/oleObject" Target="../embeddings/oleObject91.bin"/><Relationship Id="rId10" Type="http://schemas.openxmlformats.org/officeDocument/2006/relationships/image" Target="../media/image89.png"/><Relationship Id="rId4" Type="http://schemas.openxmlformats.org/officeDocument/2006/relationships/image" Target="../media/image86.emf"/><Relationship Id="rId9"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image" Target="../media/image92.emf"/><Relationship Id="rId13" Type="http://schemas.openxmlformats.org/officeDocument/2006/relationships/oleObject" Target="../embeddings/oleObject97.bin"/><Relationship Id="rId18" Type="http://schemas.openxmlformats.org/officeDocument/2006/relationships/image" Target="../media/image97.emf"/><Relationship Id="rId26" Type="http://schemas.openxmlformats.org/officeDocument/2006/relationships/oleObject" Target="../embeddings/oleObject103.bin"/><Relationship Id="rId3" Type="http://schemas.openxmlformats.org/officeDocument/2006/relationships/oleObject" Target="../embeddings/oleObject92.bin"/><Relationship Id="rId21" Type="http://schemas.openxmlformats.org/officeDocument/2006/relationships/oleObject" Target="../embeddings/oleObject101.bin"/><Relationship Id="rId7" Type="http://schemas.openxmlformats.org/officeDocument/2006/relationships/oleObject" Target="../embeddings/oleObject94.bin"/><Relationship Id="rId12" Type="http://schemas.openxmlformats.org/officeDocument/2006/relationships/image" Target="../media/image94.emf"/><Relationship Id="rId17" Type="http://schemas.openxmlformats.org/officeDocument/2006/relationships/oleObject" Target="../embeddings/oleObject99.bin"/><Relationship Id="rId25" Type="http://schemas.openxmlformats.org/officeDocument/2006/relationships/slide" Target="slide1.xml"/><Relationship Id="rId2" Type="http://schemas.openxmlformats.org/officeDocument/2006/relationships/notesSlide" Target="../notesSlides/notesSlide12.xml"/><Relationship Id="rId16" Type="http://schemas.openxmlformats.org/officeDocument/2006/relationships/image" Target="../media/image96.emf"/><Relationship Id="rId20" Type="http://schemas.openxmlformats.org/officeDocument/2006/relationships/image" Target="../media/image98.emf"/><Relationship Id="rId29" Type="http://schemas.openxmlformats.org/officeDocument/2006/relationships/image" Target="../media/image102.emf"/><Relationship Id="rId1" Type="http://schemas.openxmlformats.org/officeDocument/2006/relationships/slideLayout" Target="../slideLayouts/slideLayout2.xml"/><Relationship Id="rId6" Type="http://schemas.openxmlformats.org/officeDocument/2006/relationships/image" Target="../media/image91.emf"/><Relationship Id="rId11" Type="http://schemas.openxmlformats.org/officeDocument/2006/relationships/oleObject" Target="../embeddings/oleObject96.bin"/><Relationship Id="rId24" Type="http://schemas.openxmlformats.org/officeDocument/2006/relationships/image" Target="../media/image100.emf"/><Relationship Id="rId5" Type="http://schemas.openxmlformats.org/officeDocument/2006/relationships/oleObject" Target="../embeddings/oleObject93.bin"/><Relationship Id="rId15" Type="http://schemas.openxmlformats.org/officeDocument/2006/relationships/oleObject" Target="../embeddings/oleObject98.bin"/><Relationship Id="rId23" Type="http://schemas.openxmlformats.org/officeDocument/2006/relationships/oleObject" Target="../embeddings/oleObject102.bin"/><Relationship Id="rId28" Type="http://schemas.openxmlformats.org/officeDocument/2006/relationships/oleObject" Target="../embeddings/oleObject104.bin"/><Relationship Id="rId10" Type="http://schemas.openxmlformats.org/officeDocument/2006/relationships/image" Target="../media/image93.emf"/><Relationship Id="rId19" Type="http://schemas.openxmlformats.org/officeDocument/2006/relationships/oleObject" Target="../embeddings/oleObject100.bin"/><Relationship Id="rId4" Type="http://schemas.openxmlformats.org/officeDocument/2006/relationships/image" Target="../media/image90.emf"/><Relationship Id="rId9" Type="http://schemas.openxmlformats.org/officeDocument/2006/relationships/oleObject" Target="../embeddings/oleObject95.bin"/><Relationship Id="rId14" Type="http://schemas.openxmlformats.org/officeDocument/2006/relationships/image" Target="../media/image95.emf"/><Relationship Id="rId22" Type="http://schemas.openxmlformats.org/officeDocument/2006/relationships/image" Target="../media/image99.emf"/><Relationship Id="rId27" Type="http://schemas.openxmlformats.org/officeDocument/2006/relationships/image" Target="../media/image101.e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08.bin"/><Relationship Id="rId13" Type="http://schemas.openxmlformats.org/officeDocument/2006/relationships/oleObject" Target="../embeddings/oleObject110.bin"/><Relationship Id="rId3" Type="http://schemas.openxmlformats.org/officeDocument/2006/relationships/image" Target="../media/image103.emf"/><Relationship Id="rId7" Type="http://schemas.openxmlformats.org/officeDocument/2006/relationships/image" Target="../media/image105.emf"/><Relationship Id="rId12" Type="http://schemas.openxmlformats.org/officeDocument/2006/relationships/image" Target="../media/image107.emf"/><Relationship Id="rId2" Type="http://schemas.openxmlformats.org/officeDocument/2006/relationships/oleObject" Target="../embeddings/oleObject105.bin"/><Relationship Id="rId1" Type="http://schemas.openxmlformats.org/officeDocument/2006/relationships/slideLayout" Target="../slideLayouts/slideLayout2.xml"/><Relationship Id="rId6" Type="http://schemas.openxmlformats.org/officeDocument/2006/relationships/oleObject" Target="../embeddings/oleObject107.bin"/><Relationship Id="rId11" Type="http://schemas.openxmlformats.org/officeDocument/2006/relationships/oleObject" Target="../embeddings/oleObject109.bin"/><Relationship Id="rId5" Type="http://schemas.openxmlformats.org/officeDocument/2006/relationships/image" Target="../media/image104.emf"/><Relationship Id="rId15" Type="http://schemas.openxmlformats.org/officeDocument/2006/relationships/image" Target="../media/image109.png"/><Relationship Id="rId10" Type="http://schemas.openxmlformats.org/officeDocument/2006/relationships/slide" Target="slide1.xml"/><Relationship Id="rId4" Type="http://schemas.openxmlformats.org/officeDocument/2006/relationships/oleObject" Target="../embeddings/oleObject106.bin"/><Relationship Id="rId9" Type="http://schemas.openxmlformats.org/officeDocument/2006/relationships/image" Target="../media/image106.emf"/><Relationship Id="rId14" Type="http://schemas.openxmlformats.org/officeDocument/2006/relationships/image" Target="../media/image108.emf"/></Relationships>
</file>

<file path=ppt/slides/_rels/slide14.xml.rels><?xml version="1.0" encoding="UTF-8" standalone="yes"?>
<Relationships xmlns="http://schemas.openxmlformats.org/package/2006/relationships"><Relationship Id="rId8" Type="http://schemas.openxmlformats.org/officeDocument/2006/relationships/image" Target="../media/image112.emf"/><Relationship Id="rId3" Type="http://schemas.openxmlformats.org/officeDocument/2006/relationships/image" Target="../media/image110.emf"/><Relationship Id="rId7" Type="http://schemas.openxmlformats.org/officeDocument/2006/relationships/oleObject" Target="../embeddings/oleObject113.bin"/><Relationship Id="rId2" Type="http://schemas.openxmlformats.org/officeDocument/2006/relationships/oleObject" Target="../embeddings/oleObject111.bin"/><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11.emf"/><Relationship Id="rId4" Type="http://schemas.openxmlformats.org/officeDocument/2006/relationships/oleObject" Target="../embeddings/oleObject112.bin"/></Relationships>
</file>

<file path=ppt/slides/_rels/slide15.xml.rels><?xml version="1.0" encoding="UTF-8" standalone="yes"?>
<Relationships xmlns="http://schemas.openxmlformats.org/package/2006/relationships"><Relationship Id="rId8" Type="http://schemas.openxmlformats.org/officeDocument/2006/relationships/image" Target="../media/image115.emf"/><Relationship Id="rId13" Type="http://schemas.openxmlformats.org/officeDocument/2006/relationships/oleObject" Target="../embeddings/oleObject119.bin"/><Relationship Id="rId18" Type="http://schemas.openxmlformats.org/officeDocument/2006/relationships/image" Target="../media/image120.emf"/><Relationship Id="rId26" Type="http://schemas.openxmlformats.org/officeDocument/2006/relationships/oleObject" Target="../embeddings/oleObject125.bin"/><Relationship Id="rId3" Type="http://schemas.openxmlformats.org/officeDocument/2006/relationships/oleObject" Target="../embeddings/oleObject114.bin"/><Relationship Id="rId21" Type="http://schemas.openxmlformats.org/officeDocument/2006/relationships/oleObject" Target="../embeddings/oleObject123.bin"/><Relationship Id="rId7" Type="http://schemas.openxmlformats.org/officeDocument/2006/relationships/oleObject" Target="../embeddings/oleObject116.bin"/><Relationship Id="rId12" Type="http://schemas.openxmlformats.org/officeDocument/2006/relationships/image" Target="../media/image117.emf"/><Relationship Id="rId17" Type="http://schemas.openxmlformats.org/officeDocument/2006/relationships/oleObject" Target="../embeddings/oleObject121.bin"/><Relationship Id="rId25" Type="http://schemas.openxmlformats.org/officeDocument/2006/relationships/image" Target="../media/image123.emf"/><Relationship Id="rId2" Type="http://schemas.openxmlformats.org/officeDocument/2006/relationships/notesSlide" Target="../notesSlides/notesSlide13.xml"/><Relationship Id="rId16" Type="http://schemas.openxmlformats.org/officeDocument/2006/relationships/image" Target="../media/image119.emf"/><Relationship Id="rId20" Type="http://schemas.openxmlformats.org/officeDocument/2006/relationships/image" Target="../media/image121.emf"/><Relationship Id="rId29" Type="http://schemas.openxmlformats.org/officeDocument/2006/relationships/image" Target="../media/image125.emf"/><Relationship Id="rId1" Type="http://schemas.openxmlformats.org/officeDocument/2006/relationships/slideLayout" Target="../slideLayouts/slideLayout2.xml"/><Relationship Id="rId6" Type="http://schemas.openxmlformats.org/officeDocument/2006/relationships/image" Target="../media/image114.emf"/><Relationship Id="rId11" Type="http://schemas.openxmlformats.org/officeDocument/2006/relationships/oleObject" Target="../embeddings/oleObject118.bin"/><Relationship Id="rId24" Type="http://schemas.openxmlformats.org/officeDocument/2006/relationships/oleObject" Target="../embeddings/oleObject124.bin"/><Relationship Id="rId5" Type="http://schemas.openxmlformats.org/officeDocument/2006/relationships/oleObject" Target="../embeddings/oleObject115.bin"/><Relationship Id="rId15" Type="http://schemas.openxmlformats.org/officeDocument/2006/relationships/oleObject" Target="../embeddings/oleObject120.bin"/><Relationship Id="rId23" Type="http://schemas.openxmlformats.org/officeDocument/2006/relationships/slide" Target="slide1.xml"/><Relationship Id="rId28" Type="http://schemas.openxmlformats.org/officeDocument/2006/relationships/oleObject" Target="../embeddings/oleObject126.bin"/><Relationship Id="rId10" Type="http://schemas.openxmlformats.org/officeDocument/2006/relationships/image" Target="../media/image116.emf"/><Relationship Id="rId19" Type="http://schemas.openxmlformats.org/officeDocument/2006/relationships/oleObject" Target="../embeddings/oleObject122.bin"/><Relationship Id="rId4" Type="http://schemas.openxmlformats.org/officeDocument/2006/relationships/image" Target="../media/image113.emf"/><Relationship Id="rId9" Type="http://schemas.openxmlformats.org/officeDocument/2006/relationships/oleObject" Target="../embeddings/oleObject117.bin"/><Relationship Id="rId14" Type="http://schemas.openxmlformats.org/officeDocument/2006/relationships/image" Target="../media/image118.emf"/><Relationship Id="rId22" Type="http://schemas.openxmlformats.org/officeDocument/2006/relationships/image" Target="../media/image122.emf"/><Relationship Id="rId27" Type="http://schemas.openxmlformats.org/officeDocument/2006/relationships/image" Target="../media/image124.emf"/></Relationships>
</file>

<file path=ppt/slides/_rels/slide16.xml.rels><?xml version="1.0" encoding="UTF-8" standalone="yes"?>
<Relationships xmlns="http://schemas.openxmlformats.org/package/2006/relationships"><Relationship Id="rId8" Type="http://schemas.openxmlformats.org/officeDocument/2006/relationships/image" Target="../media/image128.emf"/><Relationship Id="rId13" Type="http://schemas.openxmlformats.org/officeDocument/2006/relationships/oleObject" Target="../embeddings/oleObject132.bin"/><Relationship Id="rId3" Type="http://schemas.openxmlformats.org/officeDocument/2006/relationships/oleObject" Target="../embeddings/oleObject127.bin"/><Relationship Id="rId7" Type="http://schemas.openxmlformats.org/officeDocument/2006/relationships/oleObject" Target="../embeddings/oleObject129.bin"/><Relationship Id="rId12" Type="http://schemas.openxmlformats.org/officeDocument/2006/relationships/image" Target="../media/image130.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7.emf"/><Relationship Id="rId11" Type="http://schemas.openxmlformats.org/officeDocument/2006/relationships/oleObject" Target="../embeddings/oleObject131.bin"/><Relationship Id="rId5" Type="http://schemas.openxmlformats.org/officeDocument/2006/relationships/oleObject" Target="../embeddings/oleObject128.bin"/><Relationship Id="rId15" Type="http://schemas.openxmlformats.org/officeDocument/2006/relationships/slide" Target="slide1.xml"/><Relationship Id="rId10" Type="http://schemas.openxmlformats.org/officeDocument/2006/relationships/image" Target="../media/image129.emf"/><Relationship Id="rId4" Type="http://schemas.openxmlformats.org/officeDocument/2006/relationships/image" Target="../media/image126.emf"/><Relationship Id="rId9" Type="http://schemas.openxmlformats.org/officeDocument/2006/relationships/oleObject" Target="../embeddings/oleObject130.bin"/><Relationship Id="rId14" Type="http://schemas.openxmlformats.org/officeDocument/2006/relationships/image" Target="../media/image131.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灯片编号占位符 3">
            <a:extLst>
              <a:ext uri="{FF2B5EF4-FFF2-40B4-BE49-F238E27FC236}">
                <a16:creationId xmlns:a16="http://schemas.microsoft.com/office/drawing/2014/main" id="{55AFFC38-1E7B-ECE6-6F0E-BCFA4BD88A93}"/>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91F9E4E-6B4A-479F-BDE5-B133EC1B76EF}" type="slidenum">
              <a:rPr altLang="zh-CN" sz="1400" b="0">
                <a:solidFill>
                  <a:schemeClr val="tx1"/>
                </a:solidFill>
                <a:ea typeface="宋体" panose="02010600030101010101" pitchFamily="2" charset="-122"/>
              </a:rPr>
              <a:pPr/>
              <a:t>1</a:t>
            </a:fld>
            <a:endParaRPr lang="zh-CN" altLang="zh-CN" sz="1400" b="0">
              <a:solidFill>
                <a:schemeClr val="tx1"/>
              </a:solidFill>
              <a:ea typeface="宋体" panose="02010600030101010101" pitchFamily="2" charset="-122"/>
            </a:endParaRPr>
          </a:p>
        </p:txBody>
      </p:sp>
      <p:sp>
        <p:nvSpPr>
          <p:cNvPr id="863234" name="Rectangle 2">
            <a:extLst>
              <a:ext uri="{FF2B5EF4-FFF2-40B4-BE49-F238E27FC236}">
                <a16:creationId xmlns:a16="http://schemas.microsoft.com/office/drawing/2014/main" id="{FDB92F53-9CEC-042A-950F-748A6802CFC5}"/>
              </a:ext>
            </a:extLst>
          </p:cNvPr>
          <p:cNvSpPr>
            <a:spLocks noGrp="1" noChangeArrowheads="1"/>
          </p:cNvSpPr>
          <p:nvPr>
            <p:ph type="title"/>
          </p:nvPr>
        </p:nvSpPr>
        <p:spPr bwMode="auto">
          <a:xfrm>
            <a:off x="539750" y="620713"/>
            <a:ext cx="8229600" cy="504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2800" b="1">
                <a:solidFill>
                  <a:schemeClr val="bg1"/>
                </a:solidFill>
                <a:latin typeface="Times New Roman" panose="02020603050405020304" pitchFamily="18" charset="0"/>
                <a:ea typeface="幼圆" panose="02010509060101010101" pitchFamily="49" charset="-122"/>
              </a:rPr>
              <a:t>2.7   </a:t>
            </a:r>
            <a:r>
              <a:rPr lang="zh-CN" altLang="en-US" sz="2800" b="1">
                <a:solidFill>
                  <a:schemeClr val="bg1"/>
                </a:solidFill>
                <a:latin typeface="幼圆" panose="02010509060101010101" pitchFamily="49" charset="-122"/>
                <a:ea typeface="幼圆" panose="02010509060101010101" pitchFamily="49" charset="-122"/>
              </a:rPr>
              <a:t>电磁场的边界条件</a:t>
            </a:r>
          </a:p>
        </p:txBody>
      </p:sp>
      <p:sp>
        <p:nvSpPr>
          <p:cNvPr id="863235" name="Rectangle 3">
            <a:extLst>
              <a:ext uri="{FF2B5EF4-FFF2-40B4-BE49-F238E27FC236}">
                <a16:creationId xmlns:a16="http://schemas.microsoft.com/office/drawing/2014/main" id="{F4CDE417-B5C1-0BAC-441F-572075D26C6C}"/>
              </a:ext>
            </a:extLst>
          </p:cNvPr>
          <p:cNvSpPr>
            <a:spLocks noChangeArrowheads="1"/>
          </p:cNvSpPr>
          <p:nvPr/>
        </p:nvSpPr>
        <p:spPr bwMode="auto">
          <a:xfrm>
            <a:off x="466725" y="1387475"/>
            <a:ext cx="51847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buFontTx/>
              <a:buChar char="•"/>
            </a:pPr>
            <a:r>
              <a:rPr lang="en-US" altLang="zh-CN" sz="2800">
                <a:latin typeface="幼圆" panose="02010509060101010101" pitchFamily="49" charset="-122"/>
                <a:ea typeface="幼圆" panose="02010509060101010101" pitchFamily="49" charset="-122"/>
              </a:rPr>
              <a:t> </a:t>
            </a:r>
            <a:r>
              <a:rPr lang="zh-CN" altLang="en-US">
                <a:latin typeface="宋体" panose="02010600030101010101" pitchFamily="2" charset="-122"/>
                <a:ea typeface="宋体" panose="02010600030101010101" pitchFamily="2" charset="-122"/>
              </a:rPr>
              <a:t>什么是电磁场的边界条件</a:t>
            </a:r>
            <a:r>
              <a:rPr lang="en-US" altLang="zh-CN">
                <a:latin typeface="宋体" panose="02010600030101010101" pitchFamily="2" charset="-122"/>
                <a:ea typeface="宋体" panose="02010600030101010101" pitchFamily="2" charset="-122"/>
              </a:rPr>
              <a:t>?</a:t>
            </a:r>
          </a:p>
        </p:txBody>
      </p:sp>
      <p:sp>
        <p:nvSpPr>
          <p:cNvPr id="863236" name="Rectangle 4">
            <a:extLst>
              <a:ext uri="{FF2B5EF4-FFF2-40B4-BE49-F238E27FC236}">
                <a16:creationId xmlns:a16="http://schemas.microsoft.com/office/drawing/2014/main" id="{7129F5D2-A470-F7CA-FFBD-350CDC95C895}"/>
              </a:ext>
            </a:extLst>
          </p:cNvPr>
          <p:cNvSpPr>
            <a:spLocks noChangeArrowheads="1"/>
          </p:cNvSpPr>
          <p:nvPr/>
        </p:nvSpPr>
        <p:spPr bwMode="auto">
          <a:xfrm>
            <a:off x="431800" y="2393950"/>
            <a:ext cx="52927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buFontTx/>
              <a:buChar char="•"/>
            </a:pPr>
            <a:r>
              <a:rPr lang="en-US" altLang="zh-CN" sz="2800">
                <a:latin typeface="幼圆" panose="02010509060101010101" pitchFamily="49" charset="-122"/>
                <a:ea typeface="幼圆" panose="02010509060101010101" pitchFamily="49" charset="-122"/>
              </a:rPr>
              <a:t> </a:t>
            </a:r>
            <a:r>
              <a:rPr lang="zh-CN" altLang="en-US">
                <a:latin typeface="宋体" panose="02010600030101010101" pitchFamily="2" charset="-122"/>
                <a:ea typeface="宋体" panose="02010600030101010101" pitchFamily="2" charset="-122"/>
              </a:rPr>
              <a:t>为什么要研究边界条件</a:t>
            </a:r>
            <a:r>
              <a:rPr lang="en-US" altLang="zh-CN" sz="2800">
                <a:latin typeface="幼圆" panose="02010509060101010101" pitchFamily="49" charset="-122"/>
                <a:ea typeface="幼圆" panose="02010509060101010101" pitchFamily="49" charset="-122"/>
              </a:rPr>
              <a:t>?</a:t>
            </a:r>
          </a:p>
        </p:txBody>
      </p:sp>
      <p:grpSp>
        <p:nvGrpSpPr>
          <p:cNvPr id="2" name="Group 5">
            <a:extLst>
              <a:ext uri="{FF2B5EF4-FFF2-40B4-BE49-F238E27FC236}">
                <a16:creationId xmlns:a16="http://schemas.microsoft.com/office/drawing/2014/main" id="{3C9F506A-A4BC-D293-36F2-827021B0DC97}"/>
              </a:ext>
            </a:extLst>
          </p:cNvPr>
          <p:cNvGrpSpPr>
            <a:grpSpLocks/>
          </p:cNvGrpSpPr>
          <p:nvPr/>
        </p:nvGrpSpPr>
        <p:grpSpPr bwMode="auto">
          <a:xfrm>
            <a:off x="5940425" y="1387475"/>
            <a:ext cx="3095625" cy="2374900"/>
            <a:chOff x="3424" y="436"/>
            <a:chExt cx="2132" cy="1496"/>
          </a:xfrm>
        </p:grpSpPr>
        <p:grpSp>
          <p:nvGrpSpPr>
            <p:cNvPr id="247824" name="Group 6">
              <a:extLst>
                <a:ext uri="{FF2B5EF4-FFF2-40B4-BE49-F238E27FC236}">
                  <a16:creationId xmlns:a16="http://schemas.microsoft.com/office/drawing/2014/main" id="{A73A205C-D4A6-935F-6DAE-E382C25EDC37}"/>
                </a:ext>
              </a:extLst>
            </p:cNvPr>
            <p:cNvGrpSpPr>
              <a:grpSpLocks/>
            </p:cNvGrpSpPr>
            <p:nvPr/>
          </p:nvGrpSpPr>
          <p:grpSpPr bwMode="auto">
            <a:xfrm>
              <a:off x="3424" y="436"/>
              <a:ext cx="2132" cy="1496"/>
              <a:chOff x="3470" y="346"/>
              <a:chExt cx="2132" cy="1496"/>
            </a:xfrm>
          </p:grpSpPr>
          <p:sp>
            <p:nvSpPr>
              <p:cNvPr id="247828" name="Rectangle 7">
                <a:extLst>
                  <a:ext uri="{FF2B5EF4-FFF2-40B4-BE49-F238E27FC236}">
                    <a16:creationId xmlns:a16="http://schemas.microsoft.com/office/drawing/2014/main" id="{14E0DCB4-0557-A70E-8A19-8811CC6D10F5}"/>
                  </a:ext>
                </a:extLst>
              </p:cNvPr>
              <p:cNvSpPr>
                <a:spLocks noChangeArrowheads="1"/>
              </p:cNvSpPr>
              <p:nvPr/>
            </p:nvSpPr>
            <p:spPr bwMode="auto">
              <a:xfrm>
                <a:off x="3470" y="346"/>
                <a:ext cx="2132" cy="912"/>
              </a:xfrm>
              <a:prstGeom prst="rect">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7829" name="Rectangle 8">
                <a:extLst>
                  <a:ext uri="{FF2B5EF4-FFF2-40B4-BE49-F238E27FC236}">
                    <a16:creationId xmlns:a16="http://schemas.microsoft.com/office/drawing/2014/main" id="{704F0E8B-6F7A-7845-479F-7E3FBAE7CBC1}"/>
                  </a:ext>
                </a:extLst>
              </p:cNvPr>
              <p:cNvSpPr>
                <a:spLocks noChangeArrowheads="1"/>
              </p:cNvSpPr>
              <p:nvPr/>
            </p:nvSpPr>
            <p:spPr bwMode="auto">
              <a:xfrm>
                <a:off x="3470" y="1071"/>
                <a:ext cx="2132" cy="771"/>
              </a:xfrm>
              <a:prstGeom prst="rect">
                <a:avLst/>
              </a:prstGeom>
              <a:solidFill>
                <a:srgbClr val="00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7830" name="Line 9">
                <a:extLst>
                  <a:ext uri="{FF2B5EF4-FFF2-40B4-BE49-F238E27FC236}">
                    <a16:creationId xmlns:a16="http://schemas.microsoft.com/office/drawing/2014/main" id="{808F6FFD-2159-7BEA-548B-410B7F9738EE}"/>
                  </a:ext>
                </a:extLst>
              </p:cNvPr>
              <p:cNvSpPr>
                <a:spLocks noChangeShapeType="1"/>
              </p:cNvSpPr>
              <p:nvPr/>
            </p:nvSpPr>
            <p:spPr bwMode="auto">
              <a:xfrm flipV="1">
                <a:off x="4558" y="505"/>
                <a:ext cx="17" cy="1292"/>
              </a:xfrm>
              <a:prstGeom prst="line">
                <a:avLst/>
              </a:prstGeom>
              <a:noFill/>
              <a:ln w="38100">
                <a:solidFill>
                  <a:srgbClr val="0000FF"/>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47831" name="Object 10">
                <a:extLst>
                  <a:ext uri="{FF2B5EF4-FFF2-40B4-BE49-F238E27FC236}">
                    <a16:creationId xmlns:a16="http://schemas.microsoft.com/office/drawing/2014/main" id="{019AB615-4413-FE7B-B542-9B855A28C8EC}"/>
                  </a:ext>
                </a:extLst>
              </p:cNvPr>
              <p:cNvGraphicFramePr>
                <a:graphicFrameLocks noChangeAspect="1"/>
              </p:cNvGraphicFramePr>
              <p:nvPr/>
            </p:nvGraphicFramePr>
            <p:xfrm>
              <a:off x="4286" y="354"/>
              <a:ext cx="272" cy="322"/>
            </p:xfrm>
            <a:graphic>
              <a:graphicData uri="http://schemas.openxmlformats.org/presentationml/2006/ole">
                <mc:AlternateContent xmlns:mc="http://schemas.openxmlformats.org/markup-compatibility/2006">
                  <mc:Choice xmlns:v="urn:schemas-microsoft-com:vml" Requires="v">
                    <p:oleObj r:id="rId3" imgW="165028" imgH="228501" progId="Equation.DSMT4">
                      <p:embed/>
                    </p:oleObj>
                  </mc:Choice>
                  <mc:Fallback>
                    <p:oleObj r:id="rId3" imgW="165028" imgH="228501"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 y="354"/>
                            <a:ext cx="27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7832" name="Text Box 11">
                <a:extLst>
                  <a:ext uri="{FF2B5EF4-FFF2-40B4-BE49-F238E27FC236}">
                    <a16:creationId xmlns:a16="http://schemas.microsoft.com/office/drawing/2014/main" id="{5AD766AF-4260-4E2E-95BB-05E21D8ACD03}"/>
                  </a:ext>
                </a:extLst>
              </p:cNvPr>
              <p:cNvSpPr txBox="1">
                <a:spLocks noChangeArrowheads="1"/>
              </p:cNvSpPr>
              <p:nvPr/>
            </p:nvSpPr>
            <p:spPr bwMode="auto">
              <a:xfrm>
                <a:off x="3560" y="709"/>
                <a:ext cx="6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1</a:t>
                </a:r>
              </a:p>
            </p:txBody>
          </p:sp>
          <p:sp>
            <p:nvSpPr>
              <p:cNvPr id="247833" name="Text Box 12">
                <a:extLst>
                  <a:ext uri="{FF2B5EF4-FFF2-40B4-BE49-F238E27FC236}">
                    <a16:creationId xmlns:a16="http://schemas.microsoft.com/office/drawing/2014/main" id="{FFCDF550-7220-0033-B13E-B6EFFCD2DDBA}"/>
                  </a:ext>
                </a:extLst>
              </p:cNvPr>
              <p:cNvSpPr txBox="1">
                <a:spLocks noChangeArrowheads="1"/>
              </p:cNvSpPr>
              <p:nvPr/>
            </p:nvSpPr>
            <p:spPr bwMode="auto">
              <a:xfrm>
                <a:off x="3560" y="1253"/>
                <a:ext cx="6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2</a:t>
                </a:r>
              </a:p>
            </p:txBody>
          </p:sp>
        </p:grpSp>
        <p:sp>
          <p:nvSpPr>
            <p:cNvPr id="247825" name="Line 13">
              <a:extLst>
                <a:ext uri="{FF2B5EF4-FFF2-40B4-BE49-F238E27FC236}">
                  <a16:creationId xmlns:a16="http://schemas.microsoft.com/office/drawing/2014/main" id="{9239C062-7137-D787-26A2-00A1E10B0B85}"/>
                </a:ext>
              </a:extLst>
            </p:cNvPr>
            <p:cNvSpPr>
              <a:spLocks noChangeShapeType="1"/>
            </p:cNvSpPr>
            <p:nvPr/>
          </p:nvSpPr>
          <p:spPr bwMode="auto">
            <a:xfrm flipV="1">
              <a:off x="4067" y="1162"/>
              <a:ext cx="454" cy="635"/>
            </a:xfrm>
            <a:prstGeom prst="line">
              <a:avLst/>
            </a:prstGeom>
            <a:noFill/>
            <a:ln w="317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7826" name="Line 14">
              <a:extLst>
                <a:ext uri="{FF2B5EF4-FFF2-40B4-BE49-F238E27FC236}">
                  <a16:creationId xmlns:a16="http://schemas.microsoft.com/office/drawing/2014/main" id="{1A3E962B-F283-66AB-04F7-DF8B577C222F}"/>
                </a:ext>
              </a:extLst>
            </p:cNvPr>
            <p:cNvSpPr>
              <a:spLocks noChangeShapeType="1"/>
            </p:cNvSpPr>
            <p:nvPr/>
          </p:nvSpPr>
          <p:spPr bwMode="auto">
            <a:xfrm flipV="1">
              <a:off x="4521" y="799"/>
              <a:ext cx="545" cy="363"/>
            </a:xfrm>
            <a:prstGeom prst="line">
              <a:avLst/>
            </a:prstGeom>
            <a:noFill/>
            <a:ln w="317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7827" name="Rectangle 15">
              <a:extLst>
                <a:ext uri="{FF2B5EF4-FFF2-40B4-BE49-F238E27FC236}">
                  <a16:creationId xmlns:a16="http://schemas.microsoft.com/office/drawing/2014/main" id="{8566FB1B-E2A8-6415-4B0A-6B22611F061D}"/>
                </a:ext>
              </a:extLst>
            </p:cNvPr>
            <p:cNvSpPr>
              <a:spLocks noChangeArrowheads="1"/>
            </p:cNvSpPr>
            <p:nvPr/>
          </p:nvSpPr>
          <p:spPr bwMode="auto">
            <a:xfrm>
              <a:off x="3424" y="436"/>
              <a:ext cx="2131" cy="149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sp>
        <p:nvSpPr>
          <p:cNvPr id="863248" name="Rectangle 16">
            <a:extLst>
              <a:ext uri="{FF2B5EF4-FFF2-40B4-BE49-F238E27FC236}">
                <a16:creationId xmlns:a16="http://schemas.microsoft.com/office/drawing/2014/main" id="{F7F41786-15AA-3478-0811-886F62BDFCCC}"/>
              </a:ext>
            </a:extLst>
          </p:cNvPr>
          <p:cNvSpPr>
            <a:spLocks noChangeArrowheads="1"/>
          </p:cNvSpPr>
          <p:nvPr/>
        </p:nvSpPr>
        <p:spPr bwMode="auto">
          <a:xfrm>
            <a:off x="431800" y="3403600"/>
            <a:ext cx="52927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buFontTx/>
              <a:buChar char="•"/>
            </a:pPr>
            <a:r>
              <a:rPr lang="en-US" altLang="zh-CN" sz="2800">
                <a:latin typeface="幼圆" panose="02010509060101010101" pitchFamily="49" charset="-122"/>
                <a:ea typeface="幼圆" panose="02010509060101010101" pitchFamily="49" charset="-122"/>
              </a:rPr>
              <a:t> </a:t>
            </a:r>
            <a:r>
              <a:rPr lang="zh-CN" altLang="en-US">
                <a:latin typeface="宋体" panose="02010600030101010101" pitchFamily="2" charset="-122"/>
                <a:ea typeface="宋体" panose="02010600030101010101" pitchFamily="2" charset="-122"/>
              </a:rPr>
              <a:t>如何讨论边界条件</a:t>
            </a:r>
            <a:r>
              <a:rPr lang="en-US" altLang="zh-CN">
                <a:latin typeface="宋体" panose="02010600030101010101" pitchFamily="2" charset="-122"/>
                <a:ea typeface="宋体" panose="02010600030101010101" pitchFamily="2" charset="-122"/>
              </a:rPr>
              <a:t>?</a:t>
            </a:r>
          </a:p>
        </p:txBody>
      </p:sp>
      <p:sp>
        <p:nvSpPr>
          <p:cNvPr id="863249" name="Rectangle 17">
            <a:extLst>
              <a:ext uri="{FF2B5EF4-FFF2-40B4-BE49-F238E27FC236}">
                <a16:creationId xmlns:a16="http://schemas.microsoft.com/office/drawing/2014/main" id="{8BA85303-8BDD-8255-E11B-A8816A688151}"/>
              </a:ext>
            </a:extLst>
          </p:cNvPr>
          <p:cNvSpPr>
            <a:spLocks noChangeArrowheads="1"/>
          </p:cNvSpPr>
          <p:nvPr/>
        </p:nvSpPr>
        <p:spPr bwMode="auto">
          <a:xfrm>
            <a:off x="323850" y="2401888"/>
            <a:ext cx="5761038" cy="2657475"/>
          </a:xfrm>
          <a:prstGeom prst="rect">
            <a:avLst/>
          </a:prstGeom>
          <a:solidFill>
            <a:srgbClr val="0000FF"/>
          </a:solidFill>
          <a:ln w="9525">
            <a:solidFill>
              <a:srgbClr val="FF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en-US" altLang="zh-CN"/>
              <a:t>       </a:t>
            </a:r>
            <a:r>
              <a:rPr lang="zh-CN" altLang="en-US"/>
              <a:t>实际电磁场问题都是在一定的物理空间内发生的，该空间中可能是由多种不同媒质组成的。边界条件就是不同媒质的分界面上的电磁场矢量满足的关系，是在不同媒质分界面上电磁场的基本属性。</a:t>
            </a:r>
          </a:p>
        </p:txBody>
      </p:sp>
      <p:sp>
        <p:nvSpPr>
          <p:cNvPr id="863250" name="Rectangle 18">
            <a:extLst>
              <a:ext uri="{FF2B5EF4-FFF2-40B4-BE49-F238E27FC236}">
                <a16:creationId xmlns:a16="http://schemas.microsoft.com/office/drawing/2014/main" id="{34BEB79B-9739-DB48-08D2-AF88C6AB2FC9}"/>
              </a:ext>
            </a:extLst>
          </p:cNvPr>
          <p:cNvSpPr>
            <a:spLocks noChangeArrowheads="1"/>
          </p:cNvSpPr>
          <p:nvPr/>
        </p:nvSpPr>
        <p:spPr bwMode="auto">
          <a:xfrm>
            <a:off x="468313" y="3114675"/>
            <a:ext cx="5688012" cy="2474913"/>
          </a:xfrm>
          <a:prstGeom prst="rect">
            <a:avLst/>
          </a:prstGeom>
          <a:solidFill>
            <a:srgbClr val="0000FF"/>
          </a:solidFill>
          <a:ln w="9525">
            <a:solidFill>
              <a:srgbClr val="FF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ea typeface="宋体" panose="02010600030101010101" pitchFamily="2" charset="-122"/>
              </a:rPr>
              <a:t>物理</a:t>
            </a:r>
            <a:r>
              <a:rPr lang="zh-CN" altLang="en-US"/>
              <a:t>：</a:t>
            </a:r>
            <a:r>
              <a:rPr lang="zh-CN" altLang="en-US">
                <a:solidFill>
                  <a:srgbClr val="FF3300"/>
                </a:solidFill>
                <a:latin typeface="楷体_GB2312" pitchFamily="49" charset="-122"/>
              </a:rPr>
              <a:t>由于在分界面两侧介质的特性参               </a:t>
            </a:r>
          </a:p>
          <a:p>
            <a:pPr eaLnBrk="1" hangingPunct="1">
              <a:lnSpc>
                <a:spcPct val="130000"/>
              </a:lnSpc>
            </a:pPr>
            <a:r>
              <a:rPr lang="zh-CN" altLang="en-US">
                <a:solidFill>
                  <a:srgbClr val="FF3300"/>
                </a:solidFill>
                <a:latin typeface="楷体_GB2312" pitchFamily="49" charset="-122"/>
              </a:rPr>
              <a:t>      数发生突变，场在界面两侧也发</a:t>
            </a:r>
          </a:p>
          <a:p>
            <a:pPr eaLnBrk="1" hangingPunct="1">
              <a:lnSpc>
                <a:spcPct val="130000"/>
              </a:lnSpc>
            </a:pPr>
            <a:r>
              <a:rPr lang="zh-CN" altLang="en-US">
                <a:solidFill>
                  <a:srgbClr val="FF3300"/>
                </a:solidFill>
                <a:latin typeface="楷体_GB2312" pitchFamily="49" charset="-122"/>
              </a:rPr>
              <a:t>      生突变</a:t>
            </a:r>
            <a:r>
              <a:rPr lang="zh-CN" altLang="en-US">
                <a:latin typeface="楷体_GB2312" pitchFamily="49" charset="-122"/>
              </a:rPr>
              <a:t>。麦克斯韦方程组的微分</a:t>
            </a:r>
          </a:p>
          <a:p>
            <a:pPr eaLnBrk="1" hangingPunct="1">
              <a:lnSpc>
                <a:spcPct val="130000"/>
              </a:lnSpc>
            </a:pPr>
            <a:r>
              <a:rPr lang="zh-CN" altLang="en-US">
                <a:latin typeface="楷体_GB2312" pitchFamily="49" charset="-122"/>
              </a:rPr>
              <a:t>      形式在分界面两侧失去意义，必</a:t>
            </a:r>
          </a:p>
          <a:p>
            <a:pPr eaLnBrk="1" hangingPunct="1">
              <a:lnSpc>
                <a:spcPct val="130000"/>
              </a:lnSpc>
            </a:pPr>
            <a:r>
              <a:rPr lang="zh-CN" altLang="en-US">
                <a:latin typeface="楷体_GB2312" pitchFamily="49" charset="-122"/>
              </a:rPr>
              <a:t>      须采用边界条件。</a:t>
            </a:r>
          </a:p>
        </p:txBody>
      </p:sp>
      <p:sp>
        <p:nvSpPr>
          <p:cNvPr id="863251" name="Rectangle 19">
            <a:extLst>
              <a:ext uri="{FF2B5EF4-FFF2-40B4-BE49-F238E27FC236}">
                <a16:creationId xmlns:a16="http://schemas.microsoft.com/office/drawing/2014/main" id="{038B7920-1F1A-EA13-00A9-041DC2D00CDE}"/>
              </a:ext>
            </a:extLst>
          </p:cNvPr>
          <p:cNvSpPr>
            <a:spLocks noChangeArrowheads="1"/>
          </p:cNvSpPr>
          <p:nvPr/>
        </p:nvSpPr>
        <p:spPr bwMode="auto">
          <a:xfrm>
            <a:off x="970059" y="4124457"/>
            <a:ext cx="5832475" cy="1005147"/>
          </a:xfrm>
          <a:prstGeom prst="rect">
            <a:avLst/>
          </a:prstGeom>
          <a:solidFill>
            <a:srgbClr val="0000FF"/>
          </a:solidFill>
          <a:ln w="9525">
            <a:solidFill>
              <a:srgbClr val="FF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dirty="0">
                <a:ea typeface="宋体" panose="02010600030101010101" pitchFamily="2" charset="-122"/>
              </a:rPr>
              <a:t>数学</a:t>
            </a:r>
            <a:r>
              <a:rPr lang="zh-CN" altLang="en-US" dirty="0"/>
              <a:t>：麦克斯韦方程组的解是不确定的，边界条件起定解的作用。</a:t>
            </a:r>
          </a:p>
        </p:txBody>
      </p:sp>
      <p:sp>
        <p:nvSpPr>
          <p:cNvPr id="863252" name="Rectangle 20">
            <a:extLst>
              <a:ext uri="{FF2B5EF4-FFF2-40B4-BE49-F238E27FC236}">
                <a16:creationId xmlns:a16="http://schemas.microsoft.com/office/drawing/2014/main" id="{33FAC9EB-1B76-511D-BC53-48AE051A3DAE}"/>
              </a:ext>
            </a:extLst>
          </p:cNvPr>
          <p:cNvSpPr>
            <a:spLocks noChangeArrowheads="1"/>
          </p:cNvSpPr>
          <p:nvPr/>
        </p:nvSpPr>
        <p:spPr bwMode="auto">
          <a:xfrm>
            <a:off x="1679878" y="4816475"/>
            <a:ext cx="5761038" cy="1635125"/>
          </a:xfrm>
          <a:prstGeom prst="rect">
            <a:avLst/>
          </a:prstGeom>
          <a:solidFill>
            <a:srgbClr val="0000FF"/>
          </a:solidFill>
          <a:ln w="9525">
            <a:solidFill>
              <a:srgbClr val="FF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en-US" altLang="zh-CN"/>
              <a:t>       </a:t>
            </a:r>
            <a:r>
              <a:rPr lang="zh-CN" altLang="en-US"/>
              <a:t>麦克斯韦方程组的积分形式在不同媒质的分界面上仍然适用，由此可导出电磁场矢量在不同媒质分界面上的边界条件。</a:t>
            </a:r>
          </a:p>
        </p:txBody>
      </p:sp>
      <p:sp>
        <p:nvSpPr>
          <p:cNvPr id="247820" name="AutoShape 21">
            <a:hlinkClick r:id="rId5" action="ppaction://hlinksldjump" highlightClick="1"/>
            <a:extLst>
              <a:ext uri="{FF2B5EF4-FFF2-40B4-BE49-F238E27FC236}">
                <a16:creationId xmlns:a16="http://schemas.microsoft.com/office/drawing/2014/main" id="{5D8D89FC-E63D-839B-E0FC-4E23C38F912D}"/>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7821" name="AutoShape 22">
            <a:hlinkClick r:id="" action="ppaction://hlinkshowjump?jump=previousslide" highlightClick="1"/>
            <a:extLst>
              <a:ext uri="{FF2B5EF4-FFF2-40B4-BE49-F238E27FC236}">
                <a16:creationId xmlns:a16="http://schemas.microsoft.com/office/drawing/2014/main" id="{91B8FAE2-0826-3EBE-730E-5AB9A15C8599}"/>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7822" name="AutoShape 23">
            <a:hlinkClick r:id="" action="ppaction://hlinkshowjump?jump=nextslide" highlightClick="1"/>
            <a:extLst>
              <a:ext uri="{FF2B5EF4-FFF2-40B4-BE49-F238E27FC236}">
                <a16:creationId xmlns:a16="http://schemas.microsoft.com/office/drawing/2014/main" id="{495D2DCD-47A4-16AB-FE1D-3875435F127C}"/>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7823" name="AutoShape 24">
            <a:hlinkClick r:id="" action="ppaction://hlinkshowjump?jump=lastslide" highlightClick="1"/>
            <a:extLst>
              <a:ext uri="{FF2B5EF4-FFF2-40B4-BE49-F238E27FC236}">
                <a16:creationId xmlns:a16="http://schemas.microsoft.com/office/drawing/2014/main" id="{B8C59451-FF20-FC5A-5C43-BB8468509DEC}"/>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863234"/>
                                        </p:tgtEl>
                                        <p:attrNameLst>
                                          <p:attrName>style.visibility</p:attrName>
                                        </p:attrNameLst>
                                      </p:cBhvr>
                                      <p:to>
                                        <p:strVal val="visible"/>
                                      </p:to>
                                    </p:set>
                                    <p:animEffect transition="in" filter="wipe(up)">
                                      <p:cBhvr>
                                        <p:cTn id="7" dur="2000"/>
                                        <p:tgtEl>
                                          <p:spTgt spid="8632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63235"/>
                                        </p:tgtEl>
                                        <p:attrNameLst>
                                          <p:attrName>style.visibility</p:attrName>
                                        </p:attrNameLst>
                                      </p:cBhvr>
                                      <p:to>
                                        <p:strVal val="visible"/>
                                      </p:to>
                                    </p:set>
                                    <p:animEffect transition="in" filter="wipe(up)">
                                      <p:cBhvr>
                                        <p:cTn id="17" dur="2000"/>
                                        <p:tgtEl>
                                          <p:spTgt spid="8632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3" fill="hold" nodeType="clickEffect">
                                  <p:stCondLst>
                                    <p:cond delay="0"/>
                                  </p:stCondLst>
                                  <p:childTnLst>
                                    <p:set>
                                      <p:cBhvr>
                                        <p:cTn id="21" dur="1" fill="hold">
                                          <p:stCondLst>
                                            <p:cond delay="0"/>
                                          </p:stCondLst>
                                        </p:cTn>
                                        <p:tgtEl>
                                          <p:spTgt spid="863249"/>
                                        </p:tgtEl>
                                        <p:attrNameLst>
                                          <p:attrName>style.visibility</p:attrName>
                                        </p:attrNameLst>
                                      </p:cBhvr>
                                      <p:to>
                                        <p:strVal val="visible"/>
                                      </p:to>
                                    </p:set>
                                    <p:anim calcmode="lin" valueType="num">
                                      <p:cBhvr additive="base">
                                        <p:cTn id="22" dur="500" fill="hold"/>
                                        <p:tgtEl>
                                          <p:spTgt spid="863249"/>
                                        </p:tgtEl>
                                        <p:attrNameLst>
                                          <p:attrName>ppt_x</p:attrName>
                                        </p:attrNameLst>
                                      </p:cBhvr>
                                      <p:tavLst>
                                        <p:tav tm="0">
                                          <p:val>
                                            <p:strVal val="1+#ppt_w/2"/>
                                          </p:val>
                                        </p:tav>
                                        <p:tav tm="100000">
                                          <p:val>
                                            <p:strVal val="#ppt_x"/>
                                          </p:val>
                                        </p:tav>
                                      </p:tavLst>
                                    </p:anim>
                                    <p:anim calcmode="lin" valueType="num">
                                      <p:cBhvr additive="base">
                                        <p:cTn id="23" dur="500" fill="hold"/>
                                        <p:tgtEl>
                                          <p:spTgt spid="863249"/>
                                        </p:tgtEl>
                                        <p:attrNameLst>
                                          <p:attrName>ppt_y</p:attrName>
                                        </p:attrNameLst>
                                      </p:cBhvr>
                                      <p:tavLst>
                                        <p:tav tm="0">
                                          <p:val>
                                            <p:strVal val="0-#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863236"/>
                                        </p:tgtEl>
                                        <p:attrNameLst>
                                          <p:attrName>style.visibility</p:attrName>
                                        </p:attrNameLst>
                                      </p:cBhvr>
                                      <p:to>
                                        <p:strVal val="visible"/>
                                      </p:to>
                                    </p:set>
                                    <p:animEffect transition="in" filter="wipe(up)">
                                      <p:cBhvr>
                                        <p:cTn id="28" dur="2000"/>
                                        <p:tgtEl>
                                          <p:spTgt spid="86323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nodeType="clickEffect">
                                  <p:stCondLst>
                                    <p:cond delay="0"/>
                                  </p:stCondLst>
                                  <p:childTnLst>
                                    <p:set>
                                      <p:cBhvr>
                                        <p:cTn id="32" dur="1" fill="hold">
                                          <p:stCondLst>
                                            <p:cond delay="0"/>
                                          </p:stCondLst>
                                        </p:cTn>
                                        <p:tgtEl>
                                          <p:spTgt spid="863249"/>
                                        </p:tgtEl>
                                        <p:attrNameLst>
                                          <p:attrName>style.visibility</p:attrName>
                                        </p:attrNameLst>
                                      </p:cBhvr>
                                      <p:to>
                                        <p:strVal val="hidden"/>
                                      </p:to>
                                    </p:set>
                                  </p:childTnLst>
                                </p:cTn>
                              </p:par>
                            </p:childTnLst>
                          </p:cTn>
                        </p:par>
                        <p:par>
                          <p:cTn id="33" fill="hold" nodeType="afterGroup">
                            <p:stCondLst>
                              <p:cond delay="1"/>
                            </p:stCondLst>
                            <p:childTnLst>
                              <p:par>
                                <p:cTn id="34" presetID="2" presetClass="entr" presetSubtype="4" fill="hold" nodeType="afterEffect">
                                  <p:stCondLst>
                                    <p:cond delay="0"/>
                                  </p:stCondLst>
                                  <p:childTnLst>
                                    <p:set>
                                      <p:cBhvr>
                                        <p:cTn id="35" dur="1" fill="hold">
                                          <p:stCondLst>
                                            <p:cond delay="0"/>
                                          </p:stCondLst>
                                        </p:cTn>
                                        <p:tgtEl>
                                          <p:spTgt spid="863250"/>
                                        </p:tgtEl>
                                        <p:attrNameLst>
                                          <p:attrName>style.visibility</p:attrName>
                                        </p:attrNameLst>
                                      </p:cBhvr>
                                      <p:to>
                                        <p:strVal val="visible"/>
                                      </p:to>
                                    </p:set>
                                    <p:anim calcmode="lin" valueType="num">
                                      <p:cBhvr additive="base">
                                        <p:cTn id="36" dur="500" fill="hold"/>
                                        <p:tgtEl>
                                          <p:spTgt spid="863250"/>
                                        </p:tgtEl>
                                        <p:attrNameLst>
                                          <p:attrName>ppt_x</p:attrName>
                                        </p:attrNameLst>
                                      </p:cBhvr>
                                      <p:tavLst>
                                        <p:tav tm="0">
                                          <p:val>
                                            <p:strVal val="#ppt_x"/>
                                          </p:val>
                                        </p:tav>
                                        <p:tav tm="100000">
                                          <p:val>
                                            <p:strVal val="#ppt_x"/>
                                          </p:val>
                                        </p:tav>
                                      </p:tavLst>
                                    </p:anim>
                                    <p:anim calcmode="lin" valueType="num">
                                      <p:cBhvr additive="base">
                                        <p:cTn id="37" dur="500" fill="hold"/>
                                        <p:tgtEl>
                                          <p:spTgt spid="863250"/>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xit" presetSubtype="0" fill="hold" nodeType="clickEffect">
                                  <p:stCondLst>
                                    <p:cond delay="0"/>
                                  </p:stCondLst>
                                  <p:childTnLst>
                                    <p:set>
                                      <p:cBhvr>
                                        <p:cTn id="41" dur="1" fill="hold">
                                          <p:stCondLst>
                                            <p:cond delay="0"/>
                                          </p:stCondLst>
                                        </p:cTn>
                                        <p:tgtEl>
                                          <p:spTgt spid="863250"/>
                                        </p:tgtEl>
                                        <p:attrNameLst>
                                          <p:attrName>style.visibility</p:attrName>
                                        </p:attrNameLst>
                                      </p:cBhvr>
                                      <p:to>
                                        <p:strVal val="hidden"/>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12" fill="hold" nodeType="clickEffect">
                                  <p:stCondLst>
                                    <p:cond delay="0"/>
                                  </p:stCondLst>
                                  <p:childTnLst>
                                    <p:set>
                                      <p:cBhvr>
                                        <p:cTn id="45" dur="1" fill="hold">
                                          <p:stCondLst>
                                            <p:cond delay="0"/>
                                          </p:stCondLst>
                                        </p:cTn>
                                        <p:tgtEl>
                                          <p:spTgt spid="863251"/>
                                        </p:tgtEl>
                                        <p:attrNameLst>
                                          <p:attrName>style.visibility</p:attrName>
                                        </p:attrNameLst>
                                      </p:cBhvr>
                                      <p:to>
                                        <p:strVal val="visible"/>
                                      </p:to>
                                    </p:set>
                                    <p:anim calcmode="lin" valueType="num">
                                      <p:cBhvr additive="base">
                                        <p:cTn id="46" dur="500" fill="hold"/>
                                        <p:tgtEl>
                                          <p:spTgt spid="863251"/>
                                        </p:tgtEl>
                                        <p:attrNameLst>
                                          <p:attrName>ppt_x</p:attrName>
                                        </p:attrNameLst>
                                      </p:cBhvr>
                                      <p:tavLst>
                                        <p:tav tm="0">
                                          <p:val>
                                            <p:strVal val="0-#ppt_w/2"/>
                                          </p:val>
                                        </p:tav>
                                        <p:tav tm="100000">
                                          <p:val>
                                            <p:strVal val="#ppt_x"/>
                                          </p:val>
                                        </p:tav>
                                      </p:tavLst>
                                    </p:anim>
                                    <p:anim calcmode="lin" valueType="num">
                                      <p:cBhvr additive="base">
                                        <p:cTn id="47" dur="500" fill="hold"/>
                                        <p:tgtEl>
                                          <p:spTgt spid="863251"/>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xit" presetSubtype="0" fill="hold" nodeType="clickEffect">
                                  <p:stCondLst>
                                    <p:cond delay="0"/>
                                  </p:stCondLst>
                                  <p:childTnLst>
                                    <p:set>
                                      <p:cBhvr>
                                        <p:cTn id="51" dur="1" fill="hold">
                                          <p:stCondLst>
                                            <p:cond delay="0"/>
                                          </p:stCondLst>
                                        </p:cTn>
                                        <p:tgtEl>
                                          <p:spTgt spid="863251"/>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863248"/>
                                        </p:tgtEl>
                                        <p:attrNameLst>
                                          <p:attrName>style.visibility</p:attrName>
                                        </p:attrNameLst>
                                      </p:cBhvr>
                                      <p:to>
                                        <p:strVal val="visible"/>
                                      </p:to>
                                    </p:set>
                                    <p:animEffect transition="in" filter="wipe(up)">
                                      <p:cBhvr>
                                        <p:cTn id="56" dur="2000"/>
                                        <p:tgtEl>
                                          <p:spTgt spid="863248"/>
                                        </p:tgtEl>
                                      </p:cBhvr>
                                    </p:animEffect>
                                  </p:childTnLst>
                                </p:cTn>
                              </p:par>
                            </p:childTnLst>
                          </p:cTn>
                        </p:par>
                        <p:par>
                          <p:cTn id="57" fill="hold" nodeType="afterGroup">
                            <p:stCondLst>
                              <p:cond delay="2000"/>
                            </p:stCondLst>
                            <p:childTnLst>
                              <p:par>
                                <p:cTn id="58" presetID="2" presetClass="entr" presetSubtype="6" fill="hold" nodeType="afterEffect">
                                  <p:stCondLst>
                                    <p:cond delay="0"/>
                                  </p:stCondLst>
                                  <p:childTnLst>
                                    <p:set>
                                      <p:cBhvr>
                                        <p:cTn id="59" dur="1" fill="hold">
                                          <p:stCondLst>
                                            <p:cond delay="0"/>
                                          </p:stCondLst>
                                        </p:cTn>
                                        <p:tgtEl>
                                          <p:spTgt spid="863252"/>
                                        </p:tgtEl>
                                        <p:attrNameLst>
                                          <p:attrName>style.visibility</p:attrName>
                                        </p:attrNameLst>
                                      </p:cBhvr>
                                      <p:to>
                                        <p:strVal val="visible"/>
                                      </p:to>
                                    </p:set>
                                    <p:anim calcmode="lin" valueType="num">
                                      <p:cBhvr additive="base">
                                        <p:cTn id="60" dur="500" fill="hold"/>
                                        <p:tgtEl>
                                          <p:spTgt spid="863252"/>
                                        </p:tgtEl>
                                        <p:attrNameLst>
                                          <p:attrName>ppt_x</p:attrName>
                                        </p:attrNameLst>
                                      </p:cBhvr>
                                      <p:tavLst>
                                        <p:tav tm="0">
                                          <p:val>
                                            <p:strVal val="1+#ppt_w/2"/>
                                          </p:val>
                                        </p:tav>
                                        <p:tav tm="100000">
                                          <p:val>
                                            <p:strVal val="#ppt_x"/>
                                          </p:val>
                                        </p:tav>
                                      </p:tavLst>
                                    </p:anim>
                                    <p:anim calcmode="lin" valueType="num">
                                      <p:cBhvr additive="base">
                                        <p:cTn id="61" dur="500" fill="hold"/>
                                        <p:tgtEl>
                                          <p:spTgt spid="8632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3234" grpId="0"/>
      <p:bldP spid="863235" grpId="0"/>
      <p:bldP spid="863236" grpId="0"/>
      <p:bldP spid="863248" grpId="0"/>
      <p:bldP spid="863249" grpId="0" animBg="1"/>
      <p:bldP spid="863249" grpId="1" animBg="1"/>
      <p:bldP spid="863250" grpId="0" animBg="1"/>
      <p:bldP spid="863250" grpId="1" animBg="1"/>
      <p:bldP spid="863251" grpId="0" animBg="1"/>
      <p:bldP spid="863251" grpId="1" animBg="1"/>
      <p:bldP spid="86325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灯片编号占位符 3">
            <a:extLst>
              <a:ext uri="{FF2B5EF4-FFF2-40B4-BE49-F238E27FC236}">
                <a16:creationId xmlns:a16="http://schemas.microsoft.com/office/drawing/2014/main" id="{09DEC6E6-63A1-D603-B87E-73B7D70DF1F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249116A4-2A1F-4A0F-B588-F1294161AB7D}" type="slidenum">
              <a:rPr altLang="zh-CN" sz="1400" b="0">
                <a:solidFill>
                  <a:schemeClr val="tx1"/>
                </a:solidFill>
                <a:ea typeface="宋体" panose="02010600030101010101" pitchFamily="2" charset="-122"/>
              </a:rPr>
              <a:pPr/>
              <a:t>2</a:t>
            </a:fld>
            <a:endParaRPr lang="zh-CN" altLang="zh-CN" sz="1400" b="0">
              <a:solidFill>
                <a:schemeClr val="tx1"/>
              </a:solidFill>
              <a:ea typeface="宋体" panose="02010600030101010101" pitchFamily="2" charset="-122"/>
            </a:endParaRPr>
          </a:p>
        </p:txBody>
      </p:sp>
      <p:sp>
        <p:nvSpPr>
          <p:cNvPr id="249859" name="Text Box 2">
            <a:extLst>
              <a:ext uri="{FF2B5EF4-FFF2-40B4-BE49-F238E27FC236}">
                <a16:creationId xmlns:a16="http://schemas.microsoft.com/office/drawing/2014/main" id="{EBD2C658-46E9-0B2F-D038-799DCE6707D7}"/>
              </a:ext>
            </a:extLst>
          </p:cNvPr>
          <p:cNvSpPr txBox="1">
            <a:spLocks noChangeArrowheads="1"/>
          </p:cNvSpPr>
          <p:nvPr/>
        </p:nvSpPr>
        <p:spPr bwMode="auto">
          <a:xfrm>
            <a:off x="1835150" y="2420938"/>
            <a:ext cx="5184775" cy="1941512"/>
          </a:xfrm>
          <a:prstGeom prst="rect">
            <a:avLst/>
          </a:prstGeom>
          <a:solidFill>
            <a:srgbClr val="BAF1F4"/>
          </a:solidFill>
          <a:ln w="22225">
            <a:solidFill>
              <a:srgbClr val="FF0000"/>
            </a:solidFill>
            <a:miter lim="800000"/>
            <a:headEnd/>
            <a:tailEnd/>
          </a:ln>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lnSpc>
                <a:spcPct val="150000"/>
              </a:lnSpc>
            </a:pPr>
            <a:r>
              <a:rPr lang="en-US" altLang="zh-CN" sz="3200">
                <a:latin typeface="Times New Roman" panose="02020603050405020304" pitchFamily="18" charset="0"/>
                <a:ea typeface="宋体" panose="02010600030101010101" pitchFamily="2" charset="-122"/>
              </a:rPr>
              <a:t> </a:t>
            </a:r>
            <a:r>
              <a:rPr lang="zh-CN" altLang="en-US" sz="3200">
                <a:solidFill>
                  <a:srgbClr val="990000"/>
                </a:solidFill>
                <a:latin typeface="Times New Roman" panose="02020603050405020304" pitchFamily="18" charset="0"/>
                <a:ea typeface="隶书" panose="02010509060101010101" pitchFamily="49" charset="-122"/>
              </a:rPr>
              <a:t>本节内容</a:t>
            </a:r>
          </a:p>
          <a:p>
            <a:pPr eaLnBrk="1" hangingPunct="1">
              <a:lnSpc>
                <a:spcPct val="150000"/>
              </a:lnSpc>
            </a:pPr>
            <a:r>
              <a:rPr lang="zh-CN" altLang="en-US">
                <a:latin typeface="Times New Roman" panose="02020603050405020304" pitchFamily="18" charset="0"/>
                <a:ea typeface="宋体" panose="02010600030101010101" pitchFamily="2" charset="-122"/>
              </a:rPr>
              <a:t>     </a:t>
            </a:r>
            <a:r>
              <a:rPr lang="en-US" altLang="zh-CN">
                <a:solidFill>
                  <a:schemeClr val="tx1"/>
                </a:solidFill>
                <a:latin typeface="Times New Roman" panose="02020603050405020304" pitchFamily="18" charset="0"/>
                <a:ea typeface="宋体" panose="02010600030101010101" pitchFamily="2" charset="-122"/>
              </a:rPr>
              <a:t>2.7.1  </a:t>
            </a:r>
            <a:r>
              <a:rPr lang="zh-CN" altLang="en-US">
                <a:solidFill>
                  <a:schemeClr val="tx1"/>
                </a:solidFill>
                <a:latin typeface="Times New Roman" panose="02020603050405020304" pitchFamily="18" charset="0"/>
                <a:ea typeface="宋体" panose="02010600030101010101" pitchFamily="2" charset="-122"/>
                <a:hlinkClick r:id="rId3" action="ppaction://hlinksldjump"/>
              </a:rPr>
              <a:t>边界条件一般表达式</a:t>
            </a:r>
            <a:endParaRPr lang="zh-CN" altLang="en-US">
              <a:solidFill>
                <a:schemeClr val="tx1"/>
              </a:solidFill>
              <a:latin typeface="Times New Roman" panose="02020603050405020304" pitchFamily="18" charset="0"/>
              <a:ea typeface="宋体" panose="02010600030101010101" pitchFamily="2" charset="-122"/>
            </a:endParaRPr>
          </a:p>
          <a:p>
            <a:pPr eaLnBrk="1" hangingPunct="1">
              <a:lnSpc>
                <a:spcPct val="150000"/>
              </a:lnSpc>
            </a:pPr>
            <a:r>
              <a:rPr lang="zh-CN" altLang="en-US">
                <a:solidFill>
                  <a:schemeClr val="tx1"/>
                </a:solidFill>
                <a:latin typeface="Times New Roman" panose="02020603050405020304" pitchFamily="18" charset="0"/>
                <a:ea typeface="宋体" panose="02010600030101010101" pitchFamily="2" charset="-122"/>
              </a:rPr>
              <a:t>     </a:t>
            </a:r>
            <a:r>
              <a:rPr lang="en-US" altLang="zh-CN">
                <a:solidFill>
                  <a:schemeClr val="tx1"/>
                </a:solidFill>
                <a:latin typeface="Times New Roman" panose="02020603050405020304" pitchFamily="18" charset="0"/>
                <a:ea typeface="宋体" panose="02010600030101010101" pitchFamily="2" charset="-122"/>
              </a:rPr>
              <a:t>2.7.2  </a:t>
            </a:r>
            <a:r>
              <a:rPr lang="zh-CN" altLang="en-US">
                <a:solidFill>
                  <a:schemeClr val="tx1"/>
                </a:solidFill>
                <a:latin typeface="Times New Roman" panose="02020603050405020304" pitchFamily="18" charset="0"/>
                <a:ea typeface="宋体" panose="02010600030101010101" pitchFamily="2" charset="-122"/>
                <a:hlinkClick r:id="rId4" action="ppaction://hlinksldjump"/>
              </a:rPr>
              <a:t>两种常见的情况</a:t>
            </a:r>
            <a:endParaRPr lang="zh-CN" altLang="en-US">
              <a:solidFill>
                <a:schemeClr val="tx1"/>
              </a:solidFill>
              <a:latin typeface="Times New Roman" panose="02020603050405020304" pitchFamily="18" charset="0"/>
              <a:ea typeface="宋体" panose="02010600030101010101" pitchFamily="2" charset="-122"/>
            </a:endParaRPr>
          </a:p>
        </p:txBody>
      </p:sp>
      <p:sp>
        <p:nvSpPr>
          <p:cNvPr id="249860" name="AutoShape 3">
            <a:hlinkClick r:id="rId3" action="ppaction://hlinksldjump" highlightClick="1"/>
            <a:extLst>
              <a:ext uri="{FF2B5EF4-FFF2-40B4-BE49-F238E27FC236}">
                <a16:creationId xmlns:a16="http://schemas.microsoft.com/office/drawing/2014/main" id="{12C472ED-577F-5250-149F-B1418FE5D95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9861" name="AutoShape 4">
            <a:hlinkClick r:id="" action="ppaction://hlinkshowjump?jump=previousslide" highlightClick="1"/>
            <a:extLst>
              <a:ext uri="{FF2B5EF4-FFF2-40B4-BE49-F238E27FC236}">
                <a16:creationId xmlns:a16="http://schemas.microsoft.com/office/drawing/2014/main" id="{7A92D89A-683B-9E8A-83B5-8EEF3D85C813}"/>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9862" name="AutoShape 5">
            <a:hlinkClick r:id="" action="ppaction://hlinkshowjump?jump=nextslide" highlightClick="1"/>
            <a:extLst>
              <a:ext uri="{FF2B5EF4-FFF2-40B4-BE49-F238E27FC236}">
                <a16:creationId xmlns:a16="http://schemas.microsoft.com/office/drawing/2014/main" id="{D4F680F0-B077-2D07-81A8-28A700C1E4E2}"/>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9863" name="AutoShape 6">
            <a:hlinkClick r:id="" action="ppaction://hlinkshowjump?jump=lastslide" highlightClick="1"/>
            <a:extLst>
              <a:ext uri="{FF2B5EF4-FFF2-40B4-BE49-F238E27FC236}">
                <a16:creationId xmlns:a16="http://schemas.microsoft.com/office/drawing/2014/main" id="{5D4D9D54-DDAC-0B92-B953-11A95FFB33DC}"/>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灯片编号占位符 3">
            <a:extLst>
              <a:ext uri="{FF2B5EF4-FFF2-40B4-BE49-F238E27FC236}">
                <a16:creationId xmlns:a16="http://schemas.microsoft.com/office/drawing/2014/main" id="{5DEE0918-6536-D850-AF8D-7219D36970F1}"/>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4D5672E-E4E4-40E1-A186-BE16909A50BC}" type="slidenum">
              <a:rPr altLang="zh-CN" sz="1400" b="0">
                <a:solidFill>
                  <a:schemeClr val="tx1"/>
                </a:solidFill>
                <a:ea typeface="宋体" panose="02010600030101010101" pitchFamily="2" charset="-122"/>
              </a:rPr>
              <a:pPr/>
              <a:t>3</a:t>
            </a:fld>
            <a:endParaRPr lang="zh-CN" altLang="zh-CN" sz="1400" b="0">
              <a:solidFill>
                <a:schemeClr val="tx1"/>
              </a:solidFill>
              <a:ea typeface="宋体" panose="02010600030101010101" pitchFamily="2" charset="-122"/>
            </a:endParaRPr>
          </a:p>
        </p:txBody>
      </p:sp>
      <p:sp>
        <p:nvSpPr>
          <p:cNvPr id="866307" name="Text Box 3">
            <a:extLst>
              <a:ext uri="{FF2B5EF4-FFF2-40B4-BE49-F238E27FC236}">
                <a16:creationId xmlns:a16="http://schemas.microsoft.com/office/drawing/2014/main" id="{22296B81-EDBC-520F-3A90-9F97897FE7C3}"/>
              </a:ext>
            </a:extLst>
          </p:cNvPr>
          <p:cNvSpPr txBox="1">
            <a:spLocks noChangeArrowheads="1"/>
          </p:cNvSpPr>
          <p:nvPr/>
        </p:nvSpPr>
        <p:spPr bwMode="auto">
          <a:xfrm>
            <a:off x="0" y="348397"/>
            <a:ext cx="92377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en-US" altLang="zh-CN" dirty="0">
                <a:latin typeface="Times New Roman" panose="02020603050405020304" pitchFamily="18" charset="0"/>
              </a:rPr>
              <a:t>2.7.1</a:t>
            </a:r>
            <a:r>
              <a:rPr lang="en-US" altLang="zh-CN" dirty="0">
                <a:latin typeface="楷体_GB2312" pitchFamily="49" charset="-122"/>
              </a:rPr>
              <a:t>  </a:t>
            </a:r>
            <a:r>
              <a:rPr lang="zh-CN" altLang="en-US" dirty="0">
                <a:latin typeface="幼圆" panose="02010509060101010101" pitchFamily="49" charset="-122"/>
                <a:ea typeface="幼圆" panose="02010509060101010101" pitchFamily="49" charset="-122"/>
              </a:rPr>
              <a:t>边界条件的一般表达式（可由积分形式的麦克思韦方程推导出来）</a:t>
            </a:r>
          </a:p>
        </p:txBody>
      </p:sp>
      <p:grpSp>
        <p:nvGrpSpPr>
          <p:cNvPr id="2" name="Group 4">
            <a:extLst>
              <a:ext uri="{FF2B5EF4-FFF2-40B4-BE49-F238E27FC236}">
                <a16:creationId xmlns:a16="http://schemas.microsoft.com/office/drawing/2014/main" id="{842A1BDA-7D37-0247-1812-327D604121D0}"/>
              </a:ext>
            </a:extLst>
          </p:cNvPr>
          <p:cNvGrpSpPr>
            <a:grpSpLocks/>
          </p:cNvGrpSpPr>
          <p:nvPr/>
        </p:nvGrpSpPr>
        <p:grpSpPr bwMode="auto">
          <a:xfrm>
            <a:off x="4211638" y="3573463"/>
            <a:ext cx="3889375" cy="576262"/>
            <a:chOff x="2653" y="1348"/>
            <a:chExt cx="2450" cy="383"/>
          </a:xfrm>
        </p:grpSpPr>
        <p:graphicFrame>
          <p:nvGraphicFramePr>
            <p:cNvPr id="251950" name="Object 5">
              <a:extLst>
                <a:ext uri="{FF2B5EF4-FFF2-40B4-BE49-F238E27FC236}">
                  <a16:creationId xmlns:a16="http://schemas.microsoft.com/office/drawing/2014/main" id="{8374E56B-6F39-5746-92F0-1463AE04F8D1}"/>
                </a:ext>
              </a:extLst>
            </p:cNvPr>
            <p:cNvGraphicFramePr>
              <a:graphicFrameLocks noChangeAspect="1"/>
            </p:cNvGraphicFramePr>
            <p:nvPr/>
          </p:nvGraphicFramePr>
          <p:xfrm>
            <a:off x="3423" y="1348"/>
            <a:ext cx="1680" cy="383"/>
          </p:xfrm>
          <a:graphic>
            <a:graphicData uri="http://schemas.openxmlformats.org/presentationml/2006/ole">
              <mc:AlternateContent xmlns:mc="http://schemas.openxmlformats.org/markup-compatibility/2006">
                <mc:Choice xmlns:v="urn:schemas-microsoft-com:vml" Requires="v">
                  <p:oleObj r:id="rId3" imgW="895467" imgH="152539" progId="Equation.DSMT4">
                    <p:embed/>
                  </p:oleObj>
                </mc:Choice>
                <mc:Fallback>
                  <p:oleObj r:id="rId3" imgW="895467" imgH="152539"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3" y="1348"/>
                          <a:ext cx="1680"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1951" name="AutoShape 6">
              <a:extLst>
                <a:ext uri="{FF2B5EF4-FFF2-40B4-BE49-F238E27FC236}">
                  <a16:creationId xmlns:a16="http://schemas.microsoft.com/office/drawing/2014/main" id="{572FA2DF-3361-95A9-30A0-88B1B23D4FA9}"/>
                </a:ext>
              </a:extLst>
            </p:cNvPr>
            <p:cNvSpPr>
              <a:spLocks noChangeArrowheads="1"/>
            </p:cNvSpPr>
            <p:nvPr/>
          </p:nvSpPr>
          <p:spPr bwMode="auto">
            <a:xfrm>
              <a:off x="2653" y="1480"/>
              <a:ext cx="499" cy="181"/>
            </a:xfrm>
            <a:prstGeom prst="rightArrow">
              <a:avLst>
                <a:gd name="adj1" fmla="val 50000"/>
                <a:gd name="adj2" fmla="val 68910"/>
              </a:avLst>
            </a:prstGeom>
            <a:solidFill>
              <a:srgbClr val="FFCC99"/>
            </a:solidFill>
            <a:ln w="22225">
              <a:solidFill>
                <a:srgbClr val="FF66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3" name="Group 7">
            <a:extLst>
              <a:ext uri="{FF2B5EF4-FFF2-40B4-BE49-F238E27FC236}">
                <a16:creationId xmlns:a16="http://schemas.microsoft.com/office/drawing/2014/main" id="{E0ABE526-CE36-CD19-E296-8E5071D5786F}"/>
              </a:ext>
            </a:extLst>
          </p:cNvPr>
          <p:cNvGrpSpPr>
            <a:grpSpLocks/>
          </p:cNvGrpSpPr>
          <p:nvPr/>
        </p:nvGrpSpPr>
        <p:grpSpPr bwMode="auto">
          <a:xfrm>
            <a:off x="5003800" y="4043363"/>
            <a:ext cx="3673475" cy="803275"/>
            <a:chOff x="3606" y="2684"/>
            <a:chExt cx="1860" cy="506"/>
          </a:xfrm>
        </p:grpSpPr>
        <p:sp>
          <p:nvSpPr>
            <p:cNvPr id="251948" name="Rectangle 8">
              <a:extLst>
                <a:ext uri="{FF2B5EF4-FFF2-40B4-BE49-F238E27FC236}">
                  <a16:creationId xmlns:a16="http://schemas.microsoft.com/office/drawing/2014/main" id="{12A35B9A-4491-9F3F-B488-30A3ECB9E0AD}"/>
                </a:ext>
              </a:extLst>
            </p:cNvPr>
            <p:cNvSpPr>
              <a:spLocks noChangeArrowheads="1"/>
            </p:cNvSpPr>
            <p:nvPr/>
          </p:nvSpPr>
          <p:spPr bwMode="auto">
            <a:xfrm>
              <a:off x="3606" y="2886"/>
              <a:ext cx="1860" cy="304"/>
            </a:xfrm>
            <a:prstGeom prst="rect">
              <a:avLst/>
            </a:prstGeom>
            <a:solidFill>
              <a:srgbClr val="CCFFFF"/>
            </a:solidFill>
            <a:ln w="25400">
              <a:solidFill>
                <a:srgbClr val="FF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a:t> </a:t>
              </a:r>
              <a:r>
                <a:rPr lang="zh-CN" altLang="en-US" sz="2000">
                  <a:solidFill>
                    <a:srgbClr val="993300"/>
                  </a:solidFill>
                  <a:ea typeface="宋体" panose="02010600030101010101" pitchFamily="2" charset="-122"/>
                </a:rPr>
                <a:t>分界面上</a:t>
              </a:r>
              <a:r>
                <a:rPr lang="zh-CN" altLang="en-US" sz="2000" u="sng">
                  <a:solidFill>
                    <a:srgbClr val="FF3300"/>
                  </a:solidFill>
                  <a:ea typeface="宋体" panose="02010600030101010101" pitchFamily="2" charset="-122"/>
                </a:rPr>
                <a:t>感应的</a:t>
              </a:r>
              <a:r>
                <a:rPr lang="zh-CN" altLang="en-US" sz="2000">
                  <a:solidFill>
                    <a:srgbClr val="993300"/>
                  </a:solidFill>
                  <a:ea typeface="宋体" panose="02010600030101010101" pitchFamily="2" charset="-122"/>
                </a:rPr>
                <a:t>电荷面密度</a:t>
              </a:r>
            </a:p>
          </p:txBody>
        </p:sp>
        <p:sp>
          <p:nvSpPr>
            <p:cNvPr id="251949" name="Line 9">
              <a:extLst>
                <a:ext uri="{FF2B5EF4-FFF2-40B4-BE49-F238E27FC236}">
                  <a16:creationId xmlns:a16="http://schemas.microsoft.com/office/drawing/2014/main" id="{3817C6F9-2B87-BFDF-AA63-B0099B0A328C}"/>
                </a:ext>
              </a:extLst>
            </p:cNvPr>
            <p:cNvSpPr>
              <a:spLocks noChangeShapeType="1"/>
            </p:cNvSpPr>
            <p:nvPr/>
          </p:nvSpPr>
          <p:spPr bwMode="auto">
            <a:xfrm flipV="1">
              <a:off x="4649" y="2684"/>
              <a:ext cx="326" cy="20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1910" name="AutoShape 10">
            <a:hlinkClick r:id="rId5" action="ppaction://hlinksldjump" highlightClick="1"/>
            <a:extLst>
              <a:ext uri="{FF2B5EF4-FFF2-40B4-BE49-F238E27FC236}">
                <a16:creationId xmlns:a16="http://schemas.microsoft.com/office/drawing/2014/main" id="{87AFBE99-EED5-79C5-62FA-89ADAEBD3E2C}"/>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1911" name="AutoShape 11">
            <a:hlinkClick r:id="" action="ppaction://hlinkshowjump?jump=previousslide" highlightClick="1"/>
            <a:extLst>
              <a:ext uri="{FF2B5EF4-FFF2-40B4-BE49-F238E27FC236}">
                <a16:creationId xmlns:a16="http://schemas.microsoft.com/office/drawing/2014/main" id="{3FCC8A8C-49F8-61B4-86A1-7928CB0ABCB1}"/>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1912" name="AutoShape 12">
            <a:hlinkClick r:id="" action="ppaction://hlinkshowjump?jump=nextslide" highlightClick="1"/>
            <a:extLst>
              <a:ext uri="{FF2B5EF4-FFF2-40B4-BE49-F238E27FC236}">
                <a16:creationId xmlns:a16="http://schemas.microsoft.com/office/drawing/2014/main" id="{6425F259-258F-FA0D-B2FE-CB470BC5BE5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1913" name="AutoShape 13">
            <a:hlinkClick r:id="" action="ppaction://hlinkshowjump?jump=lastslide" highlightClick="1"/>
            <a:extLst>
              <a:ext uri="{FF2B5EF4-FFF2-40B4-BE49-F238E27FC236}">
                <a16:creationId xmlns:a16="http://schemas.microsoft.com/office/drawing/2014/main" id="{390F7FF7-B6FB-6E16-6F80-5E77870EE3FA}"/>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4" name="Group 14">
            <a:extLst>
              <a:ext uri="{FF2B5EF4-FFF2-40B4-BE49-F238E27FC236}">
                <a16:creationId xmlns:a16="http://schemas.microsoft.com/office/drawing/2014/main" id="{99642E69-5DCE-918F-5F7D-06911188D390}"/>
              </a:ext>
            </a:extLst>
          </p:cNvPr>
          <p:cNvGrpSpPr>
            <a:grpSpLocks/>
          </p:cNvGrpSpPr>
          <p:nvPr/>
        </p:nvGrpSpPr>
        <p:grpSpPr bwMode="auto">
          <a:xfrm>
            <a:off x="4203700" y="2852738"/>
            <a:ext cx="3752850" cy="576262"/>
            <a:chOff x="2653" y="1348"/>
            <a:chExt cx="2364" cy="383"/>
          </a:xfrm>
        </p:grpSpPr>
        <p:graphicFrame>
          <p:nvGraphicFramePr>
            <p:cNvPr id="251946" name="Object 15">
              <a:extLst>
                <a:ext uri="{FF2B5EF4-FFF2-40B4-BE49-F238E27FC236}">
                  <a16:creationId xmlns:a16="http://schemas.microsoft.com/office/drawing/2014/main" id="{555378C4-66AC-CE73-00FA-A9C9DB6B2D59}"/>
                </a:ext>
              </a:extLst>
            </p:cNvPr>
            <p:cNvGraphicFramePr>
              <a:graphicFrameLocks noChangeAspect="1"/>
            </p:cNvGraphicFramePr>
            <p:nvPr/>
          </p:nvGraphicFramePr>
          <p:xfrm>
            <a:off x="3510" y="1348"/>
            <a:ext cx="1507" cy="383"/>
          </p:xfrm>
          <a:graphic>
            <a:graphicData uri="http://schemas.openxmlformats.org/presentationml/2006/ole">
              <mc:AlternateContent xmlns:mc="http://schemas.openxmlformats.org/markup-compatibility/2006">
                <mc:Choice xmlns:v="urn:schemas-microsoft-com:vml" Requires="v">
                  <p:oleObj r:id="rId6" imgW="793936" imgH="152539" progId="Equation.DSMT4">
                    <p:embed/>
                  </p:oleObj>
                </mc:Choice>
                <mc:Fallback>
                  <p:oleObj r:id="rId6" imgW="793936" imgH="152539"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10" y="1348"/>
                          <a:ext cx="1507"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1947" name="AutoShape 16">
              <a:extLst>
                <a:ext uri="{FF2B5EF4-FFF2-40B4-BE49-F238E27FC236}">
                  <a16:creationId xmlns:a16="http://schemas.microsoft.com/office/drawing/2014/main" id="{5A903A01-1C9E-164A-98A8-7FDE3C698B99}"/>
                </a:ext>
              </a:extLst>
            </p:cNvPr>
            <p:cNvSpPr>
              <a:spLocks noChangeArrowheads="1"/>
            </p:cNvSpPr>
            <p:nvPr/>
          </p:nvSpPr>
          <p:spPr bwMode="auto">
            <a:xfrm>
              <a:off x="2653" y="1480"/>
              <a:ext cx="499" cy="181"/>
            </a:xfrm>
            <a:prstGeom prst="rightArrow">
              <a:avLst>
                <a:gd name="adj1" fmla="val 50000"/>
                <a:gd name="adj2" fmla="val 68910"/>
              </a:avLst>
            </a:prstGeom>
            <a:solidFill>
              <a:srgbClr val="FFCC99"/>
            </a:solidFill>
            <a:ln w="22225">
              <a:solidFill>
                <a:srgbClr val="FF66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5" name="Group 17">
            <a:extLst>
              <a:ext uri="{FF2B5EF4-FFF2-40B4-BE49-F238E27FC236}">
                <a16:creationId xmlns:a16="http://schemas.microsoft.com/office/drawing/2014/main" id="{99776485-3CD8-277E-7610-8C3FB4041041}"/>
              </a:ext>
            </a:extLst>
          </p:cNvPr>
          <p:cNvGrpSpPr>
            <a:grpSpLocks/>
          </p:cNvGrpSpPr>
          <p:nvPr/>
        </p:nvGrpSpPr>
        <p:grpSpPr bwMode="auto">
          <a:xfrm>
            <a:off x="4848225" y="2101850"/>
            <a:ext cx="3698875" cy="534988"/>
            <a:chOff x="3061" y="1279"/>
            <a:chExt cx="2285" cy="337"/>
          </a:xfrm>
        </p:grpSpPr>
        <p:graphicFrame>
          <p:nvGraphicFramePr>
            <p:cNvPr id="251944" name="Object 18">
              <a:extLst>
                <a:ext uri="{FF2B5EF4-FFF2-40B4-BE49-F238E27FC236}">
                  <a16:creationId xmlns:a16="http://schemas.microsoft.com/office/drawing/2014/main" id="{F74B019E-CB72-FC06-AAEE-E85F056934FE}"/>
                </a:ext>
              </a:extLst>
            </p:cNvPr>
            <p:cNvGraphicFramePr>
              <a:graphicFrameLocks noChangeAspect="1"/>
            </p:cNvGraphicFramePr>
            <p:nvPr/>
          </p:nvGraphicFramePr>
          <p:xfrm>
            <a:off x="3742" y="1279"/>
            <a:ext cx="1604" cy="337"/>
          </p:xfrm>
          <a:graphic>
            <a:graphicData uri="http://schemas.openxmlformats.org/presentationml/2006/ole">
              <mc:AlternateContent xmlns:mc="http://schemas.openxmlformats.org/markup-compatibility/2006">
                <mc:Choice xmlns:v="urn:schemas-microsoft-com:vml" Requires="v">
                  <p:oleObj r:id="rId8" imgW="844702" imgH="152539" progId="Equation.DSMT4">
                    <p:embed/>
                  </p:oleObj>
                </mc:Choice>
                <mc:Fallback>
                  <p:oleObj r:id="rId8" imgW="844702" imgH="152539" progId="Equation.DSMT4">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42" y="1279"/>
                          <a:ext cx="1604"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1945" name="AutoShape 19">
              <a:extLst>
                <a:ext uri="{FF2B5EF4-FFF2-40B4-BE49-F238E27FC236}">
                  <a16:creationId xmlns:a16="http://schemas.microsoft.com/office/drawing/2014/main" id="{088D75FE-AB3E-94AA-3743-C5ECE3152592}"/>
                </a:ext>
              </a:extLst>
            </p:cNvPr>
            <p:cNvSpPr>
              <a:spLocks noChangeArrowheads="1"/>
            </p:cNvSpPr>
            <p:nvPr/>
          </p:nvSpPr>
          <p:spPr bwMode="auto">
            <a:xfrm>
              <a:off x="3061" y="1365"/>
              <a:ext cx="499" cy="181"/>
            </a:xfrm>
            <a:prstGeom prst="rightArrow">
              <a:avLst>
                <a:gd name="adj1" fmla="val 50000"/>
                <a:gd name="adj2" fmla="val 68910"/>
              </a:avLst>
            </a:prstGeom>
            <a:solidFill>
              <a:srgbClr val="FFCC99"/>
            </a:solidFill>
            <a:ln w="22225">
              <a:solidFill>
                <a:srgbClr val="FF66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6" name="Group 20">
            <a:extLst>
              <a:ext uri="{FF2B5EF4-FFF2-40B4-BE49-F238E27FC236}">
                <a16:creationId xmlns:a16="http://schemas.microsoft.com/office/drawing/2014/main" id="{26FF518A-9CE4-BDE9-40D4-56D6F8D0AF1E}"/>
              </a:ext>
            </a:extLst>
          </p:cNvPr>
          <p:cNvGrpSpPr>
            <a:grpSpLocks/>
          </p:cNvGrpSpPr>
          <p:nvPr/>
        </p:nvGrpSpPr>
        <p:grpSpPr bwMode="auto">
          <a:xfrm>
            <a:off x="4887913" y="1268413"/>
            <a:ext cx="4005262" cy="538162"/>
            <a:chOff x="3061" y="732"/>
            <a:chExt cx="2478" cy="339"/>
          </a:xfrm>
        </p:grpSpPr>
        <p:graphicFrame>
          <p:nvGraphicFramePr>
            <p:cNvPr id="251942" name="Object 21">
              <a:extLst>
                <a:ext uri="{FF2B5EF4-FFF2-40B4-BE49-F238E27FC236}">
                  <a16:creationId xmlns:a16="http://schemas.microsoft.com/office/drawing/2014/main" id="{17F5C88C-4C3F-4FC8-2FB4-4E251E90E179}"/>
                </a:ext>
              </a:extLst>
            </p:cNvPr>
            <p:cNvGraphicFramePr>
              <a:graphicFrameLocks noChangeAspect="1"/>
            </p:cNvGraphicFramePr>
            <p:nvPr/>
          </p:nvGraphicFramePr>
          <p:xfrm>
            <a:off x="3742" y="732"/>
            <a:ext cx="1797" cy="339"/>
          </p:xfrm>
          <a:graphic>
            <a:graphicData uri="http://schemas.openxmlformats.org/presentationml/2006/ole">
              <mc:AlternateContent xmlns:mc="http://schemas.openxmlformats.org/markup-compatibility/2006">
                <mc:Choice xmlns:v="urn:schemas-microsoft-com:vml" Requires="v">
                  <p:oleObj r:id="rId10" imgW="958716" imgH="152539" progId="Equation.DSMT4">
                    <p:embed/>
                  </p:oleObj>
                </mc:Choice>
                <mc:Fallback>
                  <p:oleObj r:id="rId10" imgW="958716" imgH="152539" progId="Equation.DSMT4">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42" y="732"/>
                          <a:ext cx="1797"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1943" name="AutoShape 22">
              <a:extLst>
                <a:ext uri="{FF2B5EF4-FFF2-40B4-BE49-F238E27FC236}">
                  <a16:creationId xmlns:a16="http://schemas.microsoft.com/office/drawing/2014/main" id="{0F518C25-B856-B029-55C9-DE2502C8EC90}"/>
                </a:ext>
              </a:extLst>
            </p:cNvPr>
            <p:cNvSpPr>
              <a:spLocks noChangeArrowheads="1"/>
            </p:cNvSpPr>
            <p:nvPr/>
          </p:nvSpPr>
          <p:spPr bwMode="auto">
            <a:xfrm>
              <a:off x="3061" y="796"/>
              <a:ext cx="499" cy="181"/>
            </a:xfrm>
            <a:prstGeom prst="rightArrow">
              <a:avLst>
                <a:gd name="adj1" fmla="val 50000"/>
                <a:gd name="adj2" fmla="val 68910"/>
              </a:avLst>
            </a:prstGeom>
            <a:solidFill>
              <a:srgbClr val="FFCC99"/>
            </a:solidFill>
            <a:ln w="22225">
              <a:solidFill>
                <a:srgbClr val="FF66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7" name="Group 23">
            <a:extLst>
              <a:ext uri="{FF2B5EF4-FFF2-40B4-BE49-F238E27FC236}">
                <a16:creationId xmlns:a16="http://schemas.microsoft.com/office/drawing/2014/main" id="{A6374E15-4747-C506-3FDE-435B20635F83}"/>
              </a:ext>
            </a:extLst>
          </p:cNvPr>
          <p:cNvGrpSpPr>
            <a:grpSpLocks/>
          </p:cNvGrpSpPr>
          <p:nvPr/>
        </p:nvGrpSpPr>
        <p:grpSpPr bwMode="auto">
          <a:xfrm>
            <a:off x="4765467" y="786975"/>
            <a:ext cx="3864948" cy="482600"/>
            <a:chOff x="2862" y="-189"/>
            <a:chExt cx="2132" cy="304"/>
          </a:xfrm>
        </p:grpSpPr>
        <p:sp>
          <p:nvSpPr>
            <p:cNvPr id="251940" name="Line 24">
              <a:extLst>
                <a:ext uri="{FF2B5EF4-FFF2-40B4-BE49-F238E27FC236}">
                  <a16:creationId xmlns:a16="http://schemas.microsoft.com/office/drawing/2014/main" id="{F7719401-F364-132C-030D-BACE217CDCF1}"/>
                </a:ext>
              </a:extLst>
            </p:cNvPr>
            <p:cNvSpPr>
              <a:spLocks noChangeShapeType="1"/>
            </p:cNvSpPr>
            <p:nvPr/>
          </p:nvSpPr>
          <p:spPr bwMode="auto">
            <a:xfrm>
              <a:off x="4721" y="49"/>
              <a:ext cx="273" cy="6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1941" name="Rectangle 25">
              <a:extLst>
                <a:ext uri="{FF2B5EF4-FFF2-40B4-BE49-F238E27FC236}">
                  <a16:creationId xmlns:a16="http://schemas.microsoft.com/office/drawing/2014/main" id="{1FD4C199-D1C8-A323-390C-125C6ED88CAF}"/>
                </a:ext>
              </a:extLst>
            </p:cNvPr>
            <p:cNvSpPr>
              <a:spLocks noChangeArrowheads="1"/>
            </p:cNvSpPr>
            <p:nvPr/>
          </p:nvSpPr>
          <p:spPr bwMode="auto">
            <a:xfrm>
              <a:off x="2862" y="-189"/>
              <a:ext cx="1859" cy="304"/>
            </a:xfrm>
            <a:prstGeom prst="rect">
              <a:avLst/>
            </a:prstGeom>
            <a:solidFill>
              <a:srgbClr val="CCFFFF"/>
            </a:solidFill>
            <a:ln w="25400">
              <a:solidFill>
                <a:srgbClr val="FF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dirty="0"/>
                <a:t> </a:t>
              </a:r>
              <a:r>
                <a:rPr lang="zh-CN" altLang="en-US" sz="2000" dirty="0">
                  <a:solidFill>
                    <a:srgbClr val="993300"/>
                  </a:solidFill>
                  <a:ea typeface="宋体" panose="02010600030101010101" pitchFamily="2" charset="-122"/>
                </a:rPr>
                <a:t>分界面上</a:t>
              </a:r>
              <a:r>
                <a:rPr lang="zh-CN" altLang="en-US" sz="2000" u="sng" dirty="0">
                  <a:solidFill>
                    <a:srgbClr val="FF3300"/>
                  </a:solidFill>
                  <a:ea typeface="宋体" panose="02010600030101010101" pitchFamily="2" charset="-122"/>
                </a:rPr>
                <a:t>感应的</a:t>
              </a:r>
              <a:r>
                <a:rPr lang="zh-CN" altLang="en-US" sz="2000" dirty="0">
                  <a:solidFill>
                    <a:srgbClr val="993300"/>
                  </a:solidFill>
                  <a:ea typeface="宋体" panose="02010600030101010101" pitchFamily="2" charset="-122"/>
                </a:rPr>
                <a:t>面电流密度</a:t>
              </a:r>
            </a:p>
          </p:txBody>
        </p:sp>
      </p:grpSp>
      <p:grpSp>
        <p:nvGrpSpPr>
          <p:cNvPr id="8" name="Group 26">
            <a:extLst>
              <a:ext uri="{FF2B5EF4-FFF2-40B4-BE49-F238E27FC236}">
                <a16:creationId xmlns:a16="http://schemas.microsoft.com/office/drawing/2014/main" id="{96F7F4A8-2A7B-06AA-9D1F-2BBC87B017C6}"/>
              </a:ext>
            </a:extLst>
          </p:cNvPr>
          <p:cNvGrpSpPr>
            <a:grpSpLocks/>
          </p:cNvGrpSpPr>
          <p:nvPr/>
        </p:nvGrpSpPr>
        <p:grpSpPr bwMode="auto">
          <a:xfrm>
            <a:off x="1042988" y="4652963"/>
            <a:ext cx="3600450" cy="2232025"/>
            <a:chOff x="567" y="2659"/>
            <a:chExt cx="2268" cy="1406"/>
          </a:xfrm>
        </p:grpSpPr>
        <p:sp>
          <p:nvSpPr>
            <p:cNvPr id="251922" name="Rectangle 27">
              <a:extLst>
                <a:ext uri="{FF2B5EF4-FFF2-40B4-BE49-F238E27FC236}">
                  <a16:creationId xmlns:a16="http://schemas.microsoft.com/office/drawing/2014/main" id="{8F80B5A0-42C0-F848-ACF7-9A60C8A3EFD5}"/>
                </a:ext>
              </a:extLst>
            </p:cNvPr>
            <p:cNvSpPr>
              <a:spLocks noChangeArrowheads="1"/>
            </p:cNvSpPr>
            <p:nvPr/>
          </p:nvSpPr>
          <p:spPr bwMode="auto">
            <a:xfrm>
              <a:off x="567" y="2659"/>
              <a:ext cx="2268" cy="857"/>
            </a:xfrm>
            <a:prstGeom prst="rect">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1923" name="Rectangle 28">
              <a:extLst>
                <a:ext uri="{FF2B5EF4-FFF2-40B4-BE49-F238E27FC236}">
                  <a16:creationId xmlns:a16="http://schemas.microsoft.com/office/drawing/2014/main" id="{3CEE35A1-8C9E-E125-1B4B-C2C74541141A}"/>
                </a:ext>
              </a:extLst>
            </p:cNvPr>
            <p:cNvSpPr>
              <a:spLocks noChangeArrowheads="1"/>
            </p:cNvSpPr>
            <p:nvPr/>
          </p:nvSpPr>
          <p:spPr bwMode="auto">
            <a:xfrm>
              <a:off x="567" y="3340"/>
              <a:ext cx="2268" cy="725"/>
            </a:xfrm>
            <a:prstGeom prst="rect">
              <a:avLst/>
            </a:prstGeom>
            <a:solidFill>
              <a:srgbClr val="00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1924" name="Line 29">
              <a:extLst>
                <a:ext uri="{FF2B5EF4-FFF2-40B4-BE49-F238E27FC236}">
                  <a16:creationId xmlns:a16="http://schemas.microsoft.com/office/drawing/2014/main" id="{8B9439CA-3F47-3738-CCEB-AE684483E032}"/>
                </a:ext>
              </a:extLst>
            </p:cNvPr>
            <p:cNvSpPr>
              <a:spLocks noChangeShapeType="1"/>
            </p:cNvSpPr>
            <p:nvPr/>
          </p:nvSpPr>
          <p:spPr bwMode="auto">
            <a:xfrm flipV="1">
              <a:off x="1565" y="2931"/>
              <a:ext cx="0" cy="81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51925" name="Object 30">
              <a:extLst>
                <a:ext uri="{FF2B5EF4-FFF2-40B4-BE49-F238E27FC236}">
                  <a16:creationId xmlns:a16="http://schemas.microsoft.com/office/drawing/2014/main" id="{9F4F2277-D39D-F79A-6619-C6856A862CDF}"/>
                </a:ext>
              </a:extLst>
            </p:cNvPr>
            <p:cNvGraphicFramePr>
              <a:graphicFrameLocks noChangeAspect="1"/>
            </p:cNvGraphicFramePr>
            <p:nvPr/>
          </p:nvGraphicFramePr>
          <p:xfrm>
            <a:off x="1293" y="2707"/>
            <a:ext cx="272" cy="315"/>
          </p:xfrm>
          <a:graphic>
            <a:graphicData uri="http://schemas.openxmlformats.org/presentationml/2006/ole">
              <mc:AlternateContent xmlns:mc="http://schemas.openxmlformats.org/markup-compatibility/2006">
                <mc:Choice xmlns:v="urn:schemas-microsoft-com:vml" Requires="v">
                  <p:oleObj r:id="rId12" imgW="76148" imgH="120535" progId="Equation.3">
                    <p:embed/>
                  </p:oleObj>
                </mc:Choice>
                <mc:Fallback>
                  <p:oleObj r:id="rId12" imgW="76148" imgH="120535" progId="Equation.3">
                    <p:embed/>
                    <p:pic>
                      <p:nvPicPr>
                        <p:cNvPr id="0" name="Object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93" y="2707"/>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1926" name="Text Box 31">
              <a:extLst>
                <a:ext uri="{FF2B5EF4-FFF2-40B4-BE49-F238E27FC236}">
                  <a16:creationId xmlns:a16="http://schemas.microsoft.com/office/drawing/2014/main" id="{98B49B8F-ACF7-1CF0-1105-9DA677F58A7D}"/>
                </a:ext>
              </a:extLst>
            </p:cNvPr>
            <p:cNvSpPr txBox="1">
              <a:spLocks noChangeArrowheads="1"/>
            </p:cNvSpPr>
            <p:nvPr/>
          </p:nvSpPr>
          <p:spPr bwMode="auto">
            <a:xfrm>
              <a:off x="663" y="3000"/>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1</a:t>
              </a:r>
            </a:p>
          </p:txBody>
        </p:sp>
        <p:sp>
          <p:nvSpPr>
            <p:cNvPr id="251927" name="Text Box 32">
              <a:extLst>
                <a:ext uri="{FF2B5EF4-FFF2-40B4-BE49-F238E27FC236}">
                  <a16:creationId xmlns:a16="http://schemas.microsoft.com/office/drawing/2014/main" id="{E8A82183-6E1A-96F7-E947-679A529B0275}"/>
                </a:ext>
              </a:extLst>
            </p:cNvPr>
            <p:cNvSpPr txBox="1">
              <a:spLocks noChangeArrowheads="1"/>
            </p:cNvSpPr>
            <p:nvPr/>
          </p:nvSpPr>
          <p:spPr bwMode="auto">
            <a:xfrm>
              <a:off x="663" y="3511"/>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2</a:t>
              </a:r>
            </a:p>
          </p:txBody>
        </p:sp>
        <p:sp>
          <p:nvSpPr>
            <p:cNvPr id="251928" name="Rectangle 33">
              <a:extLst>
                <a:ext uri="{FF2B5EF4-FFF2-40B4-BE49-F238E27FC236}">
                  <a16:creationId xmlns:a16="http://schemas.microsoft.com/office/drawing/2014/main" id="{1453AB93-CD3C-C6B5-A5B4-62E51CF3DFD5}"/>
                </a:ext>
              </a:extLst>
            </p:cNvPr>
            <p:cNvSpPr>
              <a:spLocks noChangeArrowheads="1"/>
            </p:cNvSpPr>
            <p:nvPr/>
          </p:nvSpPr>
          <p:spPr bwMode="auto">
            <a:xfrm>
              <a:off x="567" y="2659"/>
              <a:ext cx="2267" cy="140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251929" name="Group 34">
              <a:extLst>
                <a:ext uri="{FF2B5EF4-FFF2-40B4-BE49-F238E27FC236}">
                  <a16:creationId xmlns:a16="http://schemas.microsoft.com/office/drawing/2014/main" id="{229954F4-6656-3CDF-4984-37CCAC99F537}"/>
                </a:ext>
              </a:extLst>
            </p:cNvPr>
            <p:cNvGrpSpPr>
              <a:grpSpLocks/>
            </p:cNvGrpSpPr>
            <p:nvPr/>
          </p:nvGrpSpPr>
          <p:grpSpPr bwMode="auto">
            <a:xfrm>
              <a:off x="1610" y="3022"/>
              <a:ext cx="1089" cy="330"/>
              <a:chOff x="1610" y="3022"/>
              <a:chExt cx="1089" cy="330"/>
            </a:xfrm>
          </p:grpSpPr>
          <p:graphicFrame>
            <p:nvGraphicFramePr>
              <p:cNvPr id="251935" name="Object 35">
                <a:extLst>
                  <a:ext uri="{FF2B5EF4-FFF2-40B4-BE49-F238E27FC236}">
                    <a16:creationId xmlns:a16="http://schemas.microsoft.com/office/drawing/2014/main" id="{4B8BEDC9-C679-F4EC-3BDF-799B404336DE}"/>
                  </a:ext>
                </a:extLst>
              </p:cNvPr>
              <p:cNvGraphicFramePr>
                <a:graphicFrameLocks noChangeAspect="1"/>
              </p:cNvGraphicFramePr>
              <p:nvPr/>
            </p:nvGraphicFramePr>
            <p:xfrm>
              <a:off x="1610" y="3022"/>
              <a:ext cx="297" cy="329"/>
            </p:xfrm>
            <a:graphic>
              <a:graphicData uri="http://schemas.openxmlformats.org/presentationml/2006/ole">
                <mc:AlternateContent xmlns:mc="http://schemas.openxmlformats.org/markup-compatibility/2006">
                  <mc:Choice xmlns:v="urn:schemas-microsoft-com:vml" Requires="v">
                    <p:oleObj r:id="rId14" imgW="203024" imgH="253780" progId="Equation.DSMT4">
                      <p:embed/>
                    </p:oleObj>
                  </mc:Choice>
                  <mc:Fallback>
                    <p:oleObj r:id="rId14" imgW="203024" imgH="253780" progId="Equation.DSMT4">
                      <p:embed/>
                      <p:pic>
                        <p:nvPicPr>
                          <p:cNvPr id="0" name="Object 3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10" y="3022"/>
                            <a:ext cx="297"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1936" name="Object 36">
                <a:extLst>
                  <a:ext uri="{FF2B5EF4-FFF2-40B4-BE49-F238E27FC236}">
                    <a16:creationId xmlns:a16="http://schemas.microsoft.com/office/drawing/2014/main" id="{7163A43F-CE9C-42A6-E72A-0E9A62F82550}"/>
                  </a:ext>
                </a:extLst>
              </p:cNvPr>
              <p:cNvGraphicFramePr>
                <a:graphicFrameLocks noChangeAspect="1"/>
              </p:cNvGraphicFramePr>
              <p:nvPr/>
            </p:nvGraphicFramePr>
            <p:xfrm>
              <a:off x="1911" y="3022"/>
              <a:ext cx="243" cy="330"/>
            </p:xfrm>
            <a:graphic>
              <a:graphicData uri="http://schemas.openxmlformats.org/presentationml/2006/ole">
                <mc:AlternateContent xmlns:mc="http://schemas.openxmlformats.org/markup-compatibility/2006">
                  <mc:Choice xmlns:v="urn:schemas-microsoft-com:vml" Requires="v">
                    <p:oleObj r:id="rId16" imgW="164957" imgH="253780" progId="Equation.DSMT4">
                      <p:embed/>
                    </p:oleObj>
                  </mc:Choice>
                  <mc:Fallback>
                    <p:oleObj r:id="rId16" imgW="164957" imgH="253780" progId="Equation.DSMT4">
                      <p:embed/>
                      <p:pic>
                        <p:nvPicPr>
                          <p:cNvPr id="0" name="Object 3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11" y="3022"/>
                            <a:ext cx="2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1937" name="Object 37">
                <a:extLst>
                  <a:ext uri="{FF2B5EF4-FFF2-40B4-BE49-F238E27FC236}">
                    <a16:creationId xmlns:a16="http://schemas.microsoft.com/office/drawing/2014/main" id="{02E929EA-7E61-DB61-D976-91C3BB77FCE4}"/>
                  </a:ext>
                </a:extLst>
              </p:cNvPr>
              <p:cNvGraphicFramePr>
                <a:graphicFrameLocks noChangeAspect="1"/>
              </p:cNvGraphicFramePr>
              <p:nvPr/>
            </p:nvGraphicFramePr>
            <p:xfrm>
              <a:off x="2183" y="3022"/>
              <a:ext cx="261" cy="329"/>
            </p:xfrm>
            <a:graphic>
              <a:graphicData uri="http://schemas.openxmlformats.org/presentationml/2006/ole">
                <mc:AlternateContent xmlns:mc="http://schemas.openxmlformats.org/markup-compatibility/2006">
                  <mc:Choice xmlns:v="urn:schemas-microsoft-com:vml" Requires="v">
                    <p:oleObj r:id="rId18" imgW="177569" imgH="253670" progId="Equation.DSMT4">
                      <p:embed/>
                    </p:oleObj>
                  </mc:Choice>
                  <mc:Fallback>
                    <p:oleObj r:id="rId18" imgW="177569" imgH="253670" progId="Equation.DSMT4">
                      <p:embed/>
                      <p:pic>
                        <p:nvPicPr>
                          <p:cNvPr id="0" name="Object 3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83" y="3022"/>
                            <a:ext cx="261"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1938" name="Object 38">
                <a:extLst>
                  <a:ext uri="{FF2B5EF4-FFF2-40B4-BE49-F238E27FC236}">
                    <a16:creationId xmlns:a16="http://schemas.microsoft.com/office/drawing/2014/main" id="{81753C98-DAD3-CE1F-5F6A-8040526E6449}"/>
                  </a:ext>
                </a:extLst>
              </p:cNvPr>
              <p:cNvGraphicFramePr>
                <a:graphicFrameLocks noChangeAspect="1"/>
              </p:cNvGraphicFramePr>
              <p:nvPr/>
            </p:nvGraphicFramePr>
            <p:xfrm>
              <a:off x="2418" y="3022"/>
              <a:ext cx="281" cy="330"/>
            </p:xfrm>
            <a:graphic>
              <a:graphicData uri="http://schemas.openxmlformats.org/presentationml/2006/ole">
                <mc:AlternateContent xmlns:mc="http://schemas.openxmlformats.org/markup-compatibility/2006">
                  <mc:Choice xmlns:v="urn:schemas-microsoft-com:vml" Requires="v">
                    <p:oleObj r:id="rId20" imgW="190417" imgH="253890" progId="Equation.DSMT4">
                      <p:embed/>
                    </p:oleObj>
                  </mc:Choice>
                  <mc:Fallback>
                    <p:oleObj r:id="rId20" imgW="190417" imgH="253890" progId="Equation.DSMT4">
                      <p:embed/>
                      <p:pic>
                        <p:nvPicPr>
                          <p:cNvPr id="0" name="Object 3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18" y="3022"/>
                            <a:ext cx="2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1939" name="Text Box 39">
                <a:extLst>
                  <a:ext uri="{FF2B5EF4-FFF2-40B4-BE49-F238E27FC236}">
                    <a16:creationId xmlns:a16="http://schemas.microsoft.com/office/drawing/2014/main" id="{215220EA-380E-CF50-2310-54B6899A4CB1}"/>
                  </a:ext>
                </a:extLst>
              </p:cNvPr>
              <p:cNvSpPr txBox="1">
                <a:spLocks noChangeArrowheads="1"/>
              </p:cNvSpPr>
              <p:nvPr/>
            </p:nvSpPr>
            <p:spPr bwMode="auto">
              <a:xfrm>
                <a:off x="1791" y="3089"/>
                <a:ext cx="8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  、   、</a:t>
                </a:r>
              </a:p>
            </p:txBody>
          </p:sp>
        </p:grpSp>
        <p:graphicFrame>
          <p:nvGraphicFramePr>
            <p:cNvPr id="251930" name="Object 40">
              <a:extLst>
                <a:ext uri="{FF2B5EF4-FFF2-40B4-BE49-F238E27FC236}">
                  <a16:creationId xmlns:a16="http://schemas.microsoft.com/office/drawing/2014/main" id="{3DC61613-65DA-6B5A-B8B9-B1CF337ED842}"/>
                </a:ext>
              </a:extLst>
            </p:cNvPr>
            <p:cNvGraphicFramePr>
              <a:graphicFrameLocks noChangeAspect="1"/>
            </p:cNvGraphicFramePr>
            <p:nvPr/>
          </p:nvGraphicFramePr>
          <p:xfrm>
            <a:off x="1610" y="3385"/>
            <a:ext cx="316" cy="329"/>
          </p:xfrm>
          <a:graphic>
            <a:graphicData uri="http://schemas.openxmlformats.org/presentationml/2006/ole">
              <mc:AlternateContent xmlns:mc="http://schemas.openxmlformats.org/markup-compatibility/2006">
                <mc:Choice xmlns:v="urn:schemas-microsoft-com:vml" Requires="v">
                  <p:oleObj r:id="rId22" imgW="215713" imgH="253780" progId="Equation.DSMT4">
                    <p:embed/>
                  </p:oleObj>
                </mc:Choice>
                <mc:Fallback>
                  <p:oleObj r:id="rId22" imgW="215713" imgH="253780" progId="Equation.DSMT4">
                    <p:embed/>
                    <p:pic>
                      <p:nvPicPr>
                        <p:cNvPr id="0" name="Object 4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610" y="3385"/>
                          <a:ext cx="31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1931" name="Object 41">
              <a:extLst>
                <a:ext uri="{FF2B5EF4-FFF2-40B4-BE49-F238E27FC236}">
                  <a16:creationId xmlns:a16="http://schemas.microsoft.com/office/drawing/2014/main" id="{8FAFC4AA-EBCE-64BD-CF8D-DEC46EAEDF60}"/>
                </a:ext>
              </a:extLst>
            </p:cNvPr>
            <p:cNvGraphicFramePr>
              <a:graphicFrameLocks noChangeAspect="1"/>
            </p:cNvGraphicFramePr>
            <p:nvPr/>
          </p:nvGraphicFramePr>
          <p:xfrm>
            <a:off x="1901" y="3385"/>
            <a:ext cx="281" cy="330"/>
          </p:xfrm>
          <a:graphic>
            <a:graphicData uri="http://schemas.openxmlformats.org/presentationml/2006/ole">
              <mc:AlternateContent xmlns:mc="http://schemas.openxmlformats.org/markup-compatibility/2006">
                <mc:Choice xmlns:v="urn:schemas-microsoft-com:vml" Requires="v">
                  <p:oleObj r:id="rId24" imgW="190417" imgH="253890" progId="Equation.DSMT4">
                    <p:embed/>
                  </p:oleObj>
                </mc:Choice>
                <mc:Fallback>
                  <p:oleObj r:id="rId24" imgW="190417" imgH="253890" progId="Equation.DSMT4">
                    <p:embed/>
                    <p:pic>
                      <p:nvPicPr>
                        <p:cNvPr id="0" name="Object 4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901" y="3385"/>
                          <a:ext cx="2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1932" name="Object 42">
              <a:extLst>
                <a:ext uri="{FF2B5EF4-FFF2-40B4-BE49-F238E27FC236}">
                  <a16:creationId xmlns:a16="http://schemas.microsoft.com/office/drawing/2014/main" id="{A3B828D5-A93F-6A29-A128-2101A575A541}"/>
                </a:ext>
              </a:extLst>
            </p:cNvPr>
            <p:cNvGraphicFramePr>
              <a:graphicFrameLocks noChangeAspect="1"/>
            </p:cNvGraphicFramePr>
            <p:nvPr/>
          </p:nvGraphicFramePr>
          <p:xfrm>
            <a:off x="2183" y="3385"/>
            <a:ext cx="280" cy="329"/>
          </p:xfrm>
          <a:graphic>
            <a:graphicData uri="http://schemas.openxmlformats.org/presentationml/2006/ole">
              <mc:AlternateContent xmlns:mc="http://schemas.openxmlformats.org/markup-compatibility/2006">
                <mc:Choice xmlns:v="urn:schemas-microsoft-com:vml" Requires="v">
                  <p:oleObj r:id="rId26" imgW="190417" imgH="253890" progId="Equation.DSMT4">
                    <p:embed/>
                  </p:oleObj>
                </mc:Choice>
                <mc:Fallback>
                  <p:oleObj r:id="rId26" imgW="190417" imgH="253890" progId="Equation.DSMT4">
                    <p:embed/>
                    <p:pic>
                      <p:nvPicPr>
                        <p:cNvPr id="0" name="Object 4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183" y="3385"/>
                          <a:ext cx="28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1933" name="Object 43">
              <a:extLst>
                <a:ext uri="{FF2B5EF4-FFF2-40B4-BE49-F238E27FC236}">
                  <a16:creationId xmlns:a16="http://schemas.microsoft.com/office/drawing/2014/main" id="{732D9FD1-4AC5-D530-12F3-2BD573B1BAC6}"/>
                </a:ext>
              </a:extLst>
            </p:cNvPr>
            <p:cNvGraphicFramePr>
              <a:graphicFrameLocks noChangeAspect="1"/>
            </p:cNvGraphicFramePr>
            <p:nvPr/>
          </p:nvGraphicFramePr>
          <p:xfrm>
            <a:off x="2418" y="3385"/>
            <a:ext cx="299" cy="330"/>
          </p:xfrm>
          <a:graphic>
            <a:graphicData uri="http://schemas.openxmlformats.org/presentationml/2006/ole">
              <mc:AlternateContent xmlns:mc="http://schemas.openxmlformats.org/markup-compatibility/2006">
                <mc:Choice xmlns:v="urn:schemas-microsoft-com:vml" Requires="v">
                  <p:oleObj r:id="rId28" imgW="203024" imgH="253780" progId="Equation.DSMT4">
                    <p:embed/>
                  </p:oleObj>
                </mc:Choice>
                <mc:Fallback>
                  <p:oleObj r:id="rId28" imgW="203024" imgH="253780" progId="Equation.DSMT4">
                    <p:embed/>
                    <p:pic>
                      <p:nvPicPr>
                        <p:cNvPr id="0" name="Object 4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418" y="3385"/>
                          <a:ext cx="29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1934" name="Text Box 44">
              <a:extLst>
                <a:ext uri="{FF2B5EF4-FFF2-40B4-BE49-F238E27FC236}">
                  <a16:creationId xmlns:a16="http://schemas.microsoft.com/office/drawing/2014/main" id="{E0635E0F-5F09-BE45-EC7C-3E1C03B5989C}"/>
                </a:ext>
              </a:extLst>
            </p:cNvPr>
            <p:cNvSpPr txBox="1">
              <a:spLocks noChangeArrowheads="1"/>
            </p:cNvSpPr>
            <p:nvPr/>
          </p:nvSpPr>
          <p:spPr bwMode="auto">
            <a:xfrm>
              <a:off x="1800" y="3452"/>
              <a:ext cx="8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  、   、</a:t>
              </a:r>
            </a:p>
          </p:txBody>
        </p:sp>
      </p:grpSp>
      <p:graphicFrame>
        <p:nvGraphicFramePr>
          <p:cNvPr id="42" name="Object 2">
            <a:extLst>
              <a:ext uri="{FF2B5EF4-FFF2-40B4-BE49-F238E27FC236}">
                <a16:creationId xmlns:a16="http://schemas.microsoft.com/office/drawing/2014/main" id="{9FFA1076-0857-BC4B-5F0A-F21B37B72BB1}"/>
              </a:ext>
            </a:extLst>
          </p:cNvPr>
          <p:cNvGraphicFramePr>
            <a:graphicFrameLocks noChangeAspect="1"/>
          </p:cNvGraphicFramePr>
          <p:nvPr/>
        </p:nvGraphicFramePr>
        <p:xfrm>
          <a:off x="2749550" y="4702175"/>
          <a:ext cx="1781175" cy="450850"/>
        </p:xfrm>
        <a:graphic>
          <a:graphicData uri="http://schemas.openxmlformats.org/presentationml/2006/ole">
            <mc:AlternateContent xmlns:mc="http://schemas.openxmlformats.org/markup-compatibility/2006">
              <mc:Choice xmlns:v="urn:schemas-microsoft-com:vml" Requires="v">
                <p:oleObj r:id="rId30" imgW="533452" imgH="133419" progId="Equation.3">
                  <p:embed/>
                </p:oleObj>
              </mc:Choice>
              <mc:Fallback>
                <p:oleObj r:id="rId30" imgW="533452" imgH="133419" progId="Equation.3">
                  <p:embed/>
                  <p:pic>
                    <p:nvPicPr>
                      <p:cNvPr id="0" name="Object 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749550" y="4702175"/>
                        <a:ext cx="17811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2">
            <a:extLst>
              <a:ext uri="{FF2B5EF4-FFF2-40B4-BE49-F238E27FC236}">
                <a16:creationId xmlns:a16="http://schemas.microsoft.com/office/drawing/2014/main" id="{910D3AB4-63DF-6719-3B10-31C13020D021}"/>
              </a:ext>
            </a:extLst>
          </p:cNvPr>
          <p:cNvGraphicFramePr>
            <a:graphicFrameLocks noChangeAspect="1"/>
          </p:cNvGraphicFramePr>
          <p:nvPr/>
        </p:nvGraphicFramePr>
        <p:xfrm>
          <a:off x="2625725" y="6357938"/>
          <a:ext cx="1884363" cy="450850"/>
        </p:xfrm>
        <a:graphic>
          <a:graphicData uri="http://schemas.openxmlformats.org/presentationml/2006/ole">
            <mc:AlternateContent xmlns:mc="http://schemas.openxmlformats.org/markup-compatibility/2006">
              <mc:Choice xmlns:v="urn:schemas-microsoft-com:vml" Requires="v">
                <p:oleObj r:id="rId32" imgW="565076" imgH="133419" progId="Equation.3">
                  <p:embed/>
                </p:oleObj>
              </mc:Choice>
              <mc:Fallback>
                <p:oleObj r:id="rId32" imgW="565076" imgH="133419" progId="Equation.3">
                  <p:embed/>
                  <p:pic>
                    <p:nvPicPr>
                      <p:cNvPr id="0" name="Object 2"/>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625725" y="6357938"/>
                        <a:ext cx="18843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54020" name="Object 4">
            <a:extLst>
              <a:ext uri="{FF2B5EF4-FFF2-40B4-BE49-F238E27FC236}">
                <a16:creationId xmlns:a16="http://schemas.microsoft.com/office/drawing/2014/main" id="{2277C56C-C0B2-49E3-4CAE-01AB85E8576A}"/>
              </a:ext>
            </a:extLst>
          </p:cNvPr>
          <p:cNvGraphicFramePr>
            <a:graphicFrameLocks noChangeAspect="1"/>
          </p:cNvGraphicFramePr>
          <p:nvPr/>
        </p:nvGraphicFramePr>
        <p:xfrm>
          <a:off x="808038" y="836613"/>
          <a:ext cx="3835400" cy="3775075"/>
        </p:xfrm>
        <a:graphic>
          <a:graphicData uri="http://schemas.openxmlformats.org/presentationml/2006/ole">
            <mc:AlternateContent xmlns:mc="http://schemas.openxmlformats.org/markup-compatibility/2006">
              <mc:Choice xmlns:v="urn:schemas-microsoft-com:vml" Requires="v">
                <p:oleObj r:id="rId34" imgW="1111428" imgH="1092292" progId="Equation.3">
                  <p:embed/>
                </p:oleObj>
              </mc:Choice>
              <mc:Fallback>
                <p:oleObj r:id="rId34" imgW="1111428" imgH="1092292" progId="Equation.3">
                  <p:embed/>
                  <p:pic>
                    <p:nvPicPr>
                      <p:cNvPr id="0" name="Object 4"/>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808038" y="836613"/>
                        <a:ext cx="3835400"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灯片编号占位符 3">
            <a:extLst>
              <a:ext uri="{FF2B5EF4-FFF2-40B4-BE49-F238E27FC236}">
                <a16:creationId xmlns:a16="http://schemas.microsoft.com/office/drawing/2014/main" id="{06823E24-D7B5-0D14-54FB-9A9C553CE2FB}"/>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7AE76D12-A5A3-47EE-B65E-A188964A396E}" type="slidenum">
              <a:rPr altLang="zh-CN" sz="1400" b="0">
                <a:solidFill>
                  <a:schemeClr val="tx1"/>
                </a:solidFill>
                <a:ea typeface="宋体" panose="02010600030101010101" pitchFamily="2" charset="-122"/>
              </a:rPr>
              <a:pPr/>
              <a:t>4</a:t>
            </a:fld>
            <a:endParaRPr lang="zh-CN" altLang="zh-CN" sz="1400" b="0">
              <a:solidFill>
                <a:schemeClr val="tx1"/>
              </a:solidFill>
              <a:ea typeface="宋体" panose="02010600030101010101" pitchFamily="2" charset="-122"/>
            </a:endParaRPr>
          </a:p>
        </p:txBody>
      </p:sp>
      <p:graphicFrame>
        <p:nvGraphicFramePr>
          <p:cNvPr id="253955" name="Object 2">
            <a:extLst>
              <a:ext uri="{FF2B5EF4-FFF2-40B4-BE49-F238E27FC236}">
                <a16:creationId xmlns:a16="http://schemas.microsoft.com/office/drawing/2014/main" id="{B58CE288-37D1-196B-4DAD-A6F7A6108611}"/>
              </a:ext>
            </a:extLst>
          </p:cNvPr>
          <p:cNvGraphicFramePr>
            <a:graphicFrameLocks noChangeAspect="1"/>
          </p:cNvGraphicFramePr>
          <p:nvPr/>
        </p:nvGraphicFramePr>
        <p:xfrm>
          <a:off x="4930775" y="4681538"/>
          <a:ext cx="2667000" cy="576262"/>
        </p:xfrm>
        <a:graphic>
          <a:graphicData uri="http://schemas.openxmlformats.org/presentationml/2006/ole">
            <mc:AlternateContent xmlns:mc="http://schemas.openxmlformats.org/markup-compatibility/2006">
              <mc:Choice xmlns:v="urn:schemas-microsoft-com:vml" Requires="v">
                <p:oleObj r:id="rId3" imgW="895467" imgH="152539" progId="Equation.DSMT4">
                  <p:embed/>
                </p:oleObj>
              </mc:Choice>
              <mc:Fallback>
                <p:oleObj r:id="rId3" imgW="895467" imgH="152539"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0775" y="4681538"/>
                        <a:ext cx="26670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3956" name="AutoShape 3">
            <a:hlinkClick r:id="rId5" action="ppaction://hlinksldjump" highlightClick="1"/>
            <a:extLst>
              <a:ext uri="{FF2B5EF4-FFF2-40B4-BE49-F238E27FC236}">
                <a16:creationId xmlns:a16="http://schemas.microsoft.com/office/drawing/2014/main" id="{06CCB812-A86F-8071-18B6-D1F2E94281BE}"/>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57" name="AutoShape 4">
            <a:hlinkClick r:id="" action="ppaction://hlinkshowjump?jump=previousslide" highlightClick="1"/>
            <a:extLst>
              <a:ext uri="{FF2B5EF4-FFF2-40B4-BE49-F238E27FC236}">
                <a16:creationId xmlns:a16="http://schemas.microsoft.com/office/drawing/2014/main" id="{02F25EC2-2536-2906-6F67-8E43B65C6413}"/>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58" name="AutoShape 5">
            <a:hlinkClick r:id="" action="ppaction://hlinkshowjump?jump=nextslide" highlightClick="1"/>
            <a:extLst>
              <a:ext uri="{FF2B5EF4-FFF2-40B4-BE49-F238E27FC236}">
                <a16:creationId xmlns:a16="http://schemas.microsoft.com/office/drawing/2014/main" id="{E1C05176-3F51-5983-9AB1-A890D36C3386}"/>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59" name="AutoShape 6">
            <a:hlinkClick r:id="" action="ppaction://hlinkshowjump?jump=lastslide" highlightClick="1"/>
            <a:extLst>
              <a:ext uri="{FF2B5EF4-FFF2-40B4-BE49-F238E27FC236}">
                <a16:creationId xmlns:a16="http://schemas.microsoft.com/office/drawing/2014/main" id="{2540AF2C-EC54-A825-AC3E-1A42DBCC928F}"/>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253960" name="Object 7">
            <a:extLst>
              <a:ext uri="{FF2B5EF4-FFF2-40B4-BE49-F238E27FC236}">
                <a16:creationId xmlns:a16="http://schemas.microsoft.com/office/drawing/2014/main" id="{A26234A4-1592-203D-D872-D851B899EBF4}"/>
              </a:ext>
            </a:extLst>
          </p:cNvPr>
          <p:cNvGraphicFramePr>
            <a:graphicFrameLocks noChangeAspect="1"/>
          </p:cNvGraphicFramePr>
          <p:nvPr/>
        </p:nvGraphicFramePr>
        <p:xfrm>
          <a:off x="4860925" y="3716338"/>
          <a:ext cx="2392363" cy="576262"/>
        </p:xfrm>
        <a:graphic>
          <a:graphicData uri="http://schemas.openxmlformats.org/presentationml/2006/ole">
            <mc:AlternateContent xmlns:mc="http://schemas.openxmlformats.org/markup-compatibility/2006">
              <mc:Choice xmlns:v="urn:schemas-microsoft-com:vml" Requires="v">
                <p:oleObj r:id="rId6" imgW="793936" imgH="152539" progId="Equation.DSMT4">
                  <p:embed/>
                </p:oleObj>
              </mc:Choice>
              <mc:Fallback>
                <p:oleObj r:id="rId6" imgW="793936" imgH="152539"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60925" y="3716338"/>
                        <a:ext cx="239236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3961" name="Object 8">
            <a:extLst>
              <a:ext uri="{FF2B5EF4-FFF2-40B4-BE49-F238E27FC236}">
                <a16:creationId xmlns:a16="http://schemas.microsoft.com/office/drawing/2014/main" id="{94480DEE-4DEB-45EC-8005-B6D80BBBBCF2}"/>
              </a:ext>
            </a:extLst>
          </p:cNvPr>
          <p:cNvGraphicFramePr>
            <a:graphicFrameLocks noChangeAspect="1"/>
          </p:cNvGraphicFramePr>
          <p:nvPr/>
        </p:nvGraphicFramePr>
        <p:xfrm>
          <a:off x="4860925" y="2820988"/>
          <a:ext cx="2597150" cy="534987"/>
        </p:xfrm>
        <a:graphic>
          <a:graphicData uri="http://schemas.openxmlformats.org/presentationml/2006/ole">
            <mc:AlternateContent xmlns:mc="http://schemas.openxmlformats.org/markup-compatibility/2006">
              <mc:Choice xmlns:v="urn:schemas-microsoft-com:vml" Requires="v">
                <p:oleObj r:id="rId8" imgW="844702" imgH="152539" progId="Equation.DSMT4">
                  <p:embed/>
                </p:oleObj>
              </mc:Choice>
              <mc:Fallback>
                <p:oleObj r:id="rId8" imgW="844702" imgH="152539"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60925" y="2820988"/>
                        <a:ext cx="259715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3962" name="Object 9">
            <a:extLst>
              <a:ext uri="{FF2B5EF4-FFF2-40B4-BE49-F238E27FC236}">
                <a16:creationId xmlns:a16="http://schemas.microsoft.com/office/drawing/2014/main" id="{2F8D286F-DA0A-8EB2-AEC7-D8AAD7292955}"/>
              </a:ext>
            </a:extLst>
          </p:cNvPr>
          <p:cNvGraphicFramePr>
            <a:graphicFrameLocks noChangeAspect="1"/>
          </p:cNvGraphicFramePr>
          <p:nvPr/>
        </p:nvGraphicFramePr>
        <p:xfrm>
          <a:off x="4894263" y="1809750"/>
          <a:ext cx="2905125" cy="538163"/>
        </p:xfrm>
        <a:graphic>
          <a:graphicData uri="http://schemas.openxmlformats.org/presentationml/2006/ole">
            <mc:AlternateContent xmlns:mc="http://schemas.openxmlformats.org/markup-compatibility/2006">
              <mc:Choice xmlns:v="urn:schemas-microsoft-com:vml" Requires="v">
                <p:oleObj r:id="rId10" imgW="958716" imgH="152539" progId="Equation.DSMT4">
                  <p:embed/>
                </p:oleObj>
              </mc:Choice>
              <mc:Fallback>
                <p:oleObj r:id="rId10" imgW="958716" imgH="152539"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94263" y="1809750"/>
                        <a:ext cx="2905125"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3963" name="Object 10">
            <a:extLst>
              <a:ext uri="{FF2B5EF4-FFF2-40B4-BE49-F238E27FC236}">
                <a16:creationId xmlns:a16="http://schemas.microsoft.com/office/drawing/2014/main" id="{68472C1F-9D01-30DF-AFED-2F40D4E196C7}"/>
              </a:ext>
            </a:extLst>
          </p:cNvPr>
          <p:cNvGraphicFramePr>
            <a:graphicFrameLocks noChangeAspect="1"/>
          </p:cNvGraphicFramePr>
          <p:nvPr/>
        </p:nvGraphicFramePr>
        <p:xfrm>
          <a:off x="612775" y="2779713"/>
          <a:ext cx="2257425" cy="874712"/>
        </p:xfrm>
        <a:graphic>
          <a:graphicData uri="http://schemas.openxmlformats.org/presentationml/2006/ole">
            <mc:AlternateContent xmlns:mc="http://schemas.openxmlformats.org/markup-compatibility/2006">
              <mc:Choice xmlns:v="urn:schemas-microsoft-com:vml" Requires="v">
                <p:oleObj r:id="rId12" imgW="647882" imgH="298427" progId="Equation.DSMT4">
                  <p:embed/>
                </p:oleObj>
              </mc:Choice>
              <mc:Fallback>
                <p:oleObj r:id="rId12" imgW="647882" imgH="298427" progId="Equation.DSMT4">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2775" y="2779713"/>
                        <a:ext cx="225742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3964" name="Object 11">
            <a:extLst>
              <a:ext uri="{FF2B5EF4-FFF2-40B4-BE49-F238E27FC236}">
                <a16:creationId xmlns:a16="http://schemas.microsoft.com/office/drawing/2014/main" id="{CDDE0A7C-676D-ACA9-1D28-831BA5CF00A4}"/>
              </a:ext>
            </a:extLst>
          </p:cNvPr>
          <p:cNvGraphicFramePr>
            <a:graphicFrameLocks noChangeAspect="1"/>
          </p:cNvGraphicFramePr>
          <p:nvPr/>
        </p:nvGraphicFramePr>
        <p:xfrm>
          <a:off x="612775" y="1771650"/>
          <a:ext cx="2744788" cy="874713"/>
        </p:xfrm>
        <a:graphic>
          <a:graphicData uri="http://schemas.openxmlformats.org/presentationml/2006/ole">
            <mc:AlternateContent xmlns:mc="http://schemas.openxmlformats.org/markup-compatibility/2006">
              <mc:Choice xmlns:v="urn:schemas-microsoft-com:vml" Requires="v">
                <p:oleObj r:id="rId14" imgW="806420" imgH="298427" progId="Equation.DSMT4">
                  <p:embed/>
                </p:oleObj>
              </mc:Choice>
              <mc:Fallback>
                <p:oleObj r:id="rId14" imgW="806420" imgH="298427" progId="Equation.DSMT4">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2775" y="1771650"/>
                        <a:ext cx="2744788"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3965" name="Object 12">
            <a:extLst>
              <a:ext uri="{FF2B5EF4-FFF2-40B4-BE49-F238E27FC236}">
                <a16:creationId xmlns:a16="http://schemas.microsoft.com/office/drawing/2014/main" id="{DC93C618-6AF6-B00A-5D56-F134699E3E0C}"/>
              </a:ext>
            </a:extLst>
          </p:cNvPr>
          <p:cNvGraphicFramePr>
            <a:graphicFrameLocks noChangeAspect="1"/>
          </p:cNvGraphicFramePr>
          <p:nvPr/>
        </p:nvGraphicFramePr>
        <p:xfrm>
          <a:off x="666750" y="3932238"/>
          <a:ext cx="1530350" cy="450850"/>
        </p:xfrm>
        <a:graphic>
          <a:graphicData uri="http://schemas.openxmlformats.org/presentationml/2006/ole">
            <mc:AlternateContent xmlns:mc="http://schemas.openxmlformats.org/markup-compatibility/2006">
              <mc:Choice xmlns:v="urn:schemas-microsoft-com:vml" Requires="v">
                <p:oleObj r:id="rId16" imgW="412780" imgH="120535" progId="Equation.DSMT4">
                  <p:embed/>
                </p:oleObj>
              </mc:Choice>
              <mc:Fallback>
                <p:oleObj r:id="rId16" imgW="412780" imgH="120535" progId="Equation.DSMT4">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6750" y="3932238"/>
                        <a:ext cx="15303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3966" name="Object 13">
            <a:extLst>
              <a:ext uri="{FF2B5EF4-FFF2-40B4-BE49-F238E27FC236}">
                <a16:creationId xmlns:a16="http://schemas.microsoft.com/office/drawing/2014/main" id="{578848AF-0AF7-D659-E076-BC3D0279815E}"/>
              </a:ext>
            </a:extLst>
          </p:cNvPr>
          <p:cNvGraphicFramePr>
            <a:graphicFrameLocks noChangeAspect="1"/>
          </p:cNvGraphicFramePr>
          <p:nvPr/>
        </p:nvGraphicFramePr>
        <p:xfrm>
          <a:off x="684213" y="4795838"/>
          <a:ext cx="1633537" cy="503237"/>
        </p:xfrm>
        <a:graphic>
          <a:graphicData uri="http://schemas.openxmlformats.org/presentationml/2006/ole">
            <mc:AlternateContent xmlns:mc="http://schemas.openxmlformats.org/markup-compatibility/2006">
              <mc:Choice xmlns:v="urn:schemas-microsoft-com:vml" Requires="v">
                <p:oleObj r:id="rId18" imgW="450646" imgH="139654" progId="Equation.DSMT4">
                  <p:embed/>
                </p:oleObj>
              </mc:Choice>
              <mc:Fallback>
                <p:oleObj r:id="rId18" imgW="450646" imgH="139654" progId="Equation.DSMT4">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4213" y="4795838"/>
                        <a:ext cx="16335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14">
            <a:extLst>
              <a:ext uri="{FF2B5EF4-FFF2-40B4-BE49-F238E27FC236}">
                <a16:creationId xmlns:a16="http://schemas.microsoft.com/office/drawing/2014/main" id="{716AD7F5-83F9-C307-81D2-77FBCCADA02D}"/>
              </a:ext>
            </a:extLst>
          </p:cNvPr>
          <p:cNvGrpSpPr>
            <a:grpSpLocks/>
          </p:cNvGrpSpPr>
          <p:nvPr/>
        </p:nvGrpSpPr>
        <p:grpSpPr bwMode="auto">
          <a:xfrm>
            <a:off x="612775" y="1700213"/>
            <a:ext cx="4895850" cy="719137"/>
            <a:chOff x="703" y="1117"/>
            <a:chExt cx="3084" cy="453"/>
          </a:xfrm>
        </p:grpSpPr>
        <p:sp>
          <p:nvSpPr>
            <p:cNvPr id="253991" name="Oval 15">
              <a:extLst>
                <a:ext uri="{FF2B5EF4-FFF2-40B4-BE49-F238E27FC236}">
                  <a16:creationId xmlns:a16="http://schemas.microsoft.com/office/drawing/2014/main" id="{0E65A751-BA84-8217-931F-212269EFABCD}"/>
                </a:ext>
              </a:extLst>
            </p:cNvPr>
            <p:cNvSpPr>
              <a:spLocks noChangeArrowheads="1"/>
            </p:cNvSpPr>
            <p:nvPr/>
          </p:nvSpPr>
          <p:spPr bwMode="auto">
            <a:xfrm>
              <a:off x="703" y="1298"/>
              <a:ext cx="408" cy="272"/>
            </a:xfrm>
            <a:prstGeom prst="ellipse">
              <a:avLst/>
            </a:prstGeom>
            <a:noFill/>
            <a:ln w="22225">
              <a:solidFill>
                <a:srgbClr val="FF99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92" name="Oval 16">
              <a:extLst>
                <a:ext uri="{FF2B5EF4-FFF2-40B4-BE49-F238E27FC236}">
                  <a16:creationId xmlns:a16="http://schemas.microsoft.com/office/drawing/2014/main" id="{748F5BB8-32E5-56B2-8126-D177838501B2}"/>
                </a:ext>
              </a:extLst>
            </p:cNvPr>
            <p:cNvSpPr>
              <a:spLocks noChangeArrowheads="1"/>
            </p:cNvSpPr>
            <p:nvPr/>
          </p:nvSpPr>
          <p:spPr bwMode="auto">
            <a:xfrm>
              <a:off x="3288" y="1253"/>
              <a:ext cx="499" cy="272"/>
            </a:xfrm>
            <a:prstGeom prst="ellipse">
              <a:avLst/>
            </a:prstGeom>
            <a:noFill/>
            <a:ln w="22225">
              <a:solidFill>
                <a:srgbClr val="FF99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93" name="Freeform 17">
              <a:extLst>
                <a:ext uri="{FF2B5EF4-FFF2-40B4-BE49-F238E27FC236}">
                  <a16:creationId xmlns:a16="http://schemas.microsoft.com/office/drawing/2014/main" id="{1A18372F-DB11-F426-44ED-DDB2ED40FC77}"/>
                </a:ext>
              </a:extLst>
            </p:cNvPr>
            <p:cNvSpPr>
              <a:spLocks noChangeArrowheads="1"/>
            </p:cNvSpPr>
            <p:nvPr/>
          </p:nvSpPr>
          <p:spPr bwMode="auto">
            <a:xfrm>
              <a:off x="975" y="1117"/>
              <a:ext cx="2495" cy="181"/>
            </a:xfrm>
            <a:custGeom>
              <a:avLst/>
              <a:gdLst>
                <a:gd name="T0" fmla="*/ 0 w 2495"/>
                <a:gd name="T1" fmla="*/ 181 h 181"/>
                <a:gd name="T2" fmla="*/ 181 w 2495"/>
                <a:gd name="T3" fmla="*/ 0 h 181"/>
                <a:gd name="T4" fmla="*/ 2313 w 2495"/>
                <a:gd name="T5" fmla="*/ 0 h 181"/>
                <a:gd name="T6" fmla="*/ 2495 w 2495"/>
                <a:gd name="T7" fmla="*/ 136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95" h="181">
                  <a:moveTo>
                    <a:pt x="0" y="181"/>
                  </a:moveTo>
                  <a:lnTo>
                    <a:pt x="181" y="0"/>
                  </a:lnTo>
                  <a:lnTo>
                    <a:pt x="2313" y="0"/>
                  </a:lnTo>
                  <a:lnTo>
                    <a:pt x="2495" y="136"/>
                  </a:lnTo>
                </a:path>
              </a:pathLst>
            </a:custGeom>
            <a:noFill/>
            <a:ln w="22225">
              <a:solidFill>
                <a:srgbClr val="FF99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 name="Group 18">
            <a:extLst>
              <a:ext uri="{FF2B5EF4-FFF2-40B4-BE49-F238E27FC236}">
                <a16:creationId xmlns:a16="http://schemas.microsoft.com/office/drawing/2014/main" id="{F43CC7B0-09BA-06FC-51BB-5B4E12B3E62B}"/>
              </a:ext>
            </a:extLst>
          </p:cNvPr>
          <p:cNvGrpSpPr>
            <a:grpSpLocks/>
          </p:cNvGrpSpPr>
          <p:nvPr/>
        </p:nvGrpSpPr>
        <p:grpSpPr bwMode="auto">
          <a:xfrm>
            <a:off x="612775" y="2708275"/>
            <a:ext cx="4895850" cy="719138"/>
            <a:chOff x="703" y="1117"/>
            <a:chExt cx="3084" cy="453"/>
          </a:xfrm>
        </p:grpSpPr>
        <p:sp>
          <p:nvSpPr>
            <p:cNvPr id="253988" name="Oval 19">
              <a:extLst>
                <a:ext uri="{FF2B5EF4-FFF2-40B4-BE49-F238E27FC236}">
                  <a16:creationId xmlns:a16="http://schemas.microsoft.com/office/drawing/2014/main" id="{67856126-6EB3-1009-47D4-2EF1D4F67568}"/>
                </a:ext>
              </a:extLst>
            </p:cNvPr>
            <p:cNvSpPr>
              <a:spLocks noChangeArrowheads="1"/>
            </p:cNvSpPr>
            <p:nvPr/>
          </p:nvSpPr>
          <p:spPr bwMode="auto">
            <a:xfrm>
              <a:off x="703" y="1298"/>
              <a:ext cx="408" cy="272"/>
            </a:xfrm>
            <a:prstGeom prst="ellipse">
              <a:avLst/>
            </a:prstGeom>
            <a:noFill/>
            <a:ln w="22225">
              <a:solidFill>
                <a:srgbClr val="FF99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89" name="Oval 20">
              <a:extLst>
                <a:ext uri="{FF2B5EF4-FFF2-40B4-BE49-F238E27FC236}">
                  <a16:creationId xmlns:a16="http://schemas.microsoft.com/office/drawing/2014/main" id="{CAE28484-8ECF-99FB-8E3D-A58F520677AB}"/>
                </a:ext>
              </a:extLst>
            </p:cNvPr>
            <p:cNvSpPr>
              <a:spLocks noChangeArrowheads="1"/>
            </p:cNvSpPr>
            <p:nvPr/>
          </p:nvSpPr>
          <p:spPr bwMode="auto">
            <a:xfrm>
              <a:off x="3288" y="1253"/>
              <a:ext cx="499" cy="272"/>
            </a:xfrm>
            <a:prstGeom prst="ellipse">
              <a:avLst/>
            </a:prstGeom>
            <a:noFill/>
            <a:ln w="22225">
              <a:solidFill>
                <a:srgbClr val="FF99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90" name="Freeform 21">
              <a:extLst>
                <a:ext uri="{FF2B5EF4-FFF2-40B4-BE49-F238E27FC236}">
                  <a16:creationId xmlns:a16="http://schemas.microsoft.com/office/drawing/2014/main" id="{7B2AA7D5-657E-2451-0219-A2C08FAC125B}"/>
                </a:ext>
              </a:extLst>
            </p:cNvPr>
            <p:cNvSpPr>
              <a:spLocks noChangeArrowheads="1"/>
            </p:cNvSpPr>
            <p:nvPr/>
          </p:nvSpPr>
          <p:spPr bwMode="auto">
            <a:xfrm>
              <a:off x="975" y="1117"/>
              <a:ext cx="2495" cy="181"/>
            </a:xfrm>
            <a:custGeom>
              <a:avLst/>
              <a:gdLst>
                <a:gd name="T0" fmla="*/ 0 w 2495"/>
                <a:gd name="T1" fmla="*/ 181 h 181"/>
                <a:gd name="T2" fmla="*/ 181 w 2495"/>
                <a:gd name="T3" fmla="*/ 0 h 181"/>
                <a:gd name="T4" fmla="*/ 2313 w 2495"/>
                <a:gd name="T5" fmla="*/ 0 h 181"/>
                <a:gd name="T6" fmla="*/ 2495 w 2495"/>
                <a:gd name="T7" fmla="*/ 136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95" h="181">
                  <a:moveTo>
                    <a:pt x="0" y="181"/>
                  </a:moveTo>
                  <a:lnTo>
                    <a:pt x="181" y="0"/>
                  </a:lnTo>
                  <a:lnTo>
                    <a:pt x="2313" y="0"/>
                  </a:lnTo>
                  <a:lnTo>
                    <a:pt x="2495" y="136"/>
                  </a:lnTo>
                </a:path>
              </a:pathLst>
            </a:custGeom>
            <a:noFill/>
            <a:ln w="22225">
              <a:solidFill>
                <a:srgbClr val="FF99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 name="Group 22">
            <a:extLst>
              <a:ext uri="{FF2B5EF4-FFF2-40B4-BE49-F238E27FC236}">
                <a16:creationId xmlns:a16="http://schemas.microsoft.com/office/drawing/2014/main" id="{143ACED8-B750-41CC-6160-36204FD4B1C1}"/>
              </a:ext>
            </a:extLst>
          </p:cNvPr>
          <p:cNvGrpSpPr>
            <a:grpSpLocks/>
          </p:cNvGrpSpPr>
          <p:nvPr/>
        </p:nvGrpSpPr>
        <p:grpSpPr bwMode="auto">
          <a:xfrm>
            <a:off x="584200" y="4579938"/>
            <a:ext cx="4895850" cy="719137"/>
            <a:chOff x="703" y="1117"/>
            <a:chExt cx="3084" cy="453"/>
          </a:xfrm>
        </p:grpSpPr>
        <p:sp>
          <p:nvSpPr>
            <p:cNvPr id="253985" name="Oval 23">
              <a:extLst>
                <a:ext uri="{FF2B5EF4-FFF2-40B4-BE49-F238E27FC236}">
                  <a16:creationId xmlns:a16="http://schemas.microsoft.com/office/drawing/2014/main" id="{5DC38AB2-9C68-F65D-2202-F9E4C1083BC9}"/>
                </a:ext>
              </a:extLst>
            </p:cNvPr>
            <p:cNvSpPr>
              <a:spLocks noChangeArrowheads="1"/>
            </p:cNvSpPr>
            <p:nvPr/>
          </p:nvSpPr>
          <p:spPr bwMode="auto">
            <a:xfrm>
              <a:off x="703" y="1298"/>
              <a:ext cx="408" cy="272"/>
            </a:xfrm>
            <a:prstGeom prst="ellipse">
              <a:avLst/>
            </a:prstGeom>
            <a:noFill/>
            <a:ln w="25400">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86" name="Oval 24">
              <a:extLst>
                <a:ext uri="{FF2B5EF4-FFF2-40B4-BE49-F238E27FC236}">
                  <a16:creationId xmlns:a16="http://schemas.microsoft.com/office/drawing/2014/main" id="{0EF49F0F-831E-D0B6-D366-8A53B965779A}"/>
                </a:ext>
              </a:extLst>
            </p:cNvPr>
            <p:cNvSpPr>
              <a:spLocks noChangeArrowheads="1"/>
            </p:cNvSpPr>
            <p:nvPr/>
          </p:nvSpPr>
          <p:spPr bwMode="auto">
            <a:xfrm>
              <a:off x="3288" y="1253"/>
              <a:ext cx="499" cy="272"/>
            </a:xfrm>
            <a:prstGeom prst="ellipse">
              <a:avLst/>
            </a:prstGeom>
            <a:noFill/>
            <a:ln w="25400">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87" name="Freeform 25">
              <a:extLst>
                <a:ext uri="{FF2B5EF4-FFF2-40B4-BE49-F238E27FC236}">
                  <a16:creationId xmlns:a16="http://schemas.microsoft.com/office/drawing/2014/main" id="{A5D1FE89-EDB1-6BF2-9A9A-EC5D050C92B1}"/>
                </a:ext>
              </a:extLst>
            </p:cNvPr>
            <p:cNvSpPr>
              <a:spLocks noChangeArrowheads="1"/>
            </p:cNvSpPr>
            <p:nvPr/>
          </p:nvSpPr>
          <p:spPr bwMode="auto">
            <a:xfrm>
              <a:off x="975" y="1117"/>
              <a:ext cx="2495" cy="181"/>
            </a:xfrm>
            <a:custGeom>
              <a:avLst/>
              <a:gdLst>
                <a:gd name="T0" fmla="*/ 0 w 2495"/>
                <a:gd name="T1" fmla="*/ 181 h 181"/>
                <a:gd name="T2" fmla="*/ 181 w 2495"/>
                <a:gd name="T3" fmla="*/ 0 h 181"/>
                <a:gd name="T4" fmla="*/ 2313 w 2495"/>
                <a:gd name="T5" fmla="*/ 0 h 181"/>
                <a:gd name="T6" fmla="*/ 2495 w 2495"/>
                <a:gd name="T7" fmla="*/ 136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95" h="181">
                  <a:moveTo>
                    <a:pt x="0" y="181"/>
                  </a:moveTo>
                  <a:lnTo>
                    <a:pt x="181" y="0"/>
                  </a:lnTo>
                  <a:lnTo>
                    <a:pt x="2313" y="0"/>
                  </a:lnTo>
                  <a:lnTo>
                    <a:pt x="2495" y="136"/>
                  </a:lnTo>
                </a:path>
              </a:pathLst>
            </a:custGeom>
            <a:noFill/>
            <a:ln w="25400">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 name="Group 26">
            <a:extLst>
              <a:ext uri="{FF2B5EF4-FFF2-40B4-BE49-F238E27FC236}">
                <a16:creationId xmlns:a16="http://schemas.microsoft.com/office/drawing/2014/main" id="{B1D51A42-6EFE-CC4A-B14A-AE6955DF6787}"/>
              </a:ext>
            </a:extLst>
          </p:cNvPr>
          <p:cNvGrpSpPr>
            <a:grpSpLocks/>
          </p:cNvGrpSpPr>
          <p:nvPr/>
        </p:nvGrpSpPr>
        <p:grpSpPr bwMode="auto">
          <a:xfrm>
            <a:off x="569913" y="3643313"/>
            <a:ext cx="4895850" cy="719137"/>
            <a:chOff x="703" y="1117"/>
            <a:chExt cx="3084" cy="453"/>
          </a:xfrm>
        </p:grpSpPr>
        <p:sp>
          <p:nvSpPr>
            <p:cNvPr id="253982" name="Oval 27">
              <a:extLst>
                <a:ext uri="{FF2B5EF4-FFF2-40B4-BE49-F238E27FC236}">
                  <a16:creationId xmlns:a16="http://schemas.microsoft.com/office/drawing/2014/main" id="{3550222F-6A5A-FCFC-929B-C1F1A6E25311}"/>
                </a:ext>
              </a:extLst>
            </p:cNvPr>
            <p:cNvSpPr>
              <a:spLocks noChangeArrowheads="1"/>
            </p:cNvSpPr>
            <p:nvPr/>
          </p:nvSpPr>
          <p:spPr bwMode="auto">
            <a:xfrm>
              <a:off x="703" y="1298"/>
              <a:ext cx="408" cy="272"/>
            </a:xfrm>
            <a:prstGeom prst="ellipse">
              <a:avLst/>
            </a:prstGeom>
            <a:noFill/>
            <a:ln w="22225">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83" name="Oval 28">
              <a:extLst>
                <a:ext uri="{FF2B5EF4-FFF2-40B4-BE49-F238E27FC236}">
                  <a16:creationId xmlns:a16="http://schemas.microsoft.com/office/drawing/2014/main" id="{71B7C1CF-E099-86BB-53D0-CE5B68AD3C0B}"/>
                </a:ext>
              </a:extLst>
            </p:cNvPr>
            <p:cNvSpPr>
              <a:spLocks noChangeArrowheads="1"/>
            </p:cNvSpPr>
            <p:nvPr/>
          </p:nvSpPr>
          <p:spPr bwMode="auto">
            <a:xfrm>
              <a:off x="3288" y="1253"/>
              <a:ext cx="499" cy="272"/>
            </a:xfrm>
            <a:prstGeom prst="ellipse">
              <a:avLst/>
            </a:prstGeom>
            <a:noFill/>
            <a:ln w="22225">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84" name="Freeform 29">
              <a:extLst>
                <a:ext uri="{FF2B5EF4-FFF2-40B4-BE49-F238E27FC236}">
                  <a16:creationId xmlns:a16="http://schemas.microsoft.com/office/drawing/2014/main" id="{D6A1BE8F-7496-F25D-47E6-C407D884DCEC}"/>
                </a:ext>
              </a:extLst>
            </p:cNvPr>
            <p:cNvSpPr>
              <a:spLocks noChangeArrowheads="1"/>
            </p:cNvSpPr>
            <p:nvPr/>
          </p:nvSpPr>
          <p:spPr bwMode="auto">
            <a:xfrm>
              <a:off x="975" y="1117"/>
              <a:ext cx="2495" cy="181"/>
            </a:xfrm>
            <a:custGeom>
              <a:avLst/>
              <a:gdLst>
                <a:gd name="T0" fmla="*/ 0 w 2495"/>
                <a:gd name="T1" fmla="*/ 181 h 181"/>
                <a:gd name="T2" fmla="*/ 181 w 2495"/>
                <a:gd name="T3" fmla="*/ 0 h 181"/>
                <a:gd name="T4" fmla="*/ 2313 w 2495"/>
                <a:gd name="T5" fmla="*/ 0 h 181"/>
                <a:gd name="T6" fmla="*/ 2495 w 2495"/>
                <a:gd name="T7" fmla="*/ 136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95" h="181">
                  <a:moveTo>
                    <a:pt x="0" y="181"/>
                  </a:moveTo>
                  <a:lnTo>
                    <a:pt x="181" y="0"/>
                  </a:lnTo>
                  <a:lnTo>
                    <a:pt x="2313" y="0"/>
                  </a:lnTo>
                  <a:lnTo>
                    <a:pt x="2495" y="136"/>
                  </a:lnTo>
                </a:path>
              </a:pathLst>
            </a:custGeom>
            <a:noFill/>
            <a:ln w="22225">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 name="Group 30">
            <a:extLst>
              <a:ext uri="{FF2B5EF4-FFF2-40B4-BE49-F238E27FC236}">
                <a16:creationId xmlns:a16="http://schemas.microsoft.com/office/drawing/2014/main" id="{31C17CED-DAA9-C472-3EAC-EAEEC57E7760}"/>
              </a:ext>
            </a:extLst>
          </p:cNvPr>
          <p:cNvGrpSpPr>
            <a:grpSpLocks/>
          </p:cNvGrpSpPr>
          <p:nvPr/>
        </p:nvGrpSpPr>
        <p:grpSpPr bwMode="auto">
          <a:xfrm>
            <a:off x="1963738" y="1843088"/>
            <a:ext cx="6064250" cy="793750"/>
            <a:chOff x="1554" y="1207"/>
            <a:chExt cx="3820" cy="500"/>
          </a:xfrm>
        </p:grpSpPr>
        <p:sp>
          <p:nvSpPr>
            <p:cNvPr id="253979" name="Oval 31">
              <a:extLst>
                <a:ext uri="{FF2B5EF4-FFF2-40B4-BE49-F238E27FC236}">
                  <a16:creationId xmlns:a16="http://schemas.microsoft.com/office/drawing/2014/main" id="{53CF89FA-F87D-8F99-7731-5DC05F7F31DA}"/>
                </a:ext>
              </a:extLst>
            </p:cNvPr>
            <p:cNvSpPr>
              <a:spLocks noChangeArrowheads="1"/>
            </p:cNvSpPr>
            <p:nvPr/>
          </p:nvSpPr>
          <p:spPr bwMode="auto">
            <a:xfrm flipV="1">
              <a:off x="1554" y="1298"/>
              <a:ext cx="328" cy="272"/>
            </a:xfrm>
            <a:prstGeom prst="ellipse">
              <a:avLst/>
            </a:prstGeom>
            <a:noFill/>
            <a:ln w="22225">
              <a:solidFill>
                <a:srgbClr val="FFD1E8"/>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80" name="Oval 32">
              <a:extLst>
                <a:ext uri="{FF2B5EF4-FFF2-40B4-BE49-F238E27FC236}">
                  <a16:creationId xmlns:a16="http://schemas.microsoft.com/office/drawing/2014/main" id="{3A4DF185-0E11-78BE-65AC-111D38220F47}"/>
                </a:ext>
              </a:extLst>
            </p:cNvPr>
            <p:cNvSpPr>
              <a:spLocks noChangeArrowheads="1"/>
            </p:cNvSpPr>
            <p:nvPr/>
          </p:nvSpPr>
          <p:spPr bwMode="auto">
            <a:xfrm flipV="1">
              <a:off x="4876" y="1207"/>
              <a:ext cx="498" cy="272"/>
            </a:xfrm>
            <a:prstGeom prst="ellipse">
              <a:avLst/>
            </a:prstGeom>
            <a:noFill/>
            <a:ln w="22225">
              <a:solidFill>
                <a:srgbClr val="FFD1E8"/>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81" name="Freeform 33">
              <a:extLst>
                <a:ext uri="{FF2B5EF4-FFF2-40B4-BE49-F238E27FC236}">
                  <a16:creationId xmlns:a16="http://schemas.microsoft.com/office/drawing/2014/main" id="{8879A621-FA03-0339-F07B-3025C6254FB0}"/>
                </a:ext>
              </a:extLst>
            </p:cNvPr>
            <p:cNvSpPr>
              <a:spLocks noChangeArrowheads="1"/>
            </p:cNvSpPr>
            <p:nvPr/>
          </p:nvSpPr>
          <p:spPr bwMode="auto">
            <a:xfrm>
              <a:off x="1837" y="1458"/>
              <a:ext cx="3153" cy="249"/>
            </a:xfrm>
            <a:custGeom>
              <a:avLst/>
              <a:gdLst>
                <a:gd name="T0" fmla="*/ 3153 w 3153"/>
                <a:gd name="T1" fmla="*/ 0 h 249"/>
                <a:gd name="T2" fmla="*/ 2893 w 3153"/>
                <a:gd name="T3" fmla="*/ 249 h 249"/>
                <a:gd name="T4" fmla="*/ 228 w 3153"/>
                <a:gd name="T5" fmla="*/ 249 h 249"/>
                <a:gd name="T6" fmla="*/ 0 w 3153"/>
                <a:gd name="T7" fmla="*/ 113 h 2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53" h="249">
                  <a:moveTo>
                    <a:pt x="3153" y="0"/>
                  </a:moveTo>
                  <a:lnTo>
                    <a:pt x="2893" y="249"/>
                  </a:lnTo>
                  <a:lnTo>
                    <a:pt x="228" y="249"/>
                  </a:lnTo>
                  <a:lnTo>
                    <a:pt x="0" y="113"/>
                  </a:lnTo>
                </a:path>
              </a:pathLst>
            </a:custGeom>
            <a:noFill/>
            <a:ln w="25400">
              <a:solidFill>
                <a:srgbClr val="FFD1E8"/>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 name="Group 34">
            <a:extLst>
              <a:ext uri="{FF2B5EF4-FFF2-40B4-BE49-F238E27FC236}">
                <a16:creationId xmlns:a16="http://schemas.microsoft.com/office/drawing/2014/main" id="{391C49F7-DAE6-0120-324E-97E15B5B8A8F}"/>
              </a:ext>
            </a:extLst>
          </p:cNvPr>
          <p:cNvGrpSpPr>
            <a:grpSpLocks/>
          </p:cNvGrpSpPr>
          <p:nvPr/>
        </p:nvGrpSpPr>
        <p:grpSpPr bwMode="auto">
          <a:xfrm>
            <a:off x="1909763" y="4795838"/>
            <a:ext cx="5903912" cy="793750"/>
            <a:chOff x="1554" y="1207"/>
            <a:chExt cx="3820" cy="500"/>
          </a:xfrm>
        </p:grpSpPr>
        <p:sp>
          <p:nvSpPr>
            <p:cNvPr id="253976" name="Oval 35">
              <a:extLst>
                <a:ext uri="{FF2B5EF4-FFF2-40B4-BE49-F238E27FC236}">
                  <a16:creationId xmlns:a16="http://schemas.microsoft.com/office/drawing/2014/main" id="{5277F886-2C2C-CA3C-B5D5-0F64162C5931}"/>
                </a:ext>
              </a:extLst>
            </p:cNvPr>
            <p:cNvSpPr>
              <a:spLocks noChangeArrowheads="1"/>
            </p:cNvSpPr>
            <p:nvPr/>
          </p:nvSpPr>
          <p:spPr bwMode="auto">
            <a:xfrm flipV="1">
              <a:off x="1554" y="1298"/>
              <a:ext cx="328" cy="272"/>
            </a:xfrm>
            <a:prstGeom prst="ellipse">
              <a:avLst/>
            </a:prstGeom>
            <a:noFill/>
            <a:ln w="22225">
              <a:solidFill>
                <a:srgbClr val="FFD1E8"/>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77" name="Oval 36">
              <a:extLst>
                <a:ext uri="{FF2B5EF4-FFF2-40B4-BE49-F238E27FC236}">
                  <a16:creationId xmlns:a16="http://schemas.microsoft.com/office/drawing/2014/main" id="{8B5189F8-ADDD-6174-FFAF-F8325E4AE803}"/>
                </a:ext>
              </a:extLst>
            </p:cNvPr>
            <p:cNvSpPr>
              <a:spLocks noChangeArrowheads="1"/>
            </p:cNvSpPr>
            <p:nvPr/>
          </p:nvSpPr>
          <p:spPr bwMode="auto">
            <a:xfrm flipV="1">
              <a:off x="4876" y="1207"/>
              <a:ext cx="498" cy="272"/>
            </a:xfrm>
            <a:prstGeom prst="ellipse">
              <a:avLst/>
            </a:prstGeom>
            <a:noFill/>
            <a:ln w="22225">
              <a:solidFill>
                <a:srgbClr val="FFD1E8"/>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53978" name="Freeform 37">
              <a:extLst>
                <a:ext uri="{FF2B5EF4-FFF2-40B4-BE49-F238E27FC236}">
                  <a16:creationId xmlns:a16="http://schemas.microsoft.com/office/drawing/2014/main" id="{E4905344-0AE4-7BBA-7180-56EA523E708F}"/>
                </a:ext>
              </a:extLst>
            </p:cNvPr>
            <p:cNvSpPr>
              <a:spLocks noChangeArrowheads="1"/>
            </p:cNvSpPr>
            <p:nvPr/>
          </p:nvSpPr>
          <p:spPr bwMode="auto">
            <a:xfrm>
              <a:off x="1837" y="1458"/>
              <a:ext cx="3153" cy="249"/>
            </a:xfrm>
            <a:custGeom>
              <a:avLst/>
              <a:gdLst>
                <a:gd name="T0" fmla="*/ 3153 w 3153"/>
                <a:gd name="T1" fmla="*/ 0 h 249"/>
                <a:gd name="T2" fmla="*/ 2893 w 3153"/>
                <a:gd name="T3" fmla="*/ 249 h 249"/>
                <a:gd name="T4" fmla="*/ 228 w 3153"/>
                <a:gd name="T5" fmla="*/ 249 h 249"/>
                <a:gd name="T6" fmla="*/ 0 w 3153"/>
                <a:gd name="T7" fmla="*/ 113 h 2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53" h="249">
                  <a:moveTo>
                    <a:pt x="3153" y="0"/>
                  </a:moveTo>
                  <a:lnTo>
                    <a:pt x="2893" y="249"/>
                  </a:lnTo>
                  <a:lnTo>
                    <a:pt x="228" y="249"/>
                  </a:lnTo>
                  <a:lnTo>
                    <a:pt x="0" y="113"/>
                  </a:lnTo>
                </a:path>
              </a:pathLst>
            </a:custGeom>
            <a:noFill/>
            <a:ln w="22225">
              <a:solidFill>
                <a:srgbClr val="FFD1E8"/>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69414" name="Line 38">
            <a:extLst>
              <a:ext uri="{FF2B5EF4-FFF2-40B4-BE49-F238E27FC236}">
                <a16:creationId xmlns:a16="http://schemas.microsoft.com/office/drawing/2014/main" id="{D49152D3-EDA5-9EAF-230E-227E9CCDF445}"/>
              </a:ext>
            </a:extLst>
          </p:cNvPr>
          <p:cNvSpPr>
            <a:spLocks noChangeShapeType="1"/>
          </p:cNvSpPr>
          <p:nvPr/>
        </p:nvSpPr>
        <p:spPr bwMode="auto">
          <a:xfrm>
            <a:off x="2628900" y="1771650"/>
            <a:ext cx="576263" cy="720725"/>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9415" name="Line 39">
            <a:extLst>
              <a:ext uri="{FF2B5EF4-FFF2-40B4-BE49-F238E27FC236}">
                <a16:creationId xmlns:a16="http://schemas.microsoft.com/office/drawing/2014/main" id="{6ACFD8E1-2538-1B08-EAF9-E274088519C4}"/>
              </a:ext>
            </a:extLst>
          </p:cNvPr>
          <p:cNvSpPr>
            <a:spLocks noChangeShapeType="1"/>
          </p:cNvSpPr>
          <p:nvPr/>
        </p:nvSpPr>
        <p:spPr bwMode="auto">
          <a:xfrm>
            <a:off x="2268538" y="2851150"/>
            <a:ext cx="576262" cy="720725"/>
          </a:xfrm>
          <a:prstGeom prst="line">
            <a:avLst/>
          </a:prstGeom>
          <a:noFill/>
          <a:ln w="22225">
            <a:solidFill>
              <a:srgbClr val="FFCC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9416" name="Rectangle 40">
            <a:extLst>
              <a:ext uri="{FF2B5EF4-FFF2-40B4-BE49-F238E27FC236}">
                <a16:creationId xmlns:a16="http://schemas.microsoft.com/office/drawing/2014/main" id="{59C7B34D-88AF-E2A0-69A8-B7CE8AF9FDC5}"/>
              </a:ext>
            </a:extLst>
          </p:cNvPr>
          <p:cNvSpPr>
            <a:spLocks noChangeArrowheads="1"/>
          </p:cNvSpPr>
          <p:nvPr/>
        </p:nvSpPr>
        <p:spPr bwMode="auto">
          <a:xfrm>
            <a:off x="684213" y="739775"/>
            <a:ext cx="6408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r>
              <a:rPr lang="zh-CN" altLang="en-US" dirty="0"/>
              <a:t>微分形式的麦克斯韦方程组 </a:t>
            </a:r>
            <a:r>
              <a:rPr lang="en-US" altLang="zh-CN" dirty="0"/>
              <a:t>VS </a:t>
            </a:r>
            <a:r>
              <a:rPr lang="zh-CN" altLang="en-US" dirty="0"/>
              <a:t>边界条件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灯片编号占位符 3">
            <a:extLst>
              <a:ext uri="{FF2B5EF4-FFF2-40B4-BE49-F238E27FC236}">
                <a16:creationId xmlns:a16="http://schemas.microsoft.com/office/drawing/2014/main" id="{88248C2C-0FB3-FB76-23A1-8F4B92A47186}"/>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2C635DB-191A-4C1A-A9ED-1CBBD3DC2516}" type="slidenum">
              <a:rPr altLang="zh-CN" sz="1400" b="0">
                <a:solidFill>
                  <a:schemeClr val="tx1"/>
                </a:solidFill>
                <a:ea typeface="宋体" panose="02010600030101010101" pitchFamily="2" charset="-122"/>
              </a:rPr>
              <a:pPr/>
              <a:t>5</a:t>
            </a:fld>
            <a:endParaRPr lang="zh-CN" altLang="zh-CN" sz="1400" b="0">
              <a:solidFill>
                <a:schemeClr val="tx1"/>
              </a:solidFill>
              <a:ea typeface="宋体" panose="02010600030101010101" pitchFamily="2" charset="-122"/>
            </a:endParaRPr>
          </a:p>
        </p:txBody>
      </p:sp>
      <p:sp>
        <p:nvSpPr>
          <p:cNvPr id="268292" name="AutoShape 10">
            <a:hlinkClick r:id="rId3" action="ppaction://hlinksldjump" highlightClick="1"/>
            <a:extLst>
              <a:ext uri="{FF2B5EF4-FFF2-40B4-BE49-F238E27FC236}">
                <a16:creationId xmlns:a16="http://schemas.microsoft.com/office/drawing/2014/main" id="{3B2940B8-2627-B948-62C6-1C52F55D38A8}"/>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8293" name="AutoShape 11">
            <a:hlinkClick r:id="" action="ppaction://hlinkshowjump?jump=previousslide" highlightClick="1"/>
            <a:extLst>
              <a:ext uri="{FF2B5EF4-FFF2-40B4-BE49-F238E27FC236}">
                <a16:creationId xmlns:a16="http://schemas.microsoft.com/office/drawing/2014/main" id="{312D6548-C7AD-B4B1-D17F-94BDEB945DF9}"/>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8294" name="AutoShape 12">
            <a:hlinkClick r:id="" action="ppaction://hlinkshowjump?jump=nextslide" highlightClick="1"/>
            <a:extLst>
              <a:ext uri="{FF2B5EF4-FFF2-40B4-BE49-F238E27FC236}">
                <a16:creationId xmlns:a16="http://schemas.microsoft.com/office/drawing/2014/main" id="{CA192D2B-879B-B856-59B6-A90097C7681B}"/>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8295" name="AutoShape 13">
            <a:hlinkClick r:id="" action="ppaction://hlinkshowjump?jump=lastslide" highlightClick="1"/>
            <a:extLst>
              <a:ext uri="{FF2B5EF4-FFF2-40B4-BE49-F238E27FC236}">
                <a16:creationId xmlns:a16="http://schemas.microsoft.com/office/drawing/2014/main" id="{F804E605-16B1-7B02-AF56-DD12CB97DF56}"/>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8" name="Group 26">
            <a:extLst>
              <a:ext uri="{FF2B5EF4-FFF2-40B4-BE49-F238E27FC236}">
                <a16:creationId xmlns:a16="http://schemas.microsoft.com/office/drawing/2014/main" id="{B871BD36-E6BF-C4C2-C7A6-088783CABDA3}"/>
              </a:ext>
            </a:extLst>
          </p:cNvPr>
          <p:cNvGrpSpPr>
            <a:grpSpLocks/>
          </p:cNvGrpSpPr>
          <p:nvPr/>
        </p:nvGrpSpPr>
        <p:grpSpPr bwMode="auto">
          <a:xfrm>
            <a:off x="5508625" y="4527126"/>
            <a:ext cx="3600450" cy="2232025"/>
            <a:chOff x="567" y="2659"/>
            <a:chExt cx="2268" cy="1406"/>
          </a:xfrm>
        </p:grpSpPr>
        <p:sp>
          <p:nvSpPr>
            <p:cNvPr id="268309" name="Rectangle 27">
              <a:extLst>
                <a:ext uri="{FF2B5EF4-FFF2-40B4-BE49-F238E27FC236}">
                  <a16:creationId xmlns:a16="http://schemas.microsoft.com/office/drawing/2014/main" id="{E9F79C09-A4D3-5D7C-2A49-4D6E94AD175B}"/>
                </a:ext>
              </a:extLst>
            </p:cNvPr>
            <p:cNvSpPr>
              <a:spLocks noChangeArrowheads="1"/>
            </p:cNvSpPr>
            <p:nvPr/>
          </p:nvSpPr>
          <p:spPr bwMode="auto">
            <a:xfrm>
              <a:off x="567" y="2659"/>
              <a:ext cx="2268" cy="857"/>
            </a:xfrm>
            <a:prstGeom prst="rect">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8310" name="Rectangle 28">
              <a:extLst>
                <a:ext uri="{FF2B5EF4-FFF2-40B4-BE49-F238E27FC236}">
                  <a16:creationId xmlns:a16="http://schemas.microsoft.com/office/drawing/2014/main" id="{548DD25A-727C-5239-4C9A-78E6E0A969CC}"/>
                </a:ext>
              </a:extLst>
            </p:cNvPr>
            <p:cNvSpPr>
              <a:spLocks noChangeArrowheads="1"/>
            </p:cNvSpPr>
            <p:nvPr/>
          </p:nvSpPr>
          <p:spPr bwMode="auto">
            <a:xfrm>
              <a:off x="567" y="3340"/>
              <a:ext cx="2268" cy="725"/>
            </a:xfrm>
            <a:prstGeom prst="rect">
              <a:avLst/>
            </a:prstGeom>
            <a:solidFill>
              <a:srgbClr val="00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8311" name="Line 29">
              <a:extLst>
                <a:ext uri="{FF2B5EF4-FFF2-40B4-BE49-F238E27FC236}">
                  <a16:creationId xmlns:a16="http://schemas.microsoft.com/office/drawing/2014/main" id="{EE1739DC-7E07-40FA-BFE6-BB54E8F1704B}"/>
                </a:ext>
              </a:extLst>
            </p:cNvPr>
            <p:cNvSpPr>
              <a:spLocks noChangeShapeType="1"/>
            </p:cNvSpPr>
            <p:nvPr/>
          </p:nvSpPr>
          <p:spPr bwMode="auto">
            <a:xfrm flipV="1">
              <a:off x="1565" y="2931"/>
              <a:ext cx="0" cy="81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8312" name="Object 30">
              <a:extLst>
                <a:ext uri="{FF2B5EF4-FFF2-40B4-BE49-F238E27FC236}">
                  <a16:creationId xmlns:a16="http://schemas.microsoft.com/office/drawing/2014/main" id="{41880C88-6C8F-DF78-AB00-D6A6C3FD1CB9}"/>
                </a:ext>
              </a:extLst>
            </p:cNvPr>
            <p:cNvGraphicFramePr>
              <a:graphicFrameLocks noChangeAspect="1"/>
            </p:cNvGraphicFramePr>
            <p:nvPr/>
          </p:nvGraphicFramePr>
          <p:xfrm>
            <a:off x="1293" y="2707"/>
            <a:ext cx="272" cy="315"/>
          </p:xfrm>
          <a:graphic>
            <a:graphicData uri="http://schemas.openxmlformats.org/presentationml/2006/ole">
              <mc:AlternateContent xmlns:mc="http://schemas.openxmlformats.org/markup-compatibility/2006">
                <mc:Choice xmlns:v="urn:schemas-microsoft-com:vml" Requires="v">
                  <p:oleObj r:id="rId4" imgW="76148" imgH="120535" progId="Equation.3">
                    <p:embed/>
                  </p:oleObj>
                </mc:Choice>
                <mc:Fallback>
                  <p:oleObj r:id="rId4" imgW="76148" imgH="120535" progId="Equation.3">
                    <p:embed/>
                    <p:pic>
                      <p:nvPicPr>
                        <p:cNvPr id="0"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3" y="2707"/>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8313" name="Text Box 31">
              <a:extLst>
                <a:ext uri="{FF2B5EF4-FFF2-40B4-BE49-F238E27FC236}">
                  <a16:creationId xmlns:a16="http://schemas.microsoft.com/office/drawing/2014/main" id="{C217E954-82F1-0AC3-CF2D-ADCDD97AC86D}"/>
                </a:ext>
              </a:extLst>
            </p:cNvPr>
            <p:cNvSpPr txBox="1">
              <a:spLocks noChangeArrowheads="1"/>
            </p:cNvSpPr>
            <p:nvPr/>
          </p:nvSpPr>
          <p:spPr bwMode="auto">
            <a:xfrm>
              <a:off x="663" y="3000"/>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1</a:t>
              </a:r>
            </a:p>
          </p:txBody>
        </p:sp>
        <p:sp>
          <p:nvSpPr>
            <p:cNvPr id="268314" name="Text Box 32">
              <a:extLst>
                <a:ext uri="{FF2B5EF4-FFF2-40B4-BE49-F238E27FC236}">
                  <a16:creationId xmlns:a16="http://schemas.microsoft.com/office/drawing/2014/main" id="{9E2C3E46-C755-E8EF-ECE5-745E4454A303}"/>
                </a:ext>
              </a:extLst>
            </p:cNvPr>
            <p:cNvSpPr txBox="1">
              <a:spLocks noChangeArrowheads="1"/>
            </p:cNvSpPr>
            <p:nvPr/>
          </p:nvSpPr>
          <p:spPr bwMode="auto">
            <a:xfrm>
              <a:off x="663" y="3511"/>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2</a:t>
              </a:r>
            </a:p>
          </p:txBody>
        </p:sp>
        <p:sp>
          <p:nvSpPr>
            <p:cNvPr id="268315" name="Rectangle 33">
              <a:extLst>
                <a:ext uri="{FF2B5EF4-FFF2-40B4-BE49-F238E27FC236}">
                  <a16:creationId xmlns:a16="http://schemas.microsoft.com/office/drawing/2014/main" id="{E1A6CE8C-B72D-A87D-EC29-852D03C9BA38}"/>
                </a:ext>
              </a:extLst>
            </p:cNvPr>
            <p:cNvSpPr>
              <a:spLocks noChangeArrowheads="1"/>
            </p:cNvSpPr>
            <p:nvPr/>
          </p:nvSpPr>
          <p:spPr bwMode="auto">
            <a:xfrm>
              <a:off x="567" y="2659"/>
              <a:ext cx="2267" cy="140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268316" name="Group 34">
              <a:extLst>
                <a:ext uri="{FF2B5EF4-FFF2-40B4-BE49-F238E27FC236}">
                  <a16:creationId xmlns:a16="http://schemas.microsoft.com/office/drawing/2014/main" id="{227D15C4-3EBA-67E5-53D9-35B6F2B9404B}"/>
                </a:ext>
              </a:extLst>
            </p:cNvPr>
            <p:cNvGrpSpPr>
              <a:grpSpLocks/>
            </p:cNvGrpSpPr>
            <p:nvPr/>
          </p:nvGrpSpPr>
          <p:grpSpPr bwMode="auto">
            <a:xfrm>
              <a:off x="1610" y="3022"/>
              <a:ext cx="1089" cy="330"/>
              <a:chOff x="1610" y="3022"/>
              <a:chExt cx="1089" cy="330"/>
            </a:xfrm>
          </p:grpSpPr>
          <p:graphicFrame>
            <p:nvGraphicFramePr>
              <p:cNvPr id="268322" name="Object 35">
                <a:extLst>
                  <a:ext uri="{FF2B5EF4-FFF2-40B4-BE49-F238E27FC236}">
                    <a16:creationId xmlns:a16="http://schemas.microsoft.com/office/drawing/2014/main" id="{A37354CD-CD56-34F6-A9C8-D489DC67D717}"/>
                  </a:ext>
                </a:extLst>
              </p:cNvPr>
              <p:cNvGraphicFramePr>
                <a:graphicFrameLocks noChangeAspect="1"/>
              </p:cNvGraphicFramePr>
              <p:nvPr/>
            </p:nvGraphicFramePr>
            <p:xfrm>
              <a:off x="1610" y="3022"/>
              <a:ext cx="297" cy="329"/>
            </p:xfrm>
            <a:graphic>
              <a:graphicData uri="http://schemas.openxmlformats.org/presentationml/2006/ole">
                <mc:AlternateContent xmlns:mc="http://schemas.openxmlformats.org/markup-compatibility/2006">
                  <mc:Choice xmlns:v="urn:schemas-microsoft-com:vml" Requires="v">
                    <p:oleObj r:id="rId6" imgW="203024" imgH="253780" progId="Equation.DSMT4">
                      <p:embed/>
                    </p:oleObj>
                  </mc:Choice>
                  <mc:Fallback>
                    <p:oleObj r:id="rId6" imgW="203024" imgH="253780" progId="Equation.DSMT4">
                      <p:embed/>
                      <p:pic>
                        <p:nvPicPr>
                          <p:cNvPr id="0"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0" y="3022"/>
                            <a:ext cx="297"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8323" name="Object 36">
                <a:extLst>
                  <a:ext uri="{FF2B5EF4-FFF2-40B4-BE49-F238E27FC236}">
                    <a16:creationId xmlns:a16="http://schemas.microsoft.com/office/drawing/2014/main" id="{129D9708-BBA2-7A1E-DF0E-8BF931DA622D}"/>
                  </a:ext>
                </a:extLst>
              </p:cNvPr>
              <p:cNvGraphicFramePr>
                <a:graphicFrameLocks noChangeAspect="1"/>
              </p:cNvGraphicFramePr>
              <p:nvPr/>
            </p:nvGraphicFramePr>
            <p:xfrm>
              <a:off x="1911" y="3022"/>
              <a:ext cx="243" cy="330"/>
            </p:xfrm>
            <a:graphic>
              <a:graphicData uri="http://schemas.openxmlformats.org/presentationml/2006/ole">
                <mc:AlternateContent xmlns:mc="http://schemas.openxmlformats.org/markup-compatibility/2006">
                  <mc:Choice xmlns:v="urn:schemas-microsoft-com:vml" Requires="v">
                    <p:oleObj r:id="rId8" imgW="164957" imgH="253780" progId="Equation.DSMT4">
                      <p:embed/>
                    </p:oleObj>
                  </mc:Choice>
                  <mc:Fallback>
                    <p:oleObj r:id="rId8" imgW="164957" imgH="253780" progId="Equation.DSMT4">
                      <p:embed/>
                      <p:pic>
                        <p:nvPicPr>
                          <p:cNvPr id="0"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11" y="3022"/>
                            <a:ext cx="2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8324" name="Object 37">
                <a:extLst>
                  <a:ext uri="{FF2B5EF4-FFF2-40B4-BE49-F238E27FC236}">
                    <a16:creationId xmlns:a16="http://schemas.microsoft.com/office/drawing/2014/main" id="{5B818278-0F18-587D-C208-62B40108A8CB}"/>
                  </a:ext>
                </a:extLst>
              </p:cNvPr>
              <p:cNvGraphicFramePr>
                <a:graphicFrameLocks noChangeAspect="1"/>
              </p:cNvGraphicFramePr>
              <p:nvPr/>
            </p:nvGraphicFramePr>
            <p:xfrm>
              <a:off x="2183" y="3022"/>
              <a:ext cx="261" cy="329"/>
            </p:xfrm>
            <a:graphic>
              <a:graphicData uri="http://schemas.openxmlformats.org/presentationml/2006/ole">
                <mc:AlternateContent xmlns:mc="http://schemas.openxmlformats.org/markup-compatibility/2006">
                  <mc:Choice xmlns:v="urn:schemas-microsoft-com:vml" Requires="v">
                    <p:oleObj r:id="rId10" imgW="177569" imgH="253670" progId="Equation.DSMT4">
                      <p:embed/>
                    </p:oleObj>
                  </mc:Choice>
                  <mc:Fallback>
                    <p:oleObj r:id="rId10" imgW="177569" imgH="253670" progId="Equation.DSMT4">
                      <p:embed/>
                      <p:pic>
                        <p:nvPicPr>
                          <p:cNvPr id="0" name="Object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83" y="3022"/>
                            <a:ext cx="261"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8325" name="Object 38">
                <a:extLst>
                  <a:ext uri="{FF2B5EF4-FFF2-40B4-BE49-F238E27FC236}">
                    <a16:creationId xmlns:a16="http://schemas.microsoft.com/office/drawing/2014/main" id="{591F2BEE-A229-8E1F-5BA5-A8297D8F11E1}"/>
                  </a:ext>
                </a:extLst>
              </p:cNvPr>
              <p:cNvGraphicFramePr>
                <a:graphicFrameLocks noChangeAspect="1"/>
              </p:cNvGraphicFramePr>
              <p:nvPr/>
            </p:nvGraphicFramePr>
            <p:xfrm>
              <a:off x="2418" y="3022"/>
              <a:ext cx="281" cy="330"/>
            </p:xfrm>
            <a:graphic>
              <a:graphicData uri="http://schemas.openxmlformats.org/presentationml/2006/ole">
                <mc:AlternateContent xmlns:mc="http://schemas.openxmlformats.org/markup-compatibility/2006">
                  <mc:Choice xmlns:v="urn:schemas-microsoft-com:vml" Requires="v">
                    <p:oleObj r:id="rId12" imgW="190417" imgH="253890" progId="Equation.DSMT4">
                      <p:embed/>
                    </p:oleObj>
                  </mc:Choice>
                  <mc:Fallback>
                    <p:oleObj r:id="rId12" imgW="190417" imgH="253890" progId="Equation.DSMT4">
                      <p:embed/>
                      <p:pic>
                        <p:nvPicPr>
                          <p:cNvPr id="0" name="Object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18" y="3022"/>
                            <a:ext cx="2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8326" name="Text Box 39">
                <a:extLst>
                  <a:ext uri="{FF2B5EF4-FFF2-40B4-BE49-F238E27FC236}">
                    <a16:creationId xmlns:a16="http://schemas.microsoft.com/office/drawing/2014/main" id="{006690C0-F241-CE2A-4C75-DA019550DAA2}"/>
                  </a:ext>
                </a:extLst>
              </p:cNvPr>
              <p:cNvSpPr txBox="1">
                <a:spLocks noChangeArrowheads="1"/>
              </p:cNvSpPr>
              <p:nvPr/>
            </p:nvSpPr>
            <p:spPr bwMode="auto">
              <a:xfrm>
                <a:off x="1791" y="3089"/>
                <a:ext cx="8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  、   、</a:t>
                </a:r>
              </a:p>
            </p:txBody>
          </p:sp>
        </p:grpSp>
        <p:graphicFrame>
          <p:nvGraphicFramePr>
            <p:cNvPr id="268317" name="Object 40">
              <a:extLst>
                <a:ext uri="{FF2B5EF4-FFF2-40B4-BE49-F238E27FC236}">
                  <a16:creationId xmlns:a16="http://schemas.microsoft.com/office/drawing/2014/main" id="{FC6511F7-8C7B-D501-E2C2-814E7AAF08A6}"/>
                </a:ext>
              </a:extLst>
            </p:cNvPr>
            <p:cNvGraphicFramePr>
              <a:graphicFrameLocks noChangeAspect="1"/>
            </p:cNvGraphicFramePr>
            <p:nvPr/>
          </p:nvGraphicFramePr>
          <p:xfrm>
            <a:off x="1610" y="3385"/>
            <a:ext cx="316" cy="329"/>
          </p:xfrm>
          <a:graphic>
            <a:graphicData uri="http://schemas.openxmlformats.org/presentationml/2006/ole">
              <mc:AlternateContent xmlns:mc="http://schemas.openxmlformats.org/markup-compatibility/2006">
                <mc:Choice xmlns:v="urn:schemas-microsoft-com:vml" Requires="v">
                  <p:oleObj r:id="rId14" imgW="215713" imgH="253780" progId="Equation.DSMT4">
                    <p:embed/>
                  </p:oleObj>
                </mc:Choice>
                <mc:Fallback>
                  <p:oleObj r:id="rId14" imgW="215713" imgH="253780" progId="Equation.DSMT4">
                    <p:embed/>
                    <p:pic>
                      <p:nvPicPr>
                        <p:cNvPr id="0" name="Object 4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10" y="3385"/>
                          <a:ext cx="31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8318" name="Object 41">
              <a:extLst>
                <a:ext uri="{FF2B5EF4-FFF2-40B4-BE49-F238E27FC236}">
                  <a16:creationId xmlns:a16="http://schemas.microsoft.com/office/drawing/2014/main" id="{D42A7301-3082-2D77-0E5C-4AFEF7255693}"/>
                </a:ext>
              </a:extLst>
            </p:cNvPr>
            <p:cNvGraphicFramePr>
              <a:graphicFrameLocks noChangeAspect="1"/>
            </p:cNvGraphicFramePr>
            <p:nvPr/>
          </p:nvGraphicFramePr>
          <p:xfrm>
            <a:off x="1901" y="3385"/>
            <a:ext cx="281" cy="330"/>
          </p:xfrm>
          <a:graphic>
            <a:graphicData uri="http://schemas.openxmlformats.org/presentationml/2006/ole">
              <mc:AlternateContent xmlns:mc="http://schemas.openxmlformats.org/markup-compatibility/2006">
                <mc:Choice xmlns:v="urn:schemas-microsoft-com:vml" Requires="v">
                  <p:oleObj r:id="rId16" imgW="190417" imgH="253890" progId="Equation.DSMT4">
                    <p:embed/>
                  </p:oleObj>
                </mc:Choice>
                <mc:Fallback>
                  <p:oleObj r:id="rId16" imgW="190417" imgH="253890" progId="Equation.DSMT4">
                    <p:embed/>
                    <p:pic>
                      <p:nvPicPr>
                        <p:cNvPr id="0" name="Object 4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01" y="3385"/>
                          <a:ext cx="2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8319" name="Object 42">
              <a:extLst>
                <a:ext uri="{FF2B5EF4-FFF2-40B4-BE49-F238E27FC236}">
                  <a16:creationId xmlns:a16="http://schemas.microsoft.com/office/drawing/2014/main" id="{B6917125-1360-F119-8A07-425D05C0F398}"/>
                </a:ext>
              </a:extLst>
            </p:cNvPr>
            <p:cNvGraphicFramePr>
              <a:graphicFrameLocks noChangeAspect="1"/>
            </p:cNvGraphicFramePr>
            <p:nvPr/>
          </p:nvGraphicFramePr>
          <p:xfrm>
            <a:off x="2183" y="3385"/>
            <a:ext cx="280" cy="329"/>
          </p:xfrm>
          <a:graphic>
            <a:graphicData uri="http://schemas.openxmlformats.org/presentationml/2006/ole">
              <mc:AlternateContent xmlns:mc="http://schemas.openxmlformats.org/markup-compatibility/2006">
                <mc:Choice xmlns:v="urn:schemas-microsoft-com:vml" Requires="v">
                  <p:oleObj r:id="rId18" imgW="190417" imgH="253890" progId="Equation.DSMT4">
                    <p:embed/>
                  </p:oleObj>
                </mc:Choice>
                <mc:Fallback>
                  <p:oleObj r:id="rId18" imgW="190417" imgH="253890" progId="Equation.DSMT4">
                    <p:embed/>
                    <p:pic>
                      <p:nvPicPr>
                        <p:cNvPr id="0" name="Object 4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83" y="3385"/>
                          <a:ext cx="28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8320" name="Object 43">
              <a:extLst>
                <a:ext uri="{FF2B5EF4-FFF2-40B4-BE49-F238E27FC236}">
                  <a16:creationId xmlns:a16="http://schemas.microsoft.com/office/drawing/2014/main" id="{F73F9D1D-BA82-E1E9-A1E2-490A0269C655}"/>
                </a:ext>
              </a:extLst>
            </p:cNvPr>
            <p:cNvGraphicFramePr>
              <a:graphicFrameLocks noChangeAspect="1"/>
            </p:cNvGraphicFramePr>
            <p:nvPr/>
          </p:nvGraphicFramePr>
          <p:xfrm>
            <a:off x="2418" y="3385"/>
            <a:ext cx="299" cy="330"/>
          </p:xfrm>
          <a:graphic>
            <a:graphicData uri="http://schemas.openxmlformats.org/presentationml/2006/ole">
              <mc:AlternateContent xmlns:mc="http://schemas.openxmlformats.org/markup-compatibility/2006">
                <mc:Choice xmlns:v="urn:schemas-microsoft-com:vml" Requires="v">
                  <p:oleObj r:id="rId20" imgW="203024" imgH="253780" progId="Equation.DSMT4">
                    <p:embed/>
                  </p:oleObj>
                </mc:Choice>
                <mc:Fallback>
                  <p:oleObj r:id="rId20" imgW="203024" imgH="253780" progId="Equation.DSMT4">
                    <p:embed/>
                    <p:pic>
                      <p:nvPicPr>
                        <p:cNvPr id="0" name="Object 4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18" y="3385"/>
                          <a:ext cx="29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8321" name="Text Box 44">
              <a:extLst>
                <a:ext uri="{FF2B5EF4-FFF2-40B4-BE49-F238E27FC236}">
                  <a16:creationId xmlns:a16="http://schemas.microsoft.com/office/drawing/2014/main" id="{5B108635-7932-9A5B-FEC8-15855740BCCA}"/>
                </a:ext>
              </a:extLst>
            </p:cNvPr>
            <p:cNvSpPr txBox="1">
              <a:spLocks noChangeArrowheads="1"/>
            </p:cNvSpPr>
            <p:nvPr/>
          </p:nvSpPr>
          <p:spPr bwMode="auto">
            <a:xfrm>
              <a:off x="1800" y="3452"/>
              <a:ext cx="8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  、   、</a:t>
              </a:r>
            </a:p>
          </p:txBody>
        </p:sp>
      </p:grpSp>
      <p:graphicFrame>
        <p:nvGraphicFramePr>
          <p:cNvPr id="42" name="Object 2">
            <a:extLst>
              <a:ext uri="{FF2B5EF4-FFF2-40B4-BE49-F238E27FC236}">
                <a16:creationId xmlns:a16="http://schemas.microsoft.com/office/drawing/2014/main" id="{22B8CE73-B2E7-A11A-877B-A599D9774B72}"/>
              </a:ext>
            </a:extLst>
          </p:cNvPr>
          <p:cNvGraphicFramePr>
            <a:graphicFrameLocks noChangeAspect="1"/>
          </p:cNvGraphicFramePr>
          <p:nvPr/>
        </p:nvGraphicFramePr>
        <p:xfrm>
          <a:off x="7235825" y="4768850"/>
          <a:ext cx="1781175" cy="450850"/>
        </p:xfrm>
        <a:graphic>
          <a:graphicData uri="http://schemas.openxmlformats.org/presentationml/2006/ole">
            <mc:AlternateContent xmlns:mc="http://schemas.openxmlformats.org/markup-compatibility/2006">
              <mc:Choice xmlns:v="urn:schemas-microsoft-com:vml" Requires="v">
                <p:oleObj r:id="rId22" imgW="533452" imgH="133419" progId="Equation.3">
                  <p:embed/>
                </p:oleObj>
              </mc:Choice>
              <mc:Fallback>
                <p:oleObj r:id="rId22" imgW="533452" imgH="133419" progId="Equation.3">
                  <p:embed/>
                  <p:pic>
                    <p:nvPicPr>
                      <p:cNvPr id="0" name="Object 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235825" y="4768850"/>
                        <a:ext cx="17811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2">
            <a:extLst>
              <a:ext uri="{FF2B5EF4-FFF2-40B4-BE49-F238E27FC236}">
                <a16:creationId xmlns:a16="http://schemas.microsoft.com/office/drawing/2014/main" id="{083535B9-C7F1-2ED3-6B81-71D1D15FFE93}"/>
              </a:ext>
            </a:extLst>
          </p:cNvPr>
          <p:cNvGraphicFramePr>
            <a:graphicFrameLocks noChangeAspect="1"/>
          </p:cNvGraphicFramePr>
          <p:nvPr/>
        </p:nvGraphicFramePr>
        <p:xfrm>
          <a:off x="7008813" y="6353175"/>
          <a:ext cx="1884362" cy="450850"/>
        </p:xfrm>
        <a:graphic>
          <a:graphicData uri="http://schemas.openxmlformats.org/presentationml/2006/ole">
            <mc:AlternateContent xmlns:mc="http://schemas.openxmlformats.org/markup-compatibility/2006">
              <mc:Choice xmlns:v="urn:schemas-microsoft-com:vml" Requires="v">
                <p:oleObj r:id="rId24" imgW="565076" imgH="133419" progId="Equation.3">
                  <p:embed/>
                </p:oleObj>
              </mc:Choice>
              <mc:Fallback>
                <p:oleObj r:id="rId24" imgW="565076" imgH="133419" progId="Equation.3">
                  <p:embed/>
                  <p:pic>
                    <p:nvPicPr>
                      <p:cNvPr id="0" name="Object 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008813" y="6353175"/>
                        <a:ext cx="18843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8" name="Object 2">
            <a:extLst>
              <a:ext uri="{FF2B5EF4-FFF2-40B4-BE49-F238E27FC236}">
                <a16:creationId xmlns:a16="http://schemas.microsoft.com/office/drawing/2014/main" id="{42E1476D-1942-A516-CFB7-F540916F6821}"/>
              </a:ext>
            </a:extLst>
          </p:cNvPr>
          <p:cNvGraphicFramePr>
            <a:graphicFrameLocks noChangeAspect="1"/>
          </p:cNvGraphicFramePr>
          <p:nvPr/>
        </p:nvGraphicFramePr>
        <p:xfrm>
          <a:off x="6172200" y="288925"/>
          <a:ext cx="2606675" cy="2103438"/>
        </p:xfrm>
        <a:graphic>
          <a:graphicData uri="http://schemas.openxmlformats.org/presentationml/2006/ole">
            <mc:AlternateContent xmlns:mc="http://schemas.openxmlformats.org/markup-compatibility/2006">
              <mc:Choice xmlns:v="urn:schemas-microsoft-com:vml" Requires="v">
                <p:oleObj name="Equation" r:id="rId26" imgW="1250824" imgH="1390719" progId="Equation.3">
                  <p:embed/>
                </p:oleObj>
              </mc:Choice>
              <mc:Fallback>
                <p:oleObj name="Equation" r:id="rId26" imgW="1250824" imgH="1390719" progId="Equation.3">
                  <p:embed/>
                  <p:pic>
                    <p:nvPicPr>
                      <p:cNvPr id="0" name="Object 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172200" y="288925"/>
                        <a:ext cx="2606675"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 name="Object 2">
            <a:extLst>
              <a:ext uri="{FF2B5EF4-FFF2-40B4-BE49-F238E27FC236}">
                <a16:creationId xmlns:a16="http://schemas.microsoft.com/office/drawing/2014/main" id="{F82FC7A3-C8EA-ED4C-28B9-5C64FFF7AD91}"/>
              </a:ext>
            </a:extLst>
          </p:cNvPr>
          <p:cNvGraphicFramePr>
            <a:graphicFrameLocks noChangeAspect="1"/>
          </p:cNvGraphicFramePr>
          <p:nvPr/>
        </p:nvGraphicFramePr>
        <p:xfrm>
          <a:off x="6164263" y="2362200"/>
          <a:ext cx="2660650" cy="2101850"/>
        </p:xfrm>
        <a:graphic>
          <a:graphicData uri="http://schemas.openxmlformats.org/presentationml/2006/ole">
            <mc:AlternateContent xmlns:mc="http://schemas.openxmlformats.org/markup-compatibility/2006">
              <mc:Choice xmlns:v="urn:schemas-microsoft-com:vml" Requires="v">
                <p:oleObj name="Equation" r:id="rId28" imgW="1276207" imgH="1390719" progId="Equation.3">
                  <p:embed/>
                </p:oleObj>
              </mc:Choice>
              <mc:Fallback>
                <p:oleObj name="Equation" r:id="rId28" imgW="1276207" imgH="1390719" progId="Equation.3">
                  <p:embed/>
                  <p:pic>
                    <p:nvPicPr>
                      <p:cNvPr id="0" name="Object 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164263" y="2362200"/>
                        <a:ext cx="2660650" cy="210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 name="Rectangle 40">
            <a:extLst>
              <a:ext uri="{FF2B5EF4-FFF2-40B4-BE49-F238E27FC236}">
                <a16:creationId xmlns:a16="http://schemas.microsoft.com/office/drawing/2014/main" id="{0FDB8333-B0C6-D70A-8B19-4E9B7FFF087B}"/>
              </a:ext>
            </a:extLst>
          </p:cNvPr>
          <p:cNvSpPr>
            <a:spLocks noChangeArrowheads="1"/>
          </p:cNvSpPr>
          <p:nvPr/>
        </p:nvSpPr>
        <p:spPr bwMode="auto">
          <a:xfrm>
            <a:off x="34925" y="3386138"/>
            <a:ext cx="6827838" cy="1200329"/>
          </a:xfrm>
          <a:prstGeom prst="rect">
            <a:avLst/>
          </a:prstGeom>
          <a:noFill/>
          <a:ln>
            <a:noFill/>
          </a:ln>
        </p:spPr>
        <p:txBody>
          <a:bodyPr>
            <a:spAutoFit/>
          </a:bodyPr>
          <a:lstStyle/>
          <a:p>
            <a:pPr marL="342900" indent="-342900" eaLnBrk="1" hangingPunct="1">
              <a:buFont typeface="Wingdings" panose="05000000000000000000" pitchFamily="2" charset="2"/>
              <a:buChar char="p"/>
              <a:defRPr/>
            </a:pPr>
            <a:r>
              <a:rPr lang="zh-CN" altLang="en-US" dirty="0"/>
              <a:t>媒质</a:t>
            </a:r>
            <a:r>
              <a:rPr lang="en-US" altLang="zh-CN" dirty="0"/>
              <a:t>1</a:t>
            </a:r>
            <a:r>
              <a:rPr lang="zh-CN" altLang="en-US" dirty="0"/>
              <a:t>和</a:t>
            </a:r>
            <a:r>
              <a:rPr lang="en-US" altLang="zh-CN" dirty="0"/>
              <a:t>2</a:t>
            </a:r>
            <a:r>
              <a:rPr lang="zh-CN" altLang="en-US" dirty="0"/>
              <a:t>的分界面上：</a:t>
            </a:r>
            <a:r>
              <a:rPr lang="zh-CN" altLang="en-US" u="sng" dirty="0"/>
              <a:t>分界面上的电</a:t>
            </a:r>
            <a:r>
              <a:rPr lang="en-US" altLang="zh-CN" u="sng" dirty="0"/>
              <a:t>/</a:t>
            </a:r>
            <a:r>
              <a:rPr lang="zh-CN" altLang="en-US" u="sng" dirty="0"/>
              <a:t>磁场</a:t>
            </a:r>
            <a:endParaRPr lang="en-US" altLang="zh-CN" u="sng" dirty="0"/>
          </a:p>
          <a:p>
            <a:pPr eaLnBrk="1" hangingPunct="1">
              <a:defRPr/>
            </a:pPr>
            <a:r>
              <a:rPr lang="zh-CN" altLang="en-US" u="sng" dirty="0"/>
              <a:t>的切</a:t>
            </a:r>
            <a:r>
              <a:rPr lang="en-US" altLang="zh-CN" u="sng" dirty="0"/>
              <a:t>/</a:t>
            </a:r>
            <a:r>
              <a:rPr lang="zh-CN" altLang="en-US" u="sng" dirty="0"/>
              <a:t>法向分量</a:t>
            </a:r>
            <a:r>
              <a:rPr lang="zh-CN" altLang="en-US" dirty="0"/>
              <a:t>满足边界条件</a:t>
            </a:r>
            <a:r>
              <a:rPr lang="zh-CN" altLang="en-US" dirty="0">
                <a:solidFill>
                  <a:srgbClr val="FF0000"/>
                </a:solidFill>
              </a:rPr>
              <a:t>（建立</a:t>
            </a:r>
            <a:r>
              <a:rPr lang="en-US" altLang="zh-CN" dirty="0">
                <a:solidFill>
                  <a:srgbClr val="FF0000"/>
                </a:solidFill>
              </a:rPr>
              <a:t>1</a:t>
            </a:r>
            <a:r>
              <a:rPr lang="zh-CN" altLang="en-US" dirty="0">
                <a:solidFill>
                  <a:srgbClr val="FF0000"/>
                </a:solidFill>
              </a:rPr>
              <a:t>区和</a:t>
            </a:r>
            <a:r>
              <a:rPr lang="en-US" altLang="zh-CN" dirty="0">
                <a:solidFill>
                  <a:srgbClr val="FF0000"/>
                </a:solidFill>
              </a:rPr>
              <a:t>2</a:t>
            </a:r>
            <a:r>
              <a:rPr lang="zh-CN" altLang="en-US" dirty="0">
                <a:solidFill>
                  <a:srgbClr val="FF0000"/>
                </a:solidFill>
              </a:rPr>
              <a:t>区</a:t>
            </a:r>
            <a:endParaRPr lang="en-US" altLang="zh-CN" dirty="0">
              <a:solidFill>
                <a:srgbClr val="FF0000"/>
              </a:solidFill>
            </a:endParaRPr>
          </a:p>
          <a:p>
            <a:pPr eaLnBrk="1" hangingPunct="1">
              <a:defRPr/>
            </a:pPr>
            <a:r>
              <a:rPr lang="zh-CN" altLang="en-US" dirty="0">
                <a:solidFill>
                  <a:srgbClr val="FF0000"/>
                </a:solidFill>
              </a:rPr>
              <a:t>电</a:t>
            </a:r>
            <a:r>
              <a:rPr lang="en-US" altLang="zh-CN" dirty="0">
                <a:solidFill>
                  <a:srgbClr val="FF0000"/>
                </a:solidFill>
              </a:rPr>
              <a:t>/</a:t>
            </a:r>
            <a:r>
              <a:rPr lang="zh-CN" altLang="en-US" dirty="0">
                <a:solidFill>
                  <a:srgbClr val="FF0000"/>
                </a:solidFill>
              </a:rPr>
              <a:t>磁场的关联）</a:t>
            </a:r>
            <a:r>
              <a:rPr lang="zh-CN" altLang="en-US" dirty="0"/>
              <a:t>。</a:t>
            </a:r>
          </a:p>
        </p:txBody>
      </p:sp>
      <p:sp>
        <p:nvSpPr>
          <p:cNvPr id="53" name="Rectangle 40">
            <a:extLst>
              <a:ext uri="{FF2B5EF4-FFF2-40B4-BE49-F238E27FC236}">
                <a16:creationId xmlns:a16="http://schemas.microsoft.com/office/drawing/2014/main" id="{66A83BF5-0D82-349B-DAD5-E7C4D181863F}"/>
              </a:ext>
            </a:extLst>
          </p:cNvPr>
          <p:cNvSpPr>
            <a:spLocks noChangeArrowheads="1"/>
          </p:cNvSpPr>
          <p:nvPr/>
        </p:nvSpPr>
        <p:spPr bwMode="auto">
          <a:xfrm>
            <a:off x="34925" y="2455863"/>
            <a:ext cx="66595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buFont typeface="Wingdings" panose="05000000000000000000" pitchFamily="2" charset="2"/>
              <a:buChar char="p"/>
            </a:pPr>
            <a:r>
              <a:rPr lang="zh-CN" altLang="en-US"/>
              <a:t>媒质</a:t>
            </a:r>
            <a:r>
              <a:rPr lang="en-US" altLang="zh-CN"/>
              <a:t>2</a:t>
            </a:r>
            <a:r>
              <a:rPr lang="zh-CN" altLang="en-US"/>
              <a:t>内：</a:t>
            </a:r>
            <a:r>
              <a:rPr lang="en-US" altLang="zh-CN"/>
              <a:t>2</a:t>
            </a:r>
            <a:r>
              <a:rPr lang="zh-CN" altLang="en-US"/>
              <a:t>区的电</a:t>
            </a:r>
            <a:r>
              <a:rPr lang="en-US" altLang="zh-CN"/>
              <a:t>/</a:t>
            </a:r>
            <a:r>
              <a:rPr lang="zh-CN" altLang="en-US"/>
              <a:t>磁场满足麦克斯韦方程。</a:t>
            </a:r>
          </a:p>
        </p:txBody>
      </p:sp>
      <p:sp>
        <p:nvSpPr>
          <p:cNvPr id="56" name="Rectangle 40">
            <a:extLst>
              <a:ext uri="{FF2B5EF4-FFF2-40B4-BE49-F238E27FC236}">
                <a16:creationId xmlns:a16="http://schemas.microsoft.com/office/drawing/2014/main" id="{E9B6BF00-C7F6-87E4-3615-9A22DFFA11D5}"/>
              </a:ext>
            </a:extLst>
          </p:cNvPr>
          <p:cNvSpPr>
            <a:spLocks noChangeArrowheads="1"/>
          </p:cNvSpPr>
          <p:nvPr/>
        </p:nvSpPr>
        <p:spPr bwMode="auto">
          <a:xfrm>
            <a:off x="41275" y="950913"/>
            <a:ext cx="6659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buFont typeface="Wingdings" panose="05000000000000000000" pitchFamily="2" charset="2"/>
              <a:buChar char="p"/>
            </a:pPr>
            <a:r>
              <a:rPr lang="zh-CN" altLang="en-US"/>
              <a:t>媒质</a:t>
            </a:r>
            <a:r>
              <a:rPr lang="en-US" altLang="zh-CN"/>
              <a:t>1</a:t>
            </a:r>
            <a:r>
              <a:rPr lang="zh-CN" altLang="en-US"/>
              <a:t>内：</a:t>
            </a:r>
            <a:r>
              <a:rPr lang="en-US" altLang="zh-CN"/>
              <a:t>1</a:t>
            </a:r>
            <a:r>
              <a:rPr lang="zh-CN" altLang="en-US"/>
              <a:t>区的电</a:t>
            </a:r>
            <a:r>
              <a:rPr lang="en-US" altLang="zh-CN"/>
              <a:t>/</a:t>
            </a:r>
            <a:r>
              <a:rPr lang="zh-CN" altLang="en-US"/>
              <a:t>磁场满足麦克斯韦方程。</a:t>
            </a:r>
          </a:p>
        </p:txBody>
      </p:sp>
      <p:sp>
        <p:nvSpPr>
          <p:cNvPr id="57" name="Rectangle 40">
            <a:extLst>
              <a:ext uri="{FF2B5EF4-FFF2-40B4-BE49-F238E27FC236}">
                <a16:creationId xmlns:a16="http://schemas.microsoft.com/office/drawing/2014/main" id="{ED7B0FFE-E400-44C8-F501-DBEB1369BDD7}"/>
              </a:ext>
            </a:extLst>
          </p:cNvPr>
          <p:cNvSpPr>
            <a:spLocks noChangeArrowheads="1"/>
          </p:cNvSpPr>
          <p:nvPr/>
        </p:nvSpPr>
        <p:spPr bwMode="auto">
          <a:xfrm>
            <a:off x="41275" y="434975"/>
            <a:ext cx="66595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800" dirty="0">
                <a:solidFill>
                  <a:srgbClr val="FF9900"/>
                </a:solidFill>
              </a:rPr>
              <a:t>小结</a:t>
            </a:r>
          </a:p>
        </p:txBody>
      </p:sp>
      <p:pic>
        <p:nvPicPr>
          <p:cNvPr id="2" name="图片 1">
            <a:extLst>
              <a:ext uri="{FF2B5EF4-FFF2-40B4-BE49-F238E27FC236}">
                <a16:creationId xmlns:a16="http://schemas.microsoft.com/office/drawing/2014/main" id="{362BC96B-2C47-5B31-DEDE-0180792FEB61}"/>
              </a:ext>
            </a:extLst>
          </p:cNvPr>
          <p:cNvPicPr>
            <a:picLocks noChangeAspect="1"/>
          </p:cNvPicPr>
          <p:nvPr/>
        </p:nvPicPr>
        <p:blipFill>
          <a:blip r:embed="rId30"/>
          <a:stretch>
            <a:fillRect/>
          </a:stretch>
        </p:blipFill>
        <p:spPr>
          <a:xfrm>
            <a:off x="285921" y="4641210"/>
            <a:ext cx="2555497" cy="1781815"/>
          </a:xfrm>
          <a:prstGeom prst="rect">
            <a:avLst/>
          </a:prstGeom>
        </p:spPr>
      </p:pic>
      <p:pic>
        <p:nvPicPr>
          <p:cNvPr id="4" name="图片 3">
            <a:extLst>
              <a:ext uri="{FF2B5EF4-FFF2-40B4-BE49-F238E27FC236}">
                <a16:creationId xmlns:a16="http://schemas.microsoft.com/office/drawing/2014/main" id="{1EF43506-2747-9D2D-2279-56504C39344C}"/>
              </a:ext>
            </a:extLst>
          </p:cNvPr>
          <p:cNvPicPr>
            <a:picLocks noChangeAspect="1"/>
          </p:cNvPicPr>
          <p:nvPr/>
        </p:nvPicPr>
        <p:blipFill>
          <a:blip r:embed="rId31"/>
          <a:stretch>
            <a:fillRect/>
          </a:stretch>
        </p:blipFill>
        <p:spPr>
          <a:xfrm>
            <a:off x="2963023" y="4550029"/>
            <a:ext cx="2457143" cy="20285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灯片编号占位符 3">
            <a:extLst>
              <a:ext uri="{FF2B5EF4-FFF2-40B4-BE49-F238E27FC236}">
                <a16:creationId xmlns:a16="http://schemas.microsoft.com/office/drawing/2014/main" id="{C95D7BF4-9897-493A-01B9-1052100161B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BC85FD7-F821-43EE-B8F2-95883F5C251F}" type="slidenum">
              <a:rPr altLang="zh-CN" sz="1400" b="0">
                <a:solidFill>
                  <a:schemeClr val="tx1"/>
                </a:solidFill>
                <a:ea typeface="宋体" panose="02010600030101010101" pitchFamily="2" charset="-122"/>
              </a:rPr>
              <a:pPr/>
              <a:t>6</a:t>
            </a:fld>
            <a:endParaRPr lang="zh-CN" altLang="zh-CN" sz="1400" b="0">
              <a:solidFill>
                <a:schemeClr val="tx1"/>
              </a:solidFill>
              <a:ea typeface="宋体" panose="02010600030101010101" pitchFamily="2" charset="-122"/>
            </a:endParaRPr>
          </a:p>
        </p:txBody>
      </p:sp>
      <p:sp>
        <p:nvSpPr>
          <p:cNvPr id="867330" name="Rectangle 2">
            <a:extLst>
              <a:ext uri="{FF2B5EF4-FFF2-40B4-BE49-F238E27FC236}">
                <a16:creationId xmlns:a16="http://schemas.microsoft.com/office/drawing/2014/main" id="{5F0D3B1D-E58F-F14B-E736-7963919A552E}"/>
              </a:ext>
            </a:extLst>
          </p:cNvPr>
          <p:cNvSpPr>
            <a:spLocks noChangeArrowheads="1"/>
          </p:cNvSpPr>
          <p:nvPr/>
        </p:nvSpPr>
        <p:spPr bwMode="auto">
          <a:xfrm>
            <a:off x="34925" y="1052513"/>
            <a:ext cx="56165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zh-CN" altLang="en-US">
                <a:solidFill>
                  <a:srgbClr val="F8A6A6"/>
                </a:solidFill>
                <a:latin typeface="Times New Roman" panose="02020603050405020304" pitchFamily="18" charset="0"/>
                <a:ea typeface="幼圆" panose="02010509060101010101" pitchFamily="49" charset="-122"/>
              </a:rPr>
              <a:t>（</a:t>
            </a:r>
            <a:r>
              <a:rPr lang="en-US" altLang="zh-CN">
                <a:solidFill>
                  <a:srgbClr val="F8A6A6"/>
                </a:solidFill>
                <a:latin typeface="Times New Roman" panose="02020603050405020304" pitchFamily="18" charset="0"/>
                <a:ea typeface="幼圆" panose="02010509060101010101" pitchFamily="49" charset="-122"/>
              </a:rPr>
              <a:t>1</a:t>
            </a:r>
            <a:r>
              <a:rPr lang="zh-CN" altLang="en-US">
                <a:solidFill>
                  <a:srgbClr val="F8A6A6"/>
                </a:solidFill>
                <a:latin typeface="Times New Roman" panose="02020603050405020304" pitchFamily="18" charset="0"/>
                <a:ea typeface="幼圆" panose="02010509060101010101" pitchFamily="49" charset="-122"/>
              </a:rPr>
              <a:t>）</a:t>
            </a:r>
            <a:r>
              <a:rPr lang="zh-CN" altLang="en-US">
                <a:latin typeface="幼圆" panose="02010509060101010101" pitchFamily="49" charset="-122"/>
                <a:ea typeface="幼圆" panose="02010509060101010101" pitchFamily="49" charset="-122"/>
              </a:rPr>
              <a:t> </a:t>
            </a:r>
            <a:r>
              <a:rPr lang="zh-CN" altLang="en-US">
                <a:solidFill>
                  <a:srgbClr val="F8A6A6"/>
                </a:solidFill>
                <a:latin typeface="楷体_GB2312" pitchFamily="49" charset="-122"/>
              </a:rPr>
              <a:t>电磁场量的法向边界条件</a:t>
            </a:r>
          </a:p>
        </p:txBody>
      </p:sp>
      <p:sp>
        <p:nvSpPr>
          <p:cNvPr id="867331" name="Rectangle 3">
            <a:extLst>
              <a:ext uri="{FF2B5EF4-FFF2-40B4-BE49-F238E27FC236}">
                <a16:creationId xmlns:a16="http://schemas.microsoft.com/office/drawing/2014/main" id="{A0886218-3262-0D36-B542-A4F49035FB48}"/>
              </a:ext>
            </a:extLst>
          </p:cNvPr>
          <p:cNvSpPr>
            <a:spLocks noChangeArrowheads="1"/>
          </p:cNvSpPr>
          <p:nvPr/>
        </p:nvSpPr>
        <p:spPr bwMode="auto">
          <a:xfrm>
            <a:off x="755650" y="3141663"/>
            <a:ext cx="47529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zh-CN" altLang="en-US">
                <a:latin typeface="楷体_GB2312" pitchFamily="49" charset="-122"/>
              </a:rPr>
              <a:t>令</a:t>
            </a:r>
            <a:r>
              <a:rPr lang="el-GR" altLang="zh-CN">
                <a:latin typeface="楷体_GB2312" pitchFamily="49" charset="-122"/>
              </a:rPr>
              <a:t>Δ</a:t>
            </a:r>
            <a:r>
              <a:rPr lang="en-US" altLang="zh-CN" i="1">
                <a:latin typeface="Times New Roman" panose="02020603050405020304" pitchFamily="18" charset="0"/>
              </a:rPr>
              <a:t>h </a:t>
            </a:r>
            <a:r>
              <a:rPr lang="en-US" altLang="zh-CN" sz="2800">
                <a:latin typeface="Times New Roman" panose="02020603050405020304" pitchFamily="18" charset="0"/>
                <a:ea typeface="幼圆" panose="02010509060101010101" pitchFamily="49" charset="-122"/>
              </a:rPr>
              <a:t>→</a:t>
            </a:r>
            <a:r>
              <a:rPr lang="en-US" altLang="zh-CN">
                <a:latin typeface="Times New Roman" panose="02020603050405020304" pitchFamily="18" charset="0"/>
              </a:rPr>
              <a:t>0</a:t>
            </a:r>
            <a:r>
              <a:rPr lang="zh-CN" altLang="en-US">
                <a:latin typeface="Times New Roman" panose="02020603050405020304" pitchFamily="18" charset="0"/>
              </a:rPr>
              <a:t>，则由</a:t>
            </a:r>
          </a:p>
        </p:txBody>
      </p:sp>
      <p:grpSp>
        <p:nvGrpSpPr>
          <p:cNvPr id="2" name="Group 4">
            <a:extLst>
              <a:ext uri="{FF2B5EF4-FFF2-40B4-BE49-F238E27FC236}">
                <a16:creationId xmlns:a16="http://schemas.microsoft.com/office/drawing/2014/main" id="{2D70B327-97AC-F514-FAD9-B4DF6A564CB9}"/>
              </a:ext>
            </a:extLst>
          </p:cNvPr>
          <p:cNvGrpSpPr>
            <a:grpSpLocks/>
          </p:cNvGrpSpPr>
          <p:nvPr/>
        </p:nvGrpSpPr>
        <p:grpSpPr bwMode="auto">
          <a:xfrm>
            <a:off x="5076825" y="836613"/>
            <a:ext cx="3887788" cy="2592387"/>
            <a:chOff x="3198" y="346"/>
            <a:chExt cx="2449" cy="1633"/>
          </a:xfrm>
        </p:grpSpPr>
        <p:sp>
          <p:nvSpPr>
            <p:cNvPr id="256033" name="Rectangle 5">
              <a:extLst>
                <a:ext uri="{FF2B5EF4-FFF2-40B4-BE49-F238E27FC236}">
                  <a16:creationId xmlns:a16="http://schemas.microsoft.com/office/drawing/2014/main" id="{1D2CF802-A4D2-0A39-43E9-6B2846159BA0}"/>
                </a:ext>
              </a:extLst>
            </p:cNvPr>
            <p:cNvSpPr>
              <a:spLocks noChangeArrowheads="1"/>
            </p:cNvSpPr>
            <p:nvPr/>
          </p:nvSpPr>
          <p:spPr bwMode="auto">
            <a:xfrm>
              <a:off x="3198" y="346"/>
              <a:ext cx="2449" cy="817"/>
            </a:xfrm>
            <a:prstGeom prst="rect">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6034" name="Rectangle 6">
              <a:extLst>
                <a:ext uri="{FF2B5EF4-FFF2-40B4-BE49-F238E27FC236}">
                  <a16:creationId xmlns:a16="http://schemas.microsoft.com/office/drawing/2014/main" id="{CBA35C10-478B-C423-5497-8221E57FBDD6}"/>
                </a:ext>
              </a:extLst>
            </p:cNvPr>
            <p:cNvSpPr>
              <a:spLocks noChangeArrowheads="1"/>
            </p:cNvSpPr>
            <p:nvPr/>
          </p:nvSpPr>
          <p:spPr bwMode="auto">
            <a:xfrm>
              <a:off x="3198" y="1163"/>
              <a:ext cx="2449" cy="816"/>
            </a:xfrm>
            <a:prstGeom prst="rect">
              <a:avLst/>
            </a:prstGeom>
            <a:solidFill>
              <a:srgbClr val="00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graphicFrame>
          <p:nvGraphicFramePr>
            <p:cNvPr id="256035" name="Object 7">
              <a:extLst>
                <a:ext uri="{FF2B5EF4-FFF2-40B4-BE49-F238E27FC236}">
                  <a16:creationId xmlns:a16="http://schemas.microsoft.com/office/drawing/2014/main" id="{2972DD1E-0B97-71B8-E161-8D51A2957E4E}"/>
                </a:ext>
              </a:extLst>
            </p:cNvPr>
            <p:cNvGraphicFramePr>
              <a:graphicFrameLocks noChangeAspect="1"/>
            </p:cNvGraphicFramePr>
            <p:nvPr/>
          </p:nvGraphicFramePr>
          <p:xfrm>
            <a:off x="4059" y="690"/>
            <a:ext cx="284" cy="200"/>
          </p:xfrm>
          <a:graphic>
            <a:graphicData uri="http://schemas.openxmlformats.org/presentationml/2006/ole">
              <mc:AlternateContent xmlns:mc="http://schemas.openxmlformats.org/markup-compatibility/2006">
                <mc:Choice xmlns:v="urn:schemas-microsoft-com:vml" Requires="v">
                  <p:oleObj r:id="rId3" imgW="228402" imgH="177646" progId="Equation.DSMT4">
                    <p:embed/>
                  </p:oleObj>
                </mc:Choice>
                <mc:Fallback>
                  <p:oleObj r:id="rId3" imgW="228402" imgH="177646"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9" y="690"/>
                          <a:ext cx="28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36" name="Object 8">
              <a:extLst>
                <a:ext uri="{FF2B5EF4-FFF2-40B4-BE49-F238E27FC236}">
                  <a16:creationId xmlns:a16="http://schemas.microsoft.com/office/drawing/2014/main" id="{C2E3A4FD-879A-4E2F-9F1B-AE2E4021110D}"/>
                </a:ext>
              </a:extLst>
            </p:cNvPr>
            <p:cNvGraphicFramePr>
              <a:graphicFrameLocks noChangeAspect="1"/>
            </p:cNvGraphicFramePr>
            <p:nvPr/>
          </p:nvGraphicFramePr>
          <p:xfrm>
            <a:off x="4776" y="482"/>
            <a:ext cx="289" cy="334"/>
          </p:xfrm>
          <a:graphic>
            <a:graphicData uri="http://schemas.openxmlformats.org/presentationml/2006/ole">
              <mc:AlternateContent xmlns:mc="http://schemas.openxmlformats.org/markup-compatibility/2006">
                <mc:Choice xmlns:v="urn:schemas-microsoft-com:vml" Requires="v">
                  <p:oleObj r:id="rId5" imgW="146054" imgH="190361" progId="Equation.3">
                    <p:embed/>
                  </p:oleObj>
                </mc:Choice>
                <mc:Fallback>
                  <p:oleObj r:id="rId5" imgW="146054" imgH="190361"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6" y="482"/>
                          <a:ext cx="28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37" name="Object 9">
              <a:extLst>
                <a:ext uri="{FF2B5EF4-FFF2-40B4-BE49-F238E27FC236}">
                  <a16:creationId xmlns:a16="http://schemas.microsoft.com/office/drawing/2014/main" id="{67958D72-10EC-9151-F38A-AA1CFED9CC5F}"/>
                </a:ext>
              </a:extLst>
            </p:cNvPr>
            <p:cNvGraphicFramePr>
              <a:graphicFrameLocks noChangeAspect="1"/>
            </p:cNvGraphicFramePr>
            <p:nvPr/>
          </p:nvGraphicFramePr>
          <p:xfrm>
            <a:off x="3987" y="1480"/>
            <a:ext cx="309" cy="334"/>
          </p:xfrm>
          <a:graphic>
            <a:graphicData uri="http://schemas.openxmlformats.org/presentationml/2006/ole">
              <mc:AlternateContent xmlns:mc="http://schemas.openxmlformats.org/markup-compatibility/2006">
                <mc:Choice xmlns:v="urn:schemas-microsoft-com:vml" Requires="v">
                  <p:oleObj r:id="rId7" imgW="158954" imgH="190361" progId="Equation.3">
                    <p:embed/>
                  </p:oleObj>
                </mc:Choice>
                <mc:Fallback>
                  <p:oleObj r:id="rId7" imgW="158954" imgH="190361"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7" y="1480"/>
                          <a:ext cx="30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038" name="Object 10">
              <a:extLst>
                <a:ext uri="{FF2B5EF4-FFF2-40B4-BE49-F238E27FC236}">
                  <a16:creationId xmlns:a16="http://schemas.microsoft.com/office/drawing/2014/main" id="{FE0A2E3F-C9DB-1D6C-22E7-C96A5F76E52B}"/>
                </a:ext>
              </a:extLst>
            </p:cNvPr>
            <p:cNvGraphicFramePr>
              <a:graphicFrameLocks noChangeAspect="1"/>
            </p:cNvGraphicFramePr>
            <p:nvPr/>
          </p:nvGraphicFramePr>
          <p:xfrm>
            <a:off x="4470" y="392"/>
            <a:ext cx="224" cy="263"/>
          </p:xfrm>
          <a:graphic>
            <a:graphicData uri="http://schemas.openxmlformats.org/presentationml/2006/ole">
              <mc:AlternateContent xmlns:mc="http://schemas.openxmlformats.org/markup-compatibility/2006">
                <mc:Choice xmlns:v="urn:schemas-microsoft-com:vml" Requires="v">
                  <p:oleObj r:id="rId9" imgW="126913" imgH="171658" progId="Equation.3">
                    <p:embed/>
                  </p:oleObj>
                </mc:Choice>
                <mc:Fallback>
                  <p:oleObj r:id="rId9" imgW="126913" imgH="171658"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70" y="392"/>
                          <a:ext cx="22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39" name="Text Box 11">
              <a:extLst>
                <a:ext uri="{FF2B5EF4-FFF2-40B4-BE49-F238E27FC236}">
                  <a16:creationId xmlns:a16="http://schemas.microsoft.com/office/drawing/2014/main" id="{5537D16B-5EAD-BB78-F991-0CE9D87B2A38}"/>
                </a:ext>
              </a:extLst>
            </p:cNvPr>
            <p:cNvSpPr txBox="1">
              <a:spLocks noChangeArrowheads="1"/>
            </p:cNvSpPr>
            <p:nvPr/>
          </p:nvSpPr>
          <p:spPr bwMode="auto">
            <a:xfrm>
              <a:off x="3334" y="845"/>
              <a:ext cx="5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1</a:t>
              </a:r>
            </a:p>
          </p:txBody>
        </p:sp>
        <p:sp>
          <p:nvSpPr>
            <p:cNvPr id="256040" name="Text Box 12">
              <a:extLst>
                <a:ext uri="{FF2B5EF4-FFF2-40B4-BE49-F238E27FC236}">
                  <a16:creationId xmlns:a16="http://schemas.microsoft.com/office/drawing/2014/main" id="{272D23F5-3EA8-CBEC-C90E-7AAB64E08CF6}"/>
                </a:ext>
              </a:extLst>
            </p:cNvPr>
            <p:cNvSpPr txBox="1">
              <a:spLocks noChangeArrowheads="1"/>
            </p:cNvSpPr>
            <p:nvPr/>
          </p:nvSpPr>
          <p:spPr bwMode="auto">
            <a:xfrm>
              <a:off x="3334" y="1253"/>
              <a:ext cx="5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2</a:t>
              </a:r>
            </a:p>
          </p:txBody>
        </p:sp>
        <p:sp>
          <p:nvSpPr>
            <p:cNvPr id="256041" name="Line 13">
              <a:extLst>
                <a:ext uri="{FF2B5EF4-FFF2-40B4-BE49-F238E27FC236}">
                  <a16:creationId xmlns:a16="http://schemas.microsoft.com/office/drawing/2014/main" id="{17A681C0-760A-D0F6-5A12-A21BD73173A5}"/>
                </a:ext>
              </a:extLst>
            </p:cNvPr>
            <p:cNvSpPr>
              <a:spLocks noChangeShapeType="1"/>
            </p:cNvSpPr>
            <p:nvPr/>
          </p:nvSpPr>
          <p:spPr bwMode="auto">
            <a:xfrm>
              <a:off x="4855" y="972"/>
              <a:ext cx="293"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42" name="Line 14">
              <a:extLst>
                <a:ext uri="{FF2B5EF4-FFF2-40B4-BE49-F238E27FC236}">
                  <a16:creationId xmlns:a16="http://schemas.microsoft.com/office/drawing/2014/main" id="{3816BBD7-F9E7-56AD-DC7B-87E11F786D99}"/>
                </a:ext>
              </a:extLst>
            </p:cNvPr>
            <p:cNvSpPr>
              <a:spLocks noChangeShapeType="1"/>
            </p:cNvSpPr>
            <p:nvPr/>
          </p:nvSpPr>
          <p:spPr bwMode="auto">
            <a:xfrm>
              <a:off x="4855" y="1373"/>
              <a:ext cx="293"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43" name="Line 15">
              <a:extLst>
                <a:ext uri="{FF2B5EF4-FFF2-40B4-BE49-F238E27FC236}">
                  <a16:creationId xmlns:a16="http://schemas.microsoft.com/office/drawing/2014/main" id="{9517F5E9-3496-E41B-2AF7-29CB22CDBB55}"/>
                </a:ext>
              </a:extLst>
            </p:cNvPr>
            <p:cNvSpPr>
              <a:spLocks noChangeShapeType="1"/>
            </p:cNvSpPr>
            <p:nvPr/>
          </p:nvSpPr>
          <p:spPr bwMode="auto">
            <a:xfrm>
              <a:off x="4926" y="965"/>
              <a:ext cx="0" cy="42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56044" name="Object 16">
              <a:extLst>
                <a:ext uri="{FF2B5EF4-FFF2-40B4-BE49-F238E27FC236}">
                  <a16:creationId xmlns:a16="http://schemas.microsoft.com/office/drawing/2014/main" id="{57FEE349-FA99-25DB-2F26-E1F7A5263261}"/>
                </a:ext>
              </a:extLst>
            </p:cNvPr>
            <p:cNvGraphicFramePr>
              <a:graphicFrameLocks noChangeAspect="1"/>
            </p:cNvGraphicFramePr>
            <p:nvPr/>
          </p:nvGraphicFramePr>
          <p:xfrm>
            <a:off x="4933" y="1071"/>
            <a:ext cx="260" cy="219"/>
          </p:xfrm>
          <a:graphic>
            <a:graphicData uri="http://schemas.openxmlformats.org/presentationml/2006/ole">
              <mc:AlternateContent xmlns:mc="http://schemas.openxmlformats.org/markup-compatibility/2006">
                <mc:Choice xmlns:v="urn:schemas-microsoft-com:vml" Requires="v">
                  <p:oleObj r:id="rId11" imgW="215619" imgH="177569" progId="Equation.DSMT4">
                    <p:embed/>
                  </p:oleObj>
                </mc:Choice>
                <mc:Fallback>
                  <p:oleObj r:id="rId11" imgW="215619" imgH="177569" progId="Equation.DSMT4">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3" y="1071"/>
                          <a:ext cx="26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45" name="Oval 17">
              <a:extLst>
                <a:ext uri="{FF2B5EF4-FFF2-40B4-BE49-F238E27FC236}">
                  <a16:creationId xmlns:a16="http://schemas.microsoft.com/office/drawing/2014/main" id="{1F5CCD98-3AA1-903C-C1AE-DD7CCA813A80}"/>
                </a:ext>
              </a:extLst>
            </p:cNvPr>
            <p:cNvSpPr>
              <a:spLocks noChangeArrowheads="1"/>
            </p:cNvSpPr>
            <p:nvPr/>
          </p:nvSpPr>
          <p:spPr bwMode="auto">
            <a:xfrm>
              <a:off x="4195" y="1282"/>
              <a:ext cx="635" cy="136"/>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6046" name="Oval 18">
              <a:extLst>
                <a:ext uri="{FF2B5EF4-FFF2-40B4-BE49-F238E27FC236}">
                  <a16:creationId xmlns:a16="http://schemas.microsoft.com/office/drawing/2014/main" id="{90F42CFF-A2CD-84C3-C161-672C0AC7773F}"/>
                </a:ext>
              </a:extLst>
            </p:cNvPr>
            <p:cNvSpPr>
              <a:spLocks noChangeArrowheads="1"/>
            </p:cNvSpPr>
            <p:nvPr/>
          </p:nvSpPr>
          <p:spPr bwMode="auto">
            <a:xfrm>
              <a:off x="4195" y="1055"/>
              <a:ext cx="635" cy="227"/>
            </a:xfrm>
            <a:prstGeom prst="ellipse">
              <a:avLst/>
            </a:prstGeom>
            <a:noFill/>
            <a:ln w="9525">
              <a:solidFill>
                <a:srgbClr val="00FF00"/>
              </a:solidFill>
              <a:round/>
              <a:headEnd/>
              <a:tailEnd/>
            </a:ln>
            <a:scene3d>
              <a:camera prst="legacyObliqueBottom">
                <a:rot lat="20099996" lon="0" rev="0"/>
              </a:camera>
              <a:lightRig rig="legacyFlat3" dir="b"/>
            </a:scene3d>
            <a:sp3d extrusionH="277800" prstMaterial="legacyMatte">
              <a:bevelT w="13500" h="13500" prst="angle"/>
              <a:bevelB w="13500" h="13500" prst="angle"/>
              <a:extrusionClr>
                <a:srgbClr val="00FF00"/>
              </a:extrusionClr>
              <a:contourClr>
                <a:srgbClr val="00FF00"/>
              </a:contourClr>
            </a:sp3d>
            <a:extLst>
              <a:ext uri="{909E8E84-426E-40DD-AFC4-6F175D3DCCD1}">
                <a14:hiddenFill xmlns:a14="http://schemas.microsoft.com/office/drawing/2010/main">
                  <a:solidFill>
                    <a:srgbClr val="FFFFFF"/>
                  </a:solidFill>
                </a14:hiddenFill>
              </a:ext>
            </a:extLst>
          </p:spPr>
          <p:txBody>
            <a:bodyPr wrap="none" anchor="ctr">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6047" name="Oval 19">
              <a:extLst>
                <a:ext uri="{FF2B5EF4-FFF2-40B4-BE49-F238E27FC236}">
                  <a16:creationId xmlns:a16="http://schemas.microsoft.com/office/drawing/2014/main" id="{DE5FA970-E9C3-7BE6-8692-EA2282DBA00B}"/>
                </a:ext>
              </a:extLst>
            </p:cNvPr>
            <p:cNvSpPr>
              <a:spLocks noChangeArrowheads="1"/>
            </p:cNvSpPr>
            <p:nvPr/>
          </p:nvSpPr>
          <p:spPr bwMode="auto">
            <a:xfrm>
              <a:off x="4195" y="874"/>
              <a:ext cx="635" cy="227"/>
            </a:xfrm>
            <a:prstGeom prst="ellipse">
              <a:avLst/>
            </a:prstGeom>
            <a:solidFill>
              <a:srgbClr val="FFFF00"/>
            </a:solidFill>
            <a:ln w="9525">
              <a:round/>
              <a:headEnd/>
              <a:tailEnd/>
            </a:ln>
            <a:scene3d>
              <a:camera prst="legacyObliqueBottom">
                <a:rot lat="20099996" lon="0" rev="0"/>
              </a:camera>
              <a:lightRig rig="legacyFlat3" dir="r"/>
            </a:scene3d>
            <a:sp3d extrusionH="277800" prstMaterial="legacyMatte">
              <a:bevelT w="13500" h="13500" prst="angle"/>
              <a:bevelB w="13500" h="13500" prst="angle"/>
              <a:extrusionClr>
                <a:srgbClr val="FFFF00"/>
              </a:extrusionClr>
              <a:contourClr>
                <a:srgbClr val="FFFF00"/>
              </a:contourClr>
            </a:sp3d>
          </p:spPr>
          <p:txBody>
            <a:bodyPr wrap="none" anchor="ctr">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6048" name="Oval 20">
              <a:extLst>
                <a:ext uri="{FF2B5EF4-FFF2-40B4-BE49-F238E27FC236}">
                  <a16:creationId xmlns:a16="http://schemas.microsoft.com/office/drawing/2014/main" id="{44BE3518-46B8-ACA4-59AA-B47539725D73}"/>
                </a:ext>
              </a:extLst>
            </p:cNvPr>
            <p:cNvSpPr>
              <a:spLocks noChangeArrowheads="1"/>
            </p:cNvSpPr>
            <p:nvPr/>
          </p:nvSpPr>
          <p:spPr bwMode="auto">
            <a:xfrm>
              <a:off x="4195" y="919"/>
              <a:ext cx="635" cy="136"/>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6049" name="Oval 21">
              <a:extLst>
                <a:ext uri="{FF2B5EF4-FFF2-40B4-BE49-F238E27FC236}">
                  <a16:creationId xmlns:a16="http://schemas.microsoft.com/office/drawing/2014/main" id="{89123B5E-3274-C3D0-6251-8A3770E55C3B}"/>
                </a:ext>
              </a:extLst>
            </p:cNvPr>
            <p:cNvSpPr>
              <a:spLocks noChangeArrowheads="1"/>
            </p:cNvSpPr>
            <p:nvPr/>
          </p:nvSpPr>
          <p:spPr bwMode="auto">
            <a:xfrm>
              <a:off x="4195" y="1101"/>
              <a:ext cx="635" cy="136"/>
            </a:xfrm>
            <a:prstGeom prst="ellipse">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6050" name="Line 22">
              <a:extLst>
                <a:ext uri="{FF2B5EF4-FFF2-40B4-BE49-F238E27FC236}">
                  <a16:creationId xmlns:a16="http://schemas.microsoft.com/office/drawing/2014/main" id="{493A74A1-60CE-2CC4-15C8-AAF869B0D8A1}"/>
                </a:ext>
              </a:extLst>
            </p:cNvPr>
            <p:cNvSpPr>
              <a:spLocks noChangeShapeType="1"/>
            </p:cNvSpPr>
            <p:nvPr/>
          </p:nvSpPr>
          <p:spPr bwMode="auto">
            <a:xfrm flipV="1">
              <a:off x="4526" y="598"/>
              <a:ext cx="0" cy="564"/>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051" name="Line 23">
              <a:extLst>
                <a:ext uri="{FF2B5EF4-FFF2-40B4-BE49-F238E27FC236}">
                  <a16:creationId xmlns:a16="http://schemas.microsoft.com/office/drawing/2014/main" id="{F94100DC-899B-7F5A-C878-1547A4B3AB7F}"/>
                </a:ext>
              </a:extLst>
            </p:cNvPr>
            <p:cNvSpPr>
              <a:spLocks noChangeShapeType="1"/>
            </p:cNvSpPr>
            <p:nvPr/>
          </p:nvSpPr>
          <p:spPr bwMode="auto">
            <a:xfrm flipV="1">
              <a:off x="3939" y="1146"/>
              <a:ext cx="612" cy="462"/>
            </a:xfrm>
            <a:prstGeom prst="line">
              <a:avLst/>
            </a:prstGeom>
            <a:noFill/>
            <a:ln w="34925">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56052" name="Line 24">
              <a:extLst>
                <a:ext uri="{FF2B5EF4-FFF2-40B4-BE49-F238E27FC236}">
                  <a16:creationId xmlns:a16="http://schemas.microsoft.com/office/drawing/2014/main" id="{0F7AC179-B1FE-987F-9F41-39D7BEF8A306}"/>
                </a:ext>
              </a:extLst>
            </p:cNvPr>
            <p:cNvSpPr>
              <a:spLocks noChangeShapeType="1"/>
            </p:cNvSpPr>
            <p:nvPr/>
          </p:nvSpPr>
          <p:spPr bwMode="auto">
            <a:xfrm flipV="1">
              <a:off x="4537" y="688"/>
              <a:ext cx="268" cy="474"/>
            </a:xfrm>
            <a:prstGeom prst="line">
              <a:avLst/>
            </a:prstGeom>
            <a:noFill/>
            <a:ln w="34925">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56053" name="Line 25">
              <a:extLst>
                <a:ext uri="{FF2B5EF4-FFF2-40B4-BE49-F238E27FC236}">
                  <a16:creationId xmlns:a16="http://schemas.microsoft.com/office/drawing/2014/main" id="{AD89AC3F-1D23-916A-43AB-F65B6C25A80A}"/>
                </a:ext>
              </a:extLst>
            </p:cNvPr>
            <p:cNvSpPr>
              <a:spLocks noChangeShapeType="1"/>
            </p:cNvSpPr>
            <p:nvPr/>
          </p:nvSpPr>
          <p:spPr bwMode="auto">
            <a:xfrm>
              <a:off x="3198" y="1162"/>
              <a:ext cx="24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54" name="Line 26">
              <a:extLst>
                <a:ext uri="{FF2B5EF4-FFF2-40B4-BE49-F238E27FC236}">
                  <a16:creationId xmlns:a16="http://schemas.microsoft.com/office/drawing/2014/main" id="{1F2D5406-3109-E8CC-B0ED-B4137A866CDC}"/>
                </a:ext>
              </a:extLst>
            </p:cNvPr>
            <p:cNvSpPr>
              <a:spLocks noChangeShapeType="1"/>
            </p:cNvSpPr>
            <p:nvPr/>
          </p:nvSpPr>
          <p:spPr bwMode="auto">
            <a:xfrm>
              <a:off x="4830" y="994"/>
              <a:ext cx="0" cy="3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55" name="Line 27">
              <a:extLst>
                <a:ext uri="{FF2B5EF4-FFF2-40B4-BE49-F238E27FC236}">
                  <a16:creationId xmlns:a16="http://schemas.microsoft.com/office/drawing/2014/main" id="{1A58900E-5221-23EF-215B-33F1F8CD06AE}"/>
                </a:ext>
              </a:extLst>
            </p:cNvPr>
            <p:cNvSpPr>
              <a:spLocks noChangeShapeType="1"/>
            </p:cNvSpPr>
            <p:nvPr/>
          </p:nvSpPr>
          <p:spPr bwMode="auto">
            <a:xfrm>
              <a:off x="4195" y="986"/>
              <a:ext cx="0" cy="3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56" name="Rectangle 28">
              <a:extLst>
                <a:ext uri="{FF2B5EF4-FFF2-40B4-BE49-F238E27FC236}">
                  <a16:creationId xmlns:a16="http://schemas.microsoft.com/office/drawing/2014/main" id="{35389873-6CF1-3CE0-D6C4-0FCE0BE3AD95}"/>
                </a:ext>
              </a:extLst>
            </p:cNvPr>
            <p:cNvSpPr>
              <a:spLocks noChangeArrowheads="1"/>
            </p:cNvSpPr>
            <p:nvPr/>
          </p:nvSpPr>
          <p:spPr bwMode="auto">
            <a:xfrm>
              <a:off x="3198" y="346"/>
              <a:ext cx="2449" cy="163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6057" name="Line 29">
              <a:extLst>
                <a:ext uri="{FF2B5EF4-FFF2-40B4-BE49-F238E27FC236}">
                  <a16:creationId xmlns:a16="http://schemas.microsoft.com/office/drawing/2014/main" id="{E4FFE2A8-D663-0D9E-F4BE-C33676B6FE68}"/>
                </a:ext>
              </a:extLst>
            </p:cNvPr>
            <p:cNvSpPr>
              <a:spLocks noChangeShapeType="1"/>
            </p:cNvSpPr>
            <p:nvPr/>
          </p:nvSpPr>
          <p:spPr bwMode="auto">
            <a:xfrm>
              <a:off x="4241" y="890"/>
              <a:ext cx="181" cy="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058" name="Rectangle 30">
              <a:extLst>
                <a:ext uri="{FF2B5EF4-FFF2-40B4-BE49-F238E27FC236}">
                  <a16:creationId xmlns:a16="http://schemas.microsoft.com/office/drawing/2014/main" id="{75FE425B-3460-EF3D-96CC-462F440A8D6F}"/>
                </a:ext>
              </a:extLst>
            </p:cNvPr>
            <p:cNvSpPr>
              <a:spLocks noChangeArrowheads="1"/>
            </p:cNvSpPr>
            <p:nvPr/>
          </p:nvSpPr>
          <p:spPr bwMode="auto">
            <a:xfrm>
              <a:off x="4468" y="1026"/>
              <a:ext cx="272"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en-US" altLang="zh-CN" i="1">
                  <a:solidFill>
                    <a:schemeClr val="tx1"/>
                  </a:solidFill>
                  <a:latin typeface="Times New Roman" panose="02020603050405020304" pitchFamily="18" charset="0"/>
                </a:rPr>
                <a:t>P</a:t>
              </a:r>
            </a:p>
          </p:txBody>
        </p:sp>
        <p:sp>
          <p:nvSpPr>
            <p:cNvPr id="256059" name="Rectangle 31">
              <a:extLst>
                <a:ext uri="{FF2B5EF4-FFF2-40B4-BE49-F238E27FC236}">
                  <a16:creationId xmlns:a16="http://schemas.microsoft.com/office/drawing/2014/main" id="{F19458DA-7124-C32A-E920-719052617631}"/>
                </a:ext>
              </a:extLst>
            </p:cNvPr>
            <p:cNvSpPr>
              <a:spLocks noChangeArrowheads="1"/>
            </p:cNvSpPr>
            <p:nvPr/>
          </p:nvSpPr>
          <p:spPr bwMode="auto">
            <a:xfrm>
              <a:off x="3998" y="981"/>
              <a:ext cx="272"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en-US" altLang="zh-CN" i="1">
                  <a:solidFill>
                    <a:schemeClr val="tx1"/>
                  </a:solidFill>
                  <a:latin typeface="Times New Roman" panose="02020603050405020304" pitchFamily="18" charset="0"/>
                </a:rPr>
                <a:t>S</a:t>
              </a:r>
            </a:p>
          </p:txBody>
        </p:sp>
      </p:grpSp>
      <p:grpSp>
        <p:nvGrpSpPr>
          <p:cNvPr id="3" name="Group 32">
            <a:extLst>
              <a:ext uri="{FF2B5EF4-FFF2-40B4-BE49-F238E27FC236}">
                <a16:creationId xmlns:a16="http://schemas.microsoft.com/office/drawing/2014/main" id="{B9320414-C16A-631E-C96E-57D425243A51}"/>
              </a:ext>
            </a:extLst>
          </p:cNvPr>
          <p:cNvGrpSpPr>
            <a:grpSpLocks/>
          </p:cNvGrpSpPr>
          <p:nvPr/>
        </p:nvGrpSpPr>
        <p:grpSpPr bwMode="auto">
          <a:xfrm>
            <a:off x="4643438" y="3933825"/>
            <a:ext cx="4176712" cy="536575"/>
            <a:chOff x="2925" y="2478"/>
            <a:chExt cx="2631" cy="338"/>
          </a:xfrm>
        </p:grpSpPr>
        <p:graphicFrame>
          <p:nvGraphicFramePr>
            <p:cNvPr id="256031" name="Object 33">
              <a:extLst>
                <a:ext uri="{FF2B5EF4-FFF2-40B4-BE49-F238E27FC236}">
                  <a16:creationId xmlns:a16="http://schemas.microsoft.com/office/drawing/2014/main" id="{D309380F-9E15-B0CF-185F-E3D55682FFAF}"/>
                </a:ext>
              </a:extLst>
            </p:cNvPr>
            <p:cNvGraphicFramePr>
              <a:graphicFrameLocks noChangeAspect="1"/>
            </p:cNvGraphicFramePr>
            <p:nvPr/>
          </p:nvGraphicFramePr>
          <p:xfrm>
            <a:off x="3560" y="2478"/>
            <a:ext cx="1996" cy="338"/>
          </p:xfrm>
          <a:graphic>
            <a:graphicData uri="http://schemas.openxmlformats.org/presentationml/2006/ole">
              <mc:AlternateContent xmlns:mc="http://schemas.openxmlformats.org/markup-compatibility/2006">
                <mc:Choice xmlns:v="urn:schemas-microsoft-com:vml" Requires="v">
                  <p:oleObj r:id="rId13" imgW="1244583" imgH="203246" progId="Equation.DSMT4">
                    <p:embed/>
                  </p:oleObj>
                </mc:Choice>
                <mc:Fallback>
                  <p:oleObj r:id="rId13" imgW="1244583" imgH="203246" progId="Equation.DSMT4">
                    <p:embed/>
                    <p:pic>
                      <p:nvPicPr>
                        <p:cNvPr id="0"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60" y="2478"/>
                          <a:ext cx="199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32" name="AutoShape 34">
              <a:extLst>
                <a:ext uri="{FF2B5EF4-FFF2-40B4-BE49-F238E27FC236}">
                  <a16:creationId xmlns:a16="http://schemas.microsoft.com/office/drawing/2014/main" id="{65341131-6F5A-4BE3-D562-B7BA60EE244C}"/>
                </a:ext>
              </a:extLst>
            </p:cNvPr>
            <p:cNvSpPr>
              <a:spLocks noChangeArrowheads="1"/>
            </p:cNvSpPr>
            <p:nvPr/>
          </p:nvSpPr>
          <p:spPr bwMode="auto">
            <a:xfrm>
              <a:off x="2925" y="2568"/>
              <a:ext cx="499" cy="182"/>
            </a:xfrm>
            <a:prstGeom prst="rightArrow">
              <a:avLst>
                <a:gd name="adj1" fmla="val 50000"/>
                <a:gd name="adj2" fmla="val 68531"/>
              </a:avLst>
            </a:prstGeom>
            <a:solidFill>
              <a:srgbClr val="FFCC99"/>
            </a:solidFill>
            <a:ln w="9525">
              <a:solidFill>
                <a:srgbClr val="FF66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grpSp>
      <p:grpSp>
        <p:nvGrpSpPr>
          <p:cNvPr id="4" name="Group 35">
            <a:extLst>
              <a:ext uri="{FF2B5EF4-FFF2-40B4-BE49-F238E27FC236}">
                <a16:creationId xmlns:a16="http://schemas.microsoft.com/office/drawing/2014/main" id="{32E344F5-7CC3-6772-FFFC-1EEE3E4F18C6}"/>
              </a:ext>
            </a:extLst>
          </p:cNvPr>
          <p:cNvGrpSpPr>
            <a:grpSpLocks/>
          </p:cNvGrpSpPr>
          <p:nvPr/>
        </p:nvGrpSpPr>
        <p:grpSpPr bwMode="auto">
          <a:xfrm>
            <a:off x="179388" y="4724400"/>
            <a:ext cx="3671887" cy="649288"/>
            <a:chOff x="113" y="2976"/>
            <a:chExt cx="2313" cy="409"/>
          </a:xfrm>
        </p:grpSpPr>
        <p:sp>
          <p:nvSpPr>
            <p:cNvPr id="256029" name="Rectangle 36">
              <a:extLst>
                <a:ext uri="{FF2B5EF4-FFF2-40B4-BE49-F238E27FC236}">
                  <a16:creationId xmlns:a16="http://schemas.microsoft.com/office/drawing/2014/main" id="{054D1C85-0976-DEFD-6C91-4972D60AF86F}"/>
                </a:ext>
              </a:extLst>
            </p:cNvPr>
            <p:cNvSpPr>
              <a:spLocks noChangeArrowheads="1"/>
            </p:cNvSpPr>
            <p:nvPr/>
          </p:nvSpPr>
          <p:spPr bwMode="auto">
            <a:xfrm>
              <a:off x="113" y="2976"/>
              <a:ext cx="1452"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zh-CN" altLang="en-US">
                  <a:latin typeface="Times New Roman" panose="02020603050405020304" pitchFamily="18" charset="0"/>
                </a:rPr>
                <a:t>即</a:t>
              </a:r>
            </a:p>
          </p:txBody>
        </p:sp>
        <p:graphicFrame>
          <p:nvGraphicFramePr>
            <p:cNvPr id="256030" name="Object 37">
              <a:extLst>
                <a:ext uri="{FF2B5EF4-FFF2-40B4-BE49-F238E27FC236}">
                  <a16:creationId xmlns:a16="http://schemas.microsoft.com/office/drawing/2014/main" id="{366A8319-BB69-7E32-4168-028F0602B896}"/>
                </a:ext>
              </a:extLst>
            </p:cNvPr>
            <p:cNvGraphicFramePr>
              <a:graphicFrameLocks noChangeAspect="1"/>
            </p:cNvGraphicFramePr>
            <p:nvPr/>
          </p:nvGraphicFramePr>
          <p:xfrm>
            <a:off x="793" y="3019"/>
            <a:ext cx="1633" cy="366"/>
          </p:xfrm>
          <a:graphic>
            <a:graphicData uri="http://schemas.openxmlformats.org/presentationml/2006/ole">
              <mc:AlternateContent xmlns:mc="http://schemas.openxmlformats.org/markup-compatibility/2006">
                <mc:Choice xmlns:v="urn:schemas-microsoft-com:vml" Requires="v">
                  <p:oleObj r:id="rId15" imgW="939991" imgH="203246" progId="Equation.DSMT4">
                    <p:embed/>
                  </p:oleObj>
                </mc:Choice>
                <mc:Fallback>
                  <p:oleObj r:id="rId15" imgW="939991" imgH="203246" progId="Equation.DSMT4">
                    <p:embed/>
                    <p:pic>
                      <p:nvPicPr>
                        <p:cNvPr id="0" name="Object 3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3" y="3019"/>
                          <a:ext cx="1633"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867366" name="Rectangle 38">
            <a:extLst>
              <a:ext uri="{FF2B5EF4-FFF2-40B4-BE49-F238E27FC236}">
                <a16:creationId xmlns:a16="http://schemas.microsoft.com/office/drawing/2014/main" id="{177B9CC3-83E5-74A8-647A-D4308B44588C}"/>
              </a:ext>
            </a:extLst>
          </p:cNvPr>
          <p:cNvSpPr>
            <a:spLocks noChangeArrowheads="1"/>
          </p:cNvSpPr>
          <p:nvPr/>
        </p:nvSpPr>
        <p:spPr bwMode="auto">
          <a:xfrm>
            <a:off x="144463" y="1700213"/>
            <a:ext cx="4787900"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en-US" altLang="zh-CN">
                <a:latin typeface="Times New Roman" panose="02020603050405020304" pitchFamily="18" charset="0"/>
              </a:rPr>
              <a:t>       </a:t>
            </a:r>
            <a:r>
              <a:rPr lang="zh-CN" altLang="en-US">
                <a:latin typeface="Times New Roman" panose="02020603050405020304" pitchFamily="18" charset="0"/>
              </a:rPr>
              <a:t>在两种媒质的交界面上任取一点</a:t>
            </a:r>
            <a:r>
              <a:rPr lang="en-US" altLang="zh-CN" i="1">
                <a:latin typeface="Times New Roman" panose="02020603050405020304" pitchFamily="18" charset="0"/>
              </a:rPr>
              <a:t>P</a:t>
            </a:r>
            <a:r>
              <a:rPr lang="zh-CN" altLang="en-US">
                <a:latin typeface="Times New Roman" panose="02020603050405020304" pitchFamily="18" charset="0"/>
              </a:rPr>
              <a:t>，作一个包围点</a:t>
            </a:r>
            <a:r>
              <a:rPr lang="en-US" altLang="zh-CN" i="1">
                <a:latin typeface="Times New Roman" panose="02020603050405020304" pitchFamily="18" charset="0"/>
              </a:rPr>
              <a:t>P </a:t>
            </a:r>
            <a:r>
              <a:rPr lang="zh-CN" altLang="en-US">
                <a:latin typeface="Times New Roman" panose="02020603050405020304" pitchFamily="18" charset="0"/>
              </a:rPr>
              <a:t>的扁平圆柱曲面</a:t>
            </a:r>
            <a:r>
              <a:rPr lang="en-US" altLang="zh-CN" i="1">
                <a:latin typeface="Times New Roman" panose="02020603050405020304" pitchFamily="18" charset="0"/>
              </a:rPr>
              <a:t>S</a:t>
            </a:r>
            <a:r>
              <a:rPr lang="zh-CN" altLang="en-US">
                <a:latin typeface="Times New Roman" panose="02020603050405020304" pitchFamily="18" charset="0"/>
              </a:rPr>
              <a:t>，如图表示。</a:t>
            </a:r>
          </a:p>
        </p:txBody>
      </p:sp>
      <p:grpSp>
        <p:nvGrpSpPr>
          <p:cNvPr id="5" name="Group 39">
            <a:extLst>
              <a:ext uri="{FF2B5EF4-FFF2-40B4-BE49-F238E27FC236}">
                <a16:creationId xmlns:a16="http://schemas.microsoft.com/office/drawing/2014/main" id="{54F28422-CE62-4B89-0F88-CA5A434AA140}"/>
              </a:ext>
            </a:extLst>
          </p:cNvPr>
          <p:cNvGrpSpPr>
            <a:grpSpLocks/>
          </p:cNvGrpSpPr>
          <p:nvPr/>
        </p:nvGrpSpPr>
        <p:grpSpPr bwMode="auto">
          <a:xfrm>
            <a:off x="34925" y="476250"/>
            <a:ext cx="4752975" cy="649288"/>
            <a:chOff x="22" y="300"/>
            <a:chExt cx="2994" cy="409"/>
          </a:xfrm>
        </p:grpSpPr>
        <p:sp>
          <p:nvSpPr>
            <p:cNvPr id="256027" name="Rectangle 40">
              <a:extLst>
                <a:ext uri="{FF2B5EF4-FFF2-40B4-BE49-F238E27FC236}">
                  <a16:creationId xmlns:a16="http://schemas.microsoft.com/office/drawing/2014/main" id="{126C5C86-6870-6C61-B5F3-CA94E0C0D98B}"/>
                </a:ext>
              </a:extLst>
            </p:cNvPr>
            <p:cNvSpPr>
              <a:spLocks noChangeArrowheads="1"/>
            </p:cNvSpPr>
            <p:nvPr/>
          </p:nvSpPr>
          <p:spPr bwMode="auto">
            <a:xfrm>
              <a:off x="22" y="300"/>
              <a:ext cx="2994"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en-US" altLang="zh-CN">
                  <a:latin typeface="幼圆" panose="02010509060101010101" pitchFamily="49" charset="-122"/>
                  <a:ea typeface="幼圆" panose="02010509060101010101" pitchFamily="49" charset="-122"/>
                </a:rPr>
                <a:t>    </a:t>
              </a:r>
              <a:r>
                <a:rPr lang="zh-CN" altLang="en-US">
                  <a:latin typeface="宋体" panose="02010600030101010101" pitchFamily="2" charset="-122"/>
                  <a:ea typeface="宋体" panose="02010600030101010101" pitchFamily="2" charset="-122"/>
                </a:rPr>
                <a:t>边界条件的推证（略）</a:t>
              </a:r>
              <a:r>
                <a:rPr lang="zh-CN" altLang="en-US">
                  <a:latin typeface="Times New Roman" panose="02020603050405020304" pitchFamily="18" charset="0"/>
                </a:rPr>
                <a:t>      </a:t>
              </a:r>
            </a:p>
          </p:txBody>
        </p:sp>
        <p:sp>
          <p:nvSpPr>
            <p:cNvPr id="256028" name="Rectangle 41">
              <a:extLst>
                <a:ext uri="{FF2B5EF4-FFF2-40B4-BE49-F238E27FC236}">
                  <a16:creationId xmlns:a16="http://schemas.microsoft.com/office/drawing/2014/main" id="{7823ABC9-49EE-A6B7-6AD4-114CFA678977}"/>
                </a:ext>
              </a:extLst>
            </p:cNvPr>
            <p:cNvSpPr>
              <a:spLocks noChangeArrowheads="1"/>
            </p:cNvSpPr>
            <p:nvPr/>
          </p:nvSpPr>
          <p:spPr bwMode="auto">
            <a:xfrm>
              <a:off x="175" y="466"/>
              <a:ext cx="136" cy="136"/>
            </a:xfrm>
            <a:prstGeom prst="rect">
              <a:avLst/>
            </a:prstGeom>
            <a:gradFill rotWithShape="1">
              <a:gsLst>
                <a:gs pos="0">
                  <a:srgbClr val="8F008F"/>
                </a:gs>
                <a:gs pos="100000">
                  <a:srgbClr val="FF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grpSp>
      <p:grpSp>
        <p:nvGrpSpPr>
          <p:cNvPr id="6" name="Group 42">
            <a:extLst>
              <a:ext uri="{FF2B5EF4-FFF2-40B4-BE49-F238E27FC236}">
                <a16:creationId xmlns:a16="http://schemas.microsoft.com/office/drawing/2014/main" id="{B8079028-6837-DFFB-4CA6-EDBC6327C72D}"/>
              </a:ext>
            </a:extLst>
          </p:cNvPr>
          <p:cNvGrpSpPr>
            <a:grpSpLocks/>
          </p:cNvGrpSpPr>
          <p:nvPr/>
        </p:nvGrpSpPr>
        <p:grpSpPr bwMode="auto">
          <a:xfrm>
            <a:off x="3995738" y="5680075"/>
            <a:ext cx="2881312" cy="557213"/>
            <a:chOff x="2517" y="3578"/>
            <a:chExt cx="1815" cy="351"/>
          </a:xfrm>
        </p:grpSpPr>
        <p:graphicFrame>
          <p:nvGraphicFramePr>
            <p:cNvPr id="256025" name="Object 43">
              <a:extLst>
                <a:ext uri="{FF2B5EF4-FFF2-40B4-BE49-F238E27FC236}">
                  <a16:creationId xmlns:a16="http://schemas.microsoft.com/office/drawing/2014/main" id="{55C96D07-0027-5598-F958-CB9446DE5359}"/>
                </a:ext>
              </a:extLst>
            </p:cNvPr>
            <p:cNvGraphicFramePr>
              <a:graphicFrameLocks noChangeAspect="1"/>
            </p:cNvGraphicFramePr>
            <p:nvPr/>
          </p:nvGraphicFramePr>
          <p:xfrm>
            <a:off x="3061" y="3578"/>
            <a:ext cx="1271" cy="351"/>
          </p:xfrm>
          <a:graphic>
            <a:graphicData uri="http://schemas.openxmlformats.org/presentationml/2006/ole">
              <mc:AlternateContent xmlns:mc="http://schemas.openxmlformats.org/markup-compatibility/2006">
                <mc:Choice xmlns:v="urn:schemas-microsoft-com:vml" Requires="v">
                  <p:oleObj r:id="rId17" imgW="838044" imgH="203246" progId="Equation.DSMT4">
                    <p:embed/>
                  </p:oleObj>
                </mc:Choice>
                <mc:Fallback>
                  <p:oleObj r:id="rId17" imgW="838044" imgH="203246" progId="Equation.DSMT4">
                    <p:embed/>
                    <p:pic>
                      <p:nvPicPr>
                        <p:cNvPr id="0" name="Object 4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61" y="3578"/>
                          <a:ext cx="1271"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26" name="AutoShape 44">
              <a:extLst>
                <a:ext uri="{FF2B5EF4-FFF2-40B4-BE49-F238E27FC236}">
                  <a16:creationId xmlns:a16="http://schemas.microsoft.com/office/drawing/2014/main" id="{42B4F5E3-0FDC-4DD5-C408-50AA126AE782}"/>
                </a:ext>
              </a:extLst>
            </p:cNvPr>
            <p:cNvSpPr>
              <a:spLocks noChangeArrowheads="1"/>
            </p:cNvSpPr>
            <p:nvPr/>
          </p:nvSpPr>
          <p:spPr bwMode="auto">
            <a:xfrm>
              <a:off x="2517" y="3702"/>
              <a:ext cx="499" cy="182"/>
            </a:xfrm>
            <a:prstGeom prst="rightArrow">
              <a:avLst>
                <a:gd name="adj1" fmla="val 50000"/>
                <a:gd name="adj2" fmla="val 68531"/>
              </a:avLst>
            </a:prstGeom>
            <a:solidFill>
              <a:srgbClr val="FFCC99"/>
            </a:solidFill>
            <a:ln w="9525">
              <a:solidFill>
                <a:srgbClr val="FF66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grpSp>
      <p:grpSp>
        <p:nvGrpSpPr>
          <p:cNvPr id="7" name="Group 45">
            <a:extLst>
              <a:ext uri="{FF2B5EF4-FFF2-40B4-BE49-F238E27FC236}">
                <a16:creationId xmlns:a16="http://schemas.microsoft.com/office/drawing/2014/main" id="{6FC4B917-1468-C70E-23DD-5D3B3456FA83}"/>
              </a:ext>
            </a:extLst>
          </p:cNvPr>
          <p:cNvGrpSpPr>
            <a:grpSpLocks/>
          </p:cNvGrpSpPr>
          <p:nvPr/>
        </p:nvGrpSpPr>
        <p:grpSpPr bwMode="auto">
          <a:xfrm>
            <a:off x="6948488" y="5589588"/>
            <a:ext cx="1685925" cy="647700"/>
            <a:chOff x="4377" y="3521"/>
            <a:chExt cx="1062" cy="408"/>
          </a:xfrm>
        </p:grpSpPr>
        <p:graphicFrame>
          <p:nvGraphicFramePr>
            <p:cNvPr id="256023" name="Object 46">
              <a:extLst>
                <a:ext uri="{FF2B5EF4-FFF2-40B4-BE49-F238E27FC236}">
                  <a16:creationId xmlns:a16="http://schemas.microsoft.com/office/drawing/2014/main" id="{59AE6913-1410-3699-23B5-A4A8B1609286}"/>
                </a:ext>
              </a:extLst>
            </p:cNvPr>
            <p:cNvGraphicFramePr>
              <a:graphicFrameLocks noChangeAspect="1"/>
            </p:cNvGraphicFramePr>
            <p:nvPr/>
          </p:nvGraphicFramePr>
          <p:xfrm>
            <a:off x="4686" y="3577"/>
            <a:ext cx="753" cy="352"/>
          </p:xfrm>
          <a:graphic>
            <a:graphicData uri="http://schemas.openxmlformats.org/presentationml/2006/ole">
              <mc:AlternateContent xmlns:mc="http://schemas.openxmlformats.org/markup-compatibility/2006">
                <mc:Choice xmlns:v="urn:schemas-microsoft-com:vml" Requires="v">
                  <p:oleObj r:id="rId19" imgW="495170" imgH="177892" progId="Equation.DSMT4">
                    <p:embed/>
                  </p:oleObj>
                </mc:Choice>
                <mc:Fallback>
                  <p:oleObj r:id="rId19" imgW="495170" imgH="177892" progId="Equation.DSMT4">
                    <p:embed/>
                    <p:pic>
                      <p:nvPicPr>
                        <p:cNvPr id="0" name="Object 4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86" y="3577"/>
                          <a:ext cx="753"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24" name="Rectangle 47">
              <a:extLst>
                <a:ext uri="{FF2B5EF4-FFF2-40B4-BE49-F238E27FC236}">
                  <a16:creationId xmlns:a16="http://schemas.microsoft.com/office/drawing/2014/main" id="{B491BB52-49C1-0C30-23A1-DA15054853ED}"/>
                </a:ext>
              </a:extLst>
            </p:cNvPr>
            <p:cNvSpPr>
              <a:spLocks noChangeArrowheads="1"/>
            </p:cNvSpPr>
            <p:nvPr/>
          </p:nvSpPr>
          <p:spPr bwMode="auto">
            <a:xfrm>
              <a:off x="4377" y="3521"/>
              <a:ext cx="86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zh-CN" altLang="en-US">
                  <a:latin typeface="Times New Roman" panose="02020603050405020304" pitchFamily="18" charset="0"/>
                </a:rPr>
                <a:t>或</a:t>
              </a:r>
            </a:p>
          </p:txBody>
        </p:sp>
      </p:grpSp>
      <p:grpSp>
        <p:nvGrpSpPr>
          <p:cNvPr id="8" name="Group 48">
            <a:extLst>
              <a:ext uri="{FF2B5EF4-FFF2-40B4-BE49-F238E27FC236}">
                <a16:creationId xmlns:a16="http://schemas.microsoft.com/office/drawing/2014/main" id="{615B94AB-082D-0DBE-C7B8-3E13D150CA5B}"/>
              </a:ext>
            </a:extLst>
          </p:cNvPr>
          <p:cNvGrpSpPr>
            <a:grpSpLocks/>
          </p:cNvGrpSpPr>
          <p:nvPr/>
        </p:nvGrpSpPr>
        <p:grpSpPr bwMode="auto">
          <a:xfrm>
            <a:off x="4354513" y="4725988"/>
            <a:ext cx="2865437" cy="647700"/>
            <a:chOff x="2743" y="2977"/>
            <a:chExt cx="1805" cy="408"/>
          </a:xfrm>
        </p:grpSpPr>
        <p:graphicFrame>
          <p:nvGraphicFramePr>
            <p:cNvPr id="256021" name="Object 49">
              <a:extLst>
                <a:ext uri="{FF2B5EF4-FFF2-40B4-BE49-F238E27FC236}">
                  <a16:creationId xmlns:a16="http://schemas.microsoft.com/office/drawing/2014/main" id="{E84D1E2F-7A74-9AFB-EDC2-B601A7C3232B}"/>
                </a:ext>
              </a:extLst>
            </p:cNvPr>
            <p:cNvGraphicFramePr>
              <a:graphicFrameLocks noChangeAspect="1"/>
            </p:cNvGraphicFramePr>
            <p:nvPr/>
          </p:nvGraphicFramePr>
          <p:xfrm>
            <a:off x="3178" y="3022"/>
            <a:ext cx="1370" cy="331"/>
          </p:xfrm>
          <a:graphic>
            <a:graphicData uri="http://schemas.openxmlformats.org/presentationml/2006/ole">
              <mc:AlternateContent xmlns:mc="http://schemas.openxmlformats.org/markup-compatibility/2006">
                <mc:Choice xmlns:v="urn:schemas-microsoft-com:vml" Requires="v">
                  <p:oleObj r:id="rId21" imgW="774795" imgH="177892" progId="Equation.DSMT4">
                    <p:embed/>
                  </p:oleObj>
                </mc:Choice>
                <mc:Fallback>
                  <p:oleObj r:id="rId21" imgW="774795" imgH="177892" progId="Equation.DSMT4">
                    <p:embed/>
                    <p:pic>
                      <p:nvPicPr>
                        <p:cNvPr id="0" name="Object 4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78" y="3022"/>
                          <a:ext cx="137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22" name="Rectangle 50">
              <a:extLst>
                <a:ext uri="{FF2B5EF4-FFF2-40B4-BE49-F238E27FC236}">
                  <a16:creationId xmlns:a16="http://schemas.microsoft.com/office/drawing/2014/main" id="{8998DAEE-79BC-590A-E3BE-EA2B406BCF95}"/>
                </a:ext>
              </a:extLst>
            </p:cNvPr>
            <p:cNvSpPr>
              <a:spLocks noChangeArrowheads="1"/>
            </p:cNvSpPr>
            <p:nvPr/>
          </p:nvSpPr>
          <p:spPr bwMode="auto">
            <a:xfrm>
              <a:off x="2743" y="2977"/>
              <a:ext cx="86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zh-CN" altLang="en-US">
                  <a:latin typeface="Times New Roman" panose="02020603050405020304" pitchFamily="18" charset="0"/>
                </a:rPr>
                <a:t>或</a:t>
              </a:r>
            </a:p>
          </p:txBody>
        </p:sp>
      </p:grpSp>
      <p:grpSp>
        <p:nvGrpSpPr>
          <p:cNvPr id="9" name="Group 51">
            <a:extLst>
              <a:ext uri="{FF2B5EF4-FFF2-40B4-BE49-F238E27FC236}">
                <a16:creationId xmlns:a16="http://schemas.microsoft.com/office/drawing/2014/main" id="{9362927B-4A54-5A5B-26EE-B2B5AE1A133D}"/>
              </a:ext>
            </a:extLst>
          </p:cNvPr>
          <p:cNvGrpSpPr>
            <a:grpSpLocks/>
          </p:cNvGrpSpPr>
          <p:nvPr/>
        </p:nvGrpSpPr>
        <p:grpSpPr bwMode="auto">
          <a:xfrm>
            <a:off x="177800" y="5661025"/>
            <a:ext cx="3530600" cy="792163"/>
            <a:chOff x="112" y="3566"/>
            <a:chExt cx="2224" cy="499"/>
          </a:xfrm>
        </p:grpSpPr>
        <p:sp>
          <p:nvSpPr>
            <p:cNvPr id="256019" name="Rectangle 52">
              <a:extLst>
                <a:ext uri="{FF2B5EF4-FFF2-40B4-BE49-F238E27FC236}">
                  <a16:creationId xmlns:a16="http://schemas.microsoft.com/office/drawing/2014/main" id="{630ADB38-15D6-7A8F-B3BB-E8053B503DCB}"/>
                </a:ext>
              </a:extLst>
            </p:cNvPr>
            <p:cNvSpPr>
              <a:spLocks noChangeArrowheads="1"/>
            </p:cNvSpPr>
            <p:nvPr/>
          </p:nvSpPr>
          <p:spPr bwMode="auto">
            <a:xfrm>
              <a:off x="112" y="3566"/>
              <a:ext cx="154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zh-CN" altLang="en-US">
                  <a:latin typeface="Times New Roman" panose="02020603050405020304" pitchFamily="18" charset="0"/>
                </a:rPr>
                <a:t>同理 ，由</a:t>
              </a:r>
            </a:p>
          </p:txBody>
        </p:sp>
        <p:graphicFrame>
          <p:nvGraphicFramePr>
            <p:cNvPr id="256020" name="Object 53">
              <a:extLst>
                <a:ext uri="{FF2B5EF4-FFF2-40B4-BE49-F238E27FC236}">
                  <a16:creationId xmlns:a16="http://schemas.microsoft.com/office/drawing/2014/main" id="{3D4F53A0-B538-F4A9-E0B2-BF47E4EDA388}"/>
                </a:ext>
              </a:extLst>
            </p:cNvPr>
            <p:cNvGraphicFramePr>
              <a:graphicFrameLocks noChangeAspect="1"/>
            </p:cNvGraphicFramePr>
            <p:nvPr/>
          </p:nvGraphicFramePr>
          <p:xfrm>
            <a:off x="1020" y="3622"/>
            <a:ext cx="1316" cy="443"/>
          </p:xfrm>
          <a:graphic>
            <a:graphicData uri="http://schemas.openxmlformats.org/presentationml/2006/ole">
              <mc:AlternateContent xmlns:mc="http://schemas.openxmlformats.org/markup-compatibility/2006">
                <mc:Choice xmlns:v="urn:schemas-microsoft-com:vml" Requires="v">
                  <p:oleObj r:id="rId23" imgW="641224" imgH="253954" progId="Equation.3">
                    <p:embed/>
                  </p:oleObj>
                </mc:Choice>
                <mc:Fallback>
                  <p:oleObj r:id="rId23" imgW="641224" imgH="253954" progId="Equation.3">
                    <p:embed/>
                    <p:pic>
                      <p:nvPicPr>
                        <p:cNvPr id="0" name="Object 5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20" y="3622"/>
                          <a:ext cx="1316"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867382" name="Object 54">
            <a:extLst>
              <a:ext uri="{FF2B5EF4-FFF2-40B4-BE49-F238E27FC236}">
                <a16:creationId xmlns:a16="http://schemas.microsoft.com/office/drawing/2014/main" id="{7D2CE392-6CD2-66F4-3E2C-1B44ACF882C3}"/>
              </a:ext>
            </a:extLst>
          </p:cNvPr>
          <p:cNvGraphicFramePr>
            <a:graphicFrameLocks noChangeAspect="1"/>
          </p:cNvGraphicFramePr>
          <p:nvPr/>
        </p:nvGraphicFramePr>
        <p:xfrm>
          <a:off x="1692275" y="4005263"/>
          <a:ext cx="2879725" cy="660400"/>
        </p:xfrm>
        <a:graphic>
          <a:graphicData uri="http://schemas.openxmlformats.org/presentationml/2006/ole">
            <mc:AlternateContent xmlns:mc="http://schemas.openxmlformats.org/markup-compatibility/2006">
              <mc:Choice xmlns:v="urn:schemas-microsoft-com:vml" Requires="v">
                <p:oleObj r:id="rId25" imgW="946232" imgH="253954" progId="Equation.3">
                  <p:embed/>
                </p:oleObj>
              </mc:Choice>
              <mc:Fallback>
                <p:oleObj r:id="rId25" imgW="946232" imgH="253954" progId="Equation.3">
                  <p:embed/>
                  <p:pic>
                    <p:nvPicPr>
                      <p:cNvPr id="0" name="Object 5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692275" y="4005263"/>
                        <a:ext cx="287972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15" name="AutoShape 55">
            <a:hlinkClick r:id="rId27" action="ppaction://hlinksldjump" highlightClick="1"/>
            <a:extLst>
              <a:ext uri="{FF2B5EF4-FFF2-40B4-BE49-F238E27FC236}">
                <a16:creationId xmlns:a16="http://schemas.microsoft.com/office/drawing/2014/main" id="{7F44EC36-29DE-8421-8365-C14A1A577708}"/>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6016" name="AutoShape 56">
            <a:hlinkClick r:id="" action="ppaction://hlinkshowjump?jump=previousslide" highlightClick="1"/>
            <a:extLst>
              <a:ext uri="{FF2B5EF4-FFF2-40B4-BE49-F238E27FC236}">
                <a16:creationId xmlns:a16="http://schemas.microsoft.com/office/drawing/2014/main" id="{D74D4055-A507-9375-E4E6-2B02895BB326}"/>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6017" name="AutoShape 57">
            <a:hlinkClick r:id="" action="ppaction://hlinkshowjump?jump=nextslide" highlightClick="1"/>
            <a:extLst>
              <a:ext uri="{FF2B5EF4-FFF2-40B4-BE49-F238E27FC236}">
                <a16:creationId xmlns:a16="http://schemas.microsoft.com/office/drawing/2014/main" id="{CB587335-9EB4-BBE0-64C1-7F9170DDC055}"/>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6018" name="AutoShape 58">
            <a:hlinkClick r:id="" action="ppaction://hlinkshowjump?jump=lastslide" highlightClick="1"/>
            <a:extLst>
              <a:ext uri="{FF2B5EF4-FFF2-40B4-BE49-F238E27FC236}">
                <a16:creationId xmlns:a16="http://schemas.microsoft.com/office/drawing/2014/main" id="{325219AC-049F-6936-CB5A-B2140602687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灯片编号占位符 2">
            <a:extLst>
              <a:ext uri="{FF2B5EF4-FFF2-40B4-BE49-F238E27FC236}">
                <a16:creationId xmlns:a16="http://schemas.microsoft.com/office/drawing/2014/main" id="{4D7833CC-E74B-99C8-39F3-70AAB6D2020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E5552E3F-2881-4637-9535-CA1063CAE6FA}" type="slidenum">
              <a:rPr altLang="zh-CN" sz="1400" b="0">
                <a:solidFill>
                  <a:schemeClr val="tx1"/>
                </a:solidFill>
                <a:ea typeface="宋体" panose="02010600030101010101" pitchFamily="2" charset="-122"/>
              </a:rPr>
              <a:pPr/>
              <a:t>7</a:t>
            </a:fld>
            <a:endParaRPr lang="zh-CN" altLang="zh-CN" sz="1400" b="0">
              <a:solidFill>
                <a:schemeClr val="tx1"/>
              </a:solidFill>
              <a:ea typeface="宋体" panose="02010600030101010101" pitchFamily="2" charset="-122"/>
            </a:endParaRPr>
          </a:p>
        </p:txBody>
      </p:sp>
      <p:sp>
        <p:nvSpPr>
          <p:cNvPr id="868354" name="Rectangle 2">
            <a:extLst>
              <a:ext uri="{FF2B5EF4-FFF2-40B4-BE49-F238E27FC236}">
                <a16:creationId xmlns:a16="http://schemas.microsoft.com/office/drawing/2014/main" id="{57AF3262-7519-46E8-0200-88EE1476315A}"/>
              </a:ext>
            </a:extLst>
          </p:cNvPr>
          <p:cNvSpPr>
            <a:spLocks noChangeArrowheads="1"/>
          </p:cNvSpPr>
          <p:nvPr/>
        </p:nvSpPr>
        <p:spPr bwMode="auto">
          <a:xfrm>
            <a:off x="34925" y="403225"/>
            <a:ext cx="813752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solidFill>
                  <a:srgbClr val="F8A6A6"/>
                </a:solidFill>
                <a:latin typeface="Times New Roman" panose="02020603050405020304" pitchFamily="18" charset="0"/>
                <a:ea typeface="幼圆" panose="02010509060101010101" pitchFamily="49" charset="-122"/>
              </a:rPr>
              <a:t>（</a:t>
            </a:r>
            <a:r>
              <a:rPr lang="en-US" altLang="zh-CN">
                <a:solidFill>
                  <a:srgbClr val="F8A6A6"/>
                </a:solidFill>
                <a:latin typeface="Times New Roman" panose="02020603050405020304" pitchFamily="18" charset="0"/>
                <a:ea typeface="幼圆" panose="02010509060101010101" pitchFamily="49" charset="-122"/>
              </a:rPr>
              <a:t>2</a:t>
            </a:r>
            <a:r>
              <a:rPr lang="zh-CN" altLang="en-US">
                <a:solidFill>
                  <a:srgbClr val="F8A6A6"/>
                </a:solidFill>
                <a:latin typeface="Times New Roman" panose="02020603050405020304" pitchFamily="18" charset="0"/>
                <a:ea typeface="幼圆" panose="02010509060101010101" pitchFamily="49" charset="-122"/>
              </a:rPr>
              <a:t>）</a:t>
            </a:r>
            <a:r>
              <a:rPr lang="zh-CN" altLang="en-US">
                <a:solidFill>
                  <a:srgbClr val="F8A6A6"/>
                </a:solidFill>
                <a:latin typeface="Times New Roman" panose="02020603050405020304" pitchFamily="18" charset="0"/>
              </a:rPr>
              <a:t>电磁场量的切向边界条件</a:t>
            </a:r>
            <a:endParaRPr lang="zh-CN" altLang="en-US">
              <a:solidFill>
                <a:srgbClr val="F8A6A6"/>
              </a:solidFill>
              <a:latin typeface="楷体_GB2312" pitchFamily="49" charset="-122"/>
            </a:endParaRPr>
          </a:p>
        </p:txBody>
      </p:sp>
      <p:sp>
        <p:nvSpPr>
          <p:cNvPr id="868358" name="Rectangle 6">
            <a:extLst>
              <a:ext uri="{FF2B5EF4-FFF2-40B4-BE49-F238E27FC236}">
                <a16:creationId xmlns:a16="http://schemas.microsoft.com/office/drawing/2014/main" id="{45301739-AE06-7158-C528-C08C0812D4BE}"/>
              </a:ext>
            </a:extLst>
          </p:cNvPr>
          <p:cNvSpPr>
            <a:spLocks noChangeArrowheads="1"/>
          </p:cNvSpPr>
          <p:nvPr/>
        </p:nvSpPr>
        <p:spPr bwMode="auto">
          <a:xfrm>
            <a:off x="0" y="908050"/>
            <a:ext cx="9144000"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en-US" altLang="zh-CN"/>
              <a:t>       </a:t>
            </a:r>
            <a:r>
              <a:rPr lang="zh-CN" altLang="en-US"/>
              <a:t>在介质分界面两侧，选取如图所示的小环路，令</a:t>
            </a:r>
            <a:r>
              <a:rPr lang="el-GR" altLang="zh-CN">
                <a:latin typeface="楷体_GB2312" pitchFamily="49" charset="-122"/>
              </a:rPr>
              <a:t>Δ</a:t>
            </a:r>
            <a:r>
              <a:rPr lang="en-US" altLang="zh-CN" i="1">
                <a:latin typeface="楷体_GB2312" pitchFamily="49" charset="-122"/>
              </a:rPr>
              <a:t>h</a:t>
            </a:r>
            <a:r>
              <a:rPr lang="en-US" altLang="zh-CN" i="1">
                <a:latin typeface="Times New Roman" panose="02020603050405020304" pitchFamily="18" charset="0"/>
              </a:rPr>
              <a:t> </a:t>
            </a:r>
            <a:r>
              <a:rPr lang="en-US" altLang="zh-CN" sz="2800">
                <a:ea typeface="幼圆" panose="02010509060101010101" pitchFamily="49" charset="-122"/>
              </a:rPr>
              <a:t>→</a:t>
            </a:r>
            <a:r>
              <a:rPr lang="en-US" altLang="zh-CN">
                <a:latin typeface="Times New Roman" panose="02020603050405020304" pitchFamily="18" charset="0"/>
                <a:ea typeface="幼圆" panose="02010509060101010101" pitchFamily="49" charset="-122"/>
              </a:rPr>
              <a:t>0</a:t>
            </a:r>
            <a:r>
              <a:rPr lang="zh-CN" altLang="en-US">
                <a:latin typeface="Times New Roman" panose="02020603050405020304" pitchFamily="18" charset="0"/>
                <a:ea typeface="幼圆" panose="02010509060101010101" pitchFamily="49" charset="-122"/>
              </a:rPr>
              <a:t>，</a:t>
            </a:r>
            <a:r>
              <a:rPr lang="zh-CN" altLang="en-US">
                <a:latin typeface="Times New Roman" panose="02020603050405020304" pitchFamily="18" charset="0"/>
              </a:rPr>
              <a:t>则由</a:t>
            </a:r>
            <a:endParaRPr lang="zh-CN" altLang="el-GR">
              <a:latin typeface="Times New Roman" panose="02020603050405020304" pitchFamily="18" charset="0"/>
            </a:endParaRPr>
          </a:p>
        </p:txBody>
      </p:sp>
      <p:grpSp>
        <p:nvGrpSpPr>
          <p:cNvPr id="2" name="Group 31">
            <a:extLst>
              <a:ext uri="{FF2B5EF4-FFF2-40B4-BE49-F238E27FC236}">
                <a16:creationId xmlns:a16="http://schemas.microsoft.com/office/drawing/2014/main" id="{68A1A79C-BE58-5F8E-059C-CBF6AA34B007}"/>
              </a:ext>
            </a:extLst>
          </p:cNvPr>
          <p:cNvGrpSpPr>
            <a:grpSpLocks/>
          </p:cNvGrpSpPr>
          <p:nvPr/>
        </p:nvGrpSpPr>
        <p:grpSpPr bwMode="auto">
          <a:xfrm>
            <a:off x="4552950" y="3870325"/>
            <a:ext cx="3703638" cy="566738"/>
            <a:chOff x="2868" y="2432"/>
            <a:chExt cx="2333" cy="380"/>
          </a:xfrm>
        </p:grpSpPr>
        <p:sp>
          <p:nvSpPr>
            <p:cNvPr id="258074" name="Text Box 32">
              <a:extLst>
                <a:ext uri="{FF2B5EF4-FFF2-40B4-BE49-F238E27FC236}">
                  <a16:creationId xmlns:a16="http://schemas.microsoft.com/office/drawing/2014/main" id="{91E9DCB2-B33D-0B8E-BF65-2E0BA610FFB6}"/>
                </a:ext>
              </a:extLst>
            </p:cNvPr>
            <p:cNvSpPr txBox="1">
              <a:spLocks noChangeArrowheads="1"/>
            </p:cNvSpPr>
            <p:nvPr/>
          </p:nvSpPr>
          <p:spPr bwMode="auto">
            <a:xfrm>
              <a:off x="2868" y="2432"/>
              <a:ext cx="1872"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spcBef>
                  <a:spcPct val="30000"/>
                </a:spcBef>
              </a:pPr>
              <a:r>
                <a:rPr lang="zh-CN" altLang="en-US">
                  <a:latin typeface="楷体_GB2312" pitchFamily="49" charset="-122"/>
                </a:rPr>
                <a:t>故得</a:t>
              </a:r>
            </a:p>
          </p:txBody>
        </p:sp>
        <p:graphicFrame>
          <p:nvGraphicFramePr>
            <p:cNvPr id="258075" name="Object 33">
              <a:extLst>
                <a:ext uri="{FF2B5EF4-FFF2-40B4-BE49-F238E27FC236}">
                  <a16:creationId xmlns:a16="http://schemas.microsoft.com/office/drawing/2014/main" id="{BDAC1EAF-7210-20D5-F684-94132E023FC6}"/>
                </a:ext>
              </a:extLst>
            </p:cNvPr>
            <p:cNvGraphicFramePr>
              <a:graphicFrameLocks noChangeAspect="1"/>
            </p:cNvGraphicFramePr>
            <p:nvPr/>
          </p:nvGraphicFramePr>
          <p:xfrm>
            <a:off x="3780" y="2432"/>
            <a:ext cx="1421" cy="362"/>
          </p:xfrm>
          <a:graphic>
            <a:graphicData uri="http://schemas.openxmlformats.org/presentationml/2006/ole">
              <mc:AlternateContent xmlns:mc="http://schemas.openxmlformats.org/markup-compatibility/2006">
                <mc:Choice xmlns:v="urn:schemas-microsoft-com:vml" Requires="v">
                  <p:oleObj r:id="rId3" imgW="1003239" imgH="203246" progId="Equation.DSMT4">
                    <p:embed/>
                  </p:oleObj>
                </mc:Choice>
                <mc:Fallback>
                  <p:oleObj r:id="rId3" imgW="1003239" imgH="203246" progId="Equation.DSMT4">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0" y="2432"/>
                          <a:ext cx="1421"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3" name="Group 36">
            <a:extLst>
              <a:ext uri="{FF2B5EF4-FFF2-40B4-BE49-F238E27FC236}">
                <a16:creationId xmlns:a16="http://schemas.microsoft.com/office/drawing/2014/main" id="{D513D030-D79A-70F0-7942-23D2EB152F31}"/>
              </a:ext>
            </a:extLst>
          </p:cNvPr>
          <p:cNvGrpSpPr>
            <a:grpSpLocks/>
          </p:cNvGrpSpPr>
          <p:nvPr/>
        </p:nvGrpSpPr>
        <p:grpSpPr bwMode="auto">
          <a:xfrm>
            <a:off x="4572000" y="4581525"/>
            <a:ext cx="3316288" cy="566738"/>
            <a:chOff x="2868" y="2829"/>
            <a:chExt cx="2089" cy="393"/>
          </a:xfrm>
        </p:grpSpPr>
        <p:graphicFrame>
          <p:nvGraphicFramePr>
            <p:cNvPr id="258072" name="Object 37">
              <a:extLst>
                <a:ext uri="{FF2B5EF4-FFF2-40B4-BE49-F238E27FC236}">
                  <a16:creationId xmlns:a16="http://schemas.microsoft.com/office/drawing/2014/main" id="{34633143-0456-3D96-4070-DBC6F3A77A08}"/>
                </a:ext>
              </a:extLst>
            </p:cNvPr>
            <p:cNvGraphicFramePr>
              <a:graphicFrameLocks noChangeAspect="1"/>
            </p:cNvGraphicFramePr>
            <p:nvPr/>
          </p:nvGraphicFramePr>
          <p:xfrm>
            <a:off x="3787" y="2849"/>
            <a:ext cx="1170" cy="354"/>
          </p:xfrm>
          <a:graphic>
            <a:graphicData uri="http://schemas.openxmlformats.org/presentationml/2006/ole">
              <mc:AlternateContent xmlns:mc="http://schemas.openxmlformats.org/markup-compatibility/2006">
                <mc:Choice xmlns:v="urn:schemas-microsoft-com:vml" Requires="v">
                  <p:oleObj r:id="rId5" imgW="761896" imgH="177892" progId="Equation.DSMT4">
                    <p:embed/>
                  </p:oleObj>
                </mc:Choice>
                <mc:Fallback>
                  <p:oleObj r:id="rId5" imgW="761896" imgH="177892" progId="Equation.DSMT4">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87" y="2849"/>
                          <a:ext cx="1170"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8073" name="Text Box 38">
              <a:extLst>
                <a:ext uri="{FF2B5EF4-FFF2-40B4-BE49-F238E27FC236}">
                  <a16:creationId xmlns:a16="http://schemas.microsoft.com/office/drawing/2014/main" id="{A9BCA540-AFD5-F579-3775-118DB1D54552}"/>
                </a:ext>
              </a:extLst>
            </p:cNvPr>
            <p:cNvSpPr txBox="1">
              <a:spLocks noChangeArrowheads="1"/>
            </p:cNvSpPr>
            <p:nvPr/>
          </p:nvSpPr>
          <p:spPr bwMode="auto">
            <a:xfrm>
              <a:off x="2868" y="2829"/>
              <a:ext cx="1872"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spcBef>
                  <a:spcPct val="30000"/>
                </a:spcBef>
              </a:pPr>
              <a:r>
                <a:rPr lang="zh-CN" altLang="en-US">
                  <a:latin typeface="楷体_GB2312" pitchFamily="49" charset="-122"/>
                </a:rPr>
                <a:t>或</a:t>
              </a:r>
            </a:p>
          </p:txBody>
        </p:sp>
      </p:grpSp>
      <p:grpSp>
        <p:nvGrpSpPr>
          <p:cNvPr id="4" name="Group 39">
            <a:extLst>
              <a:ext uri="{FF2B5EF4-FFF2-40B4-BE49-F238E27FC236}">
                <a16:creationId xmlns:a16="http://schemas.microsoft.com/office/drawing/2014/main" id="{70707228-747B-3B46-1009-F0FBE09D65EB}"/>
              </a:ext>
            </a:extLst>
          </p:cNvPr>
          <p:cNvGrpSpPr>
            <a:grpSpLocks/>
          </p:cNvGrpSpPr>
          <p:nvPr/>
        </p:nvGrpSpPr>
        <p:grpSpPr bwMode="auto">
          <a:xfrm>
            <a:off x="4572000" y="5229225"/>
            <a:ext cx="3732213" cy="566738"/>
            <a:chOff x="2880" y="3249"/>
            <a:chExt cx="2351" cy="392"/>
          </a:xfrm>
        </p:grpSpPr>
        <p:graphicFrame>
          <p:nvGraphicFramePr>
            <p:cNvPr id="258070" name="Object 40">
              <a:extLst>
                <a:ext uri="{FF2B5EF4-FFF2-40B4-BE49-F238E27FC236}">
                  <a16:creationId xmlns:a16="http://schemas.microsoft.com/office/drawing/2014/main" id="{3D0B8805-FA19-7786-20EA-07E8E15A8E3F}"/>
                </a:ext>
              </a:extLst>
            </p:cNvPr>
            <p:cNvGraphicFramePr>
              <a:graphicFrameLocks noChangeAspect="1"/>
            </p:cNvGraphicFramePr>
            <p:nvPr/>
          </p:nvGraphicFramePr>
          <p:xfrm>
            <a:off x="3886" y="3249"/>
            <a:ext cx="1345" cy="373"/>
          </p:xfrm>
          <a:graphic>
            <a:graphicData uri="http://schemas.openxmlformats.org/presentationml/2006/ole">
              <mc:AlternateContent xmlns:mc="http://schemas.openxmlformats.org/markup-compatibility/2006">
                <mc:Choice xmlns:v="urn:schemas-microsoft-com:vml" Requires="v">
                  <p:oleObj r:id="rId7" imgW="895467" imgH="203246" progId="Equation.DSMT4">
                    <p:embed/>
                  </p:oleObj>
                </mc:Choice>
                <mc:Fallback>
                  <p:oleObj r:id="rId7" imgW="895467" imgH="203246" progId="Equation.DSMT4">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6" y="3249"/>
                          <a:ext cx="1345"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8071" name="Text Box 41">
              <a:extLst>
                <a:ext uri="{FF2B5EF4-FFF2-40B4-BE49-F238E27FC236}">
                  <a16:creationId xmlns:a16="http://schemas.microsoft.com/office/drawing/2014/main" id="{29008B50-9A5B-B34D-7510-D7BFA0F886CD}"/>
                </a:ext>
              </a:extLst>
            </p:cNvPr>
            <p:cNvSpPr txBox="1">
              <a:spLocks noChangeArrowheads="1"/>
            </p:cNvSpPr>
            <p:nvPr/>
          </p:nvSpPr>
          <p:spPr bwMode="auto">
            <a:xfrm>
              <a:off x="2880" y="3249"/>
              <a:ext cx="1872"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spcBef>
                  <a:spcPct val="30000"/>
                </a:spcBef>
              </a:pPr>
              <a:r>
                <a:rPr lang="zh-CN" altLang="en-US">
                  <a:latin typeface="楷体_GB2312" pitchFamily="49" charset="-122"/>
                </a:rPr>
                <a:t>同理得</a:t>
              </a:r>
            </a:p>
          </p:txBody>
        </p:sp>
      </p:grpSp>
      <p:grpSp>
        <p:nvGrpSpPr>
          <p:cNvPr id="5" name="Group 42">
            <a:extLst>
              <a:ext uri="{FF2B5EF4-FFF2-40B4-BE49-F238E27FC236}">
                <a16:creationId xmlns:a16="http://schemas.microsoft.com/office/drawing/2014/main" id="{F756CC3C-5344-760A-0F2F-8BE6C1DEFD8D}"/>
              </a:ext>
            </a:extLst>
          </p:cNvPr>
          <p:cNvGrpSpPr>
            <a:grpSpLocks/>
          </p:cNvGrpSpPr>
          <p:nvPr/>
        </p:nvGrpSpPr>
        <p:grpSpPr bwMode="auto">
          <a:xfrm>
            <a:off x="4572000" y="5805488"/>
            <a:ext cx="2971800" cy="566737"/>
            <a:chOff x="2958" y="3708"/>
            <a:chExt cx="1872" cy="422"/>
          </a:xfrm>
        </p:grpSpPr>
        <p:graphicFrame>
          <p:nvGraphicFramePr>
            <p:cNvPr id="258068" name="Object 43">
              <a:extLst>
                <a:ext uri="{FF2B5EF4-FFF2-40B4-BE49-F238E27FC236}">
                  <a16:creationId xmlns:a16="http://schemas.microsoft.com/office/drawing/2014/main" id="{C540054E-6BE5-2425-FD23-2FBA241701B9}"/>
                </a:ext>
              </a:extLst>
            </p:cNvPr>
            <p:cNvGraphicFramePr>
              <a:graphicFrameLocks noChangeAspect="1"/>
            </p:cNvGraphicFramePr>
            <p:nvPr/>
          </p:nvGraphicFramePr>
          <p:xfrm>
            <a:off x="3888" y="3733"/>
            <a:ext cx="841" cy="377"/>
          </p:xfrm>
          <a:graphic>
            <a:graphicData uri="http://schemas.openxmlformats.org/presentationml/2006/ole">
              <mc:AlternateContent xmlns:mc="http://schemas.openxmlformats.org/markup-compatibility/2006">
                <mc:Choice xmlns:v="urn:schemas-microsoft-com:vml" Requires="v">
                  <p:oleObj r:id="rId9" imgW="457304" imgH="177892" progId="Equation.DSMT4">
                    <p:embed/>
                  </p:oleObj>
                </mc:Choice>
                <mc:Fallback>
                  <p:oleObj r:id="rId9" imgW="457304" imgH="177892" progId="Equation.DSMT4">
                    <p:embed/>
                    <p:pic>
                      <p:nvPicPr>
                        <p:cNvPr id="0" name="Object 4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8" y="3733"/>
                          <a:ext cx="841"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8069" name="Text Box 44">
              <a:extLst>
                <a:ext uri="{FF2B5EF4-FFF2-40B4-BE49-F238E27FC236}">
                  <a16:creationId xmlns:a16="http://schemas.microsoft.com/office/drawing/2014/main" id="{618971C6-7949-708B-F019-77A27BEE9E0F}"/>
                </a:ext>
              </a:extLst>
            </p:cNvPr>
            <p:cNvSpPr txBox="1">
              <a:spLocks noChangeArrowheads="1"/>
            </p:cNvSpPr>
            <p:nvPr/>
          </p:nvSpPr>
          <p:spPr bwMode="auto">
            <a:xfrm>
              <a:off x="2958" y="3708"/>
              <a:ext cx="187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spcBef>
                  <a:spcPct val="30000"/>
                </a:spcBef>
              </a:pPr>
              <a:r>
                <a:rPr lang="zh-CN" altLang="en-US">
                  <a:latin typeface="楷体_GB2312" pitchFamily="49" charset="-122"/>
                </a:rPr>
                <a:t>或</a:t>
              </a:r>
            </a:p>
          </p:txBody>
        </p:sp>
      </p:grpSp>
      <p:graphicFrame>
        <p:nvGraphicFramePr>
          <p:cNvPr id="868400" name="Object 48">
            <a:extLst>
              <a:ext uri="{FF2B5EF4-FFF2-40B4-BE49-F238E27FC236}">
                <a16:creationId xmlns:a16="http://schemas.microsoft.com/office/drawing/2014/main" id="{0AD85012-9B3F-12AF-32B5-D7609C606BCB}"/>
              </a:ext>
            </a:extLst>
          </p:cNvPr>
          <p:cNvGraphicFramePr>
            <a:graphicFrameLocks noChangeAspect="1"/>
          </p:cNvGraphicFramePr>
          <p:nvPr/>
        </p:nvGraphicFramePr>
        <p:xfrm>
          <a:off x="442913" y="1628775"/>
          <a:ext cx="4295775" cy="936625"/>
        </p:xfrm>
        <a:graphic>
          <a:graphicData uri="http://schemas.openxmlformats.org/presentationml/2006/ole">
            <mc:AlternateContent xmlns:mc="http://schemas.openxmlformats.org/markup-compatibility/2006">
              <mc:Choice xmlns:v="urn:schemas-microsoft-com:vml" Requires="v">
                <p:oleObj r:id="rId11" imgW="1466785" imgH="342900" progId="Equation.3">
                  <p:embed/>
                </p:oleObj>
              </mc:Choice>
              <mc:Fallback>
                <p:oleObj r:id="rId11" imgW="1466785" imgH="342900" progId="Equation.3">
                  <p:embed/>
                  <p:pic>
                    <p:nvPicPr>
                      <p:cNvPr id="0" name="Object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2913" y="1628775"/>
                        <a:ext cx="429577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8058" name="AutoShape 49">
            <a:hlinkClick r:id="rId13" action="ppaction://hlinksldjump" highlightClick="1"/>
            <a:extLst>
              <a:ext uri="{FF2B5EF4-FFF2-40B4-BE49-F238E27FC236}">
                <a16:creationId xmlns:a16="http://schemas.microsoft.com/office/drawing/2014/main" id="{A026597E-90FD-C2D4-7232-B13F5C7947D5}"/>
              </a:ext>
            </a:extLst>
          </p:cNvPr>
          <p:cNvSpPr>
            <a:spLocks noChangeArrowheads="1"/>
          </p:cNvSpPr>
          <p:nvPr/>
        </p:nvSpPr>
        <p:spPr bwMode="auto">
          <a:xfrm>
            <a:off x="7537450" y="6626225"/>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8059" name="AutoShape 50">
            <a:hlinkClick r:id="" action="ppaction://hlinkshowjump?jump=previousslide" highlightClick="1"/>
            <a:extLst>
              <a:ext uri="{FF2B5EF4-FFF2-40B4-BE49-F238E27FC236}">
                <a16:creationId xmlns:a16="http://schemas.microsoft.com/office/drawing/2014/main" id="{F2AAAEA5-5876-BDD1-4A65-E139C710B121}"/>
              </a:ext>
            </a:extLst>
          </p:cNvPr>
          <p:cNvSpPr>
            <a:spLocks noChangeArrowheads="1"/>
          </p:cNvSpPr>
          <p:nvPr/>
        </p:nvSpPr>
        <p:spPr bwMode="auto">
          <a:xfrm>
            <a:off x="7954963" y="6626225"/>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8060" name="AutoShape 51">
            <a:hlinkClick r:id="" action="ppaction://hlinkshowjump?jump=nextslide" highlightClick="1"/>
            <a:extLst>
              <a:ext uri="{FF2B5EF4-FFF2-40B4-BE49-F238E27FC236}">
                <a16:creationId xmlns:a16="http://schemas.microsoft.com/office/drawing/2014/main" id="{34D0B164-5CE0-74C0-8CBE-1F9F0285A4B3}"/>
              </a:ext>
            </a:extLst>
          </p:cNvPr>
          <p:cNvSpPr>
            <a:spLocks noChangeArrowheads="1"/>
          </p:cNvSpPr>
          <p:nvPr/>
        </p:nvSpPr>
        <p:spPr bwMode="auto">
          <a:xfrm>
            <a:off x="8372475" y="6626225"/>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
        <p:nvSpPr>
          <p:cNvPr id="258061" name="AutoShape 52">
            <a:hlinkClick r:id="" action="ppaction://hlinkshowjump?jump=lastslide" highlightClick="1"/>
            <a:extLst>
              <a:ext uri="{FF2B5EF4-FFF2-40B4-BE49-F238E27FC236}">
                <a16:creationId xmlns:a16="http://schemas.microsoft.com/office/drawing/2014/main" id="{D0BC15DE-7571-EF3D-7D00-53CE6E1C762C}"/>
              </a:ext>
            </a:extLst>
          </p:cNvPr>
          <p:cNvSpPr>
            <a:spLocks noChangeArrowheads="1"/>
          </p:cNvSpPr>
          <p:nvPr/>
        </p:nvSpPr>
        <p:spPr bwMode="auto">
          <a:xfrm>
            <a:off x="8763000" y="6626225"/>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graphicFrame>
        <p:nvGraphicFramePr>
          <p:cNvPr id="868405" name="Object 53">
            <a:extLst>
              <a:ext uri="{FF2B5EF4-FFF2-40B4-BE49-F238E27FC236}">
                <a16:creationId xmlns:a16="http://schemas.microsoft.com/office/drawing/2014/main" id="{826B1AC4-22B5-C5F0-57EF-F3402DA3D687}"/>
              </a:ext>
            </a:extLst>
          </p:cNvPr>
          <p:cNvGraphicFramePr>
            <a:graphicFrameLocks noGrp="1" noChangeAspect="1"/>
          </p:cNvGraphicFramePr>
          <p:nvPr>
            <p:ph/>
          </p:nvPr>
        </p:nvGraphicFramePr>
        <p:xfrm>
          <a:off x="539750" y="2571750"/>
          <a:ext cx="2879725" cy="587375"/>
        </p:xfrm>
        <a:graphic>
          <a:graphicData uri="http://schemas.openxmlformats.org/presentationml/2006/ole">
            <mc:AlternateContent xmlns:mc="http://schemas.openxmlformats.org/markup-compatibility/2006">
              <mc:Choice xmlns:v="urn:schemas-microsoft-com:vml" Requires="v">
                <p:oleObj r:id="rId14" imgW="1111428" imgH="209481" progId="Equation.3">
                  <p:embed/>
                </p:oleObj>
              </mc:Choice>
              <mc:Fallback>
                <p:oleObj r:id="rId14" imgW="1111428" imgH="209481" progId="Equation.3">
                  <p:embed/>
                  <p:pic>
                    <p:nvPicPr>
                      <p:cNvPr id="0" name="Object 53"/>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9750" y="2571750"/>
                        <a:ext cx="287972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68407" name="Object 55">
            <a:extLst>
              <a:ext uri="{FF2B5EF4-FFF2-40B4-BE49-F238E27FC236}">
                <a16:creationId xmlns:a16="http://schemas.microsoft.com/office/drawing/2014/main" id="{EE373A25-C7BA-3399-559B-B4AED0F1CEA0}"/>
              </a:ext>
            </a:extLst>
          </p:cNvPr>
          <p:cNvGraphicFramePr>
            <a:graphicFrameLocks noChangeAspect="1"/>
          </p:cNvGraphicFramePr>
          <p:nvPr/>
        </p:nvGraphicFramePr>
        <p:xfrm>
          <a:off x="5349875" y="1820863"/>
          <a:ext cx="3449638" cy="600075"/>
        </p:xfrm>
        <a:graphic>
          <a:graphicData uri="http://schemas.openxmlformats.org/presentationml/2006/ole">
            <mc:AlternateContent xmlns:mc="http://schemas.openxmlformats.org/markup-compatibility/2006">
              <mc:Choice xmlns:v="urn:schemas-microsoft-com:vml" Requires="v">
                <p:oleObj r:id="rId16" imgW="1314489" imgH="209481" progId="Equation.3">
                  <p:embed/>
                </p:oleObj>
              </mc:Choice>
              <mc:Fallback>
                <p:oleObj r:id="rId16" imgW="1314489" imgH="209481" progId="Equation.3">
                  <p:embed/>
                  <p:pic>
                    <p:nvPicPr>
                      <p:cNvPr id="0" name="Object 5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49875" y="1820863"/>
                        <a:ext cx="344963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8408" name="AutoShape 56">
            <a:extLst>
              <a:ext uri="{FF2B5EF4-FFF2-40B4-BE49-F238E27FC236}">
                <a16:creationId xmlns:a16="http://schemas.microsoft.com/office/drawing/2014/main" id="{61A4D1E0-1BF6-10FE-0F93-C90DF50E249A}"/>
              </a:ext>
            </a:extLst>
          </p:cNvPr>
          <p:cNvSpPr>
            <a:spLocks noChangeArrowheads="1"/>
          </p:cNvSpPr>
          <p:nvPr/>
        </p:nvSpPr>
        <p:spPr bwMode="auto">
          <a:xfrm>
            <a:off x="395288" y="3284538"/>
            <a:ext cx="647700" cy="215900"/>
          </a:xfrm>
          <a:prstGeom prst="rightArrow">
            <a:avLst>
              <a:gd name="adj1" fmla="val 50000"/>
              <a:gd name="adj2" fmla="val 75000"/>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pic>
        <p:nvPicPr>
          <p:cNvPr id="868409" name="Picture 57">
            <a:extLst>
              <a:ext uri="{FF2B5EF4-FFF2-40B4-BE49-F238E27FC236}">
                <a16:creationId xmlns:a16="http://schemas.microsoft.com/office/drawing/2014/main" id="{DC4D4831-09FB-BF2D-D545-9D6BB59990F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0825" y="3860800"/>
            <a:ext cx="367665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68410" name="Object 58">
            <a:extLst>
              <a:ext uri="{FF2B5EF4-FFF2-40B4-BE49-F238E27FC236}">
                <a16:creationId xmlns:a16="http://schemas.microsoft.com/office/drawing/2014/main" id="{5020A5EA-498D-A750-83C1-D12B1622CE31}"/>
              </a:ext>
            </a:extLst>
          </p:cNvPr>
          <p:cNvGraphicFramePr>
            <a:graphicFrameLocks noChangeAspect="1"/>
          </p:cNvGraphicFramePr>
          <p:nvPr/>
        </p:nvGraphicFramePr>
        <p:xfrm>
          <a:off x="1042988" y="3141663"/>
          <a:ext cx="7993062" cy="574675"/>
        </p:xfrm>
        <a:graphic>
          <a:graphicData uri="http://schemas.openxmlformats.org/presentationml/2006/ole">
            <mc:AlternateContent xmlns:mc="http://schemas.openxmlformats.org/markup-compatibility/2006">
              <mc:Choice xmlns:v="urn:schemas-microsoft-com:vml" Requires="v">
                <p:oleObj r:id="rId19" imgW="3200296" imgH="209481" progId="Equation.3">
                  <p:embed/>
                </p:oleObj>
              </mc:Choice>
              <mc:Fallback>
                <p:oleObj r:id="rId19" imgW="3200296" imgH="209481" progId="Equation.3">
                  <p:embed/>
                  <p:pic>
                    <p:nvPicPr>
                      <p:cNvPr id="0" name="Object 5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42988" y="3141663"/>
                        <a:ext cx="7993062"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8411" name="AutoShape 59">
            <a:extLst>
              <a:ext uri="{FF2B5EF4-FFF2-40B4-BE49-F238E27FC236}">
                <a16:creationId xmlns:a16="http://schemas.microsoft.com/office/drawing/2014/main" id="{6532DE4E-8117-1916-B868-77A995D24CC6}"/>
              </a:ext>
            </a:extLst>
          </p:cNvPr>
          <p:cNvSpPr>
            <a:spLocks noChangeArrowheads="1"/>
          </p:cNvSpPr>
          <p:nvPr/>
        </p:nvSpPr>
        <p:spPr bwMode="auto">
          <a:xfrm>
            <a:off x="4643438" y="2060575"/>
            <a:ext cx="647700" cy="215900"/>
          </a:xfrm>
          <a:prstGeom prst="rightArrow">
            <a:avLst>
              <a:gd name="adj1" fmla="val 50000"/>
              <a:gd name="adj2" fmla="val 75000"/>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AutoShape 3">
            <a:hlinkClick r:id="rId3" action="ppaction://hlinksldjump" highlightClick="1"/>
            <a:extLst>
              <a:ext uri="{FF2B5EF4-FFF2-40B4-BE49-F238E27FC236}">
                <a16:creationId xmlns:a16="http://schemas.microsoft.com/office/drawing/2014/main" id="{581E744A-A1C6-91CF-DE85-368C07D46FB8}"/>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0099" name="AutoShape 4">
            <a:hlinkClick r:id="" action="ppaction://hlinkshowjump?jump=previousslide" highlightClick="1"/>
            <a:extLst>
              <a:ext uri="{FF2B5EF4-FFF2-40B4-BE49-F238E27FC236}">
                <a16:creationId xmlns:a16="http://schemas.microsoft.com/office/drawing/2014/main" id="{7122FEC8-DD6E-9845-7CA2-2FF017551F92}"/>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0100" name="AutoShape 5">
            <a:hlinkClick r:id="" action="ppaction://hlinkshowjump?jump=nextslide" highlightClick="1"/>
            <a:extLst>
              <a:ext uri="{FF2B5EF4-FFF2-40B4-BE49-F238E27FC236}">
                <a16:creationId xmlns:a16="http://schemas.microsoft.com/office/drawing/2014/main" id="{209E9DA7-E0E1-F83F-BC76-BBFD0E7E9C0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0101" name="AutoShape 6">
            <a:hlinkClick r:id="" action="ppaction://hlinkshowjump?jump=lastslide" highlightClick="1"/>
            <a:extLst>
              <a:ext uri="{FF2B5EF4-FFF2-40B4-BE49-F238E27FC236}">
                <a16:creationId xmlns:a16="http://schemas.microsoft.com/office/drawing/2014/main" id="{243B73FA-CFA5-1EA9-CA76-89B8630F8C53}"/>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42" name="Object 2">
            <a:extLst>
              <a:ext uri="{FF2B5EF4-FFF2-40B4-BE49-F238E27FC236}">
                <a16:creationId xmlns:a16="http://schemas.microsoft.com/office/drawing/2014/main" id="{70D669F3-298B-7BCF-2D36-3980DBA5F93C}"/>
              </a:ext>
            </a:extLst>
          </p:cNvPr>
          <p:cNvGraphicFramePr>
            <a:graphicFrameLocks noChangeAspect="1"/>
          </p:cNvGraphicFramePr>
          <p:nvPr/>
        </p:nvGraphicFramePr>
        <p:xfrm>
          <a:off x="1308100" y="3500438"/>
          <a:ext cx="6523038" cy="2236787"/>
        </p:xfrm>
        <a:graphic>
          <a:graphicData uri="http://schemas.openxmlformats.org/presentationml/2006/ole">
            <mc:AlternateContent xmlns:mc="http://schemas.openxmlformats.org/markup-compatibility/2006">
              <mc:Choice xmlns:v="urn:schemas-microsoft-com:vml" Requires="v">
                <p:oleObj r:id="rId4" imgW="1955713" imgH="831688" progId="Equation.3">
                  <p:embed/>
                </p:oleObj>
              </mc:Choice>
              <mc:Fallback>
                <p:oleObj r:id="rId4" imgW="1955713" imgH="831688"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8100" y="3500438"/>
                        <a:ext cx="6523038" cy="223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60103" name="图片 42">
            <a:extLst>
              <a:ext uri="{FF2B5EF4-FFF2-40B4-BE49-F238E27FC236}">
                <a16:creationId xmlns:a16="http://schemas.microsoft.com/office/drawing/2014/main" id="{D5DB1D36-FBED-CFF9-E312-C4A2304EA9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9375" y="476672"/>
            <a:ext cx="19431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Object 2">
            <a:extLst>
              <a:ext uri="{FF2B5EF4-FFF2-40B4-BE49-F238E27FC236}">
                <a16:creationId xmlns:a16="http://schemas.microsoft.com/office/drawing/2014/main" id="{89D97B19-A2CC-2114-4341-C116F43553C4}"/>
              </a:ext>
            </a:extLst>
          </p:cNvPr>
          <p:cNvGraphicFramePr>
            <a:graphicFrameLocks noChangeAspect="1"/>
          </p:cNvGraphicFramePr>
          <p:nvPr>
            <p:extLst>
              <p:ext uri="{D42A27DB-BD31-4B8C-83A1-F6EECF244321}">
                <p14:modId xmlns:p14="http://schemas.microsoft.com/office/powerpoint/2010/main" val="744356212"/>
              </p:ext>
            </p:extLst>
          </p:nvPr>
        </p:nvGraphicFramePr>
        <p:xfrm>
          <a:off x="62706" y="1650066"/>
          <a:ext cx="9013825" cy="1112838"/>
        </p:xfrm>
        <a:graphic>
          <a:graphicData uri="http://schemas.openxmlformats.org/presentationml/2006/ole">
            <mc:AlternateContent xmlns:mc="http://schemas.openxmlformats.org/markup-compatibility/2006">
              <mc:Choice xmlns:v="urn:schemas-microsoft-com:vml" Requires="v">
                <p:oleObj r:id="rId7" imgW="2889046" imgH="406492" progId="Equation.3">
                  <p:embed/>
                </p:oleObj>
              </mc:Choice>
              <mc:Fallback>
                <p:oleObj r:id="rId7" imgW="2889046" imgH="406492"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06" y="1650066"/>
                        <a:ext cx="9013825"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Rectangle 40">
            <a:extLst>
              <a:ext uri="{FF2B5EF4-FFF2-40B4-BE49-F238E27FC236}">
                <a16:creationId xmlns:a16="http://schemas.microsoft.com/office/drawing/2014/main" id="{D00A6353-F028-C7F1-16E6-0AE0AB76E618}"/>
              </a:ext>
            </a:extLst>
          </p:cNvPr>
          <p:cNvSpPr>
            <a:spLocks noChangeArrowheads="1"/>
          </p:cNvSpPr>
          <p:nvPr/>
        </p:nvSpPr>
        <p:spPr bwMode="auto">
          <a:xfrm>
            <a:off x="179512" y="928193"/>
            <a:ext cx="66595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800" dirty="0">
                <a:solidFill>
                  <a:srgbClr val="FF9900"/>
                </a:solidFill>
              </a:rPr>
              <a:t>场量的分解：</a:t>
            </a:r>
          </a:p>
        </p:txBody>
      </p:sp>
      <p:sp>
        <p:nvSpPr>
          <p:cNvPr id="4" name="Rectangle 40">
            <a:extLst>
              <a:ext uri="{FF2B5EF4-FFF2-40B4-BE49-F238E27FC236}">
                <a16:creationId xmlns:a16="http://schemas.microsoft.com/office/drawing/2014/main" id="{E0132458-ACED-D560-E1C0-E93B5BAF1AE7}"/>
              </a:ext>
            </a:extLst>
          </p:cNvPr>
          <p:cNvSpPr>
            <a:spLocks noChangeArrowheads="1"/>
          </p:cNvSpPr>
          <p:nvPr/>
        </p:nvSpPr>
        <p:spPr bwMode="auto">
          <a:xfrm>
            <a:off x="179512" y="2834342"/>
            <a:ext cx="84249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800" dirty="0">
                <a:solidFill>
                  <a:srgbClr val="FF9900"/>
                </a:solidFill>
              </a:rPr>
              <a:t>分界面上的电</a:t>
            </a:r>
            <a:r>
              <a:rPr lang="en-US" altLang="zh-CN" sz="2800" dirty="0">
                <a:solidFill>
                  <a:srgbClr val="FF9900"/>
                </a:solidFill>
              </a:rPr>
              <a:t>/</a:t>
            </a:r>
            <a:r>
              <a:rPr lang="zh-CN" altLang="en-US" sz="2800" dirty="0">
                <a:solidFill>
                  <a:srgbClr val="FF9900"/>
                </a:solidFill>
              </a:rPr>
              <a:t>磁场的切</a:t>
            </a:r>
            <a:r>
              <a:rPr lang="en-US" altLang="zh-CN" sz="2800" dirty="0">
                <a:solidFill>
                  <a:srgbClr val="FF9900"/>
                </a:solidFill>
              </a:rPr>
              <a:t>/</a:t>
            </a:r>
            <a:r>
              <a:rPr lang="zh-CN" altLang="en-US" sz="2800" dirty="0">
                <a:solidFill>
                  <a:srgbClr val="FF9900"/>
                </a:solidFill>
              </a:rPr>
              <a:t>法向分量满足：</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灯片编号占位符 2">
            <a:extLst>
              <a:ext uri="{FF2B5EF4-FFF2-40B4-BE49-F238E27FC236}">
                <a16:creationId xmlns:a16="http://schemas.microsoft.com/office/drawing/2014/main" id="{B1844B14-5FD0-B15C-36D1-BA1EEDB0874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FA5DB565-E8BD-48CC-B93F-AB496CE4ED20}" type="slidenum">
              <a:rPr altLang="zh-CN" sz="1400" b="0">
                <a:solidFill>
                  <a:schemeClr val="tx1"/>
                </a:solidFill>
                <a:ea typeface="宋体" panose="02010600030101010101" pitchFamily="2" charset="-122"/>
              </a:rPr>
              <a:pPr/>
              <a:t>9</a:t>
            </a:fld>
            <a:endParaRPr lang="zh-CN" altLang="zh-CN" sz="1400" b="0">
              <a:solidFill>
                <a:schemeClr val="tx1"/>
              </a:solidFill>
              <a:ea typeface="宋体" panose="02010600030101010101" pitchFamily="2" charset="-122"/>
            </a:endParaRPr>
          </a:p>
        </p:txBody>
      </p:sp>
      <p:sp>
        <p:nvSpPr>
          <p:cNvPr id="870402" name="Text Box 2">
            <a:extLst>
              <a:ext uri="{FF2B5EF4-FFF2-40B4-BE49-F238E27FC236}">
                <a16:creationId xmlns:a16="http://schemas.microsoft.com/office/drawing/2014/main" id="{58D9560D-206A-E7A5-AAFB-C14C0ABD0E6D}"/>
              </a:ext>
            </a:extLst>
          </p:cNvPr>
          <p:cNvSpPr txBox="1">
            <a:spLocks noChangeArrowheads="1"/>
          </p:cNvSpPr>
          <p:nvPr/>
        </p:nvSpPr>
        <p:spPr bwMode="auto">
          <a:xfrm>
            <a:off x="34925" y="947738"/>
            <a:ext cx="324167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buFontTx/>
              <a:buAutoNum type="arabicPeriod"/>
            </a:pPr>
            <a:r>
              <a:rPr lang="zh-CN" altLang="en-US">
                <a:solidFill>
                  <a:srgbClr val="F8A6A6"/>
                </a:solidFill>
                <a:latin typeface="Times New Roman" panose="02020603050405020304" pitchFamily="18" charset="0"/>
                <a:ea typeface="宋体" panose="02010600030101010101" pitchFamily="2" charset="-122"/>
              </a:rPr>
              <a:t>两种理想介质分界面上的边界条件</a:t>
            </a:r>
          </a:p>
        </p:txBody>
      </p:sp>
      <p:sp>
        <p:nvSpPr>
          <p:cNvPr id="870404" name="Rectangle 4">
            <a:extLst>
              <a:ext uri="{FF2B5EF4-FFF2-40B4-BE49-F238E27FC236}">
                <a16:creationId xmlns:a16="http://schemas.microsoft.com/office/drawing/2014/main" id="{164D4B59-2950-3829-B92B-6E9975E52EC5}"/>
              </a:ext>
            </a:extLst>
          </p:cNvPr>
          <p:cNvSpPr>
            <a:spLocks noChangeArrowheads="1"/>
          </p:cNvSpPr>
          <p:nvPr/>
        </p:nvSpPr>
        <p:spPr bwMode="auto">
          <a:xfrm>
            <a:off x="34925" y="404813"/>
            <a:ext cx="475297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spcBef>
                <a:spcPct val="20000"/>
              </a:spcBef>
            </a:pPr>
            <a:r>
              <a:rPr lang="en-US" altLang="zh-CN">
                <a:latin typeface="Times New Roman" panose="02020603050405020304" pitchFamily="18" charset="0"/>
                <a:ea typeface="幼圆" panose="02010509060101010101" pitchFamily="49" charset="-122"/>
              </a:rPr>
              <a:t>2.7.2  </a:t>
            </a:r>
            <a:r>
              <a:rPr lang="zh-CN" altLang="en-US">
                <a:latin typeface="Times New Roman" panose="02020603050405020304" pitchFamily="18" charset="0"/>
                <a:ea typeface="幼圆" panose="02010509060101010101" pitchFamily="49" charset="-122"/>
              </a:rPr>
              <a:t>两种常见的情况</a:t>
            </a:r>
            <a:r>
              <a:rPr lang="zh-CN" altLang="en-US">
                <a:latin typeface="Times New Roman" panose="02020603050405020304" pitchFamily="18" charset="0"/>
              </a:rPr>
              <a:t>      </a:t>
            </a:r>
          </a:p>
        </p:txBody>
      </p:sp>
      <p:sp>
        <p:nvSpPr>
          <p:cNvPr id="870405" name="Text Box 5">
            <a:extLst>
              <a:ext uri="{FF2B5EF4-FFF2-40B4-BE49-F238E27FC236}">
                <a16:creationId xmlns:a16="http://schemas.microsoft.com/office/drawing/2014/main" id="{4C80ABC4-83CB-AB5E-0713-773ED3BB69BF}"/>
              </a:ext>
            </a:extLst>
          </p:cNvPr>
          <p:cNvSpPr txBox="1">
            <a:spLocks noChangeArrowheads="1"/>
          </p:cNvSpPr>
          <p:nvPr/>
        </p:nvSpPr>
        <p:spPr bwMode="auto">
          <a:xfrm>
            <a:off x="106363" y="2014538"/>
            <a:ext cx="3097212"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u="sng" dirty="0">
                <a:latin typeface="Times New Roman" panose="02020603050405020304" pitchFamily="18" charset="0"/>
              </a:rPr>
              <a:t>在两种理想介质分界面上，不能感应出电荷和电流，即</a:t>
            </a:r>
            <a:r>
              <a:rPr lang="en-US" altLang="zh-CN" i="1" u="sng" dirty="0">
                <a:latin typeface="Times New Roman" panose="02020603050405020304" pitchFamily="18" charset="0"/>
              </a:rPr>
              <a:t>J</a:t>
            </a:r>
            <a:r>
              <a:rPr lang="en-US" altLang="zh-CN" i="1" u="sng" baseline="-25000" dirty="0">
                <a:latin typeface="Times New Roman" panose="02020603050405020304" pitchFamily="18" charset="0"/>
              </a:rPr>
              <a:t>S </a:t>
            </a:r>
            <a:r>
              <a:rPr lang="en-US" altLang="zh-CN" b="0" u="sng" dirty="0"/>
              <a:t>=</a:t>
            </a:r>
            <a:r>
              <a:rPr lang="en-US" altLang="zh-CN" u="sng" dirty="0">
                <a:latin typeface="Times New Roman" panose="02020603050405020304" pitchFamily="18" charset="0"/>
              </a:rPr>
              <a:t>0</a:t>
            </a:r>
            <a:r>
              <a:rPr lang="zh-CN" altLang="en-US" u="sng" dirty="0">
                <a:latin typeface="Times New Roman" panose="02020603050405020304" pitchFamily="18" charset="0"/>
              </a:rPr>
              <a:t>、</a:t>
            </a:r>
            <a:r>
              <a:rPr lang="el-GR" altLang="zh-CN" i="1" u="sng" dirty="0">
                <a:latin typeface="Times New Roman" panose="02020603050405020304" pitchFamily="18" charset="0"/>
              </a:rPr>
              <a:t>ρ</a:t>
            </a:r>
            <a:r>
              <a:rPr lang="en-US" altLang="zh-CN" i="1" u="sng" baseline="-25000" dirty="0">
                <a:latin typeface="Times New Roman" panose="02020603050405020304" pitchFamily="18" charset="0"/>
              </a:rPr>
              <a:t>S </a:t>
            </a:r>
            <a:r>
              <a:rPr lang="en-US" altLang="zh-CN" b="0" u="sng" dirty="0"/>
              <a:t>=</a:t>
            </a:r>
            <a:r>
              <a:rPr lang="en-US" altLang="zh-CN" u="sng" dirty="0">
                <a:latin typeface="Times New Roman" panose="02020603050405020304" pitchFamily="18" charset="0"/>
              </a:rPr>
              <a:t>0</a:t>
            </a:r>
            <a:r>
              <a:rPr lang="zh-CN" altLang="en-US" dirty="0">
                <a:latin typeface="Times New Roman" panose="02020603050405020304" pitchFamily="18" charset="0"/>
              </a:rPr>
              <a:t>，故</a:t>
            </a:r>
            <a:endParaRPr lang="zh-CN" altLang="el-GR" dirty="0">
              <a:latin typeface="Times New Roman" panose="02020603050405020304" pitchFamily="18" charset="0"/>
            </a:endParaRPr>
          </a:p>
        </p:txBody>
      </p:sp>
      <p:grpSp>
        <p:nvGrpSpPr>
          <p:cNvPr id="2" name="Group 6">
            <a:extLst>
              <a:ext uri="{FF2B5EF4-FFF2-40B4-BE49-F238E27FC236}">
                <a16:creationId xmlns:a16="http://schemas.microsoft.com/office/drawing/2014/main" id="{BCEEC250-C108-7A9A-A317-8B75B60CCF74}"/>
              </a:ext>
            </a:extLst>
          </p:cNvPr>
          <p:cNvGrpSpPr>
            <a:grpSpLocks/>
          </p:cNvGrpSpPr>
          <p:nvPr/>
        </p:nvGrpSpPr>
        <p:grpSpPr bwMode="auto">
          <a:xfrm>
            <a:off x="5650979" y="4076700"/>
            <a:ext cx="4465637" cy="2193925"/>
            <a:chOff x="2607" y="2568"/>
            <a:chExt cx="2813" cy="1382"/>
          </a:xfrm>
        </p:grpSpPr>
        <p:grpSp>
          <p:nvGrpSpPr>
            <p:cNvPr id="262216" name="Group 7">
              <a:extLst>
                <a:ext uri="{FF2B5EF4-FFF2-40B4-BE49-F238E27FC236}">
                  <a16:creationId xmlns:a16="http://schemas.microsoft.com/office/drawing/2014/main" id="{532729B9-A9A8-41C7-7A0A-5AC7E8B06CBE}"/>
                </a:ext>
              </a:extLst>
            </p:cNvPr>
            <p:cNvGrpSpPr>
              <a:grpSpLocks/>
            </p:cNvGrpSpPr>
            <p:nvPr/>
          </p:nvGrpSpPr>
          <p:grpSpPr bwMode="auto">
            <a:xfrm>
              <a:off x="2880" y="2614"/>
              <a:ext cx="2540" cy="1336"/>
              <a:chOff x="2880" y="2614"/>
              <a:chExt cx="2540" cy="1336"/>
            </a:xfrm>
          </p:grpSpPr>
          <p:sp>
            <p:nvSpPr>
              <p:cNvPr id="262218" name="Text Box 8">
                <a:extLst>
                  <a:ext uri="{FF2B5EF4-FFF2-40B4-BE49-F238E27FC236}">
                    <a16:creationId xmlns:a16="http://schemas.microsoft.com/office/drawing/2014/main" id="{F44B9579-C593-006C-BDE0-3891C2343ED4}"/>
                  </a:ext>
                </a:extLst>
              </p:cNvPr>
              <p:cNvSpPr txBox="1">
                <a:spLocks noChangeArrowheads="1"/>
              </p:cNvSpPr>
              <p:nvPr/>
            </p:nvSpPr>
            <p:spPr bwMode="auto">
              <a:xfrm>
                <a:off x="2880" y="2614"/>
                <a:ext cx="25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dirty="0">
                    <a:latin typeface="楷体_GB2312" pitchFamily="49" charset="-122"/>
                  </a:rPr>
                  <a:t>        </a:t>
                </a:r>
                <a:r>
                  <a:rPr lang="zh-CN" altLang="en-US" dirty="0">
                    <a:latin typeface="楷体_GB2312" pitchFamily="49" charset="-122"/>
                  </a:rPr>
                  <a:t>的切向分量连续</a:t>
                </a:r>
              </a:p>
            </p:txBody>
          </p:sp>
          <p:graphicFrame>
            <p:nvGraphicFramePr>
              <p:cNvPr id="262219" name="Object 9">
                <a:extLst>
                  <a:ext uri="{FF2B5EF4-FFF2-40B4-BE49-F238E27FC236}">
                    <a16:creationId xmlns:a16="http://schemas.microsoft.com/office/drawing/2014/main" id="{0448C561-E901-E40D-8044-37B613547DEC}"/>
                  </a:ext>
                </a:extLst>
              </p:cNvPr>
              <p:cNvGraphicFramePr>
                <a:graphicFrameLocks noChangeAspect="1"/>
              </p:cNvGraphicFramePr>
              <p:nvPr>
                <p:extLst>
                  <p:ext uri="{D42A27DB-BD31-4B8C-83A1-F6EECF244321}">
                    <p14:modId xmlns:p14="http://schemas.microsoft.com/office/powerpoint/2010/main" val="3933980324"/>
                  </p:ext>
                </p:extLst>
              </p:nvPr>
            </p:nvGraphicFramePr>
            <p:xfrm>
              <a:off x="3114" y="3685"/>
              <a:ext cx="271" cy="265"/>
            </p:xfrm>
            <a:graphic>
              <a:graphicData uri="http://schemas.openxmlformats.org/presentationml/2006/ole">
                <mc:AlternateContent xmlns:mc="http://schemas.openxmlformats.org/markup-compatibility/2006">
                  <mc:Choice xmlns:v="urn:schemas-microsoft-com:vml" Requires="v">
                    <p:oleObj r:id="rId3" imgW="76148" imgH="114300" progId="Equation.DSMT4">
                      <p:embed/>
                    </p:oleObj>
                  </mc:Choice>
                  <mc:Fallback>
                    <p:oleObj r:id="rId3" imgW="76148" imgH="1143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4" y="3685"/>
                            <a:ext cx="27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62217" name="Text Box 10">
              <a:extLst>
                <a:ext uri="{FF2B5EF4-FFF2-40B4-BE49-F238E27FC236}">
                  <a16:creationId xmlns:a16="http://schemas.microsoft.com/office/drawing/2014/main" id="{E363F939-5DEA-6CB9-A9D5-A75881DE3278}"/>
                </a:ext>
              </a:extLst>
            </p:cNvPr>
            <p:cNvSpPr txBox="1">
              <a:spLocks noChangeArrowheads="1"/>
            </p:cNvSpPr>
            <p:nvPr/>
          </p:nvSpPr>
          <p:spPr bwMode="auto">
            <a:xfrm>
              <a:off x="2607" y="2568"/>
              <a:ext cx="48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spcBef>
                  <a:spcPct val="50000"/>
                </a:spcBef>
              </a:pPr>
              <a:r>
                <a:rPr lang="en-US" altLang="zh-CN" sz="4400">
                  <a:solidFill>
                    <a:srgbClr val="FFCC66"/>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a:solidFill>
                  <a:srgbClr val="FFCC66"/>
                </a:solidFill>
                <a:latin typeface="Times New Roman" panose="02020603050405020304" pitchFamily="18" charset="0"/>
                <a:ea typeface="宋体" panose="02010600030101010101" pitchFamily="2" charset="-122"/>
              </a:endParaRPr>
            </a:p>
          </p:txBody>
        </p:sp>
      </p:grpSp>
      <p:grpSp>
        <p:nvGrpSpPr>
          <p:cNvPr id="4" name="Group 11">
            <a:extLst>
              <a:ext uri="{FF2B5EF4-FFF2-40B4-BE49-F238E27FC236}">
                <a16:creationId xmlns:a16="http://schemas.microsoft.com/office/drawing/2014/main" id="{A8726EFC-525A-1ED1-C302-1F83FE113C2A}"/>
              </a:ext>
            </a:extLst>
          </p:cNvPr>
          <p:cNvGrpSpPr>
            <a:grpSpLocks/>
          </p:cNvGrpSpPr>
          <p:nvPr/>
        </p:nvGrpSpPr>
        <p:grpSpPr bwMode="auto">
          <a:xfrm>
            <a:off x="5650979" y="4610100"/>
            <a:ext cx="4465637" cy="1025525"/>
            <a:chOff x="2607" y="2905"/>
            <a:chExt cx="2813" cy="646"/>
          </a:xfrm>
        </p:grpSpPr>
        <p:sp>
          <p:nvSpPr>
            <p:cNvPr id="262213" name="Text Box 12">
              <a:extLst>
                <a:ext uri="{FF2B5EF4-FFF2-40B4-BE49-F238E27FC236}">
                  <a16:creationId xmlns:a16="http://schemas.microsoft.com/office/drawing/2014/main" id="{9988C2DE-875C-7126-EB9C-DCC727377361}"/>
                </a:ext>
              </a:extLst>
            </p:cNvPr>
            <p:cNvSpPr txBox="1">
              <a:spLocks noChangeArrowheads="1"/>
            </p:cNvSpPr>
            <p:nvPr/>
          </p:nvSpPr>
          <p:spPr bwMode="auto">
            <a:xfrm>
              <a:off x="2880" y="2961"/>
              <a:ext cx="25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dirty="0">
                  <a:latin typeface="楷体_GB2312" pitchFamily="49" charset="-122"/>
                </a:rPr>
                <a:t>       </a:t>
              </a:r>
              <a:r>
                <a:rPr lang="zh-CN" altLang="en-US" dirty="0">
                  <a:latin typeface="楷体_GB2312" pitchFamily="49" charset="-122"/>
                </a:rPr>
                <a:t>的切向分量连续</a:t>
              </a:r>
            </a:p>
          </p:txBody>
        </p:sp>
        <p:graphicFrame>
          <p:nvGraphicFramePr>
            <p:cNvPr id="262214" name="Object 13">
              <a:extLst>
                <a:ext uri="{FF2B5EF4-FFF2-40B4-BE49-F238E27FC236}">
                  <a16:creationId xmlns:a16="http://schemas.microsoft.com/office/drawing/2014/main" id="{47531CB0-2FE6-0920-BA4E-B8571776A36F}"/>
                </a:ext>
              </a:extLst>
            </p:cNvPr>
            <p:cNvGraphicFramePr>
              <a:graphicFrameLocks noChangeAspect="1"/>
            </p:cNvGraphicFramePr>
            <p:nvPr>
              <p:extLst>
                <p:ext uri="{D42A27DB-BD31-4B8C-83A1-F6EECF244321}">
                  <p14:modId xmlns:p14="http://schemas.microsoft.com/office/powerpoint/2010/main" val="3175631755"/>
                </p:ext>
              </p:extLst>
            </p:nvPr>
          </p:nvGraphicFramePr>
          <p:xfrm>
            <a:off x="3103" y="3286"/>
            <a:ext cx="251" cy="265"/>
          </p:xfrm>
          <a:graphic>
            <a:graphicData uri="http://schemas.openxmlformats.org/presentationml/2006/ole">
              <mc:AlternateContent xmlns:mc="http://schemas.openxmlformats.org/markup-compatibility/2006">
                <mc:Choice xmlns:v="urn:schemas-microsoft-com:vml" Requires="v">
                  <p:oleObj r:id="rId5" imgW="69906" imgH="114300" progId="Equation.DSMT4">
                    <p:embed/>
                  </p:oleObj>
                </mc:Choice>
                <mc:Fallback>
                  <p:oleObj r:id="rId5" imgW="69906" imgH="114300"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3" y="3286"/>
                          <a:ext cx="25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2215" name="Text Box 14">
              <a:extLst>
                <a:ext uri="{FF2B5EF4-FFF2-40B4-BE49-F238E27FC236}">
                  <a16:creationId xmlns:a16="http://schemas.microsoft.com/office/drawing/2014/main" id="{B45AEB7F-6C5E-6FD6-9C82-29AC384CA49D}"/>
                </a:ext>
              </a:extLst>
            </p:cNvPr>
            <p:cNvSpPr txBox="1">
              <a:spLocks noChangeArrowheads="1"/>
            </p:cNvSpPr>
            <p:nvPr/>
          </p:nvSpPr>
          <p:spPr bwMode="auto">
            <a:xfrm>
              <a:off x="2607" y="2905"/>
              <a:ext cx="48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spcBef>
                  <a:spcPct val="50000"/>
                </a:spcBef>
              </a:pPr>
              <a:r>
                <a:rPr lang="en-US" altLang="zh-CN" sz="4400">
                  <a:solidFill>
                    <a:srgbClr val="FFCC66"/>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a:solidFill>
                  <a:srgbClr val="FFCC66"/>
                </a:solidFill>
                <a:latin typeface="Times New Roman" panose="02020603050405020304" pitchFamily="18" charset="0"/>
                <a:ea typeface="宋体" panose="02010600030101010101" pitchFamily="2" charset="-122"/>
              </a:endParaRPr>
            </a:p>
          </p:txBody>
        </p:sp>
      </p:grpSp>
      <p:grpSp>
        <p:nvGrpSpPr>
          <p:cNvPr id="5" name="Group 15">
            <a:extLst>
              <a:ext uri="{FF2B5EF4-FFF2-40B4-BE49-F238E27FC236}">
                <a16:creationId xmlns:a16="http://schemas.microsoft.com/office/drawing/2014/main" id="{F0B2F3CB-74FB-BB2F-2799-A72B5D53E8D6}"/>
              </a:ext>
            </a:extLst>
          </p:cNvPr>
          <p:cNvGrpSpPr>
            <a:grpSpLocks/>
          </p:cNvGrpSpPr>
          <p:nvPr/>
        </p:nvGrpSpPr>
        <p:grpSpPr bwMode="auto">
          <a:xfrm>
            <a:off x="5650979" y="4705350"/>
            <a:ext cx="4465637" cy="1212850"/>
            <a:chOff x="2607" y="2984"/>
            <a:chExt cx="2813" cy="764"/>
          </a:xfrm>
        </p:grpSpPr>
        <p:sp>
          <p:nvSpPr>
            <p:cNvPr id="262210" name="Text Box 16">
              <a:extLst>
                <a:ext uri="{FF2B5EF4-FFF2-40B4-BE49-F238E27FC236}">
                  <a16:creationId xmlns:a16="http://schemas.microsoft.com/office/drawing/2014/main" id="{AD2B4B08-62DA-AF88-36D2-A3DD918D05D7}"/>
                </a:ext>
              </a:extLst>
            </p:cNvPr>
            <p:cNvSpPr txBox="1">
              <a:spLocks noChangeArrowheads="1"/>
            </p:cNvSpPr>
            <p:nvPr/>
          </p:nvSpPr>
          <p:spPr bwMode="auto">
            <a:xfrm>
              <a:off x="2880" y="3323"/>
              <a:ext cx="25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dirty="0">
                  <a:latin typeface="楷体_GB2312" pitchFamily="49" charset="-122"/>
                </a:rPr>
                <a:t>       </a:t>
              </a:r>
              <a:r>
                <a:rPr lang="zh-CN" altLang="en-US" dirty="0">
                  <a:latin typeface="楷体_GB2312" pitchFamily="49" charset="-122"/>
                </a:rPr>
                <a:t>的法向分量连续</a:t>
              </a:r>
            </a:p>
          </p:txBody>
        </p:sp>
        <p:graphicFrame>
          <p:nvGraphicFramePr>
            <p:cNvPr id="262211" name="Object 17">
              <a:extLst>
                <a:ext uri="{FF2B5EF4-FFF2-40B4-BE49-F238E27FC236}">
                  <a16:creationId xmlns:a16="http://schemas.microsoft.com/office/drawing/2014/main" id="{B349471B-F555-D4F5-F9FC-20361A51E33A}"/>
                </a:ext>
              </a:extLst>
            </p:cNvPr>
            <p:cNvGraphicFramePr>
              <a:graphicFrameLocks noChangeAspect="1"/>
            </p:cNvGraphicFramePr>
            <p:nvPr>
              <p:extLst>
                <p:ext uri="{D42A27DB-BD31-4B8C-83A1-F6EECF244321}">
                  <p14:modId xmlns:p14="http://schemas.microsoft.com/office/powerpoint/2010/main" val="3166694364"/>
                </p:ext>
              </p:extLst>
            </p:nvPr>
          </p:nvGraphicFramePr>
          <p:xfrm>
            <a:off x="3106" y="2984"/>
            <a:ext cx="251" cy="265"/>
          </p:xfrm>
          <a:graphic>
            <a:graphicData uri="http://schemas.openxmlformats.org/presentationml/2006/ole">
              <mc:AlternateContent xmlns:mc="http://schemas.openxmlformats.org/markup-compatibility/2006">
                <mc:Choice xmlns:v="urn:schemas-microsoft-com:vml" Requires="v">
                  <p:oleObj r:id="rId7" imgW="69906" imgH="114300" progId="Equation.DSMT4">
                    <p:embed/>
                  </p:oleObj>
                </mc:Choice>
                <mc:Fallback>
                  <p:oleObj r:id="rId7" imgW="69906" imgH="114300" progId="Equation.DSMT4">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06" y="2984"/>
                          <a:ext cx="25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2212" name="Text Box 18">
              <a:extLst>
                <a:ext uri="{FF2B5EF4-FFF2-40B4-BE49-F238E27FC236}">
                  <a16:creationId xmlns:a16="http://schemas.microsoft.com/office/drawing/2014/main" id="{C5C7E39C-9576-A9D3-B626-EFED5AE7B792}"/>
                </a:ext>
              </a:extLst>
            </p:cNvPr>
            <p:cNvSpPr txBox="1">
              <a:spLocks noChangeArrowheads="1"/>
            </p:cNvSpPr>
            <p:nvPr/>
          </p:nvSpPr>
          <p:spPr bwMode="auto">
            <a:xfrm>
              <a:off x="2607" y="3268"/>
              <a:ext cx="48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spcBef>
                  <a:spcPct val="50000"/>
                </a:spcBef>
              </a:pPr>
              <a:r>
                <a:rPr lang="en-US" altLang="zh-CN" sz="4400">
                  <a:solidFill>
                    <a:srgbClr val="FFCC66"/>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a:solidFill>
                  <a:srgbClr val="FFCC66"/>
                </a:solidFill>
                <a:latin typeface="Times New Roman" panose="02020603050405020304" pitchFamily="18" charset="0"/>
                <a:ea typeface="宋体" panose="02010600030101010101" pitchFamily="2" charset="-122"/>
              </a:endParaRPr>
            </a:p>
          </p:txBody>
        </p:sp>
      </p:grpSp>
      <p:grpSp>
        <p:nvGrpSpPr>
          <p:cNvPr id="6" name="Group 19">
            <a:extLst>
              <a:ext uri="{FF2B5EF4-FFF2-40B4-BE49-F238E27FC236}">
                <a16:creationId xmlns:a16="http://schemas.microsoft.com/office/drawing/2014/main" id="{AA51AB03-4B0A-F136-7488-F7D14F6F4E22}"/>
              </a:ext>
            </a:extLst>
          </p:cNvPr>
          <p:cNvGrpSpPr>
            <a:grpSpLocks/>
          </p:cNvGrpSpPr>
          <p:nvPr/>
        </p:nvGrpSpPr>
        <p:grpSpPr bwMode="auto">
          <a:xfrm>
            <a:off x="5625549" y="4137026"/>
            <a:ext cx="4614862" cy="2354263"/>
            <a:chOff x="2839" y="2623"/>
            <a:chExt cx="2907" cy="1483"/>
          </a:xfrm>
        </p:grpSpPr>
        <p:sp>
          <p:nvSpPr>
            <p:cNvPr id="262207" name="Text Box 20">
              <a:extLst>
                <a:ext uri="{FF2B5EF4-FFF2-40B4-BE49-F238E27FC236}">
                  <a16:creationId xmlns:a16="http://schemas.microsoft.com/office/drawing/2014/main" id="{99F57CBD-E151-9A10-C6FB-0413FE9966B6}"/>
                </a:ext>
              </a:extLst>
            </p:cNvPr>
            <p:cNvSpPr txBox="1">
              <a:spLocks noChangeArrowheads="1"/>
            </p:cNvSpPr>
            <p:nvPr/>
          </p:nvSpPr>
          <p:spPr bwMode="auto">
            <a:xfrm>
              <a:off x="3206" y="3702"/>
              <a:ext cx="25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dirty="0">
                  <a:latin typeface="楷体_GB2312" pitchFamily="49" charset="-122"/>
                </a:rPr>
                <a:t>      </a:t>
              </a:r>
              <a:r>
                <a:rPr lang="zh-CN" altLang="en-US" dirty="0">
                  <a:latin typeface="楷体_GB2312" pitchFamily="49" charset="-122"/>
                </a:rPr>
                <a:t>的法向分量连续</a:t>
              </a:r>
            </a:p>
          </p:txBody>
        </p:sp>
        <p:graphicFrame>
          <p:nvGraphicFramePr>
            <p:cNvPr id="262208" name="Object 21">
              <a:extLst>
                <a:ext uri="{FF2B5EF4-FFF2-40B4-BE49-F238E27FC236}">
                  <a16:creationId xmlns:a16="http://schemas.microsoft.com/office/drawing/2014/main" id="{C9AB2778-D854-4299-4733-F98A5F738A1C}"/>
                </a:ext>
              </a:extLst>
            </p:cNvPr>
            <p:cNvGraphicFramePr>
              <a:graphicFrameLocks noChangeAspect="1"/>
            </p:cNvGraphicFramePr>
            <p:nvPr>
              <p:extLst>
                <p:ext uri="{D42A27DB-BD31-4B8C-83A1-F6EECF244321}">
                  <p14:modId xmlns:p14="http://schemas.microsoft.com/office/powerpoint/2010/main" val="3882332091"/>
                </p:ext>
              </p:extLst>
            </p:nvPr>
          </p:nvGraphicFramePr>
          <p:xfrm>
            <a:off x="3386" y="2623"/>
            <a:ext cx="293" cy="265"/>
          </p:xfrm>
          <a:graphic>
            <a:graphicData uri="http://schemas.openxmlformats.org/presentationml/2006/ole">
              <mc:AlternateContent xmlns:mc="http://schemas.openxmlformats.org/markup-compatibility/2006">
                <mc:Choice xmlns:v="urn:schemas-microsoft-com:vml" Requires="v">
                  <p:oleObj r:id="rId9" imgW="89047" imgH="114300" progId="Equation.DSMT4">
                    <p:embed/>
                  </p:oleObj>
                </mc:Choice>
                <mc:Fallback>
                  <p:oleObj r:id="rId9" imgW="89047" imgH="114300" progId="Equation.DSMT4">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6" y="2623"/>
                          <a:ext cx="293"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2209" name="Text Box 22">
              <a:extLst>
                <a:ext uri="{FF2B5EF4-FFF2-40B4-BE49-F238E27FC236}">
                  <a16:creationId xmlns:a16="http://schemas.microsoft.com/office/drawing/2014/main" id="{24A969AC-0960-DF6B-1D8A-CCFACD30E969}"/>
                </a:ext>
              </a:extLst>
            </p:cNvPr>
            <p:cNvSpPr txBox="1">
              <a:spLocks noChangeArrowheads="1"/>
            </p:cNvSpPr>
            <p:nvPr/>
          </p:nvSpPr>
          <p:spPr bwMode="auto">
            <a:xfrm>
              <a:off x="2839" y="3626"/>
              <a:ext cx="48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spcBef>
                  <a:spcPct val="50000"/>
                </a:spcBef>
              </a:pPr>
              <a:r>
                <a:rPr lang="en-US" altLang="zh-CN" sz="4400" dirty="0">
                  <a:solidFill>
                    <a:srgbClr val="FFCC66"/>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dirty="0">
                <a:solidFill>
                  <a:srgbClr val="FFCC66"/>
                </a:solidFill>
                <a:latin typeface="Times New Roman" panose="02020603050405020304" pitchFamily="18" charset="0"/>
                <a:ea typeface="宋体" panose="02010600030101010101" pitchFamily="2" charset="-122"/>
              </a:endParaRPr>
            </a:p>
          </p:txBody>
        </p:sp>
      </p:grpSp>
      <p:grpSp>
        <p:nvGrpSpPr>
          <p:cNvPr id="7" name="Group 23">
            <a:extLst>
              <a:ext uri="{FF2B5EF4-FFF2-40B4-BE49-F238E27FC236}">
                <a16:creationId xmlns:a16="http://schemas.microsoft.com/office/drawing/2014/main" id="{810FE96E-1EE3-221F-7AB3-7D5C4F10469C}"/>
              </a:ext>
            </a:extLst>
          </p:cNvPr>
          <p:cNvGrpSpPr>
            <a:grpSpLocks/>
          </p:cNvGrpSpPr>
          <p:nvPr/>
        </p:nvGrpSpPr>
        <p:grpSpPr bwMode="auto">
          <a:xfrm>
            <a:off x="3419475" y="908050"/>
            <a:ext cx="2665413" cy="2160588"/>
            <a:chOff x="4422" y="1979"/>
            <a:chExt cx="1679" cy="1361"/>
          </a:xfrm>
        </p:grpSpPr>
        <p:sp>
          <p:nvSpPr>
            <p:cNvPr id="262200" name="Rectangle 24">
              <a:extLst>
                <a:ext uri="{FF2B5EF4-FFF2-40B4-BE49-F238E27FC236}">
                  <a16:creationId xmlns:a16="http://schemas.microsoft.com/office/drawing/2014/main" id="{9E603829-CEAB-E7C3-57B9-A3554BF0B1A6}"/>
                </a:ext>
              </a:extLst>
            </p:cNvPr>
            <p:cNvSpPr>
              <a:spLocks noChangeArrowheads="1"/>
            </p:cNvSpPr>
            <p:nvPr/>
          </p:nvSpPr>
          <p:spPr bwMode="auto">
            <a:xfrm>
              <a:off x="4422" y="1979"/>
              <a:ext cx="1679" cy="829"/>
            </a:xfrm>
            <a:prstGeom prst="rect">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2201" name="Rectangle 25">
              <a:extLst>
                <a:ext uri="{FF2B5EF4-FFF2-40B4-BE49-F238E27FC236}">
                  <a16:creationId xmlns:a16="http://schemas.microsoft.com/office/drawing/2014/main" id="{ECA43824-C3A0-13A5-3518-DE68C23CCA44}"/>
                </a:ext>
              </a:extLst>
            </p:cNvPr>
            <p:cNvSpPr>
              <a:spLocks noChangeArrowheads="1"/>
            </p:cNvSpPr>
            <p:nvPr/>
          </p:nvSpPr>
          <p:spPr bwMode="auto">
            <a:xfrm>
              <a:off x="4422" y="2638"/>
              <a:ext cx="1679" cy="702"/>
            </a:xfrm>
            <a:prstGeom prst="rect">
              <a:avLst/>
            </a:prstGeom>
            <a:solidFill>
              <a:srgbClr val="00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262202" name="Object 26">
              <a:extLst>
                <a:ext uri="{FF2B5EF4-FFF2-40B4-BE49-F238E27FC236}">
                  <a16:creationId xmlns:a16="http://schemas.microsoft.com/office/drawing/2014/main" id="{3202B03A-B5B1-EA54-C184-BA00BD61453D}"/>
                </a:ext>
              </a:extLst>
            </p:cNvPr>
            <p:cNvGraphicFramePr>
              <a:graphicFrameLocks noChangeAspect="1"/>
            </p:cNvGraphicFramePr>
            <p:nvPr/>
          </p:nvGraphicFramePr>
          <p:xfrm>
            <a:off x="5319" y="2004"/>
            <a:ext cx="237" cy="293"/>
          </p:xfrm>
          <a:graphic>
            <a:graphicData uri="http://schemas.openxmlformats.org/presentationml/2006/ole">
              <mc:AlternateContent xmlns:mc="http://schemas.openxmlformats.org/markup-compatibility/2006">
                <mc:Choice xmlns:v="urn:schemas-microsoft-com:vml" Requires="v">
                  <p:oleObj r:id="rId11" imgW="165028" imgH="228501" progId="Equation.DSMT4">
                    <p:embed/>
                  </p:oleObj>
                </mc:Choice>
                <mc:Fallback>
                  <p:oleObj r:id="rId11" imgW="165028" imgH="228501" progId="Equation.DSMT4">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19" y="2004"/>
                          <a:ext cx="237"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2203" name="Text Box 27">
              <a:extLst>
                <a:ext uri="{FF2B5EF4-FFF2-40B4-BE49-F238E27FC236}">
                  <a16:creationId xmlns:a16="http://schemas.microsoft.com/office/drawing/2014/main" id="{464F5B32-9B6F-C599-735D-C203576FC7ED}"/>
                </a:ext>
              </a:extLst>
            </p:cNvPr>
            <p:cNvSpPr txBox="1">
              <a:spLocks noChangeArrowheads="1"/>
            </p:cNvSpPr>
            <p:nvPr/>
          </p:nvSpPr>
          <p:spPr bwMode="auto">
            <a:xfrm>
              <a:off x="4481" y="2309"/>
              <a:ext cx="5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1</a:t>
              </a:r>
            </a:p>
          </p:txBody>
        </p:sp>
        <p:sp>
          <p:nvSpPr>
            <p:cNvPr id="262204" name="Text Box 28">
              <a:extLst>
                <a:ext uri="{FF2B5EF4-FFF2-40B4-BE49-F238E27FC236}">
                  <a16:creationId xmlns:a16="http://schemas.microsoft.com/office/drawing/2014/main" id="{5389DFB1-85C0-2270-2B8C-ED9282D0AB9D}"/>
                </a:ext>
              </a:extLst>
            </p:cNvPr>
            <p:cNvSpPr txBox="1">
              <a:spLocks noChangeArrowheads="1"/>
            </p:cNvSpPr>
            <p:nvPr/>
          </p:nvSpPr>
          <p:spPr bwMode="auto">
            <a:xfrm>
              <a:off x="4468" y="2705"/>
              <a:ext cx="5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2</a:t>
              </a:r>
            </a:p>
          </p:txBody>
        </p:sp>
        <p:sp>
          <p:nvSpPr>
            <p:cNvPr id="262205" name="Rectangle 29">
              <a:extLst>
                <a:ext uri="{FF2B5EF4-FFF2-40B4-BE49-F238E27FC236}">
                  <a16:creationId xmlns:a16="http://schemas.microsoft.com/office/drawing/2014/main" id="{6FEE29F7-4E63-741B-0EA7-F2B079E195EF}"/>
                </a:ext>
              </a:extLst>
            </p:cNvPr>
            <p:cNvSpPr>
              <a:spLocks noChangeArrowheads="1"/>
            </p:cNvSpPr>
            <p:nvPr/>
          </p:nvSpPr>
          <p:spPr bwMode="auto">
            <a:xfrm>
              <a:off x="4422" y="1979"/>
              <a:ext cx="1679" cy="136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2206" name="Line 30">
              <a:extLst>
                <a:ext uri="{FF2B5EF4-FFF2-40B4-BE49-F238E27FC236}">
                  <a16:creationId xmlns:a16="http://schemas.microsoft.com/office/drawing/2014/main" id="{E8F500DB-340A-2935-463E-E942575050FB}"/>
                </a:ext>
              </a:extLst>
            </p:cNvPr>
            <p:cNvSpPr>
              <a:spLocks noChangeShapeType="1"/>
            </p:cNvSpPr>
            <p:nvPr/>
          </p:nvSpPr>
          <p:spPr bwMode="auto">
            <a:xfrm flipV="1">
              <a:off x="5372" y="2228"/>
              <a:ext cx="0" cy="408"/>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31">
            <a:extLst>
              <a:ext uri="{FF2B5EF4-FFF2-40B4-BE49-F238E27FC236}">
                <a16:creationId xmlns:a16="http://schemas.microsoft.com/office/drawing/2014/main" id="{78E34664-037B-E18D-3E16-B829E8497EB9}"/>
              </a:ext>
            </a:extLst>
          </p:cNvPr>
          <p:cNvGrpSpPr>
            <a:grpSpLocks/>
          </p:cNvGrpSpPr>
          <p:nvPr/>
        </p:nvGrpSpPr>
        <p:grpSpPr bwMode="auto">
          <a:xfrm>
            <a:off x="6299200" y="919163"/>
            <a:ext cx="2665413" cy="2725737"/>
            <a:chOff x="3968" y="579"/>
            <a:chExt cx="1679" cy="1717"/>
          </a:xfrm>
        </p:grpSpPr>
        <p:sp>
          <p:nvSpPr>
            <p:cNvPr id="262183" name="Rectangle 32">
              <a:extLst>
                <a:ext uri="{FF2B5EF4-FFF2-40B4-BE49-F238E27FC236}">
                  <a16:creationId xmlns:a16="http://schemas.microsoft.com/office/drawing/2014/main" id="{6E609ACD-9D10-AF62-F79A-EC979DBDE514}"/>
                </a:ext>
              </a:extLst>
            </p:cNvPr>
            <p:cNvSpPr>
              <a:spLocks noChangeArrowheads="1"/>
            </p:cNvSpPr>
            <p:nvPr/>
          </p:nvSpPr>
          <p:spPr bwMode="auto">
            <a:xfrm>
              <a:off x="3968" y="579"/>
              <a:ext cx="1679" cy="829"/>
            </a:xfrm>
            <a:prstGeom prst="rect">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2184" name="Rectangle 33">
              <a:extLst>
                <a:ext uri="{FF2B5EF4-FFF2-40B4-BE49-F238E27FC236}">
                  <a16:creationId xmlns:a16="http://schemas.microsoft.com/office/drawing/2014/main" id="{3369896A-8483-5808-E0A8-DB77F75E16FA}"/>
                </a:ext>
              </a:extLst>
            </p:cNvPr>
            <p:cNvSpPr>
              <a:spLocks noChangeArrowheads="1"/>
            </p:cNvSpPr>
            <p:nvPr/>
          </p:nvSpPr>
          <p:spPr bwMode="auto">
            <a:xfrm>
              <a:off x="3968" y="1238"/>
              <a:ext cx="1679" cy="702"/>
            </a:xfrm>
            <a:prstGeom prst="rect">
              <a:avLst/>
            </a:prstGeom>
            <a:solidFill>
              <a:srgbClr val="00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2185" name="Line 34">
              <a:extLst>
                <a:ext uri="{FF2B5EF4-FFF2-40B4-BE49-F238E27FC236}">
                  <a16:creationId xmlns:a16="http://schemas.microsoft.com/office/drawing/2014/main" id="{8458D3BF-C571-DAA0-1CE4-8B5A5F0059B7}"/>
                </a:ext>
              </a:extLst>
            </p:cNvPr>
            <p:cNvSpPr>
              <a:spLocks noChangeShapeType="1"/>
            </p:cNvSpPr>
            <p:nvPr/>
          </p:nvSpPr>
          <p:spPr bwMode="auto">
            <a:xfrm flipV="1">
              <a:off x="4982" y="828"/>
              <a:ext cx="0" cy="408"/>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2186" name="Object 35">
              <a:extLst>
                <a:ext uri="{FF2B5EF4-FFF2-40B4-BE49-F238E27FC236}">
                  <a16:creationId xmlns:a16="http://schemas.microsoft.com/office/drawing/2014/main" id="{E41B59D4-6C50-B4F3-8E51-327C8D67F898}"/>
                </a:ext>
              </a:extLst>
            </p:cNvPr>
            <p:cNvGraphicFramePr>
              <a:graphicFrameLocks noChangeAspect="1"/>
            </p:cNvGraphicFramePr>
            <p:nvPr/>
          </p:nvGraphicFramePr>
          <p:xfrm>
            <a:off x="4910" y="625"/>
            <a:ext cx="237" cy="293"/>
          </p:xfrm>
          <a:graphic>
            <a:graphicData uri="http://schemas.openxmlformats.org/presentationml/2006/ole">
              <mc:AlternateContent xmlns:mc="http://schemas.openxmlformats.org/markup-compatibility/2006">
                <mc:Choice xmlns:v="urn:schemas-microsoft-com:vml" Requires="v">
                  <p:oleObj r:id="rId13" imgW="165028" imgH="228501" progId="Equation.DSMT4">
                    <p:embed/>
                  </p:oleObj>
                </mc:Choice>
                <mc:Fallback>
                  <p:oleObj r:id="rId13" imgW="165028" imgH="228501" progId="Equation.DSMT4">
                    <p:embed/>
                    <p:pic>
                      <p:nvPicPr>
                        <p:cNvPr id="0" name="Object 3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10" y="625"/>
                          <a:ext cx="237"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2187" name="Text Box 36">
              <a:extLst>
                <a:ext uri="{FF2B5EF4-FFF2-40B4-BE49-F238E27FC236}">
                  <a16:creationId xmlns:a16="http://schemas.microsoft.com/office/drawing/2014/main" id="{1C502144-5E4F-2619-B992-0889F6707172}"/>
                </a:ext>
              </a:extLst>
            </p:cNvPr>
            <p:cNvSpPr txBox="1">
              <a:spLocks noChangeArrowheads="1"/>
            </p:cNvSpPr>
            <p:nvPr/>
          </p:nvSpPr>
          <p:spPr bwMode="auto">
            <a:xfrm>
              <a:off x="4027" y="909"/>
              <a:ext cx="5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1</a:t>
              </a:r>
            </a:p>
          </p:txBody>
        </p:sp>
        <p:sp>
          <p:nvSpPr>
            <p:cNvPr id="262188" name="Text Box 37">
              <a:extLst>
                <a:ext uri="{FF2B5EF4-FFF2-40B4-BE49-F238E27FC236}">
                  <a16:creationId xmlns:a16="http://schemas.microsoft.com/office/drawing/2014/main" id="{3CCE85A3-B92A-C30A-5169-5BBE7D5D5B86}"/>
                </a:ext>
              </a:extLst>
            </p:cNvPr>
            <p:cNvSpPr txBox="1">
              <a:spLocks noChangeArrowheads="1"/>
            </p:cNvSpPr>
            <p:nvPr/>
          </p:nvSpPr>
          <p:spPr bwMode="auto">
            <a:xfrm>
              <a:off x="4014" y="1305"/>
              <a:ext cx="5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2</a:t>
              </a:r>
            </a:p>
          </p:txBody>
        </p:sp>
        <p:sp>
          <p:nvSpPr>
            <p:cNvPr id="262189" name="Line 38">
              <a:extLst>
                <a:ext uri="{FF2B5EF4-FFF2-40B4-BE49-F238E27FC236}">
                  <a16:creationId xmlns:a16="http://schemas.microsoft.com/office/drawing/2014/main" id="{D5C025B2-9573-1A82-2A58-27B1905ABF0C}"/>
                </a:ext>
              </a:extLst>
            </p:cNvPr>
            <p:cNvSpPr>
              <a:spLocks noChangeShapeType="1"/>
            </p:cNvSpPr>
            <p:nvPr/>
          </p:nvSpPr>
          <p:spPr bwMode="auto">
            <a:xfrm flipV="1">
              <a:off x="4531" y="1239"/>
              <a:ext cx="458" cy="565"/>
            </a:xfrm>
            <a:prstGeom prst="line">
              <a:avLst/>
            </a:prstGeom>
            <a:noFill/>
            <a:ln w="38100">
              <a:solidFill>
                <a:srgbClr val="FF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2190" name="Line 39">
              <a:extLst>
                <a:ext uri="{FF2B5EF4-FFF2-40B4-BE49-F238E27FC236}">
                  <a16:creationId xmlns:a16="http://schemas.microsoft.com/office/drawing/2014/main" id="{20A0C14A-8179-9607-3AF3-E9DB9B5B0ED4}"/>
                </a:ext>
              </a:extLst>
            </p:cNvPr>
            <p:cNvSpPr>
              <a:spLocks noChangeShapeType="1"/>
            </p:cNvSpPr>
            <p:nvPr/>
          </p:nvSpPr>
          <p:spPr bwMode="auto">
            <a:xfrm flipV="1">
              <a:off x="4989" y="942"/>
              <a:ext cx="430" cy="297"/>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2191" name="Rectangle 40">
              <a:extLst>
                <a:ext uri="{FF2B5EF4-FFF2-40B4-BE49-F238E27FC236}">
                  <a16:creationId xmlns:a16="http://schemas.microsoft.com/office/drawing/2014/main" id="{BD07DE68-DE7E-70A0-2E87-E275E655E87E}"/>
                </a:ext>
              </a:extLst>
            </p:cNvPr>
            <p:cNvSpPr>
              <a:spLocks noChangeArrowheads="1"/>
            </p:cNvSpPr>
            <p:nvPr/>
          </p:nvSpPr>
          <p:spPr bwMode="auto">
            <a:xfrm>
              <a:off x="3968" y="579"/>
              <a:ext cx="1679" cy="136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2192" name="Line 41">
              <a:extLst>
                <a:ext uri="{FF2B5EF4-FFF2-40B4-BE49-F238E27FC236}">
                  <a16:creationId xmlns:a16="http://schemas.microsoft.com/office/drawing/2014/main" id="{2AAC3C6D-D4C6-ED72-1B3C-AA6D98898F1D}"/>
                </a:ext>
              </a:extLst>
            </p:cNvPr>
            <p:cNvSpPr>
              <a:spLocks noChangeShapeType="1"/>
            </p:cNvSpPr>
            <p:nvPr/>
          </p:nvSpPr>
          <p:spPr bwMode="auto">
            <a:xfrm>
              <a:off x="4985" y="1236"/>
              <a:ext cx="453" cy="0"/>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62193" name="Line 42">
              <a:extLst>
                <a:ext uri="{FF2B5EF4-FFF2-40B4-BE49-F238E27FC236}">
                  <a16:creationId xmlns:a16="http://schemas.microsoft.com/office/drawing/2014/main" id="{0C6CE2EF-BCA0-9041-522F-0DF644CE7480}"/>
                </a:ext>
              </a:extLst>
            </p:cNvPr>
            <p:cNvSpPr>
              <a:spLocks noChangeShapeType="1"/>
            </p:cNvSpPr>
            <p:nvPr/>
          </p:nvSpPr>
          <p:spPr bwMode="auto">
            <a:xfrm>
              <a:off x="4531" y="1804"/>
              <a:ext cx="453" cy="0"/>
            </a:xfrm>
            <a:prstGeom prst="line">
              <a:avLst/>
            </a:prstGeom>
            <a:noFill/>
            <a:ln w="25400">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62194" name="Line 43">
              <a:extLst>
                <a:ext uri="{FF2B5EF4-FFF2-40B4-BE49-F238E27FC236}">
                  <a16:creationId xmlns:a16="http://schemas.microsoft.com/office/drawing/2014/main" id="{168EAEFE-B1D9-7131-8B28-0D73C666D612}"/>
                </a:ext>
              </a:extLst>
            </p:cNvPr>
            <p:cNvSpPr>
              <a:spLocks noChangeShapeType="1"/>
            </p:cNvSpPr>
            <p:nvPr/>
          </p:nvSpPr>
          <p:spPr bwMode="auto">
            <a:xfrm flipH="1" flipV="1">
              <a:off x="4987" y="1246"/>
              <a:ext cx="0" cy="558"/>
            </a:xfrm>
            <a:prstGeom prst="line">
              <a:avLst/>
            </a:prstGeom>
            <a:noFill/>
            <a:ln w="25400">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62195" name="Line 44">
              <a:extLst>
                <a:ext uri="{FF2B5EF4-FFF2-40B4-BE49-F238E27FC236}">
                  <a16:creationId xmlns:a16="http://schemas.microsoft.com/office/drawing/2014/main" id="{8698AE81-AD63-AA40-52CE-D20B17A28F5D}"/>
                </a:ext>
              </a:extLst>
            </p:cNvPr>
            <p:cNvSpPr>
              <a:spLocks noChangeShapeType="1"/>
            </p:cNvSpPr>
            <p:nvPr/>
          </p:nvSpPr>
          <p:spPr bwMode="auto">
            <a:xfrm flipH="1" flipV="1">
              <a:off x="5419" y="942"/>
              <a:ext cx="0" cy="302"/>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262196" name="Group 45">
              <a:extLst>
                <a:ext uri="{FF2B5EF4-FFF2-40B4-BE49-F238E27FC236}">
                  <a16:creationId xmlns:a16="http://schemas.microsoft.com/office/drawing/2014/main" id="{80DFD595-5B53-FAAF-B587-A9DDFC2D1799}"/>
                </a:ext>
              </a:extLst>
            </p:cNvPr>
            <p:cNvGrpSpPr>
              <a:grpSpLocks/>
            </p:cNvGrpSpPr>
            <p:nvPr/>
          </p:nvGrpSpPr>
          <p:grpSpPr bwMode="auto">
            <a:xfrm>
              <a:off x="3969" y="2031"/>
              <a:ext cx="1655" cy="265"/>
              <a:chOff x="3969" y="2031"/>
              <a:chExt cx="1655" cy="265"/>
            </a:xfrm>
          </p:grpSpPr>
          <p:sp>
            <p:nvSpPr>
              <p:cNvPr id="262197" name="Text Box 46">
                <a:extLst>
                  <a:ext uri="{FF2B5EF4-FFF2-40B4-BE49-F238E27FC236}">
                    <a16:creationId xmlns:a16="http://schemas.microsoft.com/office/drawing/2014/main" id="{1908D327-BEBA-5C62-2D24-0DD24F0A0A14}"/>
                  </a:ext>
                </a:extLst>
              </p:cNvPr>
              <p:cNvSpPr txBox="1">
                <a:spLocks noChangeArrowheads="1"/>
              </p:cNvSpPr>
              <p:nvPr/>
            </p:nvSpPr>
            <p:spPr bwMode="auto">
              <a:xfrm>
                <a:off x="3991" y="2046"/>
                <a:ext cx="16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r>
                  <a:rPr lang="en-US" altLang="zh-CN" sz="2000">
                    <a:latin typeface="Times New Roman" panose="02020603050405020304" pitchFamily="18" charset="0"/>
                    <a:ea typeface="宋体" panose="02010600030101010101" pitchFamily="2" charset="-122"/>
                  </a:rPr>
                  <a:t> </a:t>
                </a:r>
                <a:r>
                  <a:rPr lang="zh-CN" altLang="en-US" sz="2000">
                    <a:latin typeface="Times New Roman" panose="02020603050405020304" pitchFamily="18" charset="0"/>
                    <a:ea typeface="宋体" panose="02010600030101010101" pitchFamily="2" charset="-122"/>
                  </a:rPr>
                  <a:t>、  的切向分量连续</a:t>
                </a:r>
              </a:p>
            </p:txBody>
          </p:sp>
          <p:graphicFrame>
            <p:nvGraphicFramePr>
              <p:cNvPr id="262198" name="Object 47">
                <a:extLst>
                  <a:ext uri="{FF2B5EF4-FFF2-40B4-BE49-F238E27FC236}">
                    <a16:creationId xmlns:a16="http://schemas.microsoft.com/office/drawing/2014/main" id="{CF828873-09BB-8CB5-51E2-63987120515D}"/>
                  </a:ext>
                </a:extLst>
              </p:cNvPr>
              <p:cNvGraphicFramePr>
                <a:graphicFrameLocks noChangeAspect="1"/>
              </p:cNvGraphicFramePr>
              <p:nvPr/>
            </p:nvGraphicFramePr>
            <p:xfrm>
              <a:off x="3969" y="2031"/>
              <a:ext cx="250" cy="265"/>
            </p:xfrm>
            <a:graphic>
              <a:graphicData uri="http://schemas.openxmlformats.org/presentationml/2006/ole">
                <mc:AlternateContent xmlns:mc="http://schemas.openxmlformats.org/markup-compatibility/2006">
                  <mc:Choice xmlns:v="urn:schemas-microsoft-com:vml" Requires="v">
                    <p:oleObj r:id="rId15" imgW="69906" imgH="114300" progId="Equation.DSMT4">
                      <p:embed/>
                    </p:oleObj>
                  </mc:Choice>
                  <mc:Fallback>
                    <p:oleObj r:id="rId15" imgW="69906" imgH="114300" progId="Equation.DSMT4">
                      <p:embed/>
                      <p:pic>
                        <p:nvPicPr>
                          <p:cNvPr id="0" name="Object 4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69" y="2031"/>
                            <a:ext cx="25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2199" name="Object 48">
                <a:extLst>
                  <a:ext uri="{FF2B5EF4-FFF2-40B4-BE49-F238E27FC236}">
                    <a16:creationId xmlns:a16="http://schemas.microsoft.com/office/drawing/2014/main" id="{EB87122A-E177-914D-661B-83F06F149E1C}"/>
                  </a:ext>
                </a:extLst>
              </p:cNvPr>
              <p:cNvGraphicFramePr>
                <a:graphicFrameLocks noChangeAspect="1"/>
              </p:cNvGraphicFramePr>
              <p:nvPr/>
            </p:nvGraphicFramePr>
            <p:xfrm>
              <a:off x="4174" y="2031"/>
              <a:ext cx="292" cy="265"/>
            </p:xfrm>
            <a:graphic>
              <a:graphicData uri="http://schemas.openxmlformats.org/presentationml/2006/ole">
                <mc:AlternateContent xmlns:mc="http://schemas.openxmlformats.org/markup-compatibility/2006">
                  <mc:Choice xmlns:v="urn:schemas-microsoft-com:vml" Requires="v">
                    <p:oleObj r:id="rId17" imgW="89047" imgH="114300" progId="Equation.DSMT4">
                      <p:embed/>
                    </p:oleObj>
                  </mc:Choice>
                  <mc:Fallback>
                    <p:oleObj r:id="rId17" imgW="89047" imgH="114300" progId="Equation.DSMT4">
                      <p:embed/>
                      <p:pic>
                        <p:nvPicPr>
                          <p:cNvPr id="0" name="Object 4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74" y="2031"/>
                            <a:ext cx="29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sp>
        <p:nvSpPr>
          <p:cNvPr id="262157" name="AutoShape 49">
            <a:hlinkClick r:id="rId19" action="ppaction://hlinksldjump" highlightClick="1"/>
            <a:extLst>
              <a:ext uri="{FF2B5EF4-FFF2-40B4-BE49-F238E27FC236}">
                <a16:creationId xmlns:a16="http://schemas.microsoft.com/office/drawing/2014/main" id="{65E658FE-F017-6E0A-E557-371610963BE2}"/>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2158" name="AutoShape 50">
            <a:hlinkClick r:id="" action="ppaction://hlinkshowjump?jump=previousslide" highlightClick="1"/>
            <a:extLst>
              <a:ext uri="{FF2B5EF4-FFF2-40B4-BE49-F238E27FC236}">
                <a16:creationId xmlns:a16="http://schemas.microsoft.com/office/drawing/2014/main" id="{F83DEDC3-A302-4D76-0A37-BFDDD5F486FC}"/>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2159" name="AutoShape 51">
            <a:hlinkClick r:id="" action="ppaction://hlinkshowjump?jump=nextslide" highlightClick="1"/>
            <a:extLst>
              <a:ext uri="{FF2B5EF4-FFF2-40B4-BE49-F238E27FC236}">
                <a16:creationId xmlns:a16="http://schemas.microsoft.com/office/drawing/2014/main" id="{2BB90C21-E764-BDB4-A357-C48F0147305E}"/>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2160" name="AutoShape 52">
            <a:hlinkClick r:id="" action="ppaction://hlinkshowjump?jump=lastslide" highlightClick="1"/>
            <a:extLst>
              <a:ext uri="{FF2B5EF4-FFF2-40B4-BE49-F238E27FC236}">
                <a16:creationId xmlns:a16="http://schemas.microsoft.com/office/drawing/2014/main" id="{C4160AEF-E64B-C1A3-E38F-9903A4EE4853}"/>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10" name="Group 53">
            <a:extLst>
              <a:ext uri="{FF2B5EF4-FFF2-40B4-BE49-F238E27FC236}">
                <a16:creationId xmlns:a16="http://schemas.microsoft.com/office/drawing/2014/main" id="{A45D346C-C7B5-C8F4-9C13-E11357AE3064}"/>
              </a:ext>
            </a:extLst>
          </p:cNvPr>
          <p:cNvGrpSpPr>
            <a:grpSpLocks/>
          </p:cNvGrpSpPr>
          <p:nvPr/>
        </p:nvGrpSpPr>
        <p:grpSpPr bwMode="auto">
          <a:xfrm>
            <a:off x="3419475" y="908050"/>
            <a:ext cx="2708275" cy="2725738"/>
            <a:chOff x="2154" y="579"/>
            <a:chExt cx="1706" cy="1717"/>
          </a:xfrm>
        </p:grpSpPr>
        <p:sp>
          <p:nvSpPr>
            <p:cNvPr id="262164" name="Rectangle 54">
              <a:extLst>
                <a:ext uri="{FF2B5EF4-FFF2-40B4-BE49-F238E27FC236}">
                  <a16:creationId xmlns:a16="http://schemas.microsoft.com/office/drawing/2014/main" id="{3E7FAEA6-CB00-A500-673F-ABF2B4575DAF}"/>
                </a:ext>
              </a:extLst>
            </p:cNvPr>
            <p:cNvSpPr>
              <a:spLocks noChangeArrowheads="1"/>
            </p:cNvSpPr>
            <p:nvPr/>
          </p:nvSpPr>
          <p:spPr bwMode="auto">
            <a:xfrm>
              <a:off x="2154" y="579"/>
              <a:ext cx="1679" cy="829"/>
            </a:xfrm>
            <a:prstGeom prst="rect">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2165" name="Rectangle 55">
              <a:extLst>
                <a:ext uri="{FF2B5EF4-FFF2-40B4-BE49-F238E27FC236}">
                  <a16:creationId xmlns:a16="http://schemas.microsoft.com/office/drawing/2014/main" id="{300E9617-91B0-883E-95DE-88F4D472AAB5}"/>
                </a:ext>
              </a:extLst>
            </p:cNvPr>
            <p:cNvSpPr>
              <a:spLocks noChangeArrowheads="1"/>
            </p:cNvSpPr>
            <p:nvPr/>
          </p:nvSpPr>
          <p:spPr bwMode="auto">
            <a:xfrm>
              <a:off x="2154" y="1238"/>
              <a:ext cx="1679" cy="702"/>
            </a:xfrm>
            <a:prstGeom prst="rect">
              <a:avLst/>
            </a:prstGeom>
            <a:solidFill>
              <a:srgbClr val="00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262166" name="Object 56">
              <a:extLst>
                <a:ext uri="{FF2B5EF4-FFF2-40B4-BE49-F238E27FC236}">
                  <a16:creationId xmlns:a16="http://schemas.microsoft.com/office/drawing/2014/main" id="{F20670FA-FDC9-2A04-95FF-E52C5AF9C2BE}"/>
                </a:ext>
              </a:extLst>
            </p:cNvPr>
            <p:cNvGraphicFramePr>
              <a:graphicFrameLocks noChangeAspect="1"/>
            </p:cNvGraphicFramePr>
            <p:nvPr/>
          </p:nvGraphicFramePr>
          <p:xfrm>
            <a:off x="3051" y="604"/>
            <a:ext cx="237" cy="293"/>
          </p:xfrm>
          <a:graphic>
            <a:graphicData uri="http://schemas.openxmlformats.org/presentationml/2006/ole">
              <mc:AlternateContent xmlns:mc="http://schemas.openxmlformats.org/markup-compatibility/2006">
                <mc:Choice xmlns:v="urn:schemas-microsoft-com:vml" Requires="v">
                  <p:oleObj r:id="rId20" imgW="165028" imgH="228501" progId="Equation.DSMT4">
                    <p:embed/>
                  </p:oleObj>
                </mc:Choice>
                <mc:Fallback>
                  <p:oleObj r:id="rId20" imgW="165028" imgH="228501" progId="Equation.DSMT4">
                    <p:embed/>
                    <p:pic>
                      <p:nvPicPr>
                        <p:cNvPr id="0" name="Object 5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51" y="604"/>
                          <a:ext cx="237"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2167" name="Text Box 57">
              <a:extLst>
                <a:ext uri="{FF2B5EF4-FFF2-40B4-BE49-F238E27FC236}">
                  <a16:creationId xmlns:a16="http://schemas.microsoft.com/office/drawing/2014/main" id="{C2C558DA-201C-AE76-C757-1D80AC8B63E1}"/>
                </a:ext>
              </a:extLst>
            </p:cNvPr>
            <p:cNvSpPr txBox="1">
              <a:spLocks noChangeArrowheads="1"/>
            </p:cNvSpPr>
            <p:nvPr/>
          </p:nvSpPr>
          <p:spPr bwMode="auto">
            <a:xfrm>
              <a:off x="2213" y="909"/>
              <a:ext cx="5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1</a:t>
              </a:r>
            </a:p>
          </p:txBody>
        </p:sp>
        <p:sp>
          <p:nvSpPr>
            <p:cNvPr id="262168" name="Text Box 58">
              <a:extLst>
                <a:ext uri="{FF2B5EF4-FFF2-40B4-BE49-F238E27FC236}">
                  <a16:creationId xmlns:a16="http://schemas.microsoft.com/office/drawing/2014/main" id="{AD24589F-4462-7A6A-335C-C77F2BBB8F51}"/>
                </a:ext>
              </a:extLst>
            </p:cNvPr>
            <p:cNvSpPr txBox="1">
              <a:spLocks noChangeArrowheads="1"/>
            </p:cNvSpPr>
            <p:nvPr/>
          </p:nvSpPr>
          <p:spPr bwMode="auto">
            <a:xfrm>
              <a:off x="2200" y="1305"/>
              <a:ext cx="5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2</a:t>
              </a:r>
            </a:p>
          </p:txBody>
        </p:sp>
        <p:sp>
          <p:nvSpPr>
            <p:cNvPr id="262169" name="Rectangle 59">
              <a:extLst>
                <a:ext uri="{FF2B5EF4-FFF2-40B4-BE49-F238E27FC236}">
                  <a16:creationId xmlns:a16="http://schemas.microsoft.com/office/drawing/2014/main" id="{3E792ADB-11DC-6D8F-284E-BAD5F231D0F9}"/>
                </a:ext>
              </a:extLst>
            </p:cNvPr>
            <p:cNvSpPr>
              <a:spLocks noChangeArrowheads="1"/>
            </p:cNvSpPr>
            <p:nvPr/>
          </p:nvSpPr>
          <p:spPr bwMode="auto">
            <a:xfrm>
              <a:off x="2154" y="579"/>
              <a:ext cx="1679" cy="136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262170" name="Group 60">
              <a:extLst>
                <a:ext uri="{FF2B5EF4-FFF2-40B4-BE49-F238E27FC236}">
                  <a16:creationId xmlns:a16="http://schemas.microsoft.com/office/drawing/2014/main" id="{FFAE15D4-644D-65F2-FA5A-94C3333EEC09}"/>
                </a:ext>
              </a:extLst>
            </p:cNvPr>
            <p:cNvGrpSpPr>
              <a:grpSpLocks/>
            </p:cNvGrpSpPr>
            <p:nvPr/>
          </p:nvGrpSpPr>
          <p:grpSpPr bwMode="auto">
            <a:xfrm>
              <a:off x="2789" y="1239"/>
              <a:ext cx="318" cy="384"/>
              <a:chOff x="4645" y="1731"/>
              <a:chExt cx="458" cy="565"/>
            </a:xfrm>
          </p:grpSpPr>
          <p:sp>
            <p:nvSpPr>
              <p:cNvPr id="262180" name="Line 61">
                <a:extLst>
                  <a:ext uri="{FF2B5EF4-FFF2-40B4-BE49-F238E27FC236}">
                    <a16:creationId xmlns:a16="http://schemas.microsoft.com/office/drawing/2014/main" id="{9FA281FF-81B0-16BE-E63B-B63C07C2A92F}"/>
                  </a:ext>
                </a:extLst>
              </p:cNvPr>
              <p:cNvSpPr>
                <a:spLocks noChangeShapeType="1"/>
              </p:cNvSpPr>
              <p:nvPr/>
            </p:nvSpPr>
            <p:spPr bwMode="auto">
              <a:xfrm flipV="1">
                <a:off x="4645" y="1731"/>
                <a:ext cx="458" cy="565"/>
              </a:xfrm>
              <a:prstGeom prst="line">
                <a:avLst/>
              </a:prstGeom>
              <a:noFill/>
              <a:ln w="38100">
                <a:solidFill>
                  <a:srgbClr val="FF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2181" name="Line 62">
                <a:extLst>
                  <a:ext uri="{FF2B5EF4-FFF2-40B4-BE49-F238E27FC236}">
                    <a16:creationId xmlns:a16="http://schemas.microsoft.com/office/drawing/2014/main" id="{E9EBD4B1-8232-4C47-E800-72CD7DB1519D}"/>
                  </a:ext>
                </a:extLst>
              </p:cNvPr>
              <p:cNvSpPr>
                <a:spLocks noChangeShapeType="1"/>
              </p:cNvSpPr>
              <p:nvPr/>
            </p:nvSpPr>
            <p:spPr bwMode="auto">
              <a:xfrm>
                <a:off x="4645" y="2296"/>
                <a:ext cx="453" cy="0"/>
              </a:xfrm>
              <a:prstGeom prst="line">
                <a:avLst/>
              </a:prstGeom>
              <a:noFill/>
              <a:ln w="25400">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62182" name="Line 63">
                <a:extLst>
                  <a:ext uri="{FF2B5EF4-FFF2-40B4-BE49-F238E27FC236}">
                    <a16:creationId xmlns:a16="http://schemas.microsoft.com/office/drawing/2014/main" id="{9E6A57A9-65EE-0E86-4A76-826A1BA9B07F}"/>
                  </a:ext>
                </a:extLst>
              </p:cNvPr>
              <p:cNvSpPr>
                <a:spLocks noChangeShapeType="1"/>
              </p:cNvSpPr>
              <p:nvPr/>
            </p:nvSpPr>
            <p:spPr bwMode="auto">
              <a:xfrm flipH="1" flipV="1">
                <a:off x="5101" y="1738"/>
                <a:ext cx="0" cy="558"/>
              </a:xfrm>
              <a:prstGeom prst="line">
                <a:avLst/>
              </a:prstGeom>
              <a:noFill/>
              <a:ln w="25400">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262171" name="Line 64">
              <a:extLst>
                <a:ext uri="{FF2B5EF4-FFF2-40B4-BE49-F238E27FC236}">
                  <a16:creationId xmlns:a16="http://schemas.microsoft.com/office/drawing/2014/main" id="{1176BC21-249A-74DE-F987-89B97C3CAD5F}"/>
                </a:ext>
              </a:extLst>
            </p:cNvPr>
            <p:cNvSpPr>
              <a:spLocks noChangeShapeType="1"/>
            </p:cNvSpPr>
            <p:nvPr/>
          </p:nvSpPr>
          <p:spPr bwMode="auto">
            <a:xfrm flipV="1">
              <a:off x="3104" y="828"/>
              <a:ext cx="0" cy="408"/>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62172" name="Group 65">
              <a:extLst>
                <a:ext uri="{FF2B5EF4-FFF2-40B4-BE49-F238E27FC236}">
                  <a16:creationId xmlns:a16="http://schemas.microsoft.com/office/drawing/2014/main" id="{7A5E8CBE-D5DD-A185-D0E3-2EB90ABAB005}"/>
                </a:ext>
              </a:extLst>
            </p:cNvPr>
            <p:cNvGrpSpPr>
              <a:grpSpLocks/>
            </p:cNvGrpSpPr>
            <p:nvPr/>
          </p:nvGrpSpPr>
          <p:grpSpPr bwMode="auto">
            <a:xfrm>
              <a:off x="3107" y="852"/>
              <a:ext cx="544" cy="392"/>
              <a:chOff x="5103" y="1434"/>
              <a:chExt cx="453" cy="302"/>
            </a:xfrm>
          </p:grpSpPr>
          <p:sp>
            <p:nvSpPr>
              <p:cNvPr id="262177" name="Line 66">
                <a:extLst>
                  <a:ext uri="{FF2B5EF4-FFF2-40B4-BE49-F238E27FC236}">
                    <a16:creationId xmlns:a16="http://schemas.microsoft.com/office/drawing/2014/main" id="{0057F741-8C59-BEF3-DAE2-4D702B4332D7}"/>
                  </a:ext>
                </a:extLst>
              </p:cNvPr>
              <p:cNvSpPr>
                <a:spLocks noChangeShapeType="1"/>
              </p:cNvSpPr>
              <p:nvPr/>
            </p:nvSpPr>
            <p:spPr bwMode="auto">
              <a:xfrm flipV="1">
                <a:off x="5107" y="1434"/>
                <a:ext cx="430" cy="297"/>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2178" name="Line 67">
                <a:extLst>
                  <a:ext uri="{FF2B5EF4-FFF2-40B4-BE49-F238E27FC236}">
                    <a16:creationId xmlns:a16="http://schemas.microsoft.com/office/drawing/2014/main" id="{9BA5964D-C99F-9C15-5ED1-8E4096958509}"/>
                  </a:ext>
                </a:extLst>
              </p:cNvPr>
              <p:cNvSpPr>
                <a:spLocks noChangeShapeType="1"/>
              </p:cNvSpPr>
              <p:nvPr/>
            </p:nvSpPr>
            <p:spPr bwMode="auto">
              <a:xfrm>
                <a:off x="5103" y="1728"/>
                <a:ext cx="453" cy="0"/>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62179" name="Line 68">
                <a:extLst>
                  <a:ext uri="{FF2B5EF4-FFF2-40B4-BE49-F238E27FC236}">
                    <a16:creationId xmlns:a16="http://schemas.microsoft.com/office/drawing/2014/main" id="{051D52CB-2B3A-380D-FA4C-729A60DA1E30}"/>
                  </a:ext>
                </a:extLst>
              </p:cNvPr>
              <p:cNvSpPr>
                <a:spLocks noChangeShapeType="1"/>
              </p:cNvSpPr>
              <p:nvPr/>
            </p:nvSpPr>
            <p:spPr bwMode="auto">
              <a:xfrm flipH="1" flipV="1">
                <a:off x="5537" y="1434"/>
                <a:ext cx="0" cy="302"/>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262173" name="Text Box 69">
              <a:extLst>
                <a:ext uri="{FF2B5EF4-FFF2-40B4-BE49-F238E27FC236}">
                  <a16:creationId xmlns:a16="http://schemas.microsoft.com/office/drawing/2014/main" id="{261313F3-070F-B946-6CD7-1AAE6345086D}"/>
                </a:ext>
              </a:extLst>
            </p:cNvPr>
            <p:cNvSpPr txBox="1">
              <a:spLocks noChangeArrowheads="1"/>
            </p:cNvSpPr>
            <p:nvPr/>
          </p:nvSpPr>
          <p:spPr bwMode="auto">
            <a:xfrm>
              <a:off x="2227" y="2046"/>
              <a:ext cx="16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r>
                <a:rPr lang="en-US" altLang="zh-CN" sz="2000">
                  <a:latin typeface="Times New Roman" panose="02020603050405020304" pitchFamily="18" charset="0"/>
                  <a:ea typeface="宋体" panose="02010600030101010101" pitchFamily="2" charset="-122"/>
                </a:rPr>
                <a:t> </a:t>
              </a:r>
              <a:r>
                <a:rPr lang="zh-CN" altLang="en-US" sz="2000">
                  <a:latin typeface="Times New Roman" panose="02020603050405020304" pitchFamily="18" charset="0"/>
                  <a:ea typeface="宋体" panose="02010600030101010101" pitchFamily="2" charset="-122"/>
                </a:rPr>
                <a:t>、 的法向分量连续</a:t>
              </a:r>
            </a:p>
          </p:txBody>
        </p:sp>
        <p:grpSp>
          <p:nvGrpSpPr>
            <p:cNvPr id="262174" name="Group 70">
              <a:extLst>
                <a:ext uri="{FF2B5EF4-FFF2-40B4-BE49-F238E27FC236}">
                  <a16:creationId xmlns:a16="http://schemas.microsoft.com/office/drawing/2014/main" id="{618277D3-46A6-0CC2-3924-3D9D441902CA}"/>
                </a:ext>
              </a:extLst>
            </p:cNvPr>
            <p:cNvGrpSpPr>
              <a:grpSpLocks/>
            </p:cNvGrpSpPr>
            <p:nvPr/>
          </p:nvGrpSpPr>
          <p:grpSpPr bwMode="auto">
            <a:xfrm>
              <a:off x="2199" y="2031"/>
              <a:ext cx="478" cy="265"/>
              <a:chOff x="2199" y="2031"/>
              <a:chExt cx="478" cy="265"/>
            </a:xfrm>
          </p:grpSpPr>
          <p:graphicFrame>
            <p:nvGraphicFramePr>
              <p:cNvPr id="262175" name="Object 71">
                <a:extLst>
                  <a:ext uri="{FF2B5EF4-FFF2-40B4-BE49-F238E27FC236}">
                    <a16:creationId xmlns:a16="http://schemas.microsoft.com/office/drawing/2014/main" id="{AACF3612-E199-BEA0-647B-4DB67E95D986}"/>
                  </a:ext>
                </a:extLst>
              </p:cNvPr>
              <p:cNvGraphicFramePr>
                <a:graphicFrameLocks noChangeAspect="1"/>
              </p:cNvGraphicFramePr>
              <p:nvPr/>
            </p:nvGraphicFramePr>
            <p:xfrm>
              <a:off x="2199" y="2031"/>
              <a:ext cx="271" cy="265"/>
            </p:xfrm>
            <a:graphic>
              <a:graphicData uri="http://schemas.openxmlformats.org/presentationml/2006/ole">
                <mc:AlternateContent xmlns:mc="http://schemas.openxmlformats.org/markup-compatibility/2006">
                  <mc:Choice xmlns:v="urn:schemas-microsoft-com:vml" Requires="v">
                    <p:oleObj r:id="rId21" imgW="76148" imgH="114300" progId="Equation.DSMT4">
                      <p:embed/>
                    </p:oleObj>
                  </mc:Choice>
                  <mc:Fallback>
                    <p:oleObj r:id="rId21" imgW="76148" imgH="114300" progId="Equation.DSMT4">
                      <p:embed/>
                      <p:pic>
                        <p:nvPicPr>
                          <p:cNvPr id="0" name="Object 7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99" y="2031"/>
                            <a:ext cx="27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2176" name="Object 72">
                <a:extLst>
                  <a:ext uri="{FF2B5EF4-FFF2-40B4-BE49-F238E27FC236}">
                    <a16:creationId xmlns:a16="http://schemas.microsoft.com/office/drawing/2014/main" id="{E1198081-F0A2-8A54-F4DF-1DE4EB37D256}"/>
                  </a:ext>
                </a:extLst>
              </p:cNvPr>
              <p:cNvGraphicFramePr>
                <a:graphicFrameLocks noChangeAspect="1"/>
              </p:cNvGraphicFramePr>
              <p:nvPr/>
            </p:nvGraphicFramePr>
            <p:xfrm>
              <a:off x="2426" y="2031"/>
              <a:ext cx="251" cy="265"/>
            </p:xfrm>
            <a:graphic>
              <a:graphicData uri="http://schemas.openxmlformats.org/presentationml/2006/ole">
                <mc:AlternateContent xmlns:mc="http://schemas.openxmlformats.org/markup-compatibility/2006">
                  <mc:Choice xmlns:v="urn:schemas-microsoft-com:vml" Requires="v">
                    <p:oleObj r:id="rId23" imgW="69906" imgH="114300" progId="Equation.DSMT4">
                      <p:embed/>
                    </p:oleObj>
                  </mc:Choice>
                  <mc:Fallback>
                    <p:oleObj r:id="rId23" imgW="69906" imgH="114300" progId="Equation.DSMT4">
                      <p:embed/>
                      <p:pic>
                        <p:nvPicPr>
                          <p:cNvPr id="0" name="Object 7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426" y="2031"/>
                            <a:ext cx="25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graphicFrame>
        <p:nvGraphicFramePr>
          <p:cNvPr id="870473" name="Object 73">
            <a:extLst>
              <a:ext uri="{FF2B5EF4-FFF2-40B4-BE49-F238E27FC236}">
                <a16:creationId xmlns:a16="http://schemas.microsoft.com/office/drawing/2014/main" id="{94683AD4-5F85-BA22-BEA5-0D2B965B2215}"/>
              </a:ext>
            </a:extLst>
          </p:cNvPr>
          <p:cNvGraphicFramePr>
            <a:graphicFrameLocks noGrp="1" noChangeAspect="1"/>
          </p:cNvGraphicFramePr>
          <p:nvPr>
            <p:ph/>
          </p:nvPr>
        </p:nvGraphicFramePr>
        <p:xfrm>
          <a:off x="3635375" y="1052513"/>
          <a:ext cx="1152525" cy="315912"/>
        </p:xfrm>
        <a:graphic>
          <a:graphicData uri="http://schemas.openxmlformats.org/presentationml/2006/ole">
            <mc:AlternateContent xmlns:mc="http://schemas.openxmlformats.org/markup-compatibility/2006">
              <mc:Choice xmlns:v="urn:schemas-microsoft-com:vml" Requires="v">
                <p:oleObj r:id="rId25" imgW="615842" imgH="120535" progId="Equation.3">
                  <p:embed/>
                </p:oleObj>
              </mc:Choice>
              <mc:Fallback>
                <p:oleObj r:id="rId25" imgW="615842" imgH="120535" progId="Equation.3">
                  <p:embed/>
                  <p:pic>
                    <p:nvPicPr>
                      <p:cNvPr id="0" name="Object 73"/>
                      <p:cNvPicPr>
                        <a:picLocks noGrp="1"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635375" y="1052513"/>
                        <a:ext cx="1152525" cy="315912"/>
                      </a:xfrm>
                      <a:prstGeom prst="rect">
                        <a:avLst/>
                      </a:prstGeom>
                      <a:solidFill>
                        <a:schemeClr val="tx1"/>
                      </a:solidFill>
                      <a:ln w="9525">
                        <a:solidFill>
                          <a:schemeClr val="tx1"/>
                        </a:solidFill>
                        <a:miter lim="800000"/>
                        <a:headEnd/>
                        <a:tailEnd/>
                      </a:ln>
                    </p:spPr>
                  </p:pic>
                </p:oleObj>
              </mc:Fallback>
            </mc:AlternateContent>
          </a:graphicData>
        </a:graphic>
      </p:graphicFrame>
      <p:graphicFrame>
        <p:nvGraphicFramePr>
          <p:cNvPr id="870475" name="Object 75">
            <a:extLst>
              <a:ext uri="{FF2B5EF4-FFF2-40B4-BE49-F238E27FC236}">
                <a16:creationId xmlns:a16="http://schemas.microsoft.com/office/drawing/2014/main" id="{A75521EA-6737-A109-D19E-B3A8A3EDE1A7}"/>
              </a:ext>
            </a:extLst>
          </p:cNvPr>
          <p:cNvGraphicFramePr>
            <a:graphicFrameLocks noChangeAspect="1"/>
          </p:cNvGraphicFramePr>
          <p:nvPr/>
        </p:nvGraphicFramePr>
        <p:xfrm>
          <a:off x="3527425" y="2636838"/>
          <a:ext cx="1227138" cy="315912"/>
        </p:xfrm>
        <a:graphic>
          <a:graphicData uri="http://schemas.openxmlformats.org/presentationml/2006/ole">
            <mc:AlternateContent xmlns:mc="http://schemas.openxmlformats.org/markup-compatibility/2006">
              <mc:Choice xmlns:v="urn:schemas-microsoft-com:vml" Requires="v">
                <p:oleObj r:id="rId27" imgW="660365" imgH="120535" progId="Equation.3">
                  <p:embed/>
                </p:oleObj>
              </mc:Choice>
              <mc:Fallback>
                <p:oleObj r:id="rId27" imgW="660365" imgH="120535" progId="Equation.3">
                  <p:embed/>
                  <p:pic>
                    <p:nvPicPr>
                      <p:cNvPr id="0" name="Object 7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527425" y="2636838"/>
                        <a:ext cx="1227138" cy="315912"/>
                      </a:xfrm>
                      <a:prstGeom prst="rect">
                        <a:avLst/>
                      </a:prstGeom>
                      <a:solidFill>
                        <a:schemeClr val="tx1"/>
                      </a:solidFill>
                      <a:ln w="9525">
                        <a:solidFill>
                          <a:schemeClr val="tx1"/>
                        </a:solidFill>
                        <a:miter lim="800000"/>
                        <a:headEnd/>
                        <a:tailEnd/>
                      </a:ln>
                    </p:spPr>
                  </p:pic>
                </p:oleObj>
              </mc:Fallback>
            </mc:AlternateContent>
          </a:graphicData>
        </a:graphic>
      </p:graphicFrame>
      <p:pic>
        <p:nvPicPr>
          <p:cNvPr id="14" name="图片 13">
            <a:extLst>
              <a:ext uri="{FF2B5EF4-FFF2-40B4-BE49-F238E27FC236}">
                <a16:creationId xmlns:a16="http://schemas.microsoft.com/office/drawing/2014/main" id="{11B3AB56-404F-7C27-D34D-7B3EC11D51E2}"/>
              </a:ext>
            </a:extLst>
          </p:cNvPr>
          <p:cNvPicPr>
            <a:picLocks noChangeAspect="1"/>
          </p:cNvPicPr>
          <p:nvPr/>
        </p:nvPicPr>
        <p:blipFill>
          <a:blip r:embed="rId29"/>
          <a:stretch>
            <a:fillRect/>
          </a:stretch>
        </p:blipFill>
        <p:spPr>
          <a:xfrm>
            <a:off x="3372099" y="4142819"/>
            <a:ext cx="2184882" cy="2020330"/>
          </a:xfrm>
          <a:prstGeom prst="rect">
            <a:avLst/>
          </a:prstGeom>
        </p:spPr>
      </p:pic>
      <p:sp>
        <p:nvSpPr>
          <p:cNvPr id="15" name="AutoShape 56">
            <a:extLst>
              <a:ext uri="{FF2B5EF4-FFF2-40B4-BE49-F238E27FC236}">
                <a16:creationId xmlns:a16="http://schemas.microsoft.com/office/drawing/2014/main" id="{8C81BDE3-1C74-1492-26C8-E6093D2C28B4}"/>
              </a:ext>
            </a:extLst>
          </p:cNvPr>
          <p:cNvSpPr>
            <a:spLocks noChangeArrowheads="1"/>
          </p:cNvSpPr>
          <p:nvPr/>
        </p:nvSpPr>
        <p:spPr bwMode="auto">
          <a:xfrm>
            <a:off x="2728142" y="5076315"/>
            <a:ext cx="647700" cy="215900"/>
          </a:xfrm>
          <a:prstGeom prst="rightArrow">
            <a:avLst>
              <a:gd name="adj1" fmla="val 50000"/>
              <a:gd name="adj2" fmla="val 75000"/>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pic>
        <p:nvPicPr>
          <p:cNvPr id="17" name="图片 16">
            <a:extLst>
              <a:ext uri="{FF2B5EF4-FFF2-40B4-BE49-F238E27FC236}">
                <a16:creationId xmlns:a16="http://schemas.microsoft.com/office/drawing/2014/main" id="{B5F0A731-479F-DB10-3D44-0565D35EA0EB}"/>
              </a:ext>
            </a:extLst>
          </p:cNvPr>
          <p:cNvPicPr>
            <a:picLocks noChangeAspect="1"/>
          </p:cNvPicPr>
          <p:nvPr/>
        </p:nvPicPr>
        <p:blipFill>
          <a:blip r:embed="rId30"/>
          <a:stretch>
            <a:fillRect/>
          </a:stretch>
        </p:blipFill>
        <p:spPr>
          <a:xfrm>
            <a:off x="28161" y="4241683"/>
            <a:ext cx="2703723" cy="18851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灯片编号占位符 3">
            <a:extLst>
              <a:ext uri="{FF2B5EF4-FFF2-40B4-BE49-F238E27FC236}">
                <a16:creationId xmlns:a16="http://schemas.microsoft.com/office/drawing/2014/main" id="{8625D1DA-392C-FA48-146F-7D42250D09A6}"/>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C9A2A735-ECAB-4613-BB11-A709DD6DBC37}" type="slidenum">
              <a:rPr altLang="zh-CN" sz="1400" b="0">
                <a:solidFill>
                  <a:schemeClr val="tx1"/>
                </a:solidFill>
                <a:ea typeface="宋体" panose="02010600030101010101" pitchFamily="2" charset="-122"/>
              </a:rPr>
              <a:pPr/>
              <a:t>10</a:t>
            </a:fld>
            <a:endParaRPr lang="zh-CN" altLang="zh-CN" sz="1400" b="0">
              <a:solidFill>
                <a:schemeClr val="tx1"/>
              </a:solidFill>
              <a:ea typeface="宋体" panose="02010600030101010101" pitchFamily="2" charset="-122"/>
            </a:endParaRPr>
          </a:p>
        </p:txBody>
      </p:sp>
      <p:sp>
        <p:nvSpPr>
          <p:cNvPr id="871426" name="Text Box 2">
            <a:extLst>
              <a:ext uri="{FF2B5EF4-FFF2-40B4-BE49-F238E27FC236}">
                <a16:creationId xmlns:a16="http://schemas.microsoft.com/office/drawing/2014/main" id="{F8CED607-F22E-3AD6-8994-B27317336E35}"/>
              </a:ext>
            </a:extLst>
          </p:cNvPr>
          <p:cNvSpPr txBox="1">
            <a:spLocks noChangeArrowheads="1"/>
          </p:cNvSpPr>
          <p:nvPr/>
        </p:nvSpPr>
        <p:spPr bwMode="auto">
          <a:xfrm>
            <a:off x="179388" y="1196975"/>
            <a:ext cx="56165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latin typeface="Times New Roman" panose="02020603050405020304" pitchFamily="18" charset="0"/>
              </a:rPr>
              <a:t>在线性、各向同性的理想介质分界面上</a:t>
            </a:r>
            <a:endParaRPr lang="zh-CN" altLang="el-GR"/>
          </a:p>
        </p:txBody>
      </p:sp>
      <p:sp>
        <p:nvSpPr>
          <p:cNvPr id="264196" name="AutoShape 3">
            <a:hlinkClick r:id="rId3" action="ppaction://hlinksldjump" highlightClick="1"/>
            <a:extLst>
              <a:ext uri="{FF2B5EF4-FFF2-40B4-BE49-F238E27FC236}">
                <a16:creationId xmlns:a16="http://schemas.microsoft.com/office/drawing/2014/main" id="{303C95E0-6EA7-8476-602E-EEFCF3B1656F}"/>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4197" name="AutoShape 4">
            <a:hlinkClick r:id="" action="ppaction://hlinkshowjump?jump=previousslide" highlightClick="1"/>
            <a:extLst>
              <a:ext uri="{FF2B5EF4-FFF2-40B4-BE49-F238E27FC236}">
                <a16:creationId xmlns:a16="http://schemas.microsoft.com/office/drawing/2014/main" id="{5BEB060B-3671-DB93-125F-A35315E900B0}"/>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4198" name="AutoShape 5">
            <a:hlinkClick r:id="" action="ppaction://hlinkshowjump?jump=nextslide" highlightClick="1"/>
            <a:extLst>
              <a:ext uri="{FF2B5EF4-FFF2-40B4-BE49-F238E27FC236}">
                <a16:creationId xmlns:a16="http://schemas.microsoft.com/office/drawing/2014/main" id="{85AD7AC4-05DB-256A-C630-7C25C6C71EB0}"/>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4199" name="AutoShape 6">
            <a:hlinkClick r:id="" action="ppaction://hlinkshowjump?jump=lastslide" highlightClick="1"/>
            <a:extLst>
              <a:ext uri="{FF2B5EF4-FFF2-40B4-BE49-F238E27FC236}">
                <a16:creationId xmlns:a16="http://schemas.microsoft.com/office/drawing/2014/main" id="{6E32B5BD-9435-B1F1-BE69-DF372631607D}"/>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2" name="Group 7">
            <a:extLst>
              <a:ext uri="{FF2B5EF4-FFF2-40B4-BE49-F238E27FC236}">
                <a16:creationId xmlns:a16="http://schemas.microsoft.com/office/drawing/2014/main" id="{DF7E9172-A23A-E52E-C9D8-850216E0FBE2}"/>
              </a:ext>
            </a:extLst>
          </p:cNvPr>
          <p:cNvGrpSpPr>
            <a:grpSpLocks/>
          </p:cNvGrpSpPr>
          <p:nvPr/>
        </p:nvGrpSpPr>
        <p:grpSpPr bwMode="auto">
          <a:xfrm>
            <a:off x="5795963" y="549275"/>
            <a:ext cx="3240087" cy="2449513"/>
            <a:chOff x="3651" y="1842"/>
            <a:chExt cx="2041" cy="1543"/>
          </a:xfrm>
        </p:grpSpPr>
        <p:sp>
          <p:nvSpPr>
            <p:cNvPr id="264224" name="Rectangle 8">
              <a:extLst>
                <a:ext uri="{FF2B5EF4-FFF2-40B4-BE49-F238E27FC236}">
                  <a16:creationId xmlns:a16="http://schemas.microsoft.com/office/drawing/2014/main" id="{2FFD83F5-05DD-C260-9765-9ABB88485B8E}"/>
                </a:ext>
              </a:extLst>
            </p:cNvPr>
            <p:cNvSpPr>
              <a:spLocks noChangeArrowheads="1"/>
            </p:cNvSpPr>
            <p:nvPr/>
          </p:nvSpPr>
          <p:spPr bwMode="auto">
            <a:xfrm>
              <a:off x="3651" y="1842"/>
              <a:ext cx="2041" cy="817"/>
            </a:xfrm>
            <a:prstGeom prst="rect">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4225" name="Rectangle 9">
              <a:extLst>
                <a:ext uri="{FF2B5EF4-FFF2-40B4-BE49-F238E27FC236}">
                  <a16:creationId xmlns:a16="http://schemas.microsoft.com/office/drawing/2014/main" id="{DC7CE85E-671A-1EE2-6EE5-DCB16657B58D}"/>
                </a:ext>
              </a:extLst>
            </p:cNvPr>
            <p:cNvSpPr>
              <a:spLocks noChangeArrowheads="1"/>
            </p:cNvSpPr>
            <p:nvPr/>
          </p:nvSpPr>
          <p:spPr bwMode="auto">
            <a:xfrm>
              <a:off x="3651" y="2659"/>
              <a:ext cx="2041" cy="726"/>
            </a:xfrm>
            <a:prstGeom prst="rect">
              <a:avLst/>
            </a:prstGeom>
            <a:solidFill>
              <a:srgbClr val="00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4226" name="Text Box 10">
              <a:extLst>
                <a:ext uri="{FF2B5EF4-FFF2-40B4-BE49-F238E27FC236}">
                  <a16:creationId xmlns:a16="http://schemas.microsoft.com/office/drawing/2014/main" id="{638B9D68-0713-ACDB-3F1E-04F8F53B3EB4}"/>
                </a:ext>
              </a:extLst>
            </p:cNvPr>
            <p:cNvSpPr txBox="1">
              <a:spLocks noChangeArrowheads="1"/>
            </p:cNvSpPr>
            <p:nvPr/>
          </p:nvSpPr>
          <p:spPr bwMode="auto">
            <a:xfrm>
              <a:off x="3696" y="2659"/>
              <a:ext cx="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介质</a:t>
              </a:r>
              <a:r>
                <a:rPr lang="en-US" altLang="zh-CN" sz="2000">
                  <a:solidFill>
                    <a:schemeClr val="tx1"/>
                  </a:solidFill>
                  <a:latin typeface="Times New Roman" panose="02020603050405020304" pitchFamily="18" charset="0"/>
                  <a:ea typeface="宋体" panose="02010600030101010101" pitchFamily="2" charset="-122"/>
                </a:rPr>
                <a:t>2</a:t>
              </a:r>
            </a:p>
          </p:txBody>
        </p:sp>
        <p:sp>
          <p:nvSpPr>
            <p:cNvPr id="264227" name="Text Box 11">
              <a:extLst>
                <a:ext uri="{FF2B5EF4-FFF2-40B4-BE49-F238E27FC236}">
                  <a16:creationId xmlns:a16="http://schemas.microsoft.com/office/drawing/2014/main" id="{8A1CF538-BF4E-1D5C-1CAF-CF920497622C}"/>
                </a:ext>
              </a:extLst>
            </p:cNvPr>
            <p:cNvSpPr txBox="1">
              <a:spLocks noChangeArrowheads="1"/>
            </p:cNvSpPr>
            <p:nvPr/>
          </p:nvSpPr>
          <p:spPr bwMode="auto">
            <a:xfrm>
              <a:off x="3696" y="2296"/>
              <a:ext cx="5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介质</a:t>
              </a:r>
              <a:r>
                <a:rPr lang="en-US" altLang="zh-CN" sz="2000">
                  <a:solidFill>
                    <a:schemeClr val="tx1"/>
                  </a:solidFill>
                  <a:latin typeface="Times New Roman" panose="02020603050405020304" pitchFamily="18" charset="0"/>
                  <a:ea typeface="宋体" panose="02010600030101010101" pitchFamily="2" charset="-122"/>
                </a:rPr>
                <a:t>1</a:t>
              </a:r>
            </a:p>
          </p:txBody>
        </p:sp>
        <p:graphicFrame>
          <p:nvGraphicFramePr>
            <p:cNvPr id="264228" name="Object 12">
              <a:extLst>
                <a:ext uri="{FF2B5EF4-FFF2-40B4-BE49-F238E27FC236}">
                  <a16:creationId xmlns:a16="http://schemas.microsoft.com/office/drawing/2014/main" id="{9BB646F7-720D-FBEF-609F-FD1C7C2F0CF2}"/>
                </a:ext>
              </a:extLst>
            </p:cNvPr>
            <p:cNvGraphicFramePr>
              <a:graphicFrameLocks noChangeAspect="1"/>
            </p:cNvGraphicFramePr>
            <p:nvPr/>
          </p:nvGraphicFramePr>
          <p:xfrm>
            <a:off x="5342" y="2704"/>
            <a:ext cx="182" cy="266"/>
          </p:xfrm>
          <a:graphic>
            <a:graphicData uri="http://schemas.openxmlformats.org/presentationml/2006/ole">
              <mc:AlternateContent xmlns:mc="http://schemas.openxmlformats.org/markup-compatibility/2006">
                <mc:Choice xmlns:v="urn:schemas-microsoft-com:vml" Requires="v">
                  <p:oleObj r:id="rId4" imgW="164885" imgH="215619" progId="Equation.3">
                    <p:embed/>
                  </p:oleObj>
                </mc:Choice>
                <mc:Fallback>
                  <p:oleObj r:id="rId4" imgW="164885" imgH="215619"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2" y="2704"/>
                          <a:ext cx="182"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4229" name="Object 13">
              <a:extLst>
                <a:ext uri="{FF2B5EF4-FFF2-40B4-BE49-F238E27FC236}">
                  <a16:creationId xmlns:a16="http://schemas.microsoft.com/office/drawing/2014/main" id="{D72A1EBB-7A76-3F25-7FDC-D1321C4F2513}"/>
                </a:ext>
              </a:extLst>
            </p:cNvPr>
            <p:cNvGraphicFramePr>
              <a:graphicFrameLocks noChangeAspect="1"/>
            </p:cNvGraphicFramePr>
            <p:nvPr/>
          </p:nvGraphicFramePr>
          <p:xfrm>
            <a:off x="5345" y="2387"/>
            <a:ext cx="188" cy="263"/>
          </p:xfrm>
          <a:graphic>
            <a:graphicData uri="http://schemas.openxmlformats.org/presentationml/2006/ole">
              <mc:AlternateContent xmlns:mc="http://schemas.openxmlformats.org/markup-compatibility/2006">
                <mc:Choice xmlns:v="urn:schemas-microsoft-com:vml" Requires="v">
                  <p:oleObj r:id="rId6" imgW="152268" imgH="215713" progId="Equation.3">
                    <p:embed/>
                  </p:oleObj>
                </mc:Choice>
                <mc:Fallback>
                  <p:oleObj r:id="rId6" imgW="152268" imgH="215713"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45" y="2387"/>
                          <a:ext cx="18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4230" name="Line 14">
              <a:extLst>
                <a:ext uri="{FF2B5EF4-FFF2-40B4-BE49-F238E27FC236}">
                  <a16:creationId xmlns:a16="http://schemas.microsoft.com/office/drawing/2014/main" id="{796C0301-4BFD-8934-87CC-85F591749BF5}"/>
                </a:ext>
              </a:extLst>
            </p:cNvPr>
            <p:cNvSpPr>
              <a:spLocks noChangeShapeType="1"/>
            </p:cNvSpPr>
            <p:nvPr/>
          </p:nvSpPr>
          <p:spPr bwMode="auto">
            <a:xfrm flipV="1">
              <a:off x="4416" y="2659"/>
              <a:ext cx="431" cy="314"/>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4231" name="Line 15">
              <a:extLst>
                <a:ext uri="{FF2B5EF4-FFF2-40B4-BE49-F238E27FC236}">
                  <a16:creationId xmlns:a16="http://schemas.microsoft.com/office/drawing/2014/main" id="{72B71E80-7C6D-A649-BBA8-F5326EA358E9}"/>
                </a:ext>
              </a:extLst>
            </p:cNvPr>
            <p:cNvSpPr>
              <a:spLocks noChangeShapeType="1"/>
            </p:cNvSpPr>
            <p:nvPr/>
          </p:nvSpPr>
          <p:spPr bwMode="auto">
            <a:xfrm flipH="1">
              <a:off x="4830" y="2071"/>
              <a:ext cx="0" cy="1132"/>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64232" name="Line 16">
              <a:extLst>
                <a:ext uri="{FF2B5EF4-FFF2-40B4-BE49-F238E27FC236}">
                  <a16:creationId xmlns:a16="http://schemas.microsoft.com/office/drawing/2014/main" id="{335677FB-70B8-3342-EF01-96CAFB242754}"/>
                </a:ext>
              </a:extLst>
            </p:cNvPr>
            <p:cNvSpPr>
              <a:spLocks noChangeShapeType="1"/>
            </p:cNvSpPr>
            <p:nvPr/>
          </p:nvSpPr>
          <p:spPr bwMode="auto">
            <a:xfrm flipV="1">
              <a:off x="4830" y="2088"/>
              <a:ext cx="431" cy="579"/>
            </a:xfrm>
            <a:prstGeom prst="line">
              <a:avLst/>
            </a:prstGeom>
            <a:noFill/>
            <a:ln w="3810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4233" name="Freeform 17">
              <a:extLst>
                <a:ext uri="{FF2B5EF4-FFF2-40B4-BE49-F238E27FC236}">
                  <a16:creationId xmlns:a16="http://schemas.microsoft.com/office/drawing/2014/main" id="{A71C796C-8D43-D507-B03E-A3301F93E113}"/>
                </a:ext>
              </a:extLst>
            </p:cNvPr>
            <p:cNvSpPr>
              <a:spLocks noChangeArrowheads="1"/>
            </p:cNvSpPr>
            <p:nvPr/>
          </p:nvSpPr>
          <p:spPr bwMode="auto">
            <a:xfrm>
              <a:off x="4689" y="2761"/>
              <a:ext cx="170" cy="91"/>
            </a:xfrm>
            <a:custGeom>
              <a:avLst/>
              <a:gdLst>
                <a:gd name="T0" fmla="*/ 0 w 192"/>
                <a:gd name="T1" fmla="*/ 0 h 112"/>
                <a:gd name="T2" fmla="*/ 75 w 192"/>
                <a:gd name="T3" fmla="*/ 63 h 112"/>
                <a:gd name="T4" fmla="*/ 151 w 192"/>
                <a:gd name="T5" fmla="*/ 63 h 112"/>
                <a:gd name="T6" fmla="*/ 0 60000 65536"/>
                <a:gd name="T7" fmla="*/ 0 60000 65536"/>
                <a:gd name="T8" fmla="*/ 0 60000 65536"/>
              </a:gdLst>
              <a:ahLst/>
              <a:cxnLst>
                <a:cxn ang="T6">
                  <a:pos x="T0" y="T1"/>
                </a:cxn>
                <a:cxn ang="T7">
                  <a:pos x="T2" y="T3"/>
                </a:cxn>
                <a:cxn ang="T8">
                  <a:pos x="T4" y="T5"/>
                </a:cxn>
              </a:cxnLst>
              <a:rect l="0" t="0" r="r" b="b"/>
              <a:pathLst>
                <a:path w="192" h="112">
                  <a:moveTo>
                    <a:pt x="0" y="0"/>
                  </a:moveTo>
                  <a:cubicBezTo>
                    <a:pt x="32" y="40"/>
                    <a:pt x="64" y="80"/>
                    <a:pt x="96" y="96"/>
                  </a:cubicBezTo>
                  <a:cubicBezTo>
                    <a:pt x="128" y="112"/>
                    <a:pt x="160" y="104"/>
                    <a:pt x="192" y="96"/>
                  </a:cubicBezTo>
                </a:path>
              </a:pathLst>
            </a:cu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4234" name="Freeform 18">
              <a:extLst>
                <a:ext uri="{FF2B5EF4-FFF2-40B4-BE49-F238E27FC236}">
                  <a16:creationId xmlns:a16="http://schemas.microsoft.com/office/drawing/2014/main" id="{7A97B763-CC25-33AA-C19A-0903AA918352}"/>
                </a:ext>
              </a:extLst>
            </p:cNvPr>
            <p:cNvSpPr>
              <a:spLocks noChangeArrowheads="1"/>
            </p:cNvSpPr>
            <p:nvPr/>
          </p:nvSpPr>
          <p:spPr bwMode="auto">
            <a:xfrm>
              <a:off x="4851" y="2385"/>
              <a:ext cx="148" cy="59"/>
            </a:xfrm>
            <a:custGeom>
              <a:avLst/>
              <a:gdLst>
                <a:gd name="T0" fmla="*/ 0 w 192"/>
                <a:gd name="T1" fmla="*/ 62 h 56"/>
                <a:gd name="T2" fmla="*/ 57 w 192"/>
                <a:gd name="T3" fmla="*/ 8 h 56"/>
                <a:gd name="T4" fmla="*/ 114 w 192"/>
                <a:gd name="T5" fmla="*/ 8 h 56"/>
                <a:gd name="T6" fmla="*/ 0 60000 65536"/>
                <a:gd name="T7" fmla="*/ 0 60000 65536"/>
                <a:gd name="T8" fmla="*/ 0 60000 65536"/>
              </a:gdLst>
              <a:ahLst/>
              <a:cxnLst>
                <a:cxn ang="T6">
                  <a:pos x="T0" y="T1"/>
                </a:cxn>
                <a:cxn ang="T7">
                  <a:pos x="T2" y="T3"/>
                </a:cxn>
                <a:cxn ang="T8">
                  <a:pos x="T4" y="T5"/>
                </a:cxn>
              </a:cxnLst>
              <a:rect l="0" t="0" r="r" b="b"/>
              <a:pathLst>
                <a:path w="192" h="56">
                  <a:moveTo>
                    <a:pt x="0" y="56"/>
                  </a:moveTo>
                  <a:cubicBezTo>
                    <a:pt x="32" y="36"/>
                    <a:pt x="64" y="16"/>
                    <a:pt x="96" y="8"/>
                  </a:cubicBezTo>
                  <a:cubicBezTo>
                    <a:pt x="128" y="0"/>
                    <a:pt x="168" y="8"/>
                    <a:pt x="192" y="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64235" name="Object 19">
              <a:extLst>
                <a:ext uri="{FF2B5EF4-FFF2-40B4-BE49-F238E27FC236}">
                  <a16:creationId xmlns:a16="http://schemas.microsoft.com/office/drawing/2014/main" id="{06BFA31D-F364-B4C0-ED95-0907CC2BB083}"/>
                </a:ext>
              </a:extLst>
            </p:cNvPr>
            <p:cNvGraphicFramePr>
              <a:graphicFrameLocks noChangeAspect="1"/>
            </p:cNvGraphicFramePr>
            <p:nvPr/>
          </p:nvGraphicFramePr>
          <p:xfrm>
            <a:off x="4602" y="2803"/>
            <a:ext cx="228" cy="252"/>
          </p:xfrm>
          <a:graphic>
            <a:graphicData uri="http://schemas.openxmlformats.org/presentationml/2006/ole">
              <mc:AlternateContent xmlns:mc="http://schemas.openxmlformats.org/markup-compatibility/2006">
                <mc:Choice xmlns:v="urn:schemas-microsoft-com:vml" Requires="v">
                  <p:oleObj r:id="rId8" imgW="164885" imgH="215619" progId="Equation.3">
                    <p:embed/>
                  </p:oleObj>
                </mc:Choice>
                <mc:Fallback>
                  <p:oleObj r:id="rId8" imgW="164885" imgH="215619"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02" y="2803"/>
                          <a:ext cx="2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4236" name="Object 20">
              <a:extLst>
                <a:ext uri="{FF2B5EF4-FFF2-40B4-BE49-F238E27FC236}">
                  <a16:creationId xmlns:a16="http://schemas.microsoft.com/office/drawing/2014/main" id="{A1160E3A-D68B-8416-8309-499F1EF44BE4}"/>
                </a:ext>
              </a:extLst>
            </p:cNvPr>
            <p:cNvGraphicFramePr>
              <a:graphicFrameLocks noChangeAspect="1"/>
            </p:cNvGraphicFramePr>
            <p:nvPr/>
          </p:nvGraphicFramePr>
          <p:xfrm>
            <a:off x="4859" y="2121"/>
            <a:ext cx="241" cy="262"/>
          </p:xfrm>
          <a:graphic>
            <a:graphicData uri="http://schemas.openxmlformats.org/presentationml/2006/ole">
              <mc:AlternateContent xmlns:mc="http://schemas.openxmlformats.org/markup-compatibility/2006">
                <mc:Choice xmlns:v="urn:schemas-microsoft-com:vml" Requires="v">
                  <p:oleObj r:id="rId10" imgW="152268" imgH="215713" progId="Equation.3">
                    <p:embed/>
                  </p:oleObj>
                </mc:Choice>
                <mc:Fallback>
                  <p:oleObj r:id="rId10" imgW="152268" imgH="215713"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59" y="2121"/>
                          <a:ext cx="241"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4237" name="Object 21">
              <a:extLst>
                <a:ext uri="{FF2B5EF4-FFF2-40B4-BE49-F238E27FC236}">
                  <a16:creationId xmlns:a16="http://schemas.microsoft.com/office/drawing/2014/main" id="{D5183A03-30DA-3432-FB36-C45B7FD32D0F}"/>
                </a:ext>
              </a:extLst>
            </p:cNvPr>
            <p:cNvGraphicFramePr>
              <a:graphicFrameLocks noChangeAspect="1"/>
            </p:cNvGraphicFramePr>
            <p:nvPr/>
          </p:nvGraphicFramePr>
          <p:xfrm>
            <a:off x="4071" y="2846"/>
            <a:ext cx="607" cy="298"/>
          </p:xfrm>
          <a:graphic>
            <a:graphicData uri="http://schemas.openxmlformats.org/presentationml/2006/ole">
              <mc:AlternateContent xmlns:mc="http://schemas.openxmlformats.org/markup-compatibility/2006">
                <mc:Choice xmlns:v="urn:schemas-microsoft-com:vml" Requires="v">
                  <p:oleObj r:id="rId12" imgW="431613" imgH="241195" progId="Equation.3">
                    <p:embed/>
                  </p:oleObj>
                </mc:Choice>
                <mc:Fallback>
                  <p:oleObj r:id="rId12" imgW="431613" imgH="241195" progId="Equation.3">
                    <p:embed/>
                    <p:pic>
                      <p:nvPicPr>
                        <p:cNvPr id="0"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71" y="2846"/>
                          <a:ext cx="60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4238" name="Object 22">
              <a:extLst>
                <a:ext uri="{FF2B5EF4-FFF2-40B4-BE49-F238E27FC236}">
                  <a16:creationId xmlns:a16="http://schemas.microsoft.com/office/drawing/2014/main" id="{87FE7351-E0ED-8540-D4D4-A8ADC0CEB217}"/>
                </a:ext>
              </a:extLst>
            </p:cNvPr>
            <p:cNvGraphicFramePr>
              <a:graphicFrameLocks noChangeAspect="1"/>
            </p:cNvGraphicFramePr>
            <p:nvPr/>
          </p:nvGraphicFramePr>
          <p:xfrm>
            <a:off x="5028" y="1879"/>
            <a:ext cx="602" cy="266"/>
          </p:xfrm>
          <a:graphic>
            <a:graphicData uri="http://schemas.openxmlformats.org/presentationml/2006/ole">
              <mc:AlternateContent xmlns:mc="http://schemas.openxmlformats.org/markup-compatibility/2006">
                <mc:Choice xmlns:v="urn:schemas-microsoft-com:vml" Requires="v">
                  <p:oleObj r:id="rId14" imgW="393529" imgH="241195" progId="Equation.3">
                    <p:embed/>
                  </p:oleObj>
                </mc:Choice>
                <mc:Fallback>
                  <p:oleObj r:id="rId14" imgW="393529" imgH="241195" progId="Equation.3">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28" y="1879"/>
                          <a:ext cx="602"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4239" name="Object 23">
              <a:extLst>
                <a:ext uri="{FF2B5EF4-FFF2-40B4-BE49-F238E27FC236}">
                  <a16:creationId xmlns:a16="http://schemas.microsoft.com/office/drawing/2014/main" id="{44003225-DEDF-81F6-27AD-27A64C58CD05}"/>
                </a:ext>
              </a:extLst>
            </p:cNvPr>
            <p:cNvGraphicFramePr>
              <a:graphicFrameLocks noChangeAspect="1"/>
            </p:cNvGraphicFramePr>
            <p:nvPr/>
          </p:nvGraphicFramePr>
          <p:xfrm>
            <a:off x="4598" y="1938"/>
            <a:ext cx="271" cy="304"/>
          </p:xfrm>
          <a:graphic>
            <a:graphicData uri="http://schemas.openxmlformats.org/presentationml/2006/ole">
              <mc:AlternateContent xmlns:mc="http://schemas.openxmlformats.org/markup-compatibility/2006">
                <mc:Choice xmlns:v="urn:schemas-microsoft-com:vml" Requires="v">
                  <p:oleObj r:id="rId16" imgW="164885" imgH="215619" progId="Equation.3">
                    <p:embed/>
                  </p:oleObj>
                </mc:Choice>
                <mc:Fallback>
                  <p:oleObj r:id="rId16" imgW="164885" imgH="215619" progId="Equation.3">
                    <p:embed/>
                    <p:pic>
                      <p:nvPicPr>
                        <p:cNvPr id="0" name="Object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98" y="1938"/>
                          <a:ext cx="271"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4240" name="Rectangle 24">
              <a:extLst>
                <a:ext uri="{FF2B5EF4-FFF2-40B4-BE49-F238E27FC236}">
                  <a16:creationId xmlns:a16="http://schemas.microsoft.com/office/drawing/2014/main" id="{DDF4701C-1271-7B4E-05AD-8F6F267724F3}"/>
                </a:ext>
              </a:extLst>
            </p:cNvPr>
            <p:cNvSpPr>
              <a:spLocks noChangeArrowheads="1"/>
            </p:cNvSpPr>
            <p:nvPr/>
          </p:nvSpPr>
          <p:spPr bwMode="auto">
            <a:xfrm>
              <a:off x="3651" y="1842"/>
              <a:ext cx="2041" cy="154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aphicFrame>
        <p:nvGraphicFramePr>
          <p:cNvPr id="871449" name="Object 25">
            <a:extLst>
              <a:ext uri="{FF2B5EF4-FFF2-40B4-BE49-F238E27FC236}">
                <a16:creationId xmlns:a16="http://schemas.microsoft.com/office/drawing/2014/main" id="{8E55D613-9A00-331C-869D-5C446E9B4B7A}"/>
              </a:ext>
            </a:extLst>
          </p:cNvPr>
          <p:cNvGraphicFramePr>
            <a:graphicFrameLocks noChangeAspect="1"/>
          </p:cNvGraphicFramePr>
          <p:nvPr/>
        </p:nvGraphicFramePr>
        <p:xfrm>
          <a:off x="669925" y="2579688"/>
          <a:ext cx="4908550" cy="920750"/>
        </p:xfrm>
        <a:graphic>
          <a:graphicData uri="http://schemas.openxmlformats.org/presentationml/2006/ole">
            <mc:AlternateContent xmlns:mc="http://schemas.openxmlformats.org/markup-compatibility/2006">
              <mc:Choice xmlns:v="urn:schemas-microsoft-com:vml" Requires="v">
                <p:oleObj r:id="rId18" imgW="1701887" imgH="311312" progId="Equation.3">
                  <p:embed/>
                </p:oleObj>
              </mc:Choice>
              <mc:Fallback>
                <p:oleObj r:id="rId18" imgW="1701887" imgH="311312" progId="Equation.3">
                  <p:embed/>
                  <p:pic>
                    <p:nvPicPr>
                      <p:cNvPr id="0" name="Object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69925" y="2579688"/>
                        <a:ext cx="49085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1450" name="Rectangle 26">
            <a:extLst>
              <a:ext uri="{FF2B5EF4-FFF2-40B4-BE49-F238E27FC236}">
                <a16:creationId xmlns:a16="http://schemas.microsoft.com/office/drawing/2014/main" id="{9676C4F8-1652-0D71-49D6-E035EC23AEEC}"/>
              </a:ext>
            </a:extLst>
          </p:cNvPr>
          <p:cNvSpPr>
            <a:spLocks noChangeArrowheads="1"/>
          </p:cNvSpPr>
          <p:nvPr/>
        </p:nvSpPr>
        <p:spPr bwMode="auto">
          <a:xfrm>
            <a:off x="107950" y="558800"/>
            <a:ext cx="41052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buFontTx/>
              <a:buBlip>
                <a:blip r:embed="rId20"/>
              </a:buBlip>
            </a:pPr>
            <a:r>
              <a:rPr lang="zh-CN" altLang="en-US">
                <a:ea typeface="宋体" panose="02010600030101010101" pitchFamily="2" charset="-122"/>
              </a:rPr>
              <a:t>场矢量的折射关系</a:t>
            </a:r>
          </a:p>
        </p:txBody>
      </p:sp>
      <p:sp>
        <p:nvSpPr>
          <p:cNvPr id="871451" name="Text Box 27">
            <a:extLst>
              <a:ext uri="{FF2B5EF4-FFF2-40B4-BE49-F238E27FC236}">
                <a16:creationId xmlns:a16="http://schemas.microsoft.com/office/drawing/2014/main" id="{1F5F872A-85CB-0DDC-4A38-5475585A5AF2}"/>
              </a:ext>
            </a:extLst>
          </p:cNvPr>
          <p:cNvSpPr txBox="1">
            <a:spLocks noChangeArrowheads="1"/>
          </p:cNvSpPr>
          <p:nvPr/>
        </p:nvSpPr>
        <p:spPr bwMode="auto">
          <a:xfrm>
            <a:off x="250825" y="3644900"/>
            <a:ext cx="504031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latin typeface="Times New Roman" panose="02020603050405020304" pitchFamily="18" charset="0"/>
              </a:rPr>
              <a:t>磁场</a:t>
            </a:r>
            <a:r>
              <a:rPr lang="zh-CN" altLang="en-US"/>
              <a:t>矢量的折射关系</a:t>
            </a:r>
            <a:endParaRPr lang="zh-CN" altLang="el-GR"/>
          </a:p>
        </p:txBody>
      </p:sp>
      <p:graphicFrame>
        <p:nvGraphicFramePr>
          <p:cNvPr id="871452" name="Object 28">
            <a:extLst>
              <a:ext uri="{FF2B5EF4-FFF2-40B4-BE49-F238E27FC236}">
                <a16:creationId xmlns:a16="http://schemas.microsoft.com/office/drawing/2014/main" id="{2B58A2EA-17C5-F94B-CDDF-79D71AD40B10}"/>
              </a:ext>
            </a:extLst>
          </p:cNvPr>
          <p:cNvGraphicFramePr>
            <a:graphicFrameLocks noChangeAspect="1"/>
          </p:cNvGraphicFramePr>
          <p:nvPr/>
        </p:nvGraphicFramePr>
        <p:xfrm>
          <a:off x="549275" y="4437063"/>
          <a:ext cx="5030788" cy="920750"/>
        </p:xfrm>
        <a:graphic>
          <a:graphicData uri="http://schemas.openxmlformats.org/presentationml/2006/ole">
            <mc:AlternateContent xmlns:mc="http://schemas.openxmlformats.org/markup-compatibility/2006">
              <mc:Choice xmlns:v="urn:schemas-microsoft-com:vml" Requires="v">
                <p:oleObj r:id="rId21" imgW="1752652" imgH="311312" progId="Equation.DSMT4">
                  <p:embed/>
                </p:oleObj>
              </mc:Choice>
              <mc:Fallback>
                <p:oleObj r:id="rId21" imgW="1752652" imgH="311312" progId="Equation.DSMT4">
                  <p:embed/>
                  <p:pic>
                    <p:nvPicPr>
                      <p:cNvPr id="0"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49275" y="4437063"/>
                        <a:ext cx="5030788"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Group 29">
            <a:extLst>
              <a:ext uri="{FF2B5EF4-FFF2-40B4-BE49-F238E27FC236}">
                <a16:creationId xmlns:a16="http://schemas.microsoft.com/office/drawing/2014/main" id="{A4FA8C40-8A12-59C7-4D07-CC986142A889}"/>
              </a:ext>
            </a:extLst>
          </p:cNvPr>
          <p:cNvGrpSpPr>
            <a:grpSpLocks/>
          </p:cNvGrpSpPr>
          <p:nvPr/>
        </p:nvGrpSpPr>
        <p:grpSpPr bwMode="auto">
          <a:xfrm>
            <a:off x="5795963" y="3644900"/>
            <a:ext cx="3240087" cy="2449513"/>
            <a:chOff x="3651" y="1842"/>
            <a:chExt cx="2041" cy="1543"/>
          </a:xfrm>
        </p:grpSpPr>
        <p:sp>
          <p:nvSpPr>
            <p:cNvPr id="264207" name="Rectangle 30">
              <a:extLst>
                <a:ext uri="{FF2B5EF4-FFF2-40B4-BE49-F238E27FC236}">
                  <a16:creationId xmlns:a16="http://schemas.microsoft.com/office/drawing/2014/main" id="{0DEF5733-589E-1A54-85AB-9BB5ADD31AA0}"/>
                </a:ext>
              </a:extLst>
            </p:cNvPr>
            <p:cNvSpPr>
              <a:spLocks noChangeArrowheads="1"/>
            </p:cNvSpPr>
            <p:nvPr/>
          </p:nvSpPr>
          <p:spPr bwMode="auto">
            <a:xfrm>
              <a:off x="3651" y="1842"/>
              <a:ext cx="2041" cy="817"/>
            </a:xfrm>
            <a:prstGeom prst="rect">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4208" name="Rectangle 31">
              <a:extLst>
                <a:ext uri="{FF2B5EF4-FFF2-40B4-BE49-F238E27FC236}">
                  <a16:creationId xmlns:a16="http://schemas.microsoft.com/office/drawing/2014/main" id="{7232525E-BE9B-FD26-159F-67D8A5379546}"/>
                </a:ext>
              </a:extLst>
            </p:cNvPr>
            <p:cNvSpPr>
              <a:spLocks noChangeArrowheads="1"/>
            </p:cNvSpPr>
            <p:nvPr/>
          </p:nvSpPr>
          <p:spPr bwMode="auto">
            <a:xfrm>
              <a:off x="3651" y="2659"/>
              <a:ext cx="2041" cy="726"/>
            </a:xfrm>
            <a:prstGeom prst="rect">
              <a:avLst/>
            </a:prstGeom>
            <a:solidFill>
              <a:srgbClr val="00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4209" name="Text Box 32">
              <a:extLst>
                <a:ext uri="{FF2B5EF4-FFF2-40B4-BE49-F238E27FC236}">
                  <a16:creationId xmlns:a16="http://schemas.microsoft.com/office/drawing/2014/main" id="{72701A3C-A1B3-762E-7925-A87C83AC28F7}"/>
                </a:ext>
              </a:extLst>
            </p:cNvPr>
            <p:cNvSpPr txBox="1">
              <a:spLocks noChangeArrowheads="1"/>
            </p:cNvSpPr>
            <p:nvPr/>
          </p:nvSpPr>
          <p:spPr bwMode="auto">
            <a:xfrm>
              <a:off x="3696" y="2659"/>
              <a:ext cx="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介质</a:t>
              </a:r>
              <a:r>
                <a:rPr lang="en-US" altLang="zh-CN" sz="2000">
                  <a:solidFill>
                    <a:schemeClr val="tx1"/>
                  </a:solidFill>
                  <a:latin typeface="Times New Roman" panose="02020603050405020304" pitchFamily="18" charset="0"/>
                  <a:ea typeface="宋体" panose="02010600030101010101" pitchFamily="2" charset="-122"/>
                </a:rPr>
                <a:t>2</a:t>
              </a:r>
            </a:p>
          </p:txBody>
        </p:sp>
        <p:sp>
          <p:nvSpPr>
            <p:cNvPr id="264210" name="Text Box 33">
              <a:extLst>
                <a:ext uri="{FF2B5EF4-FFF2-40B4-BE49-F238E27FC236}">
                  <a16:creationId xmlns:a16="http://schemas.microsoft.com/office/drawing/2014/main" id="{1EFB29BB-A3CE-73EB-ABF9-593D5918EB2A}"/>
                </a:ext>
              </a:extLst>
            </p:cNvPr>
            <p:cNvSpPr txBox="1">
              <a:spLocks noChangeArrowheads="1"/>
            </p:cNvSpPr>
            <p:nvPr/>
          </p:nvSpPr>
          <p:spPr bwMode="auto">
            <a:xfrm>
              <a:off x="3696" y="2296"/>
              <a:ext cx="5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介质</a:t>
              </a:r>
              <a:r>
                <a:rPr lang="en-US" altLang="zh-CN" sz="2000">
                  <a:solidFill>
                    <a:schemeClr val="tx1"/>
                  </a:solidFill>
                  <a:latin typeface="Times New Roman" panose="02020603050405020304" pitchFamily="18" charset="0"/>
                  <a:ea typeface="宋体" panose="02010600030101010101" pitchFamily="2" charset="-122"/>
                </a:rPr>
                <a:t>1</a:t>
              </a:r>
            </a:p>
          </p:txBody>
        </p:sp>
        <p:graphicFrame>
          <p:nvGraphicFramePr>
            <p:cNvPr id="264211" name="Object 34">
              <a:extLst>
                <a:ext uri="{FF2B5EF4-FFF2-40B4-BE49-F238E27FC236}">
                  <a16:creationId xmlns:a16="http://schemas.microsoft.com/office/drawing/2014/main" id="{E181330B-2C51-145F-2572-25051C754744}"/>
                </a:ext>
              </a:extLst>
            </p:cNvPr>
            <p:cNvGraphicFramePr>
              <a:graphicFrameLocks noChangeAspect="1"/>
            </p:cNvGraphicFramePr>
            <p:nvPr/>
          </p:nvGraphicFramePr>
          <p:xfrm>
            <a:off x="5328" y="2697"/>
            <a:ext cx="210" cy="281"/>
          </p:xfrm>
          <a:graphic>
            <a:graphicData uri="http://schemas.openxmlformats.org/presentationml/2006/ole">
              <mc:AlternateContent xmlns:mc="http://schemas.openxmlformats.org/markup-compatibility/2006">
                <mc:Choice xmlns:v="urn:schemas-microsoft-com:vml" Requires="v">
                  <p:oleObj r:id="rId23" imgW="190500" imgH="228600" progId="Equation.DSMT4">
                    <p:embed/>
                  </p:oleObj>
                </mc:Choice>
                <mc:Fallback>
                  <p:oleObj r:id="rId23" imgW="190500" imgH="228600" progId="Equation.DSMT4">
                    <p:embed/>
                    <p:pic>
                      <p:nvPicPr>
                        <p:cNvPr id="0" name="Object 3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28" y="2697"/>
                          <a:ext cx="210"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4212" name="Object 35">
              <a:extLst>
                <a:ext uri="{FF2B5EF4-FFF2-40B4-BE49-F238E27FC236}">
                  <a16:creationId xmlns:a16="http://schemas.microsoft.com/office/drawing/2014/main" id="{BED8EBDD-77FF-BEC5-D13A-A25D4FAE2751}"/>
                </a:ext>
              </a:extLst>
            </p:cNvPr>
            <p:cNvGraphicFramePr>
              <a:graphicFrameLocks noChangeAspect="1"/>
            </p:cNvGraphicFramePr>
            <p:nvPr/>
          </p:nvGraphicFramePr>
          <p:xfrm>
            <a:off x="5329" y="2379"/>
            <a:ext cx="220" cy="279"/>
          </p:xfrm>
          <a:graphic>
            <a:graphicData uri="http://schemas.openxmlformats.org/presentationml/2006/ole">
              <mc:AlternateContent xmlns:mc="http://schemas.openxmlformats.org/markup-compatibility/2006">
                <mc:Choice xmlns:v="urn:schemas-microsoft-com:vml" Requires="v">
                  <p:oleObj r:id="rId25" imgW="177646" imgH="228402" progId="Equation.DSMT4">
                    <p:embed/>
                  </p:oleObj>
                </mc:Choice>
                <mc:Fallback>
                  <p:oleObj r:id="rId25" imgW="177646" imgH="228402" progId="Equation.DSMT4">
                    <p:embed/>
                    <p:pic>
                      <p:nvPicPr>
                        <p:cNvPr id="0" name="Object 3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29" y="2379"/>
                          <a:ext cx="22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4213" name="Line 36">
              <a:extLst>
                <a:ext uri="{FF2B5EF4-FFF2-40B4-BE49-F238E27FC236}">
                  <a16:creationId xmlns:a16="http://schemas.microsoft.com/office/drawing/2014/main" id="{77E6AC26-3085-7D1F-BF1B-FA79EBF4599D}"/>
                </a:ext>
              </a:extLst>
            </p:cNvPr>
            <p:cNvSpPr>
              <a:spLocks noChangeShapeType="1"/>
            </p:cNvSpPr>
            <p:nvPr/>
          </p:nvSpPr>
          <p:spPr bwMode="auto">
            <a:xfrm flipV="1">
              <a:off x="4416" y="2659"/>
              <a:ext cx="431" cy="314"/>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4214" name="Line 37">
              <a:extLst>
                <a:ext uri="{FF2B5EF4-FFF2-40B4-BE49-F238E27FC236}">
                  <a16:creationId xmlns:a16="http://schemas.microsoft.com/office/drawing/2014/main" id="{500DC940-40DB-17E6-E38B-67B130254D1F}"/>
                </a:ext>
              </a:extLst>
            </p:cNvPr>
            <p:cNvSpPr>
              <a:spLocks noChangeShapeType="1"/>
            </p:cNvSpPr>
            <p:nvPr/>
          </p:nvSpPr>
          <p:spPr bwMode="auto">
            <a:xfrm flipH="1">
              <a:off x="4830" y="2071"/>
              <a:ext cx="0" cy="1132"/>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64215" name="Line 38">
              <a:extLst>
                <a:ext uri="{FF2B5EF4-FFF2-40B4-BE49-F238E27FC236}">
                  <a16:creationId xmlns:a16="http://schemas.microsoft.com/office/drawing/2014/main" id="{83342560-956C-8826-24FD-2513E4B3D0CB}"/>
                </a:ext>
              </a:extLst>
            </p:cNvPr>
            <p:cNvSpPr>
              <a:spLocks noChangeShapeType="1"/>
            </p:cNvSpPr>
            <p:nvPr/>
          </p:nvSpPr>
          <p:spPr bwMode="auto">
            <a:xfrm flipV="1">
              <a:off x="4830" y="2088"/>
              <a:ext cx="431" cy="579"/>
            </a:xfrm>
            <a:prstGeom prst="line">
              <a:avLst/>
            </a:prstGeom>
            <a:noFill/>
            <a:ln w="3810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4216" name="Freeform 39">
              <a:extLst>
                <a:ext uri="{FF2B5EF4-FFF2-40B4-BE49-F238E27FC236}">
                  <a16:creationId xmlns:a16="http://schemas.microsoft.com/office/drawing/2014/main" id="{92DC76EF-D3B4-31E2-1793-BC73DE76EAF7}"/>
                </a:ext>
              </a:extLst>
            </p:cNvPr>
            <p:cNvSpPr>
              <a:spLocks noChangeArrowheads="1"/>
            </p:cNvSpPr>
            <p:nvPr/>
          </p:nvSpPr>
          <p:spPr bwMode="auto">
            <a:xfrm>
              <a:off x="4689" y="2761"/>
              <a:ext cx="170" cy="91"/>
            </a:xfrm>
            <a:custGeom>
              <a:avLst/>
              <a:gdLst>
                <a:gd name="T0" fmla="*/ 0 w 192"/>
                <a:gd name="T1" fmla="*/ 0 h 112"/>
                <a:gd name="T2" fmla="*/ 75 w 192"/>
                <a:gd name="T3" fmla="*/ 63 h 112"/>
                <a:gd name="T4" fmla="*/ 151 w 192"/>
                <a:gd name="T5" fmla="*/ 63 h 112"/>
                <a:gd name="T6" fmla="*/ 0 60000 65536"/>
                <a:gd name="T7" fmla="*/ 0 60000 65536"/>
                <a:gd name="T8" fmla="*/ 0 60000 65536"/>
              </a:gdLst>
              <a:ahLst/>
              <a:cxnLst>
                <a:cxn ang="T6">
                  <a:pos x="T0" y="T1"/>
                </a:cxn>
                <a:cxn ang="T7">
                  <a:pos x="T2" y="T3"/>
                </a:cxn>
                <a:cxn ang="T8">
                  <a:pos x="T4" y="T5"/>
                </a:cxn>
              </a:cxnLst>
              <a:rect l="0" t="0" r="r" b="b"/>
              <a:pathLst>
                <a:path w="192" h="112">
                  <a:moveTo>
                    <a:pt x="0" y="0"/>
                  </a:moveTo>
                  <a:cubicBezTo>
                    <a:pt x="32" y="40"/>
                    <a:pt x="64" y="80"/>
                    <a:pt x="96" y="96"/>
                  </a:cubicBezTo>
                  <a:cubicBezTo>
                    <a:pt x="128" y="112"/>
                    <a:pt x="160" y="104"/>
                    <a:pt x="192" y="96"/>
                  </a:cubicBezTo>
                </a:path>
              </a:pathLst>
            </a:cu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4217" name="Freeform 40">
              <a:extLst>
                <a:ext uri="{FF2B5EF4-FFF2-40B4-BE49-F238E27FC236}">
                  <a16:creationId xmlns:a16="http://schemas.microsoft.com/office/drawing/2014/main" id="{97AD809B-CF20-F99C-8B85-4EB422901A5B}"/>
                </a:ext>
              </a:extLst>
            </p:cNvPr>
            <p:cNvSpPr>
              <a:spLocks noChangeArrowheads="1"/>
            </p:cNvSpPr>
            <p:nvPr/>
          </p:nvSpPr>
          <p:spPr bwMode="auto">
            <a:xfrm>
              <a:off x="4851" y="2385"/>
              <a:ext cx="148" cy="59"/>
            </a:xfrm>
            <a:custGeom>
              <a:avLst/>
              <a:gdLst>
                <a:gd name="T0" fmla="*/ 0 w 192"/>
                <a:gd name="T1" fmla="*/ 62 h 56"/>
                <a:gd name="T2" fmla="*/ 57 w 192"/>
                <a:gd name="T3" fmla="*/ 8 h 56"/>
                <a:gd name="T4" fmla="*/ 114 w 192"/>
                <a:gd name="T5" fmla="*/ 8 h 56"/>
                <a:gd name="T6" fmla="*/ 0 60000 65536"/>
                <a:gd name="T7" fmla="*/ 0 60000 65536"/>
                <a:gd name="T8" fmla="*/ 0 60000 65536"/>
              </a:gdLst>
              <a:ahLst/>
              <a:cxnLst>
                <a:cxn ang="T6">
                  <a:pos x="T0" y="T1"/>
                </a:cxn>
                <a:cxn ang="T7">
                  <a:pos x="T2" y="T3"/>
                </a:cxn>
                <a:cxn ang="T8">
                  <a:pos x="T4" y="T5"/>
                </a:cxn>
              </a:cxnLst>
              <a:rect l="0" t="0" r="r" b="b"/>
              <a:pathLst>
                <a:path w="192" h="56">
                  <a:moveTo>
                    <a:pt x="0" y="56"/>
                  </a:moveTo>
                  <a:cubicBezTo>
                    <a:pt x="32" y="36"/>
                    <a:pt x="64" y="16"/>
                    <a:pt x="96" y="8"/>
                  </a:cubicBezTo>
                  <a:cubicBezTo>
                    <a:pt x="128" y="0"/>
                    <a:pt x="168" y="8"/>
                    <a:pt x="192" y="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64218" name="Object 41">
              <a:extLst>
                <a:ext uri="{FF2B5EF4-FFF2-40B4-BE49-F238E27FC236}">
                  <a16:creationId xmlns:a16="http://schemas.microsoft.com/office/drawing/2014/main" id="{831B98A1-7245-2D44-6D6A-E15E58176467}"/>
                </a:ext>
              </a:extLst>
            </p:cNvPr>
            <p:cNvGraphicFramePr>
              <a:graphicFrameLocks noChangeAspect="1"/>
            </p:cNvGraphicFramePr>
            <p:nvPr/>
          </p:nvGraphicFramePr>
          <p:xfrm>
            <a:off x="4602" y="2803"/>
            <a:ext cx="228" cy="252"/>
          </p:xfrm>
          <a:graphic>
            <a:graphicData uri="http://schemas.openxmlformats.org/presentationml/2006/ole">
              <mc:AlternateContent xmlns:mc="http://schemas.openxmlformats.org/markup-compatibility/2006">
                <mc:Choice xmlns:v="urn:schemas-microsoft-com:vml" Requires="v">
                  <p:oleObj r:id="rId27" imgW="164885" imgH="215619" progId="Equation.3">
                    <p:embed/>
                  </p:oleObj>
                </mc:Choice>
                <mc:Fallback>
                  <p:oleObj r:id="rId27" imgW="164885" imgH="215619" progId="Equation.3">
                    <p:embed/>
                    <p:pic>
                      <p:nvPicPr>
                        <p:cNvPr id="0" name="Object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02" y="2803"/>
                          <a:ext cx="2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4219" name="Object 42">
              <a:extLst>
                <a:ext uri="{FF2B5EF4-FFF2-40B4-BE49-F238E27FC236}">
                  <a16:creationId xmlns:a16="http://schemas.microsoft.com/office/drawing/2014/main" id="{F44CE455-8FB0-9475-DD84-A61A66C5092F}"/>
                </a:ext>
              </a:extLst>
            </p:cNvPr>
            <p:cNvGraphicFramePr>
              <a:graphicFrameLocks noChangeAspect="1"/>
            </p:cNvGraphicFramePr>
            <p:nvPr/>
          </p:nvGraphicFramePr>
          <p:xfrm>
            <a:off x="4859" y="2121"/>
            <a:ext cx="241" cy="262"/>
          </p:xfrm>
          <a:graphic>
            <a:graphicData uri="http://schemas.openxmlformats.org/presentationml/2006/ole">
              <mc:AlternateContent xmlns:mc="http://schemas.openxmlformats.org/markup-compatibility/2006">
                <mc:Choice xmlns:v="urn:schemas-microsoft-com:vml" Requires="v">
                  <p:oleObj r:id="rId28" imgW="152268" imgH="215713" progId="Equation.3">
                    <p:embed/>
                  </p:oleObj>
                </mc:Choice>
                <mc:Fallback>
                  <p:oleObj r:id="rId28" imgW="152268" imgH="215713" progId="Equation.3">
                    <p:embed/>
                    <p:pic>
                      <p:nvPicPr>
                        <p:cNvPr id="0" name="Object 4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59" y="2121"/>
                          <a:ext cx="241"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4220" name="Object 43">
              <a:extLst>
                <a:ext uri="{FF2B5EF4-FFF2-40B4-BE49-F238E27FC236}">
                  <a16:creationId xmlns:a16="http://schemas.microsoft.com/office/drawing/2014/main" id="{8549BF46-8DD0-BA52-6B29-E8DE62306D56}"/>
                </a:ext>
              </a:extLst>
            </p:cNvPr>
            <p:cNvGraphicFramePr>
              <a:graphicFrameLocks noChangeAspect="1"/>
            </p:cNvGraphicFramePr>
            <p:nvPr/>
          </p:nvGraphicFramePr>
          <p:xfrm>
            <a:off x="4222" y="2839"/>
            <a:ext cx="304" cy="313"/>
          </p:xfrm>
          <a:graphic>
            <a:graphicData uri="http://schemas.openxmlformats.org/presentationml/2006/ole">
              <mc:AlternateContent xmlns:mc="http://schemas.openxmlformats.org/markup-compatibility/2006">
                <mc:Choice xmlns:v="urn:schemas-microsoft-com:vml" Requires="v">
                  <p:oleObj r:id="rId29" imgW="215713" imgH="253780" progId="Equation.DSMT4">
                    <p:embed/>
                  </p:oleObj>
                </mc:Choice>
                <mc:Fallback>
                  <p:oleObj r:id="rId29" imgW="215713" imgH="253780" progId="Equation.DSMT4">
                    <p:embed/>
                    <p:pic>
                      <p:nvPicPr>
                        <p:cNvPr id="0" name="Object 4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222" y="2839"/>
                          <a:ext cx="304"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4221" name="Object 44">
              <a:extLst>
                <a:ext uri="{FF2B5EF4-FFF2-40B4-BE49-F238E27FC236}">
                  <a16:creationId xmlns:a16="http://schemas.microsoft.com/office/drawing/2014/main" id="{7FEB2446-AAF4-9C33-71B1-9D4DC00520A1}"/>
                </a:ext>
              </a:extLst>
            </p:cNvPr>
            <p:cNvGraphicFramePr>
              <a:graphicFrameLocks noChangeAspect="1"/>
            </p:cNvGraphicFramePr>
            <p:nvPr/>
          </p:nvGraphicFramePr>
          <p:xfrm>
            <a:off x="5174" y="1872"/>
            <a:ext cx="311" cy="280"/>
          </p:xfrm>
          <a:graphic>
            <a:graphicData uri="http://schemas.openxmlformats.org/presentationml/2006/ole">
              <mc:AlternateContent xmlns:mc="http://schemas.openxmlformats.org/markup-compatibility/2006">
                <mc:Choice xmlns:v="urn:schemas-microsoft-com:vml" Requires="v">
                  <p:oleObj r:id="rId31" imgW="203024" imgH="253780" progId="Equation.DSMT4">
                    <p:embed/>
                  </p:oleObj>
                </mc:Choice>
                <mc:Fallback>
                  <p:oleObj r:id="rId31" imgW="203024" imgH="253780" progId="Equation.DSMT4">
                    <p:embed/>
                    <p:pic>
                      <p:nvPicPr>
                        <p:cNvPr id="0" name="Object 4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174" y="1872"/>
                          <a:ext cx="31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4222" name="Object 45">
              <a:extLst>
                <a:ext uri="{FF2B5EF4-FFF2-40B4-BE49-F238E27FC236}">
                  <a16:creationId xmlns:a16="http://schemas.microsoft.com/office/drawing/2014/main" id="{DCEC34B5-0BCC-7F91-CF46-5DCE7D5EDC19}"/>
                </a:ext>
              </a:extLst>
            </p:cNvPr>
            <p:cNvGraphicFramePr>
              <a:graphicFrameLocks noChangeAspect="1"/>
            </p:cNvGraphicFramePr>
            <p:nvPr/>
          </p:nvGraphicFramePr>
          <p:xfrm>
            <a:off x="4598" y="1938"/>
            <a:ext cx="271" cy="304"/>
          </p:xfrm>
          <a:graphic>
            <a:graphicData uri="http://schemas.openxmlformats.org/presentationml/2006/ole">
              <mc:AlternateContent xmlns:mc="http://schemas.openxmlformats.org/markup-compatibility/2006">
                <mc:Choice xmlns:v="urn:schemas-microsoft-com:vml" Requires="v">
                  <p:oleObj r:id="rId33" imgW="164885" imgH="215619" progId="Equation.3">
                    <p:embed/>
                  </p:oleObj>
                </mc:Choice>
                <mc:Fallback>
                  <p:oleObj r:id="rId33" imgW="164885" imgH="215619" progId="Equation.3">
                    <p:embed/>
                    <p:pic>
                      <p:nvPicPr>
                        <p:cNvPr id="0" name="Object 4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98" y="1938"/>
                          <a:ext cx="271"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4223" name="Rectangle 46">
              <a:extLst>
                <a:ext uri="{FF2B5EF4-FFF2-40B4-BE49-F238E27FC236}">
                  <a16:creationId xmlns:a16="http://schemas.microsoft.com/office/drawing/2014/main" id="{A2988D9E-531F-3C06-C910-3F4BFE745698}"/>
                </a:ext>
              </a:extLst>
            </p:cNvPr>
            <p:cNvSpPr>
              <a:spLocks noChangeArrowheads="1"/>
            </p:cNvSpPr>
            <p:nvPr/>
          </p:nvSpPr>
          <p:spPr bwMode="auto">
            <a:xfrm>
              <a:off x="3651" y="1842"/>
              <a:ext cx="2041" cy="154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sp>
        <p:nvSpPr>
          <p:cNvPr id="871471" name="Text Box 47">
            <a:extLst>
              <a:ext uri="{FF2B5EF4-FFF2-40B4-BE49-F238E27FC236}">
                <a16:creationId xmlns:a16="http://schemas.microsoft.com/office/drawing/2014/main" id="{B81E4D4C-5335-0F88-D784-A09841740B61}"/>
              </a:ext>
            </a:extLst>
          </p:cNvPr>
          <p:cNvSpPr txBox="1">
            <a:spLocks noChangeArrowheads="1"/>
          </p:cNvSpPr>
          <p:nvPr/>
        </p:nvSpPr>
        <p:spPr bwMode="auto">
          <a:xfrm>
            <a:off x="179388" y="1782763"/>
            <a:ext cx="5040312"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t>电</a:t>
            </a:r>
            <a:r>
              <a:rPr lang="zh-CN" altLang="en-US">
                <a:latin typeface="Times New Roman" panose="02020603050405020304" pitchFamily="18" charset="0"/>
              </a:rPr>
              <a:t>场</a:t>
            </a:r>
            <a:r>
              <a:rPr lang="zh-CN" altLang="en-US"/>
              <a:t>矢量的折射关系</a:t>
            </a:r>
            <a:endParaRPr lang="zh-CN" altLang="el-G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灯片编号占位符 2">
            <a:extLst>
              <a:ext uri="{FF2B5EF4-FFF2-40B4-BE49-F238E27FC236}">
                <a16:creationId xmlns:a16="http://schemas.microsoft.com/office/drawing/2014/main" id="{64B4AC37-726A-956A-8497-A80C03873486}"/>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C0E67265-9CB8-4E58-9DB1-8949BA1841A5}" type="slidenum">
              <a:rPr altLang="zh-CN" sz="1400" b="0">
                <a:solidFill>
                  <a:schemeClr val="tx1"/>
                </a:solidFill>
                <a:ea typeface="宋体" panose="02010600030101010101" pitchFamily="2" charset="-122"/>
              </a:rPr>
              <a:pPr/>
              <a:t>11</a:t>
            </a:fld>
            <a:endParaRPr lang="zh-CN" altLang="zh-CN" sz="1400" b="0">
              <a:solidFill>
                <a:schemeClr val="tx1"/>
              </a:solidFill>
              <a:ea typeface="宋体" panose="02010600030101010101" pitchFamily="2" charset="-122"/>
            </a:endParaRPr>
          </a:p>
        </p:txBody>
      </p:sp>
      <p:sp>
        <p:nvSpPr>
          <p:cNvPr id="872450" name="Text Box 2">
            <a:extLst>
              <a:ext uri="{FF2B5EF4-FFF2-40B4-BE49-F238E27FC236}">
                <a16:creationId xmlns:a16="http://schemas.microsoft.com/office/drawing/2014/main" id="{8AC975ED-79B6-00F7-D79F-473090DC882C}"/>
              </a:ext>
            </a:extLst>
          </p:cNvPr>
          <p:cNvSpPr txBox="1">
            <a:spLocks noChangeArrowheads="1"/>
          </p:cNvSpPr>
          <p:nvPr/>
        </p:nvSpPr>
        <p:spPr bwMode="auto">
          <a:xfrm>
            <a:off x="107950" y="374750"/>
            <a:ext cx="5903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dirty="0">
                <a:solidFill>
                  <a:srgbClr val="F8A6A6"/>
                </a:solidFill>
                <a:latin typeface="Times New Roman" panose="02020603050405020304" pitchFamily="18" charset="0"/>
                <a:ea typeface="宋体" panose="02010600030101010101" pitchFamily="2" charset="-122"/>
              </a:rPr>
              <a:t>2. </a:t>
            </a:r>
            <a:r>
              <a:rPr lang="zh-CN" altLang="en-US" dirty="0">
                <a:solidFill>
                  <a:srgbClr val="F8A6A6"/>
                </a:solidFill>
                <a:latin typeface="Times New Roman" panose="02020603050405020304" pitchFamily="18" charset="0"/>
                <a:ea typeface="宋体" panose="02010600030101010101" pitchFamily="2" charset="-122"/>
              </a:rPr>
              <a:t>理想导体表面上的边界条件</a:t>
            </a:r>
          </a:p>
        </p:txBody>
      </p:sp>
      <p:sp>
        <p:nvSpPr>
          <p:cNvPr id="872452" name="Text Box 4">
            <a:extLst>
              <a:ext uri="{FF2B5EF4-FFF2-40B4-BE49-F238E27FC236}">
                <a16:creationId xmlns:a16="http://schemas.microsoft.com/office/drawing/2014/main" id="{B1FC497C-CB49-C9DE-7EA4-A4B3E5816E1D}"/>
              </a:ext>
            </a:extLst>
          </p:cNvPr>
          <p:cNvSpPr txBox="1">
            <a:spLocks noChangeArrowheads="1"/>
          </p:cNvSpPr>
          <p:nvPr/>
        </p:nvSpPr>
        <p:spPr bwMode="auto">
          <a:xfrm>
            <a:off x="395288" y="785912"/>
            <a:ext cx="6481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dirty="0">
                <a:solidFill>
                  <a:srgbClr val="FFCC66"/>
                </a:solidFill>
                <a:latin typeface="宋体" panose="02010600030101010101" pitchFamily="2" charset="-122"/>
                <a:ea typeface="宋体" panose="02010600030101010101" pitchFamily="2" charset="-122"/>
              </a:rPr>
              <a:t>理想导体</a:t>
            </a:r>
            <a:r>
              <a:rPr lang="zh-CN" altLang="en-US" dirty="0">
                <a:solidFill>
                  <a:srgbClr val="FFCC66"/>
                </a:solidFill>
                <a:latin typeface="楷体_GB2312" pitchFamily="49" charset="-122"/>
              </a:rPr>
              <a:t>：</a:t>
            </a:r>
            <a:r>
              <a:rPr lang="zh-CN" altLang="en-US" dirty="0">
                <a:latin typeface="楷体_GB2312" pitchFamily="49" charset="-122"/>
              </a:rPr>
              <a:t>电导率为∞的导电媒质。</a:t>
            </a:r>
          </a:p>
        </p:txBody>
      </p:sp>
      <p:sp>
        <p:nvSpPr>
          <p:cNvPr id="872453" name="Text Box 5">
            <a:extLst>
              <a:ext uri="{FF2B5EF4-FFF2-40B4-BE49-F238E27FC236}">
                <a16:creationId xmlns:a16="http://schemas.microsoft.com/office/drawing/2014/main" id="{558F86BA-5593-C939-8852-E337595E599D}"/>
              </a:ext>
            </a:extLst>
          </p:cNvPr>
          <p:cNvSpPr txBox="1">
            <a:spLocks noChangeArrowheads="1"/>
          </p:cNvSpPr>
          <p:nvPr/>
        </p:nvSpPr>
        <p:spPr bwMode="auto">
          <a:xfrm>
            <a:off x="407885" y="1261682"/>
            <a:ext cx="58088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dirty="0">
                <a:solidFill>
                  <a:srgbClr val="FFCC66"/>
                </a:solidFill>
                <a:latin typeface="宋体" panose="02010600030101010101" pitchFamily="2" charset="-122"/>
                <a:ea typeface="宋体" panose="02010600030101010101" pitchFamily="2" charset="-122"/>
              </a:rPr>
              <a:t>特点</a:t>
            </a:r>
            <a:r>
              <a:rPr lang="zh-CN" altLang="en-US" dirty="0">
                <a:solidFill>
                  <a:srgbClr val="FFCC66"/>
                </a:solidFill>
                <a:latin typeface="楷体_GB2312" pitchFamily="49" charset="-122"/>
              </a:rPr>
              <a:t>：</a:t>
            </a:r>
            <a:r>
              <a:rPr lang="zh-CN" altLang="en-US" dirty="0">
                <a:latin typeface="楷体_GB2312" pitchFamily="49" charset="-122"/>
              </a:rPr>
              <a:t>静电平衡，电磁场不可能进入理想导体内（</a:t>
            </a:r>
            <a:r>
              <a:rPr lang="zh-CN" altLang="en-US" dirty="0">
                <a:latin typeface="Times New Roman" panose="02020603050405020304" pitchFamily="18" charset="0"/>
              </a:rPr>
              <a:t>则</a:t>
            </a:r>
            <a:r>
              <a:rPr lang="en-US" altLang="zh-CN" i="1" dirty="0">
                <a:latin typeface="Times New Roman" panose="02020603050405020304" pitchFamily="18" charset="0"/>
              </a:rPr>
              <a:t>E</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baseline="-25000" dirty="0">
                <a:latin typeface="Times New Roman" panose="02020603050405020304" pitchFamily="18" charset="0"/>
              </a:rPr>
              <a:t>2</a:t>
            </a:r>
            <a:r>
              <a:rPr lang="en-US" altLang="zh-CN" dirty="0">
                <a:latin typeface="Times New Roman" panose="02020603050405020304" pitchFamily="18" charset="0"/>
              </a:rPr>
              <a:t>=0 </a:t>
            </a:r>
            <a:r>
              <a:rPr lang="zh-CN" altLang="en-US" dirty="0">
                <a:latin typeface="楷体_GB2312" pitchFamily="49" charset="-122"/>
              </a:rPr>
              <a:t>）。</a:t>
            </a:r>
          </a:p>
        </p:txBody>
      </p:sp>
      <p:sp>
        <p:nvSpPr>
          <p:cNvPr id="266246" name="Text Box 16">
            <a:extLst>
              <a:ext uri="{FF2B5EF4-FFF2-40B4-BE49-F238E27FC236}">
                <a16:creationId xmlns:a16="http://schemas.microsoft.com/office/drawing/2014/main" id="{DFFFFDEC-5174-AE6A-6F7C-3B61CC458E5E}"/>
              </a:ext>
            </a:extLst>
          </p:cNvPr>
          <p:cNvSpPr txBox="1">
            <a:spLocks noChangeArrowheads="1"/>
          </p:cNvSpPr>
          <p:nvPr/>
        </p:nvSpPr>
        <p:spPr bwMode="auto">
          <a:xfrm>
            <a:off x="2854257" y="5601175"/>
            <a:ext cx="612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dirty="0">
                <a:latin typeface="宋体" panose="02010600030101010101" pitchFamily="2" charset="-122"/>
                <a:ea typeface="宋体" panose="02010600030101010101" pitchFamily="2" charset="-122"/>
              </a:rPr>
              <a:t>理想导体表面上</a:t>
            </a:r>
            <a:r>
              <a:rPr lang="zh-CN" altLang="en-US" sz="2000" dirty="0">
                <a:solidFill>
                  <a:srgbClr val="FF3300"/>
                </a:solidFill>
                <a:latin typeface="宋体" panose="02010600030101010101" pitchFamily="2" charset="-122"/>
                <a:ea typeface="宋体" panose="02010600030101010101" pitchFamily="2" charset="-122"/>
              </a:rPr>
              <a:t>感应的</a:t>
            </a:r>
            <a:r>
              <a:rPr lang="zh-CN" altLang="en-US" sz="2000" dirty="0">
                <a:latin typeface="宋体" panose="02010600030101010101" pitchFamily="2" charset="-122"/>
                <a:ea typeface="宋体" panose="02010600030101010101" pitchFamily="2" charset="-122"/>
              </a:rPr>
              <a:t>电荷密度等于  的法向分量</a:t>
            </a:r>
          </a:p>
        </p:txBody>
      </p:sp>
      <p:graphicFrame>
        <p:nvGraphicFramePr>
          <p:cNvPr id="266247" name="Object 17">
            <a:extLst>
              <a:ext uri="{FF2B5EF4-FFF2-40B4-BE49-F238E27FC236}">
                <a16:creationId xmlns:a16="http://schemas.microsoft.com/office/drawing/2014/main" id="{07CE95C3-47B3-D749-11A1-0DA7AF1790A1}"/>
              </a:ext>
            </a:extLst>
          </p:cNvPr>
          <p:cNvGraphicFramePr>
            <a:graphicFrameLocks noChangeAspect="1"/>
          </p:cNvGraphicFramePr>
          <p:nvPr>
            <p:extLst>
              <p:ext uri="{D42A27DB-BD31-4B8C-83A1-F6EECF244321}">
                <p14:modId xmlns:p14="http://schemas.microsoft.com/office/powerpoint/2010/main" val="532855157"/>
              </p:ext>
            </p:extLst>
          </p:nvPr>
        </p:nvGraphicFramePr>
        <p:xfrm>
          <a:off x="6886507" y="5540850"/>
          <a:ext cx="430213" cy="420687"/>
        </p:xfrm>
        <a:graphic>
          <a:graphicData uri="http://schemas.openxmlformats.org/presentationml/2006/ole">
            <mc:AlternateContent xmlns:mc="http://schemas.openxmlformats.org/markup-compatibility/2006">
              <mc:Choice xmlns:v="urn:schemas-microsoft-com:vml" Requires="v">
                <p:oleObj r:id="rId3" imgW="76148" imgH="114300" progId="Equation.DSMT4">
                  <p:embed/>
                </p:oleObj>
              </mc:Choice>
              <mc:Fallback>
                <p:oleObj r:id="rId3" imgW="76148" imgH="11430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6507" y="5540850"/>
                        <a:ext cx="43021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248" name="Text Box 18">
            <a:extLst>
              <a:ext uri="{FF2B5EF4-FFF2-40B4-BE49-F238E27FC236}">
                <a16:creationId xmlns:a16="http://schemas.microsoft.com/office/drawing/2014/main" id="{601B42C5-F960-313B-7EE4-5D50AF6BD2A7}"/>
              </a:ext>
            </a:extLst>
          </p:cNvPr>
          <p:cNvSpPr txBox="1">
            <a:spLocks noChangeArrowheads="1"/>
          </p:cNvSpPr>
          <p:nvPr/>
        </p:nvSpPr>
        <p:spPr bwMode="auto">
          <a:xfrm>
            <a:off x="2208213" y="3748112"/>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spcBef>
                <a:spcPct val="50000"/>
              </a:spcBef>
            </a:pPr>
            <a:r>
              <a:rPr lang="en-US" altLang="zh-CN" sz="4400">
                <a:solidFill>
                  <a:srgbClr val="FFCC66"/>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a:solidFill>
                <a:srgbClr val="FFCC66"/>
              </a:solidFill>
              <a:latin typeface="Times New Roman" panose="02020603050405020304" pitchFamily="18" charset="0"/>
              <a:ea typeface="宋体" panose="02010600030101010101" pitchFamily="2" charset="-122"/>
            </a:endParaRPr>
          </a:p>
        </p:txBody>
      </p:sp>
      <p:grpSp>
        <p:nvGrpSpPr>
          <p:cNvPr id="4" name="Group 19">
            <a:extLst>
              <a:ext uri="{FF2B5EF4-FFF2-40B4-BE49-F238E27FC236}">
                <a16:creationId xmlns:a16="http://schemas.microsoft.com/office/drawing/2014/main" id="{4C97D94A-EFCE-2140-6C22-39E3AC139D18}"/>
              </a:ext>
            </a:extLst>
          </p:cNvPr>
          <p:cNvGrpSpPr>
            <a:grpSpLocks/>
          </p:cNvGrpSpPr>
          <p:nvPr/>
        </p:nvGrpSpPr>
        <p:grpSpPr bwMode="auto">
          <a:xfrm>
            <a:off x="2195513" y="4251352"/>
            <a:ext cx="5727700" cy="1160463"/>
            <a:chOff x="1391" y="2769"/>
            <a:chExt cx="3608" cy="731"/>
          </a:xfrm>
        </p:grpSpPr>
        <p:sp>
          <p:nvSpPr>
            <p:cNvPr id="266264" name="Text Box 20">
              <a:extLst>
                <a:ext uri="{FF2B5EF4-FFF2-40B4-BE49-F238E27FC236}">
                  <a16:creationId xmlns:a16="http://schemas.microsoft.com/office/drawing/2014/main" id="{1F3EA241-FB47-51C2-802F-C255BB4E0792}"/>
                </a:ext>
              </a:extLst>
            </p:cNvPr>
            <p:cNvSpPr txBox="1">
              <a:spLocks noChangeArrowheads="1"/>
            </p:cNvSpPr>
            <p:nvPr/>
          </p:nvSpPr>
          <p:spPr bwMode="auto">
            <a:xfrm>
              <a:off x="1802" y="3250"/>
              <a:ext cx="3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dirty="0">
                  <a:latin typeface="宋体" panose="02010600030101010101" pitchFamily="2" charset="-122"/>
                  <a:ea typeface="宋体" panose="02010600030101010101" pitchFamily="2" charset="-122"/>
                </a:rPr>
                <a:t>磁感应强度平行于导体表面</a:t>
              </a:r>
            </a:p>
          </p:txBody>
        </p:sp>
        <p:sp>
          <p:nvSpPr>
            <p:cNvPr id="266265" name="Text Box 21">
              <a:extLst>
                <a:ext uri="{FF2B5EF4-FFF2-40B4-BE49-F238E27FC236}">
                  <a16:creationId xmlns:a16="http://schemas.microsoft.com/office/drawing/2014/main" id="{FAA52174-4B89-8327-F14C-C0E8E608319F}"/>
                </a:ext>
              </a:extLst>
            </p:cNvPr>
            <p:cNvSpPr txBox="1">
              <a:spLocks noChangeArrowheads="1"/>
            </p:cNvSpPr>
            <p:nvPr/>
          </p:nvSpPr>
          <p:spPr bwMode="auto">
            <a:xfrm>
              <a:off x="1391" y="2769"/>
              <a:ext cx="48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spcBef>
                  <a:spcPct val="50000"/>
                </a:spcBef>
              </a:pPr>
              <a:r>
                <a:rPr lang="en-US" altLang="zh-CN" sz="4400">
                  <a:solidFill>
                    <a:srgbClr val="FFCC66"/>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a:solidFill>
                  <a:srgbClr val="FFCC66"/>
                </a:solidFill>
                <a:latin typeface="Times New Roman" panose="02020603050405020304" pitchFamily="18" charset="0"/>
                <a:ea typeface="宋体" panose="02010600030101010101" pitchFamily="2" charset="-122"/>
              </a:endParaRPr>
            </a:p>
          </p:txBody>
        </p:sp>
      </p:grpSp>
      <p:grpSp>
        <p:nvGrpSpPr>
          <p:cNvPr id="5" name="Group 22">
            <a:extLst>
              <a:ext uri="{FF2B5EF4-FFF2-40B4-BE49-F238E27FC236}">
                <a16:creationId xmlns:a16="http://schemas.microsoft.com/office/drawing/2014/main" id="{FEA326A7-877A-0375-12CF-78C4730D34B2}"/>
              </a:ext>
            </a:extLst>
          </p:cNvPr>
          <p:cNvGrpSpPr>
            <a:grpSpLocks/>
          </p:cNvGrpSpPr>
          <p:nvPr/>
        </p:nvGrpSpPr>
        <p:grpSpPr bwMode="auto">
          <a:xfrm>
            <a:off x="2208213" y="4433916"/>
            <a:ext cx="5735638" cy="1187451"/>
            <a:chOff x="1391" y="2864"/>
            <a:chExt cx="3613" cy="748"/>
          </a:xfrm>
        </p:grpSpPr>
        <p:sp>
          <p:nvSpPr>
            <p:cNvPr id="266262" name="Text Box 23">
              <a:extLst>
                <a:ext uri="{FF2B5EF4-FFF2-40B4-BE49-F238E27FC236}">
                  <a16:creationId xmlns:a16="http://schemas.microsoft.com/office/drawing/2014/main" id="{405D1851-C65C-B211-F70D-09FF25464B2A}"/>
                </a:ext>
              </a:extLst>
            </p:cNvPr>
            <p:cNvSpPr txBox="1">
              <a:spLocks noChangeArrowheads="1"/>
            </p:cNvSpPr>
            <p:nvPr/>
          </p:nvSpPr>
          <p:spPr bwMode="auto">
            <a:xfrm>
              <a:off x="1807" y="2864"/>
              <a:ext cx="3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dirty="0">
                  <a:latin typeface="宋体" panose="02010600030101010101" pitchFamily="2" charset="-122"/>
                  <a:ea typeface="宋体" panose="02010600030101010101" pitchFamily="2" charset="-122"/>
                </a:rPr>
                <a:t>电场强度垂直于理想导体表面</a:t>
              </a:r>
            </a:p>
          </p:txBody>
        </p:sp>
        <p:sp>
          <p:nvSpPr>
            <p:cNvPr id="266263" name="Text Box 24">
              <a:extLst>
                <a:ext uri="{FF2B5EF4-FFF2-40B4-BE49-F238E27FC236}">
                  <a16:creationId xmlns:a16="http://schemas.microsoft.com/office/drawing/2014/main" id="{517E555E-4664-5B4E-76B8-33AD180A42CC}"/>
                </a:ext>
              </a:extLst>
            </p:cNvPr>
            <p:cNvSpPr txBox="1">
              <a:spLocks noChangeArrowheads="1"/>
            </p:cNvSpPr>
            <p:nvPr/>
          </p:nvSpPr>
          <p:spPr bwMode="auto">
            <a:xfrm>
              <a:off x="1391" y="3132"/>
              <a:ext cx="48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spcBef>
                  <a:spcPct val="50000"/>
                </a:spcBef>
              </a:pPr>
              <a:r>
                <a:rPr lang="en-US" altLang="zh-CN" sz="4400">
                  <a:solidFill>
                    <a:srgbClr val="FFCC66"/>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a:solidFill>
                  <a:srgbClr val="FFCC66"/>
                </a:solidFill>
                <a:latin typeface="Times New Roman" panose="02020603050405020304" pitchFamily="18" charset="0"/>
                <a:ea typeface="宋体" panose="02010600030101010101" pitchFamily="2" charset="-122"/>
              </a:endParaRPr>
            </a:p>
          </p:txBody>
        </p:sp>
      </p:grpSp>
      <p:sp>
        <p:nvSpPr>
          <p:cNvPr id="266251" name="Text Box 26">
            <a:extLst>
              <a:ext uri="{FF2B5EF4-FFF2-40B4-BE49-F238E27FC236}">
                <a16:creationId xmlns:a16="http://schemas.microsoft.com/office/drawing/2014/main" id="{B4E856B2-5939-8AED-9EFB-FDF3E31B01FB}"/>
              </a:ext>
            </a:extLst>
          </p:cNvPr>
          <p:cNvSpPr txBox="1">
            <a:spLocks noChangeArrowheads="1"/>
          </p:cNvSpPr>
          <p:nvPr/>
        </p:nvSpPr>
        <p:spPr bwMode="auto">
          <a:xfrm>
            <a:off x="2848375" y="3839576"/>
            <a:ext cx="6061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dirty="0">
                <a:latin typeface="宋体" panose="02010600030101010101" pitchFamily="2" charset="-122"/>
                <a:ea typeface="宋体" panose="02010600030101010101" pitchFamily="2" charset="-122"/>
              </a:rPr>
              <a:t>理想导体表面上</a:t>
            </a:r>
            <a:r>
              <a:rPr lang="zh-CN" altLang="en-US" sz="2000" dirty="0">
                <a:solidFill>
                  <a:srgbClr val="FF3300"/>
                </a:solidFill>
                <a:latin typeface="宋体" panose="02010600030101010101" pitchFamily="2" charset="-122"/>
                <a:ea typeface="宋体" panose="02010600030101010101" pitchFamily="2" charset="-122"/>
              </a:rPr>
              <a:t>感应的</a:t>
            </a:r>
            <a:r>
              <a:rPr lang="zh-CN" altLang="en-US" sz="2000" dirty="0">
                <a:latin typeface="宋体" panose="02010600030101010101" pitchFamily="2" charset="-122"/>
                <a:ea typeface="宋体" panose="02010600030101010101" pitchFamily="2" charset="-122"/>
              </a:rPr>
              <a:t>电流密度等于  的切向分量</a:t>
            </a:r>
          </a:p>
        </p:txBody>
      </p:sp>
      <p:graphicFrame>
        <p:nvGraphicFramePr>
          <p:cNvPr id="266252" name="Object 27">
            <a:extLst>
              <a:ext uri="{FF2B5EF4-FFF2-40B4-BE49-F238E27FC236}">
                <a16:creationId xmlns:a16="http://schemas.microsoft.com/office/drawing/2014/main" id="{CA25BAEF-CB1F-E749-E3EA-3FE10C48D2D9}"/>
              </a:ext>
            </a:extLst>
          </p:cNvPr>
          <p:cNvGraphicFramePr>
            <a:graphicFrameLocks noChangeAspect="1"/>
          </p:cNvGraphicFramePr>
          <p:nvPr>
            <p:extLst>
              <p:ext uri="{D42A27DB-BD31-4B8C-83A1-F6EECF244321}">
                <p14:modId xmlns:p14="http://schemas.microsoft.com/office/powerpoint/2010/main" val="3285871281"/>
              </p:ext>
            </p:extLst>
          </p:nvPr>
        </p:nvGraphicFramePr>
        <p:xfrm>
          <a:off x="6933013" y="3779251"/>
          <a:ext cx="463550" cy="420688"/>
        </p:xfrm>
        <a:graphic>
          <a:graphicData uri="http://schemas.openxmlformats.org/presentationml/2006/ole">
            <mc:AlternateContent xmlns:mc="http://schemas.openxmlformats.org/markup-compatibility/2006">
              <mc:Choice xmlns:v="urn:schemas-microsoft-com:vml" Requires="v">
                <p:oleObj r:id="rId5" imgW="89047" imgH="114300" progId="Equation.DSMT4">
                  <p:embed/>
                </p:oleObj>
              </mc:Choice>
              <mc:Fallback>
                <p:oleObj r:id="rId5" imgW="89047" imgH="114300" progId="Equation.DSMT4">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3013" y="3779251"/>
                        <a:ext cx="46355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253" name="Text Box 28">
            <a:extLst>
              <a:ext uri="{FF2B5EF4-FFF2-40B4-BE49-F238E27FC236}">
                <a16:creationId xmlns:a16="http://schemas.microsoft.com/office/drawing/2014/main" id="{006C9222-B6BC-85B4-3899-AC3BAB88CF18}"/>
              </a:ext>
            </a:extLst>
          </p:cNvPr>
          <p:cNvSpPr txBox="1">
            <a:spLocks noChangeArrowheads="1"/>
          </p:cNvSpPr>
          <p:nvPr/>
        </p:nvSpPr>
        <p:spPr bwMode="auto">
          <a:xfrm>
            <a:off x="2268538" y="5475312"/>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spcBef>
                <a:spcPct val="50000"/>
              </a:spcBef>
            </a:pPr>
            <a:r>
              <a:rPr lang="en-US" altLang="zh-CN" sz="4400">
                <a:solidFill>
                  <a:srgbClr val="FFCC66"/>
                </a:solidFill>
                <a:latin typeface="Times New Roman" panose="02020603050405020304" pitchFamily="18" charset="0"/>
                <a:ea typeface="宋体" panose="02010600030101010101" pitchFamily="2" charset="-122"/>
                <a:sym typeface="Wingdings" panose="05000000000000000000" pitchFamily="2" charset="2"/>
              </a:rPr>
              <a:t></a:t>
            </a:r>
            <a:endParaRPr lang="en-US" altLang="zh-CN">
              <a:solidFill>
                <a:srgbClr val="FFCC66"/>
              </a:solidFill>
              <a:latin typeface="Times New Roman" panose="02020603050405020304" pitchFamily="18" charset="0"/>
              <a:ea typeface="宋体" panose="02010600030101010101" pitchFamily="2" charset="-122"/>
            </a:endParaRPr>
          </a:p>
        </p:txBody>
      </p:sp>
      <p:sp>
        <p:nvSpPr>
          <p:cNvPr id="266254" name="AutoShape 29">
            <a:hlinkClick r:id="rId7" action="ppaction://hlinksldjump" highlightClick="1"/>
            <a:extLst>
              <a:ext uri="{FF2B5EF4-FFF2-40B4-BE49-F238E27FC236}">
                <a16:creationId xmlns:a16="http://schemas.microsoft.com/office/drawing/2014/main" id="{F0191672-018E-3909-0C36-97D5884A7DF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6255" name="AutoShape 30">
            <a:hlinkClick r:id="" action="ppaction://hlinkshowjump?jump=previousslide" highlightClick="1"/>
            <a:extLst>
              <a:ext uri="{FF2B5EF4-FFF2-40B4-BE49-F238E27FC236}">
                <a16:creationId xmlns:a16="http://schemas.microsoft.com/office/drawing/2014/main" id="{DBDED1BA-1816-F83B-FC23-E7A353C18E7A}"/>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6256" name="AutoShape 31">
            <a:hlinkClick r:id="" action="ppaction://hlinkshowjump?jump=nextslide" highlightClick="1"/>
            <a:extLst>
              <a:ext uri="{FF2B5EF4-FFF2-40B4-BE49-F238E27FC236}">
                <a16:creationId xmlns:a16="http://schemas.microsoft.com/office/drawing/2014/main" id="{BBE75B36-73F7-E68C-7757-BC6F2C061845}"/>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66257" name="AutoShape 32">
            <a:hlinkClick r:id="" action="ppaction://hlinkshowjump?jump=lastslide" highlightClick="1"/>
            <a:extLst>
              <a:ext uri="{FF2B5EF4-FFF2-40B4-BE49-F238E27FC236}">
                <a16:creationId xmlns:a16="http://schemas.microsoft.com/office/drawing/2014/main" id="{71E2F961-36FD-3163-F1A4-9F6BD79C1468}"/>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872485" name="Text Box 37">
            <a:extLst>
              <a:ext uri="{FF2B5EF4-FFF2-40B4-BE49-F238E27FC236}">
                <a16:creationId xmlns:a16="http://schemas.microsoft.com/office/drawing/2014/main" id="{71050BD8-6170-C389-CDCA-4785E4D8FBCE}"/>
              </a:ext>
            </a:extLst>
          </p:cNvPr>
          <p:cNvSpPr txBox="1">
            <a:spLocks noChangeArrowheads="1"/>
          </p:cNvSpPr>
          <p:nvPr/>
        </p:nvSpPr>
        <p:spPr bwMode="auto">
          <a:xfrm>
            <a:off x="467519" y="5961062"/>
            <a:ext cx="8208962"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l-GR" dirty="0">
                <a:solidFill>
                  <a:srgbClr val="FFCC66"/>
                </a:solidFill>
              </a:rPr>
              <a:t>电力线垂直于理想导体表面，磁力线平行于理想导体表面。</a:t>
            </a:r>
          </a:p>
        </p:txBody>
      </p:sp>
      <p:pic>
        <p:nvPicPr>
          <p:cNvPr id="266261" name="图片 7">
            <a:extLst>
              <a:ext uri="{FF2B5EF4-FFF2-40B4-BE49-F238E27FC236}">
                <a16:creationId xmlns:a16="http://schemas.microsoft.com/office/drawing/2014/main" id="{1D5C1A33-4260-F1C7-5360-3AD340B1BD8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216720" y="409318"/>
            <a:ext cx="2900363"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AutoShape 56">
            <a:extLst>
              <a:ext uri="{FF2B5EF4-FFF2-40B4-BE49-F238E27FC236}">
                <a16:creationId xmlns:a16="http://schemas.microsoft.com/office/drawing/2014/main" id="{1E96CD5D-7C6A-567E-3DB5-A8570C20582B}"/>
              </a:ext>
            </a:extLst>
          </p:cNvPr>
          <p:cNvSpPr>
            <a:spLocks noChangeArrowheads="1"/>
          </p:cNvSpPr>
          <p:nvPr/>
        </p:nvSpPr>
        <p:spPr bwMode="auto">
          <a:xfrm>
            <a:off x="3203848" y="2767432"/>
            <a:ext cx="647700" cy="215900"/>
          </a:xfrm>
          <a:prstGeom prst="rightArrow">
            <a:avLst>
              <a:gd name="adj1" fmla="val 50000"/>
              <a:gd name="adj2" fmla="val 75000"/>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endParaRPr lang="zh-CN" altLang="en-US"/>
          </a:p>
        </p:txBody>
      </p:sp>
      <p:pic>
        <p:nvPicPr>
          <p:cNvPr id="3" name="图片 2">
            <a:extLst>
              <a:ext uri="{FF2B5EF4-FFF2-40B4-BE49-F238E27FC236}">
                <a16:creationId xmlns:a16="http://schemas.microsoft.com/office/drawing/2014/main" id="{B5169AD0-6283-3A15-D29D-64377DCDA594}"/>
              </a:ext>
            </a:extLst>
          </p:cNvPr>
          <p:cNvPicPr>
            <a:picLocks noChangeAspect="1"/>
          </p:cNvPicPr>
          <p:nvPr/>
        </p:nvPicPr>
        <p:blipFill>
          <a:blip r:embed="rId9"/>
          <a:stretch>
            <a:fillRect/>
          </a:stretch>
        </p:blipFill>
        <p:spPr>
          <a:xfrm>
            <a:off x="489272" y="2067246"/>
            <a:ext cx="2555497" cy="1781815"/>
          </a:xfrm>
          <a:prstGeom prst="rect">
            <a:avLst/>
          </a:prstGeom>
        </p:spPr>
      </p:pic>
      <p:pic>
        <p:nvPicPr>
          <p:cNvPr id="7" name="图片 6">
            <a:extLst>
              <a:ext uri="{FF2B5EF4-FFF2-40B4-BE49-F238E27FC236}">
                <a16:creationId xmlns:a16="http://schemas.microsoft.com/office/drawing/2014/main" id="{4DF5A801-BB67-6B9F-726A-C419810CB81D}"/>
              </a:ext>
            </a:extLst>
          </p:cNvPr>
          <p:cNvPicPr>
            <a:picLocks noChangeAspect="1"/>
          </p:cNvPicPr>
          <p:nvPr/>
        </p:nvPicPr>
        <p:blipFill>
          <a:blip r:embed="rId10"/>
          <a:stretch>
            <a:fillRect/>
          </a:stretch>
        </p:blipFill>
        <p:spPr>
          <a:xfrm>
            <a:off x="639762" y="3978097"/>
            <a:ext cx="1616075" cy="20200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灯片编号占位符 3">
            <a:extLst>
              <a:ext uri="{FF2B5EF4-FFF2-40B4-BE49-F238E27FC236}">
                <a16:creationId xmlns:a16="http://schemas.microsoft.com/office/drawing/2014/main" id="{CE4A913C-F617-D7BF-F52A-96901274CFE8}"/>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ABEFC5D1-1100-42B2-B18C-18027A7E9EF4}" type="slidenum">
              <a:rPr altLang="zh-CN" sz="1400" b="0">
                <a:solidFill>
                  <a:schemeClr val="tx1"/>
                </a:solidFill>
                <a:ea typeface="宋体" panose="02010600030101010101" pitchFamily="2" charset="-122"/>
              </a:rPr>
              <a:pPr/>
              <a:t>12</a:t>
            </a:fld>
            <a:endParaRPr lang="zh-CN" altLang="zh-CN" sz="1400" b="0">
              <a:solidFill>
                <a:schemeClr val="tx1"/>
              </a:solidFill>
              <a:ea typeface="宋体" panose="02010600030101010101" pitchFamily="2" charset="-122"/>
            </a:endParaRPr>
          </a:p>
        </p:txBody>
      </p:sp>
      <p:grpSp>
        <p:nvGrpSpPr>
          <p:cNvPr id="2" name="Group 2">
            <a:extLst>
              <a:ext uri="{FF2B5EF4-FFF2-40B4-BE49-F238E27FC236}">
                <a16:creationId xmlns:a16="http://schemas.microsoft.com/office/drawing/2014/main" id="{F06D1490-F0BE-E217-23A9-095175B9FE21}"/>
              </a:ext>
            </a:extLst>
          </p:cNvPr>
          <p:cNvGrpSpPr>
            <a:grpSpLocks/>
          </p:cNvGrpSpPr>
          <p:nvPr/>
        </p:nvGrpSpPr>
        <p:grpSpPr bwMode="auto">
          <a:xfrm>
            <a:off x="71438" y="333375"/>
            <a:ext cx="8893175" cy="2151063"/>
            <a:chOff x="45" y="210"/>
            <a:chExt cx="5602" cy="1355"/>
          </a:xfrm>
        </p:grpSpPr>
        <p:sp>
          <p:nvSpPr>
            <p:cNvPr id="270362" name="Rectangle 3">
              <a:extLst>
                <a:ext uri="{FF2B5EF4-FFF2-40B4-BE49-F238E27FC236}">
                  <a16:creationId xmlns:a16="http://schemas.microsoft.com/office/drawing/2014/main" id="{5457CEDF-825A-E79E-3E6C-02E4C06056DD}"/>
                </a:ext>
              </a:extLst>
            </p:cNvPr>
            <p:cNvSpPr>
              <a:spLocks noChangeArrowheads="1"/>
            </p:cNvSpPr>
            <p:nvPr/>
          </p:nvSpPr>
          <p:spPr bwMode="auto">
            <a:xfrm>
              <a:off x="45" y="210"/>
              <a:ext cx="5602" cy="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lnSpc>
                  <a:spcPct val="130000"/>
                </a:lnSpc>
              </a:pPr>
              <a:r>
                <a:rPr lang="en-US" altLang="zh-CN">
                  <a:solidFill>
                    <a:srgbClr val="FFCC66"/>
                  </a:solidFill>
                  <a:latin typeface="Times New Roman" panose="02020603050405020304" pitchFamily="18" charset="0"/>
                  <a:ea typeface="宋体" panose="02010600030101010101" pitchFamily="2" charset="-122"/>
                </a:rPr>
                <a:t>【</a:t>
              </a:r>
              <a:r>
                <a:rPr lang="zh-CN" altLang="en-US">
                  <a:solidFill>
                    <a:srgbClr val="FFCC66"/>
                  </a:solidFill>
                  <a:latin typeface="Times New Roman" panose="02020603050405020304" pitchFamily="18" charset="0"/>
                  <a:ea typeface="幼圆" panose="02010509060101010101" pitchFamily="49" charset="-122"/>
                </a:rPr>
                <a:t>例</a:t>
              </a:r>
              <a:r>
                <a:rPr lang="en-US" altLang="zh-CN">
                  <a:solidFill>
                    <a:srgbClr val="FFCC66"/>
                  </a:solidFill>
                  <a:latin typeface="Times New Roman" panose="02020603050405020304" pitchFamily="18" charset="0"/>
                </a:rPr>
                <a:t>2.7.1</a:t>
              </a:r>
              <a:r>
                <a:rPr lang="en-US" altLang="zh-CN">
                  <a:solidFill>
                    <a:srgbClr val="FFCC66"/>
                  </a:solidFill>
                  <a:latin typeface="Times New Roman" panose="02020603050405020304" pitchFamily="18" charset="0"/>
                  <a:ea typeface="宋体" panose="02010600030101010101" pitchFamily="2" charset="-122"/>
                </a:rPr>
                <a:t>】</a:t>
              </a:r>
              <a:r>
                <a:rPr lang="en-US" altLang="zh-CN" b="0" i="1"/>
                <a:t>z</a:t>
              </a:r>
              <a:r>
                <a:rPr lang="en-US" altLang="zh-CN"/>
                <a:t> &lt;</a:t>
              </a:r>
              <a:r>
                <a:rPr lang="en-US" altLang="zh-CN">
                  <a:latin typeface="Times New Roman" panose="02020603050405020304" pitchFamily="18" charset="0"/>
                </a:rPr>
                <a:t> 0</a:t>
              </a:r>
              <a:r>
                <a:rPr lang="zh-CN" altLang="en-US">
                  <a:latin typeface="Times New Roman" panose="02020603050405020304" pitchFamily="18" charset="0"/>
                </a:rPr>
                <a:t>的区域的媒质参数为                                     </a:t>
              </a:r>
              <a:r>
                <a:rPr lang="en-US" altLang="zh-CN">
                  <a:latin typeface="Times New Roman" panose="02020603050405020304" pitchFamily="18" charset="0"/>
                </a:rPr>
                <a:t>,  </a:t>
              </a:r>
              <a:r>
                <a:rPr lang="en-US" altLang="zh-CN" b="0" i="1"/>
                <a:t>z</a:t>
              </a:r>
              <a:r>
                <a:rPr lang="en-US" altLang="zh-CN" i="1"/>
                <a:t> </a:t>
              </a:r>
              <a:r>
                <a:rPr lang="en-US" altLang="zh-CN"/>
                <a:t>&gt;</a:t>
              </a:r>
              <a:r>
                <a:rPr lang="en-US" altLang="zh-CN">
                  <a:latin typeface="Times New Roman" panose="02020603050405020304" pitchFamily="18" charset="0"/>
                </a:rPr>
                <a:t> 0 </a:t>
              </a:r>
              <a:r>
                <a:rPr lang="zh-CN" altLang="en-US">
                  <a:latin typeface="Times New Roman" panose="02020603050405020304" pitchFamily="18" charset="0"/>
                </a:rPr>
                <a:t>区域的媒质参数为                                               。若媒质</a:t>
              </a:r>
              <a:r>
                <a:rPr lang="en-US" altLang="zh-CN">
                  <a:latin typeface="Times New Roman" panose="02020603050405020304" pitchFamily="18" charset="0"/>
                </a:rPr>
                <a:t>1</a:t>
              </a:r>
              <a:r>
                <a:rPr lang="zh-CN" altLang="en-US">
                  <a:latin typeface="Times New Roman" panose="02020603050405020304" pitchFamily="18" charset="0"/>
                </a:rPr>
                <a:t>中的电场强度为</a:t>
              </a:r>
            </a:p>
          </p:txBody>
        </p:sp>
        <p:graphicFrame>
          <p:nvGraphicFramePr>
            <p:cNvPr id="270363" name="Object 4">
              <a:extLst>
                <a:ext uri="{FF2B5EF4-FFF2-40B4-BE49-F238E27FC236}">
                  <a16:creationId xmlns:a16="http://schemas.microsoft.com/office/drawing/2014/main" id="{76456E10-B532-DEE3-5FCC-5EE810656B90}"/>
                </a:ext>
              </a:extLst>
            </p:cNvPr>
            <p:cNvGraphicFramePr>
              <a:graphicFrameLocks noChangeAspect="1"/>
            </p:cNvGraphicFramePr>
            <p:nvPr/>
          </p:nvGraphicFramePr>
          <p:xfrm>
            <a:off x="3188" y="284"/>
            <a:ext cx="1868" cy="286"/>
          </p:xfrm>
          <a:graphic>
            <a:graphicData uri="http://schemas.openxmlformats.org/presentationml/2006/ole">
              <mc:AlternateContent xmlns:mc="http://schemas.openxmlformats.org/markup-compatibility/2006">
                <mc:Choice xmlns:v="urn:schemas-microsoft-com:vml" Requires="v">
                  <p:oleObj r:id="rId3" imgW="1269965" imgH="133419" progId="Equation.DSMT4">
                    <p:embed/>
                  </p:oleObj>
                </mc:Choice>
                <mc:Fallback>
                  <p:oleObj r:id="rId3" imgW="1269965" imgH="133419"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8" y="284"/>
                          <a:ext cx="186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0364" name="Object 5">
              <a:extLst>
                <a:ext uri="{FF2B5EF4-FFF2-40B4-BE49-F238E27FC236}">
                  <a16:creationId xmlns:a16="http://schemas.microsoft.com/office/drawing/2014/main" id="{1C5FDE58-58C6-CA25-14AC-5C8493A195C3}"/>
                </a:ext>
              </a:extLst>
            </p:cNvPr>
            <p:cNvGraphicFramePr>
              <a:graphicFrameLocks noChangeAspect="1"/>
            </p:cNvGraphicFramePr>
            <p:nvPr/>
          </p:nvGraphicFramePr>
          <p:xfrm>
            <a:off x="1656" y="603"/>
            <a:ext cx="2223" cy="282"/>
          </p:xfrm>
          <a:graphic>
            <a:graphicData uri="http://schemas.openxmlformats.org/presentationml/2006/ole">
              <mc:AlternateContent xmlns:mc="http://schemas.openxmlformats.org/markup-compatibility/2006">
                <mc:Choice xmlns:v="urn:schemas-microsoft-com:vml" Requires="v">
                  <p:oleObj r:id="rId5" imgW="1498409" imgH="133419" progId="Equation.DSMT4">
                    <p:embed/>
                  </p:oleObj>
                </mc:Choice>
                <mc:Fallback>
                  <p:oleObj r:id="rId5" imgW="1498409" imgH="133419"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6" y="603"/>
                          <a:ext cx="222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0365" name="Object 6">
              <a:extLst>
                <a:ext uri="{FF2B5EF4-FFF2-40B4-BE49-F238E27FC236}">
                  <a16:creationId xmlns:a16="http://schemas.microsoft.com/office/drawing/2014/main" id="{784B794C-0504-B4A4-C736-D9FF3501C131}"/>
                </a:ext>
              </a:extLst>
            </p:cNvPr>
            <p:cNvGraphicFramePr>
              <a:graphicFrameLocks noChangeAspect="1"/>
            </p:cNvGraphicFramePr>
            <p:nvPr/>
          </p:nvGraphicFramePr>
          <p:xfrm>
            <a:off x="783" y="855"/>
            <a:ext cx="4695" cy="365"/>
          </p:xfrm>
          <a:graphic>
            <a:graphicData uri="http://schemas.openxmlformats.org/presentationml/2006/ole">
              <mc:AlternateContent xmlns:mc="http://schemas.openxmlformats.org/markup-compatibility/2006">
                <mc:Choice xmlns:v="urn:schemas-microsoft-com:vml" Requires="v">
                  <p:oleObj r:id="rId7" imgW="3308484" imgH="171658" progId="Equation.DSMT4">
                    <p:embed/>
                  </p:oleObj>
                </mc:Choice>
                <mc:Fallback>
                  <p:oleObj r:id="rId7" imgW="3308484" imgH="171658"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 y="855"/>
                          <a:ext cx="469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0366" name="Object 7">
              <a:extLst>
                <a:ext uri="{FF2B5EF4-FFF2-40B4-BE49-F238E27FC236}">
                  <a16:creationId xmlns:a16="http://schemas.microsoft.com/office/drawing/2014/main" id="{F9188D08-2443-7B59-67C7-524A4866FF62}"/>
                </a:ext>
              </a:extLst>
            </p:cNvPr>
            <p:cNvGraphicFramePr>
              <a:graphicFrameLocks noChangeAspect="1"/>
            </p:cNvGraphicFramePr>
            <p:nvPr/>
          </p:nvGraphicFramePr>
          <p:xfrm>
            <a:off x="2089" y="1208"/>
            <a:ext cx="3543" cy="357"/>
          </p:xfrm>
          <a:graphic>
            <a:graphicData uri="http://schemas.openxmlformats.org/presentationml/2006/ole">
              <mc:AlternateContent xmlns:mc="http://schemas.openxmlformats.org/markup-compatibility/2006">
                <mc:Choice xmlns:v="urn:schemas-microsoft-com:vml" Requires="v">
                  <p:oleObj r:id="rId9" imgW="1961955" imgH="152539" progId="Equation.DSMT4">
                    <p:embed/>
                  </p:oleObj>
                </mc:Choice>
                <mc:Fallback>
                  <p:oleObj r:id="rId9" imgW="1961955" imgH="152539"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89" y="1208"/>
                          <a:ext cx="3543"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0367" name="Rectangle 8">
              <a:extLst>
                <a:ext uri="{FF2B5EF4-FFF2-40B4-BE49-F238E27FC236}">
                  <a16:creationId xmlns:a16="http://schemas.microsoft.com/office/drawing/2014/main" id="{AE22F623-6F18-94BF-0C26-788367278836}"/>
                </a:ext>
              </a:extLst>
            </p:cNvPr>
            <p:cNvSpPr>
              <a:spLocks noChangeArrowheads="1"/>
            </p:cNvSpPr>
            <p:nvPr/>
          </p:nvSpPr>
          <p:spPr bwMode="auto">
            <a:xfrm>
              <a:off x="113" y="1253"/>
              <a:ext cx="35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a:latin typeface="Times New Roman" panose="02020603050405020304" pitchFamily="18" charset="0"/>
                </a:rPr>
                <a:t>媒质</a:t>
              </a:r>
              <a:r>
                <a:rPr lang="en-US" altLang="zh-CN">
                  <a:latin typeface="Times New Roman" panose="02020603050405020304" pitchFamily="18" charset="0"/>
                </a:rPr>
                <a:t>2</a:t>
              </a:r>
              <a:r>
                <a:rPr lang="zh-CN" altLang="en-US">
                  <a:latin typeface="楷体_GB2312" pitchFamily="49" charset="-122"/>
                </a:rPr>
                <a:t>中的电场强度为</a:t>
              </a:r>
            </a:p>
          </p:txBody>
        </p:sp>
      </p:grpSp>
      <p:grpSp>
        <p:nvGrpSpPr>
          <p:cNvPr id="3" name="Group 9">
            <a:extLst>
              <a:ext uri="{FF2B5EF4-FFF2-40B4-BE49-F238E27FC236}">
                <a16:creationId xmlns:a16="http://schemas.microsoft.com/office/drawing/2014/main" id="{43C6A8D5-CEC8-FE94-DDAA-EEFC4E22AADB}"/>
              </a:ext>
            </a:extLst>
          </p:cNvPr>
          <p:cNvGrpSpPr>
            <a:grpSpLocks/>
          </p:cNvGrpSpPr>
          <p:nvPr/>
        </p:nvGrpSpPr>
        <p:grpSpPr bwMode="auto">
          <a:xfrm>
            <a:off x="34925" y="2414588"/>
            <a:ext cx="8964613" cy="1071562"/>
            <a:chOff x="68" y="1943"/>
            <a:chExt cx="5647" cy="675"/>
          </a:xfrm>
        </p:grpSpPr>
        <p:sp>
          <p:nvSpPr>
            <p:cNvPr id="270357" name="Rectangle 10">
              <a:extLst>
                <a:ext uri="{FF2B5EF4-FFF2-40B4-BE49-F238E27FC236}">
                  <a16:creationId xmlns:a16="http://schemas.microsoft.com/office/drawing/2014/main" id="{F26152F0-11F2-7DB6-C682-A0BD42B3B950}"/>
                </a:ext>
              </a:extLst>
            </p:cNvPr>
            <p:cNvSpPr>
              <a:spLocks noChangeArrowheads="1"/>
            </p:cNvSpPr>
            <p:nvPr/>
          </p:nvSpPr>
          <p:spPr bwMode="auto">
            <a:xfrm>
              <a:off x="68" y="1943"/>
              <a:ext cx="5647" cy="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lnSpc>
                  <a:spcPct val="130000"/>
                </a:lnSpc>
              </a:pPr>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）试确定常数</a:t>
              </a:r>
              <a:r>
                <a:rPr lang="en-US" altLang="zh-CN" i="1" dirty="0">
                  <a:latin typeface="Times New Roman" panose="02020603050405020304" pitchFamily="18" charset="0"/>
                </a:rPr>
                <a:t>A</a:t>
              </a:r>
              <a:r>
                <a:rPr lang="zh-CN" altLang="en-US" dirty="0">
                  <a:latin typeface="Times New Roman" panose="02020603050405020304" pitchFamily="18" charset="0"/>
                </a:rPr>
                <a:t>的值</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）求磁场强度               和                 ； </a:t>
              </a:r>
              <a:r>
                <a:rPr lang="zh-CN" altLang="en-US" dirty="0">
                  <a:latin typeface="楷体_GB2312" pitchFamily="49" charset="-122"/>
                </a:rPr>
                <a:t>（</a:t>
              </a:r>
              <a:r>
                <a:rPr lang="en-US" altLang="zh-CN" dirty="0">
                  <a:latin typeface="楷体_GB2312" pitchFamily="49" charset="-122"/>
                </a:rPr>
                <a:t>3</a:t>
              </a:r>
              <a:r>
                <a:rPr lang="zh-CN" altLang="en-US" dirty="0">
                  <a:latin typeface="楷体_GB2312" pitchFamily="49" charset="-122"/>
                </a:rPr>
                <a:t>）验证            和             满足边界条件。</a:t>
              </a:r>
              <a:endParaRPr lang="zh-CN" altLang="en-US" dirty="0">
                <a:latin typeface="楷体_GB2312" pitchFamily="49" charset="-122"/>
                <a:cs typeface="Times New Roman" panose="02020603050405020304" pitchFamily="18" charset="0"/>
              </a:endParaRPr>
            </a:p>
          </p:txBody>
        </p:sp>
        <p:graphicFrame>
          <p:nvGraphicFramePr>
            <p:cNvPr id="270358" name="Object 11">
              <a:extLst>
                <a:ext uri="{FF2B5EF4-FFF2-40B4-BE49-F238E27FC236}">
                  <a16:creationId xmlns:a16="http://schemas.microsoft.com/office/drawing/2014/main" id="{16DE0FE5-2995-E43D-FEEB-A57A6731945E}"/>
                </a:ext>
              </a:extLst>
            </p:cNvPr>
            <p:cNvGraphicFramePr>
              <a:graphicFrameLocks noChangeAspect="1"/>
            </p:cNvGraphicFramePr>
            <p:nvPr/>
          </p:nvGraphicFramePr>
          <p:xfrm>
            <a:off x="3607" y="1994"/>
            <a:ext cx="702" cy="303"/>
          </p:xfrm>
          <a:graphic>
            <a:graphicData uri="http://schemas.openxmlformats.org/presentationml/2006/ole">
              <mc:AlternateContent xmlns:mc="http://schemas.openxmlformats.org/markup-compatibility/2006">
                <mc:Choice xmlns:v="urn:schemas-microsoft-com:vml" Requires="v">
                  <p:oleObj r:id="rId11" imgW="374498" imgH="139654" progId="Equation.3">
                    <p:embed/>
                  </p:oleObj>
                </mc:Choice>
                <mc:Fallback>
                  <p:oleObj r:id="rId11" imgW="374498" imgH="139654"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07" y="1994"/>
                          <a:ext cx="70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0359" name="Object 12">
              <a:extLst>
                <a:ext uri="{FF2B5EF4-FFF2-40B4-BE49-F238E27FC236}">
                  <a16:creationId xmlns:a16="http://schemas.microsoft.com/office/drawing/2014/main" id="{BE27744D-E618-D77A-91EE-70DFC36D5D4D}"/>
                </a:ext>
              </a:extLst>
            </p:cNvPr>
            <p:cNvGraphicFramePr>
              <a:graphicFrameLocks noChangeAspect="1"/>
            </p:cNvGraphicFramePr>
            <p:nvPr/>
          </p:nvGraphicFramePr>
          <p:xfrm>
            <a:off x="4581" y="1994"/>
            <a:ext cx="720" cy="303"/>
          </p:xfrm>
          <a:graphic>
            <a:graphicData uri="http://schemas.openxmlformats.org/presentationml/2006/ole">
              <mc:AlternateContent xmlns:mc="http://schemas.openxmlformats.org/markup-compatibility/2006">
                <mc:Choice xmlns:v="urn:schemas-microsoft-com:vml" Requires="v">
                  <p:oleObj r:id="rId13" imgW="381156" imgH="139654" progId="Equation.3">
                    <p:embed/>
                  </p:oleObj>
                </mc:Choice>
                <mc:Fallback>
                  <p:oleObj r:id="rId13" imgW="381156" imgH="139654"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81" y="1994"/>
                          <a:ext cx="72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0360" name="Object 13">
              <a:extLst>
                <a:ext uri="{FF2B5EF4-FFF2-40B4-BE49-F238E27FC236}">
                  <a16:creationId xmlns:a16="http://schemas.microsoft.com/office/drawing/2014/main" id="{BA8DDC3C-033F-C115-D6D9-5C76C2E7BDC7}"/>
                </a:ext>
              </a:extLst>
            </p:cNvPr>
            <p:cNvGraphicFramePr>
              <a:graphicFrameLocks noChangeAspect="1"/>
            </p:cNvGraphicFramePr>
            <p:nvPr/>
          </p:nvGraphicFramePr>
          <p:xfrm>
            <a:off x="976" y="2311"/>
            <a:ext cx="702" cy="303"/>
          </p:xfrm>
          <a:graphic>
            <a:graphicData uri="http://schemas.openxmlformats.org/presentationml/2006/ole">
              <mc:AlternateContent xmlns:mc="http://schemas.openxmlformats.org/markup-compatibility/2006">
                <mc:Choice xmlns:v="urn:schemas-microsoft-com:vml" Requires="v">
                  <p:oleObj r:id="rId15" imgW="374498" imgH="139654" progId="Equation.3">
                    <p:embed/>
                  </p:oleObj>
                </mc:Choice>
                <mc:Fallback>
                  <p:oleObj r:id="rId15" imgW="374498" imgH="139654"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6" y="2311"/>
                          <a:ext cx="70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0361" name="Object 14">
              <a:extLst>
                <a:ext uri="{FF2B5EF4-FFF2-40B4-BE49-F238E27FC236}">
                  <a16:creationId xmlns:a16="http://schemas.microsoft.com/office/drawing/2014/main" id="{93186C4F-9147-2C76-CF87-0DBCA5C0DED2}"/>
                </a:ext>
              </a:extLst>
            </p:cNvPr>
            <p:cNvGraphicFramePr>
              <a:graphicFrameLocks noChangeAspect="1"/>
            </p:cNvGraphicFramePr>
            <p:nvPr>
              <p:extLst>
                <p:ext uri="{D42A27DB-BD31-4B8C-83A1-F6EECF244321}">
                  <p14:modId xmlns:p14="http://schemas.microsoft.com/office/powerpoint/2010/main" val="520490495"/>
                </p:ext>
              </p:extLst>
            </p:nvPr>
          </p:nvGraphicFramePr>
          <p:xfrm>
            <a:off x="1889" y="2315"/>
            <a:ext cx="720" cy="303"/>
          </p:xfrm>
          <a:graphic>
            <a:graphicData uri="http://schemas.openxmlformats.org/presentationml/2006/ole">
              <mc:AlternateContent xmlns:mc="http://schemas.openxmlformats.org/markup-compatibility/2006">
                <mc:Choice xmlns:v="urn:schemas-microsoft-com:vml" Requires="v">
                  <p:oleObj r:id="rId17" imgW="381156" imgH="139654" progId="Equation.3">
                    <p:embed/>
                  </p:oleObj>
                </mc:Choice>
                <mc:Fallback>
                  <p:oleObj r:id="rId17" imgW="381156" imgH="139654"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89" y="2315"/>
                          <a:ext cx="720" cy="303"/>
                        </a:xfrm>
                        <a:prstGeom prst="rect">
                          <a:avLst/>
                        </a:prstGeom>
                        <a:noFill/>
                        <a:ln>
                          <a:noFill/>
                        </a:ln>
                      </p:spPr>
                    </p:pic>
                  </p:oleObj>
                </mc:Fallback>
              </mc:AlternateContent>
            </a:graphicData>
          </a:graphic>
        </p:graphicFrame>
      </p:grpSp>
      <p:sp>
        <p:nvSpPr>
          <p:cNvPr id="873487" name="Rectangle 15">
            <a:extLst>
              <a:ext uri="{FF2B5EF4-FFF2-40B4-BE49-F238E27FC236}">
                <a16:creationId xmlns:a16="http://schemas.microsoft.com/office/drawing/2014/main" id="{A714D36D-6D0F-8817-7FD5-47886C19BB1F}"/>
              </a:ext>
            </a:extLst>
          </p:cNvPr>
          <p:cNvSpPr>
            <a:spLocks noChangeArrowheads="1"/>
          </p:cNvSpPr>
          <p:nvPr/>
        </p:nvSpPr>
        <p:spPr bwMode="auto">
          <a:xfrm>
            <a:off x="107950" y="3500438"/>
            <a:ext cx="88201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lnSpc>
                <a:spcPct val="130000"/>
              </a:lnSpc>
            </a:pPr>
            <a:r>
              <a:rPr lang="en-US" altLang="zh-CN" dirty="0">
                <a:solidFill>
                  <a:srgbClr val="FFCC66"/>
                </a:solidFill>
                <a:latin typeface="Times New Roman" panose="02020603050405020304" pitchFamily="18" charset="0"/>
                <a:ea typeface="宋体" panose="02010600030101010101" pitchFamily="2" charset="-122"/>
              </a:rPr>
              <a:t>【</a:t>
            </a:r>
            <a:r>
              <a:rPr lang="zh-CN" altLang="en-US" dirty="0">
                <a:solidFill>
                  <a:srgbClr val="FFCC66"/>
                </a:solidFill>
                <a:latin typeface="幼圆" panose="02010509060101010101" pitchFamily="49" charset="-122"/>
                <a:ea typeface="幼圆" panose="02010509060101010101" pitchFamily="49" charset="-122"/>
              </a:rPr>
              <a:t>解</a:t>
            </a:r>
            <a:r>
              <a:rPr lang="en-US" altLang="zh-CN" dirty="0">
                <a:solidFill>
                  <a:srgbClr val="FFCC66"/>
                </a:solidFill>
                <a:latin typeface="宋体" panose="02010600030101010101" pitchFamily="2" charset="-122"/>
                <a:ea typeface="宋体" panose="02010600030101010101" pitchFamily="2" charset="-122"/>
              </a:rPr>
              <a:t>】</a:t>
            </a:r>
            <a:r>
              <a:rPr lang="zh-CN" altLang="en-US" dirty="0">
                <a:latin typeface="Times New Roman" panose="02020603050405020304" pitchFamily="18" charset="0"/>
              </a:rPr>
              <a:t>（</a:t>
            </a:r>
            <a:r>
              <a:rPr lang="en-US" altLang="zh-CN" b="0" dirty="0">
                <a:latin typeface="Times New Roman" panose="02020603050405020304" pitchFamily="18" charset="0"/>
              </a:rPr>
              <a:t>1</a:t>
            </a:r>
            <a:r>
              <a:rPr lang="zh-CN" altLang="en-US" b="0" dirty="0">
                <a:latin typeface="Times New Roman" panose="02020603050405020304" pitchFamily="18" charset="0"/>
              </a:rPr>
              <a:t>）</a:t>
            </a:r>
            <a:r>
              <a:rPr lang="zh-CN" altLang="en-US" dirty="0">
                <a:latin typeface="Times New Roman" panose="02020603050405020304" pitchFamily="18" charset="0"/>
              </a:rPr>
              <a:t>这是两种电介质的分界面，在分界面</a:t>
            </a:r>
            <a:r>
              <a:rPr lang="en-US" altLang="zh-CN" b="0" i="1" dirty="0"/>
              <a:t>z </a:t>
            </a:r>
            <a:r>
              <a:rPr lang="en-US" altLang="zh-CN" b="0" dirty="0"/>
              <a:t>= </a:t>
            </a:r>
            <a:r>
              <a:rPr lang="en-US" altLang="zh-CN" dirty="0">
                <a:latin typeface="Times New Roman" panose="02020603050405020304" pitchFamily="18" charset="0"/>
              </a:rPr>
              <a:t>0 </a:t>
            </a:r>
            <a:r>
              <a:rPr lang="zh-CN" altLang="en-US" dirty="0">
                <a:latin typeface="Times New Roman" panose="02020603050405020304" pitchFamily="18" charset="0"/>
              </a:rPr>
              <a:t>处，有</a:t>
            </a:r>
          </a:p>
        </p:txBody>
      </p:sp>
      <p:graphicFrame>
        <p:nvGraphicFramePr>
          <p:cNvPr id="873488" name="Object 16">
            <a:extLst>
              <a:ext uri="{FF2B5EF4-FFF2-40B4-BE49-F238E27FC236}">
                <a16:creationId xmlns:a16="http://schemas.microsoft.com/office/drawing/2014/main" id="{B5545A63-B1EC-0585-5441-1E193DFAA3E6}"/>
              </a:ext>
            </a:extLst>
          </p:cNvPr>
          <p:cNvGraphicFramePr>
            <a:graphicFrameLocks noChangeAspect="1"/>
          </p:cNvGraphicFramePr>
          <p:nvPr/>
        </p:nvGraphicFramePr>
        <p:xfrm>
          <a:off x="1403350" y="4221163"/>
          <a:ext cx="6769100" cy="555625"/>
        </p:xfrm>
        <a:graphic>
          <a:graphicData uri="http://schemas.openxmlformats.org/presentationml/2006/ole">
            <mc:AlternateContent xmlns:mc="http://schemas.openxmlformats.org/markup-compatibility/2006">
              <mc:Choice xmlns:v="urn:schemas-microsoft-com:vml" Requires="v">
                <p:oleObj r:id="rId19" imgW="2457541" imgH="152539" progId="Equation.DSMT4">
                  <p:embed/>
                </p:oleObj>
              </mc:Choice>
              <mc:Fallback>
                <p:oleObj r:id="rId19" imgW="2457541" imgH="152539" progId="Equation.DSMT4">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03350" y="4221163"/>
                        <a:ext cx="67691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73489" name="Object 17">
            <a:extLst>
              <a:ext uri="{FF2B5EF4-FFF2-40B4-BE49-F238E27FC236}">
                <a16:creationId xmlns:a16="http://schemas.microsoft.com/office/drawing/2014/main" id="{9487EBB0-0C0A-9D99-70FD-649E4E3253B4}"/>
              </a:ext>
            </a:extLst>
          </p:cNvPr>
          <p:cNvGraphicFramePr>
            <a:graphicFrameLocks noChangeAspect="1"/>
          </p:cNvGraphicFramePr>
          <p:nvPr/>
        </p:nvGraphicFramePr>
        <p:xfrm>
          <a:off x="2339975" y="4775200"/>
          <a:ext cx="3556000" cy="598488"/>
        </p:xfrm>
        <a:graphic>
          <a:graphicData uri="http://schemas.openxmlformats.org/presentationml/2006/ole">
            <mc:AlternateContent xmlns:mc="http://schemas.openxmlformats.org/markup-compatibility/2006">
              <mc:Choice xmlns:v="urn:schemas-microsoft-com:vml" Requires="v">
                <p:oleObj r:id="rId21" imgW="1390637" imgH="171658" progId="Equation.DSMT4">
                  <p:embed/>
                </p:oleObj>
              </mc:Choice>
              <mc:Fallback>
                <p:oleObj r:id="rId21" imgW="1390637" imgH="171658" progId="Equation.DSMT4">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39975" y="4775200"/>
                        <a:ext cx="35560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73490" name="Object 18">
            <a:extLst>
              <a:ext uri="{FF2B5EF4-FFF2-40B4-BE49-F238E27FC236}">
                <a16:creationId xmlns:a16="http://schemas.microsoft.com/office/drawing/2014/main" id="{77F01172-D077-52F1-5E15-4B84CF3600EF}"/>
              </a:ext>
            </a:extLst>
          </p:cNvPr>
          <p:cNvGraphicFramePr>
            <a:graphicFrameLocks noChangeAspect="1"/>
          </p:cNvGraphicFramePr>
          <p:nvPr/>
        </p:nvGraphicFramePr>
        <p:xfrm>
          <a:off x="1403350" y="5381625"/>
          <a:ext cx="4229100" cy="568325"/>
        </p:xfrm>
        <a:graphic>
          <a:graphicData uri="http://schemas.openxmlformats.org/presentationml/2006/ole">
            <mc:AlternateContent xmlns:mc="http://schemas.openxmlformats.org/markup-compatibility/2006">
              <mc:Choice xmlns:v="urn:schemas-microsoft-com:vml" Requires="v">
                <p:oleObj r:id="rId23" imgW="1752652" imgH="171658" progId="Equation.DSMT4">
                  <p:embed/>
                </p:oleObj>
              </mc:Choice>
              <mc:Fallback>
                <p:oleObj r:id="rId23" imgW="1752652" imgH="171658" progId="Equation.DSMT4">
                  <p:embed/>
                  <p:pic>
                    <p:nvPicPr>
                      <p:cNvPr id="0" name="Object 1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03350" y="5381625"/>
                        <a:ext cx="42291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0345" name="AutoShape 19">
            <a:hlinkClick r:id="rId25" action="ppaction://hlinksldjump" highlightClick="1"/>
            <a:extLst>
              <a:ext uri="{FF2B5EF4-FFF2-40B4-BE49-F238E27FC236}">
                <a16:creationId xmlns:a16="http://schemas.microsoft.com/office/drawing/2014/main" id="{F44FB528-E215-F203-86DA-4CCF318AFD6D}"/>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0346" name="AutoShape 20">
            <a:hlinkClick r:id="" action="ppaction://hlinkshowjump?jump=previousslide" highlightClick="1"/>
            <a:extLst>
              <a:ext uri="{FF2B5EF4-FFF2-40B4-BE49-F238E27FC236}">
                <a16:creationId xmlns:a16="http://schemas.microsoft.com/office/drawing/2014/main" id="{6D333B85-A5BB-01BE-7DBB-0BECE6C0CAEA}"/>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0347" name="AutoShape 21">
            <a:hlinkClick r:id="" action="ppaction://hlinkshowjump?jump=nextslide" highlightClick="1"/>
            <a:extLst>
              <a:ext uri="{FF2B5EF4-FFF2-40B4-BE49-F238E27FC236}">
                <a16:creationId xmlns:a16="http://schemas.microsoft.com/office/drawing/2014/main" id="{AEF94D52-F42C-CA28-5250-DD585F9A4F3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0348" name="AutoShape 22">
            <a:hlinkClick r:id="" action="ppaction://hlinkshowjump?jump=lastslide" highlightClick="1"/>
            <a:extLst>
              <a:ext uri="{FF2B5EF4-FFF2-40B4-BE49-F238E27FC236}">
                <a16:creationId xmlns:a16="http://schemas.microsoft.com/office/drawing/2014/main" id="{44CA7F16-97BB-3FCE-5A05-2562CED6F9B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873495" name="Object 23">
            <a:extLst>
              <a:ext uri="{FF2B5EF4-FFF2-40B4-BE49-F238E27FC236}">
                <a16:creationId xmlns:a16="http://schemas.microsoft.com/office/drawing/2014/main" id="{FE63812D-EBD1-F1CF-A64B-AABB2221AF66}"/>
              </a:ext>
            </a:extLst>
          </p:cNvPr>
          <p:cNvGraphicFramePr>
            <a:graphicFrameLocks noChangeAspect="1"/>
          </p:cNvGraphicFramePr>
          <p:nvPr/>
        </p:nvGraphicFramePr>
        <p:xfrm>
          <a:off x="6948488" y="5448300"/>
          <a:ext cx="1800225" cy="573088"/>
        </p:xfrm>
        <a:graphic>
          <a:graphicData uri="http://schemas.openxmlformats.org/presentationml/2006/ole">
            <mc:AlternateContent xmlns:mc="http://schemas.openxmlformats.org/markup-compatibility/2006">
              <mc:Choice xmlns:v="urn:schemas-microsoft-com:vml" Requires="v">
                <p:oleObj r:id="rId26" imgW="679506" imgH="171658" progId="Equation.DSMT4">
                  <p:embed/>
                </p:oleObj>
              </mc:Choice>
              <mc:Fallback>
                <p:oleObj r:id="rId26" imgW="679506" imgH="171658" progId="Equation.DSMT4">
                  <p:embed/>
                  <p:pic>
                    <p:nvPicPr>
                      <p:cNvPr id="0" name="Object 2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948488" y="5448300"/>
                        <a:ext cx="180022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3496" name="Rectangle 24">
            <a:extLst>
              <a:ext uri="{FF2B5EF4-FFF2-40B4-BE49-F238E27FC236}">
                <a16:creationId xmlns:a16="http://schemas.microsoft.com/office/drawing/2014/main" id="{5E20A62B-73EF-3EC2-54C2-A43919D31F76}"/>
              </a:ext>
            </a:extLst>
          </p:cNvPr>
          <p:cNvSpPr>
            <a:spLocks noChangeArrowheads="1"/>
          </p:cNvSpPr>
          <p:nvPr/>
        </p:nvSpPr>
        <p:spPr bwMode="auto">
          <a:xfrm>
            <a:off x="250825" y="5995988"/>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a:t>由边界条件</a:t>
            </a:r>
          </a:p>
        </p:txBody>
      </p:sp>
      <p:grpSp>
        <p:nvGrpSpPr>
          <p:cNvPr id="4" name="Group 25">
            <a:extLst>
              <a:ext uri="{FF2B5EF4-FFF2-40B4-BE49-F238E27FC236}">
                <a16:creationId xmlns:a16="http://schemas.microsoft.com/office/drawing/2014/main" id="{3293A5A8-475F-6E5E-2C1F-EDCA9CD4653A}"/>
              </a:ext>
            </a:extLst>
          </p:cNvPr>
          <p:cNvGrpSpPr>
            <a:grpSpLocks/>
          </p:cNvGrpSpPr>
          <p:nvPr/>
        </p:nvGrpSpPr>
        <p:grpSpPr bwMode="auto">
          <a:xfrm>
            <a:off x="2051050" y="6032500"/>
            <a:ext cx="3455988" cy="492125"/>
            <a:chOff x="1292" y="3755"/>
            <a:chExt cx="2177" cy="310"/>
          </a:xfrm>
        </p:grpSpPr>
        <p:graphicFrame>
          <p:nvGraphicFramePr>
            <p:cNvPr id="270355" name="Object 26">
              <a:extLst>
                <a:ext uri="{FF2B5EF4-FFF2-40B4-BE49-F238E27FC236}">
                  <a16:creationId xmlns:a16="http://schemas.microsoft.com/office/drawing/2014/main" id="{71E50477-9AA7-440E-FA3D-058B199931A2}"/>
                </a:ext>
              </a:extLst>
            </p:cNvPr>
            <p:cNvGraphicFramePr>
              <a:graphicFrameLocks noChangeAspect="1"/>
            </p:cNvGraphicFramePr>
            <p:nvPr/>
          </p:nvGraphicFramePr>
          <p:xfrm>
            <a:off x="1882" y="3755"/>
            <a:ext cx="1587" cy="310"/>
          </p:xfrm>
          <a:graphic>
            <a:graphicData uri="http://schemas.openxmlformats.org/presentationml/2006/ole">
              <mc:AlternateContent xmlns:mc="http://schemas.openxmlformats.org/markup-compatibility/2006">
                <mc:Choice xmlns:v="urn:schemas-microsoft-com:vml" Requires="v">
                  <p:oleObj r:id="rId28" imgW="863427" imgH="133419" progId="Equation.DSMT4">
                    <p:embed/>
                  </p:oleObj>
                </mc:Choice>
                <mc:Fallback>
                  <p:oleObj r:id="rId28" imgW="863427" imgH="133419" progId="Equation.DSMT4">
                    <p:embed/>
                    <p:pic>
                      <p:nvPicPr>
                        <p:cNvPr id="0" name="Object 2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882" y="3755"/>
                          <a:ext cx="158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0356" name="AutoShape 27">
              <a:extLst>
                <a:ext uri="{FF2B5EF4-FFF2-40B4-BE49-F238E27FC236}">
                  <a16:creationId xmlns:a16="http://schemas.microsoft.com/office/drawing/2014/main" id="{6FB0CFDC-1001-C4C3-42A2-55AC05F17906}"/>
                </a:ext>
              </a:extLst>
            </p:cNvPr>
            <p:cNvSpPr>
              <a:spLocks noChangeArrowheads="1"/>
            </p:cNvSpPr>
            <p:nvPr/>
          </p:nvSpPr>
          <p:spPr bwMode="auto">
            <a:xfrm>
              <a:off x="1292" y="3838"/>
              <a:ext cx="499" cy="136"/>
            </a:xfrm>
            <a:prstGeom prst="rightArrow">
              <a:avLst>
                <a:gd name="adj1" fmla="val 50000"/>
                <a:gd name="adj2" fmla="val 91711"/>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sp>
        <p:nvSpPr>
          <p:cNvPr id="873500" name="AutoShape 28">
            <a:extLst>
              <a:ext uri="{FF2B5EF4-FFF2-40B4-BE49-F238E27FC236}">
                <a16:creationId xmlns:a16="http://schemas.microsoft.com/office/drawing/2014/main" id="{048DEE5B-5092-E3D9-E2DE-87FBF418247C}"/>
              </a:ext>
            </a:extLst>
          </p:cNvPr>
          <p:cNvSpPr>
            <a:spLocks noChangeArrowheads="1"/>
          </p:cNvSpPr>
          <p:nvPr/>
        </p:nvSpPr>
        <p:spPr bwMode="auto">
          <a:xfrm rot="-864755">
            <a:off x="5580063" y="6011863"/>
            <a:ext cx="1439862" cy="225425"/>
          </a:xfrm>
          <a:prstGeom prst="rightArrow">
            <a:avLst>
              <a:gd name="adj1" fmla="val 50000"/>
              <a:gd name="adj2" fmla="val 159653"/>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873501" name="AutoShape 29">
            <a:extLst>
              <a:ext uri="{FF2B5EF4-FFF2-40B4-BE49-F238E27FC236}">
                <a16:creationId xmlns:a16="http://schemas.microsoft.com/office/drawing/2014/main" id="{CFB8AC36-17D7-66BE-117A-EA6DD2F9AFA8}"/>
              </a:ext>
            </a:extLst>
          </p:cNvPr>
          <p:cNvSpPr>
            <a:spLocks noChangeArrowheads="1"/>
          </p:cNvSpPr>
          <p:nvPr/>
        </p:nvSpPr>
        <p:spPr bwMode="auto">
          <a:xfrm>
            <a:off x="5795963" y="5589588"/>
            <a:ext cx="1081087" cy="215900"/>
          </a:xfrm>
          <a:prstGeom prst="rightArrow">
            <a:avLst>
              <a:gd name="adj1" fmla="val 50000"/>
              <a:gd name="adj2" fmla="val 125161"/>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873502" name="AutoShape 30">
            <a:extLst>
              <a:ext uri="{FF2B5EF4-FFF2-40B4-BE49-F238E27FC236}">
                <a16:creationId xmlns:a16="http://schemas.microsoft.com/office/drawing/2014/main" id="{4A088ECA-5074-C3C4-690B-B18D6792FDC7}"/>
              </a:ext>
            </a:extLst>
          </p:cNvPr>
          <p:cNvSpPr>
            <a:spLocks noChangeArrowheads="1"/>
          </p:cNvSpPr>
          <p:nvPr/>
        </p:nvSpPr>
        <p:spPr bwMode="auto">
          <a:xfrm rot="1026163">
            <a:off x="5940425" y="5229225"/>
            <a:ext cx="1079500" cy="215900"/>
          </a:xfrm>
          <a:prstGeom prst="rightArrow">
            <a:avLst>
              <a:gd name="adj1" fmla="val 50000"/>
              <a:gd name="adj2" fmla="val 125000"/>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灯片编号占位符 3">
            <a:extLst>
              <a:ext uri="{FF2B5EF4-FFF2-40B4-BE49-F238E27FC236}">
                <a16:creationId xmlns:a16="http://schemas.microsoft.com/office/drawing/2014/main" id="{F26C2479-763C-66C8-DA1A-96BCF3A60336}"/>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24909B35-2BAC-4055-B0DE-0E19014D3471}" type="slidenum">
              <a:rPr altLang="zh-CN" sz="1400" b="0">
                <a:solidFill>
                  <a:schemeClr val="tx1"/>
                </a:solidFill>
                <a:ea typeface="宋体" panose="02010600030101010101" pitchFamily="2" charset="-122"/>
              </a:rPr>
              <a:pPr/>
              <a:t>13</a:t>
            </a:fld>
            <a:endParaRPr lang="zh-CN" altLang="zh-CN" sz="1400" b="0">
              <a:solidFill>
                <a:schemeClr val="tx1"/>
              </a:solidFill>
              <a:ea typeface="宋体" panose="02010600030101010101" pitchFamily="2" charset="-122"/>
            </a:endParaRPr>
          </a:p>
        </p:txBody>
      </p:sp>
      <p:graphicFrame>
        <p:nvGraphicFramePr>
          <p:cNvPr id="874498" name="Object 2">
            <a:extLst>
              <a:ext uri="{FF2B5EF4-FFF2-40B4-BE49-F238E27FC236}">
                <a16:creationId xmlns:a16="http://schemas.microsoft.com/office/drawing/2014/main" id="{85B97371-D5E0-4356-3EA4-9F2E8CA3ED9F}"/>
              </a:ext>
            </a:extLst>
          </p:cNvPr>
          <p:cNvGraphicFramePr>
            <a:graphicFrameLocks noChangeAspect="1"/>
          </p:cNvGraphicFramePr>
          <p:nvPr>
            <p:extLst>
              <p:ext uri="{D42A27DB-BD31-4B8C-83A1-F6EECF244321}">
                <p14:modId xmlns:p14="http://schemas.microsoft.com/office/powerpoint/2010/main" val="849050239"/>
              </p:ext>
            </p:extLst>
          </p:nvPr>
        </p:nvGraphicFramePr>
        <p:xfrm>
          <a:off x="1085056" y="1573906"/>
          <a:ext cx="4464050" cy="996950"/>
        </p:xfrm>
        <a:graphic>
          <a:graphicData uri="http://schemas.openxmlformats.org/presentationml/2006/ole">
            <mc:AlternateContent xmlns:mc="http://schemas.openxmlformats.org/markup-compatibility/2006">
              <mc:Choice xmlns:v="urn:schemas-microsoft-com:vml" Requires="v">
                <p:oleObj r:id="rId2" imgW="1638222" imgH="336665" progId="Equation.DSMT4">
                  <p:embed/>
                </p:oleObj>
              </mc:Choice>
              <mc:Fallback>
                <p:oleObj r:id="rId2" imgW="1638222" imgH="336665"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056" y="1573906"/>
                        <a:ext cx="446405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74499" name="Object 3">
            <a:extLst>
              <a:ext uri="{FF2B5EF4-FFF2-40B4-BE49-F238E27FC236}">
                <a16:creationId xmlns:a16="http://schemas.microsoft.com/office/drawing/2014/main" id="{A40C44FE-9285-8EE2-77F7-57D01CB7E744}"/>
              </a:ext>
            </a:extLst>
          </p:cNvPr>
          <p:cNvGraphicFramePr>
            <a:graphicFrameLocks noChangeAspect="1"/>
          </p:cNvGraphicFramePr>
          <p:nvPr/>
        </p:nvGraphicFramePr>
        <p:xfrm>
          <a:off x="1728788" y="2420938"/>
          <a:ext cx="7164387" cy="898525"/>
        </p:xfrm>
        <a:graphic>
          <a:graphicData uri="http://schemas.openxmlformats.org/presentationml/2006/ole">
            <mc:AlternateContent xmlns:mc="http://schemas.openxmlformats.org/markup-compatibility/2006">
              <mc:Choice xmlns:v="urn:schemas-microsoft-com:vml" Requires="v">
                <p:oleObj r:id="rId4" imgW="2889046" imgH="311312" progId="Equation.DSMT4">
                  <p:embed/>
                </p:oleObj>
              </mc:Choice>
              <mc:Fallback>
                <p:oleObj r:id="rId4" imgW="2889046" imgH="311312"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8788" y="2420938"/>
                        <a:ext cx="7164387"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74500" name="Object 4">
            <a:extLst>
              <a:ext uri="{FF2B5EF4-FFF2-40B4-BE49-F238E27FC236}">
                <a16:creationId xmlns:a16="http://schemas.microsoft.com/office/drawing/2014/main" id="{94675784-D139-E275-25B4-C2CC013626DE}"/>
              </a:ext>
            </a:extLst>
          </p:cNvPr>
          <p:cNvGraphicFramePr>
            <a:graphicFrameLocks noChangeAspect="1"/>
          </p:cNvGraphicFramePr>
          <p:nvPr/>
        </p:nvGraphicFramePr>
        <p:xfrm>
          <a:off x="611188" y="3933825"/>
          <a:ext cx="8424862" cy="863600"/>
        </p:xfrm>
        <a:graphic>
          <a:graphicData uri="http://schemas.openxmlformats.org/presentationml/2006/ole">
            <mc:AlternateContent xmlns:mc="http://schemas.openxmlformats.org/markup-compatibility/2006">
              <mc:Choice xmlns:v="urn:schemas-microsoft-com:vml" Requires="v">
                <p:oleObj r:id="rId6" imgW="4038756" imgH="311312" progId="Equation.DSMT4">
                  <p:embed/>
                </p:oleObj>
              </mc:Choice>
              <mc:Fallback>
                <p:oleObj r:id="rId6" imgW="4038756" imgH="311312"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188" y="3933825"/>
                        <a:ext cx="842486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4501" name="Rectangle 5">
            <a:extLst>
              <a:ext uri="{FF2B5EF4-FFF2-40B4-BE49-F238E27FC236}">
                <a16:creationId xmlns:a16="http://schemas.microsoft.com/office/drawing/2014/main" id="{803F9C19-86BF-A58F-9914-8EB725D45191}"/>
              </a:ext>
            </a:extLst>
          </p:cNvPr>
          <p:cNvSpPr>
            <a:spLocks noChangeArrowheads="1"/>
          </p:cNvSpPr>
          <p:nvPr/>
        </p:nvSpPr>
        <p:spPr bwMode="auto">
          <a:xfrm>
            <a:off x="144463" y="3357563"/>
            <a:ext cx="4932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r>
              <a:rPr lang="zh-CN" altLang="en-US">
                <a:latin typeface="Times New Roman" panose="02020603050405020304" pitchFamily="18" charset="0"/>
              </a:rPr>
              <a:t>将上式对时间 </a:t>
            </a:r>
            <a:r>
              <a:rPr lang="en-US" altLang="zh-CN" b="0" i="1">
                <a:latin typeface="Times New Roman" panose="02020603050405020304" pitchFamily="18" charset="0"/>
              </a:rPr>
              <a:t>t </a:t>
            </a:r>
            <a:r>
              <a:rPr lang="zh-CN" altLang="en-US">
                <a:latin typeface="Times New Roman" panose="02020603050405020304" pitchFamily="18" charset="0"/>
              </a:rPr>
              <a:t>积分，得</a:t>
            </a:r>
          </a:p>
        </p:txBody>
      </p:sp>
      <p:grpSp>
        <p:nvGrpSpPr>
          <p:cNvPr id="2" name="Group 6">
            <a:extLst>
              <a:ext uri="{FF2B5EF4-FFF2-40B4-BE49-F238E27FC236}">
                <a16:creationId xmlns:a16="http://schemas.microsoft.com/office/drawing/2014/main" id="{34B327D8-0C64-B5DC-95A6-22CC89D01356}"/>
              </a:ext>
            </a:extLst>
          </p:cNvPr>
          <p:cNvGrpSpPr>
            <a:grpSpLocks/>
          </p:cNvGrpSpPr>
          <p:nvPr/>
        </p:nvGrpSpPr>
        <p:grpSpPr bwMode="auto">
          <a:xfrm>
            <a:off x="-19844" y="799307"/>
            <a:ext cx="4459288" cy="838200"/>
            <a:chOff x="68" y="1344"/>
            <a:chExt cx="2809" cy="528"/>
          </a:xfrm>
        </p:grpSpPr>
        <p:sp>
          <p:nvSpPr>
            <p:cNvPr id="272400" name="Rectangle 7">
              <a:extLst>
                <a:ext uri="{FF2B5EF4-FFF2-40B4-BE49-F238E27FC236}">
                  <a16:creationId xmlns:a16="http://schemas.microsoft.com/office/drawing/2014/main" id="{12A5759E-FCFA-5146-6D2B-B7E3D30F80C7}"/>
                </a:ext>
              </a:extLst>
            </p:cNvPr>
            <p:cNvSpPr>
              <a:spLocks noChangeArrowheads="1"/>
            </p:cNvSpPr>
            <p:nvPr/>
          </p:nvSpPr>
          <p:spPr bwMode="auto">
            <a:xfrm>
              <a:off x="68" y="1435"/>
              <a:ext cx="28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r>
                <a:rPr lang="en-US" altLang="zh-CN">
                  <a:latin typeface="Times New Roman" panose="02020603050405020304" pitchFamily="18" charset="0"/>
                </a:rPr>
                <a:t>    </a:t>
              </a:r>
              <a:r>
                <a:rPr lang="zh-CN" altLang="en-US">
                  <a:latin typeface="Times New Roman" panose="02020603050405020304" pitchFamily="18" charset="0"/>
                </a:rPr>
                <a:t>（</a:t>
              </a:r>
              <a:r>
                <a:rPr lang="en-US" altLang="zh-CN">
                  <a:latin typeface="Times New Roman" panose="02020603050405020304" pitchFamily="18" charset="0"/>
                </a:rPr>
                <a:t>2</a:t>
              </a:r>
              <a:r>
                <a:rPr lang="zh-CN" altLang="en-US">
                  <a:latin typeface="Times New Roman" panose="02020603050405020304" pitchFamily="18" charset="0"/>
                </a:rPr>
                <a:t>）由                              ，有</a:t>
              </a:r>
              <a:endParaRPr lang="zh-CN" altLang="en-US">
                <a:latin typeface="Times New Roman" panose="02020603050405020304" pitchFamily="18" charset="0"/>
                <a:cs typeface="Times New Roman" panose="02020603050405020304" pitchFamily="18" charset="0"/>
              </a:endParaRPr>
            </a:p>
          </p:txBody>
        </p:sp>
        <p:graphicFrame>
          <p:nvGraphicFramePr>
            <p:cNvPr id="272401" name="Object 8">
              <a:extLst>
                <a:ext uri="{FF2B5EF4-FFF2-40B4-BE49-F238E27FC236}">
                  <a16:creationId xmlns:a16="http://schemas.microsoft.com/office/drawing/2014/main" id="{9C4E21FE-B90C-F1EC-D4F3-838EF3228CBB}"/>
                </a:ext>
              </a:extLst>
            </p:cNvPr>
            <p:cNvGraphicFramePr>
              <a:graphicFrameLocks noChangeAspect="1"/>
            </p:cNvGraphicFramePr>
            <p:nvPr/>
          </p:nvGraphicFramePr>
          <p:xfrm>
            <a:off x="1011" y="1344"/>
            <a:ext cx="1445" cy="528"/>
          </p:xfrm>
          <a:graphic>
            <a:graphicData uri="http://schemas.openxmlformats.org/presentationml/2006/ole">
              <mc:AlternateContent xmlns:mc="http://schemas.openxmlformats.org/markup-compatibility/2006">
                <mc:Choice xmlns:v="urn:schemas-microsoft-com:vml" Requires="v">
                  <p:oleObj r:id="rId8" imgW="870084" imgH="298427" progId="Equation.DSMT4">
                    <p:embed/>
                  </p:oleObj>
                </mc:Choice>
                <mc:Fallback>
                  <p:oleObj r:id="rId8" imgW="870084" imgH="298427"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1" y="1344"/>
                          <a:ext cx="1445"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72392" name="AutoShape 9">
            <a:hlinkClick r:id="rId10" action="ppaction://hlinksldjump" highlightClick="1"/>
            <a:extLst>
              <a:ext uri="{FF2B5EF4-FFF2-40B4-BE49-F238E27FC236}">
                <a16:creationId xmlns:a16="http://schemas.microsoft.com/office/drawing/2014/main" id="{F94C40C7-9C7D-7E7D-6640-1BB849B34E43}"/>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2393" name="AutoShape 10">
            <a:hlinkClick r:id="" action="ppaction://hlinkshowjump?jump=previousslide" highlightClick="1"/>
            <a:extLst>
              <a:ext uri="{FF2B5EF4-FFF2-40B4-BE49-F238E27FC236}">
                <a16:creationId xmlns:a16="http://schemas.microsoft.com/office/drawing/2014/main" id="{CD5C01D9-34D4-7ABA-94AB-5CF2CA2E7131}"/>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2394" name="AutoShape 11">
            <a:hlinkClick r:id="" action="ppaction://hlinkshowjump?jump=nextslide" highlightClick="1"/>
            <a:extLst>
              <a:ext uri="{FF2B5EF4-FFF2-40B4-BE49-F238E27FC236}">
                <a16:creationId xmlns:a16="http://schemas.microsoft.com/office/drawing/2014/main" id="{2AC9D30C-AB8B-54BB-A720-E92327E4149E}"/>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2395" name="AutoShape 12">
            <a:hlinkClick r:id="" action="ppaction://hlinkshowjump?jump=lastslide" highlightClick="1"/>
            <a:extLst>
              <a:ext uri="{FF2B5EF4-FFF2-40B4-BE49-F238E27FC236}">
                <a16:creationId xmlns:a16="http://schemas.microsoft.com/office/drawing/2014/main" id="{1E2833C2-5856-8A2B-EF54-0B7261260BD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874509" name="Object 13">
            <a:extLst>
              <a:ext uri="{FF2B5EF4-FFF2-40B4-BE49-F238E27FC236}">
                <a16:creationId xmlns:a16="http://schemas.microsoft.com/office/drawing/2014/main" id="{F9BFF27B-C279-8BD4-36C6-69A0C47BBC2B}"/>
              </a:ext>
            </a:extLst>
          </p:cNvPr>
          <p:cNvGraphicFramePr>
            <a:graphicFrameLocks noChangeAspect="1"/>
          </p:cNvGraphicFramePr>
          <p:nvPr/>
        </p:nvGraphicFramePr>
        <p:xfrm>
          <a:off x="1498600" y="5661025"/>
          <a:ext cx="5881688" cy="855663"/>
        </p:xfrm>
        <a:graphic>
          <a:graphicData uri="http://schemas.openxmlformats.org/presentationml/2006/ole">
            <mc:AlternateContent xmlns:mc="http://schemas.openxmlformats.org/markup-compatibility/2006">
              <mc:Choice xmlns:v="urn:schemas-microsoft-com:vml" Requires="v">
                <p:oleObj r:id="rId11" imgW="2482924" imgH="311312" progId="Equation.DSMT4">
                  <p:embed/>
                </p:oleObj>
              </mc:Choice>
              <mc:Fallback>
                <p:oleObj r:id="rId11" imgW="2482924" imgH="311312"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98600" y="5661025"/>
                        <a:ext cx="5881688"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Group 14">
            <a:extLst>
              <a:ext uri="{FF2B5EF4-FFF2-40B4-BE49-F238E27FC236}">
                <a16:creationId xmlns:a16="http://schemas.microsoft.com/office/drawing/2014/main" id="{0901EFE8-45B1-ABA4-3C2B-8964FEEC629E}"/>
              </a:ext>
            </a:extLst>
          </p:cNvPr>
          <p:cNvGrpSpPr>
            <a:grpSpLocks/>
          </p:cNvGrpSpPr>
          <p:nvPr/>
        </p:nvGrpSpPr>
        <p:grpSpPr bwMode="auto">
          <a:xfrm>
            <a:off x="166688" y="4700588"/>
            <a:ext cx="6300787" cy="960437"/>
            <a:chOff x="45" y="237"/>
            <a:chExt cx="3969" cy="605"/>
          </a:xfrm>
        </p:grpSpPr>
        <p:graphicFrame>
          <p:nvGraphicFramePr>
            <p:cNvPr id="272398" name="Object 15">
              <a:extLst>
                <a:ext uri="{FF2B5EF4-FFF2-40B4-BE49-F238E27FC236}">
                  <a16:creationId xmlns:a16="http://schemas.microsoft.com/office/drawing/2014/main" id="{24657696-49E3-DF3D-4E6E-BBBD4D9356B2}"/>
                </a:ext>
              </a:extLst>
            </p:cNvPr>
            <p:cNvGraphicFramePr>
              <a:graphicFrameLocks noChangeAspect="1"/>
            </p:cNvGraphicFramePr>
            <p:nvPr/>
          </p:nvGraphicFramePr>
          <p:xfrm>
            <a:off x="902" y="237"/>
            <a:ext cx="1641" cy="605"/>
          </p:xfrm>
          <a:graphic>
            <a:graphicData uri="http://schemas.openxmlformats.org/presentationml/2006/ole">
              <mc:AlternateContent xmlns:mc="http://schemas.openxmlformats.org/markup-compatibility/2006">
                <mc:Choice xmlns:v="urn:schemas-microsoft-com:vml" Requires="v">
                  <p:oleObj r:id="rId13" imgW="907950" imgH="298427" progId="Equation.DSMT4">
                    <p:embed/>
                  </p:oleObj>
                </mc:Choice>
                <mc:Fallback>
                  <p:oleObj r:id="rId13" imgW="907950" imgH="298427" progId="Equation.DSMT4">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02" y="237"/>
                          <a:ext cx="1641"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2399" name="Rectangle 16">
              <a:extLst>
                <a:ext uri="{FF2B5EF4-FFF2-40B4-BE49-F238E27FC236}">
                  <a16:creationId xmlns:a16="http://schemas.microsoft.com/office/drawing/2014/main" id="{72CA662A-85BD-8A6E-E4CE-845FF2B7022E}"/>
                </a:ext>
              </a:extLst>
            </p:cNvPr>
            <p:cNvSpPr>
              <a:spLocks noChangeArrowheads="1"/>
            </p:cNvSpPr>
            <p:nvPr/>
          </p:nvSpPr>
          <p:spPr bwMode="auto">
            <a:xfrm>
              <a:off x="45" y="375"/>
              <a:ext cx="39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r>
                <a:rPr lang="zh-CN" altLang="en-US">
                  <a:latin typeface="Times New Roman" panose="02020603050405020304" pitchFamily="18" charset="0"/>
                </a:rPr>
                <a:t>同样，由                                    ，得</a:t>
              </a:r>
            </a:p>
          </p:txBody>
        </p:sp>
      </p:grpSp>
      <p:pic>
        <p:nvPicPr>
          <p:cNvPr id="5" name="图片 4">
            <a:extLst>
              <a:ext uri="{FF2B5EF4-FFF2-40B4-BE49-F238E27FC236}">
                <a16:creationId xmlns:a16="http://schemas.microsoft.com/office/drawing/2014/main" id="{1BE8E5EF-88D2-84F8-FBC1-68B17B19CB0E}"/>
              </a:ext>
            </a:extLst>
          </p:cNvPr>
          <p:cNvPicPr>
            <a:picLocks noChangeAspect="1"/>
          </p:cNvPicPr>
          <p:nvPr/>
        </p:nvPicPr>
        <p:blipFill>
          <a:blip r:embed="rId15"/>
          <a:stretch>
            <a:fillRect/>
          </a:stretch>
        </p:blipFill>
        <p:spPr>
          <a:xfrm>
            <a:off x="323849" y="233966"/>
            <a:ext cx="8712201" cy="60839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灯片编号占位符 3">
            <a:extLst>
              <a:ext uri="{FF2B5EF4-FFF2-40B4-BE49-F238E27FC236}">
                <a16:creationId xmlns:a16="http://schemas.microsoft.com/office/drawing/2014/main" id="{BDC13891-872B-BF8B-93B5-A446CE39FD8D}"/>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9931707-FE11-496F-A20B-B9C17DFCADFE}" type="slidenum">
              <a:rPr altLang="zh-CN" sz="1400" b="0">
                <a:solidFill>
                  <a:schemeClr val="tx1"/>
                </a:solidFill>
                <a:ea typeface="宋体" panose="02010600030101010101" pitchFamily="2" charset="-122"/>
              </a:rPr>
              <a:pPr/>
              <a:t>14</a:t>
            </a:fld>
            <a:endParaRPr lang="zh-CN" altLang="zh-CN" sz="1400" b="0">
              <a:solidFill>
                <a:schemeClr val="tx1"/>
              </a:solidFill>
              <a:ea typeface="宋体" panose="02010600030101010101" pitchFamily="2" charset="-122"/>
            </a:endParaRPr>
          </a:p>
        </p:txBody>
      </p:sp>
      <p:graphicFrame>
        <p:nvGraphicFramePr>
          <p:cNvPr id="875522" name="Object 2">
            <a:extLst>
              <a:ext uri="{FF2B5EF4-FFF2-40B4-BE49-F238E27FC236}">
                <a16:creationId xmlns:a16="http://schemas.microsoft.com/office/drawing/2014/main" id="{74C69157-0F07-9C87-9D8C-916FDCA7CDEB}"/>
              </a:ext>
            </a:extLst>
          </p:cNvPr>
          <p:cNvGraphicFramePr>
            <a:graphicFrameLocks noChangeAspect="1"/>
          </p:cNvGraphicFramePr>
          <p:nvPr/>
        </p:nvGraphicFramePr>
        <p:xfrm>
          <a:off x="2187575" y="2079625"/>
          <a:ext cx="4256088" cy="844550"/>
        </p:xfrm>
        <a:graphic>
          <a:graphicData uri="http://schemas.openxmlformats.org/presentationml/2006/ole">
            <mc:AlternateContent xmlns:mc="http://schemas.openxmlformats.org/markup-compatibility/2006">
              <mc:Choice xmlns:v="urn:schemas-microsoft-com:vml" Requires="v">
                <p:oleObj r:id="rId2" imgW="1815901" imgH="311312" progId="Equation.DSMT4">
                  <p:embed/>
                </p:oleObj>
              </mc:Choice>
              <mc:Fallback>
                <p:oleObj r:id="rId2" imgW="1815901" imgH="311312"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7575" y="2079625"/>
                        <a:ext cx="4256088"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75523" name="Object 3">
            <a:extLst>
              <a:ext uri="{FF2B5EF4-FFF2-40B4-BE49-F238E27FC236}">
                <a16:creationId xmlns:a16="http://schemas.microsoft.com/office/drawing/2014/main" id="{FA14F5C6-E606-1480-2F6A-C719761828A8}"/>
              </a:ext>
            </a:extLst>
          </p:cNvPr>
          <p:cNvGraphicFramePr>
            <a:graphicFrameLocks noChangeAspect="1"/>
          </p:cNvGraphicFramePr>
          <p:nvPr/>
        </p:nvGraphicFramePr>
        <p:xfrm>
          <a:off x="1190625" y="3021013"/>
          <a:ext cx="5686425" cy="912812"/>
        </p:xfrm>
        <a:graphic>
          <a:graphicData uri="http://schemas.openxmlformats.org/presentationml/2006/ole">
            <mc:AlternateContent xmlns:mc="http://schemas.openxmlformats.org/markup-compatibility/2006">
              <mc:Choice xmlns:v="urn:schemas-microsoft-com:vml" Requires="v">
                <p:oleObj r:id="rId4" imgW="2247822" imgH="311312" progId="Equation.DSMT4">
                  <p:embed/>
                </p:oleObj>
              </mc:Choice>
              <mc:Fallback>
                <p:oleObj r:id="rId4" imgW="2247822" imgH="311312"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0625" y="3021013"/>
                        <a:ext cx="5686425"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5524" name="Rectangle 4">
            <a:extLst>
              <a:ext uri="{FF2B5EF4-FFF2-40B4-BE49-F238E27FC236}">
                <a16:creationId xmlns:a16="http://schemas.microsoft.com/office/drawing/2014/main" id="{A846679D-109E-FC15-D747-9F52F6832B8D}"/>
              </a:ext>
            </a:extLst>
          </p:cNvPr>
          <p:cNvSpPr>
            <a:spLocks noChangeArrowheads="1"/>
          </p:cNvSpPr>
          <p:nvPr/>
        </p:nvSpPr>
        <p:spPr bwMode="auto">
          <a:xfrm>
            <a:off x="179388" y="3971925"/>
            <a:ext cx="88646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dirty="0">
                <a:latin typeface="Times New Roman" panose="02020603050405020304" pitchFamily="18" charset="0"/>
              </a:rPr>
              <a:t>可见，在 </a:t>
            </a:r>
            <a:r>
              <a:rPr lang="en-US" altLang="zh-CN" b="0" i="1" dirty="0"/>
              <a:t>z</a:t>
            </a:r>
            <a:r>
              <a:rPr lang="en-US" altLang="zh-CN" dirty="0">
                <a:latin typeface="Times New Roman" panose="02020603050405020304" pitchFamily="18" charset="0"/>
              </a:rPr>
              <a:t> </a:t>
            </a:r>
            <a:r>
              <a:rPr lang="en-US" altLang="zh-CN" b="0" dirty="0"/>
              <a:t>=</a:t>
            </a:r>
            <a:r>
              <a:rPr lang="en-US" altLang="zh-CN" dirty="0">
                <a:latin typeface="Times New Roman" panose="02020603050405020304" pitchFamily="18" charset="0"/>
              </a:rPr>
              <a:t> 0 </a:t>
            </a:r>
            <a:r>
              <a:rPr lang="zh-CN" altLang="en-US" dirty="0">
                <a:latin typeface="Times New Roman" panose="02020603050405020304" pitchFamily="18" charset="0"/>
              </a:rPr>
              <a:t>处，磁场强度的切向分量是连续的，因为在分界面上（</a:t>
            </a:r>
            <a:r>
              <a:rPr lang="en-US" altLang="zh-CN" b="0" i="1" dirty="0"/>
              <a:t>z</a:t>
            </a:r>
            <a:r>
              <a:rPr lang="en-US" altLang="zh-CN" b="0" i="1" dirty="0">
                <a:latin typeface="Times New Roman" panose="02020603050405020304" pitchFamily="18" charset="0"/>
              </a:rPr>
              <a:t> </a:t>
            </a:r>
            <a:r>
              <a:rPr lang="en-US" altLang="zh-CN" b="0" dirty="0"/>
              <a:t>=</a:t>
            </a:r>
            <a:r>
              <a:rPr lang="en-US" altLang="zh-CN" dirty="0">
                <a:latin typeface="Times New Roman" panose="02020603050405020304" pitchFamily="18" charset="0"/>
              </a:rPr>
              <a:t> 0</a:t>
            </a:r>
            <a:r>
              <a:rPr lang="zh-CN" altLang="en-US" dirty="0">
                <a:latin typeface="Times New Roman" panose="02020603050405020304" pitchFamily="18" charset="0"/>
              </a:rPr>
              <a:t>）不存在面电流 。 </a:t>
            </a:r>
            <a:endParaRPr lang="zh-CN" altLang="en-US" dirty="0">
              <a:latin typeface="Times New Roman" panose="02020603050405020304" pitchFamily="18" charset="0"/>
              <a:cs typeface="Times New Roman" panose="02020603050405020304" pitchFamily="18" charset="0"/>
            </a:endParaRPr>
          </a:p>
        </p:txBody>
      </p:sp>
      <p:sp>
        <p:nvSpPr>
          <p:cNvPr id="875525" name="Rectangle 5">
            <a:extLst>
              <a:ext uri="{FF2B5EF4-FFF2-40B4-BE49-F238E27FC236}">
                <a16:creationId xmlns:a16="http://schemas.microsoft.com/office/drawing/2014/main" id="{AFEC2B04-693E-B85F-F23F-91780F493076}"/>
              </a:ext>
            </a:extLst>
          </p:cNvPr>
          <p:cNvSpPr>
            <a:spLocks noChangeArrowheads="1"/>
          </p:cNvSpPr>
          <p:nvPr/>
        </p:nvSpPr>
        <p:spPr bwMode="auto">
          <a:xfrm>
            <a:off x="471488" y="620713"/>
            <a:ext cx="3163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a:latin typeface="Times New Roman" panose="02020603050405020304" pitchFamily="18" charset="0"/>
              </a:rPr>
              <a:t>（</a:t>
            </a:r>
            <a:r>
              <a:rPr lang="en-US" altLang="zh-CN">
                <a:latin typeface="Times New Roman" panose="02020603050405020304" pitchFamily="18" charset="0"/>
              </a:rPr>
              <a:t>3</a:t>
            </a:r>
            <a:r>
              <a:rPr lang="zh-CN" altLang="en-US">
                <a:latin typeface="Times New Roman" panose="02020603050405020304" pitchFamily="18" charset="0"/>
              </a:rPr>
              <a:t>）</a:t>
            </a:r>
            <a:r>
              <a:rPr lang="en-US" altLang="zh-CN" b="0" i="1"/>
              <a:t>z</a:t>
            </a:r>
            <a:r>
              <a:rPr lang="en-US" altLang="zh-CN">
                <a:latin typeface="Times New Roman" panose="02020603050405020304" pitchFamily="18" charset="0"/>
              </a:rPr>
              <a:t> </a:t>
            </a:r>
            <a:r>
              <a:rPr lang="en-US" altLang="zh-CN" b="0"/>
              <a:t>=</a:t>
            </a:r>
            <a:r>
              <a:rPr lang="en-US" altLang="zh-CN">
                <a:latin typeface="Times New Roman" panose="02020603050405020304" pitchFamily="18" charset="0"/>
              </a:rPr>
              <a:t> 0 </a:t>
            </a:r>
            <a:r>
              <a:rPr lang="zh-CN" altLang="en-US">
                <a:latin typeface="Times New Roman" panose="02020603050405020304" pitchFamily="18" charset="0"/>
              </a:rPr>
              <a:t>时</a:t>
            </a:r>
          </a:p>
        </p:txBody>
      </p:sp>
      <p:sp>
        <p:nvSpPr>
          <p:cNvPr id="273415" name="AutoShape 6">
            <a:hlinkClick r:id="rId6" action="ppaction://hlinksldjump" highlightClick="1"/>
            <a:extLst>
              <a:ext uri="{FF2B5EF4-FFF2-40B4-BE49-F238E27FC236}">
                <a16:creationId xmlns:a16="http://schemas.microsoft.com/office/drawing/2014/main" id="{AF42CDEE-CDD1-5624-FC35-772E2D65FC03}"/>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3416" name="AutoShape 7">
            <a:hlinkClick r:id="" action="ppaction://hlinkshowjump?jump=previousslide" highlightClick="1"/>
            <a:extLst>
              <a:ext uri="{FF2B5EF4-FFF2-40B4-BE49-F238E27FC236}">
                <a16:creationId xmlns:a16="http://schemas.microsoft.com/office/drawing/2014/main" id="{2594EDE1-A07E-1591-C036-8405886CA054}"/>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3417" name="AutoShape 8">
            <a:hlinkClick r:id="" action="ppaction://hlinkshowjump?jump=nextslide" highlightClick="1"/>
            <a:extLst>
              <a:ext uri="{FF2B5EF4-FFF2-40B4-BE49-F238E27FC236}">
                <a16:creationId xmlns:a16="http://schemas.microsoft.com/office/drawing/2014/main" id="{2A3B3AFB-53C1-2FAC-32D7-BBA65CCB234F}"/>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3418" name="AutoShape 9">
            <a:hlinkClick r:id="" action="ppaction://hlinkshowjump?jump=lastslide" highlightClick="1"/>
            <a:extLst>
              <a:ext uri="{FF2B5EF4-FFF2-40B4-BE49-F238E27FC236}">
                <a16:creationId xmlns:a16="http://schemas.microsoft.com/office/drawing/2014/main" id="{2ED9AC22-44D5-E2E8-D12A-C10E11C2A6CE}"/>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875530" name="Object 10">
            <a:extLst>
              <a:ext uri="{FF2B5EF4-FFF2-40B4-BE49-F238E27FC236}">
                <a16:creationId xmlns:a16="http://schemas.microsoft.com/office/drawing/2014/main" id="{9C8EFC9B-4071-D4EF-B992-DD0AC8EA15A4}"/>
              </a:ext>
            </a:extLst>
          </p:cNvPr>
          <p:cNvGraphicFramePr>
            <a:graphicFrameLocks noChangeAspect="1"/>
          </p:cNvGraphicFramePr>
          <p:nvPr/>
        </p:nvGraphicFramePr>
        <p:xfrm>
          <a:off x="1187450" y="1268413"/>
          <a:ext cx="7416800" cy="844550"/>
        </p:xfrm>
        <a:graphic>
          <a:graphicData uri="http://schemas.openxmlformats.org/presentationml/2006/ole">
            <mc:AlternateContent xmlns:mc="http://schemas.openxmlformats.org/markup-compatibility/2006">
              <mc:Choice xmlns:v="urn:schemas-microsoft-com:vml" Requires="v">
                <p:oleObj r:id="rId7" imgW="3213195" imgH="311312" progId="Equation.DSMT4">
                  <p:embed/>
                </p:oleObj>
              </mc:Choice>
              <mc:Fallback>
                <p:oleObj r:id="rId7" imgW="3213195" imgH="311312"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1268413"/>
                        <a:ext cx="74168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灯片编号占位符 3">
            <a:extLst>
              <a:ext uri="{FF2B5EF4-FFF2-40B4-BE49-F238E27FC236}">
                <a16:creationId xmlns:a16="http://schemas.microsoft.com/office/drawing/2014/main" id="{6EEA7A06-68B1-0A89-77A1-01CCC8BB234B}"/>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D9E43171-7B3F-4D7A-ACFB-132E4C5E8CD3}" type="slidenum">
              <a:rPr altLang="zh-CN" sz="1400" b="0">
                <a:solidFill>
                  <a:schemeClr val="tx1"/>
                </a:solidFill>
                <a:ea typeface="宋体" panose="02010600030101010101" pitchFamily="2" charset="-122"/>
              </a:rPr>
              <a:pPr/>
              <a:t>15</a:t>
            </a:fld>
            <a:endParaRPr lang="zh-CN" altLang="zh-CN" sz="1400" b="0">
              <a:solidFill>
                <a:schemeClr val="tx1"/>
              </a:solidFill>
              <a:ea typeface="宋体" panose="02010600030101010101" pitchFamily="2" charset="-122"/>
            </a:endParaRPr>
          </a:p>
        </p:txBody>
      </p:sp>
      <p:grpSp>
        <p:nvGrpSpPr>
          <p:cNvPr id="2" name="Group 2">
            <a:extLst>
              <a:ext uri="{FF2B5EF4-FFF2-40B4-BE49-F238E27FC236}">
                <a16:creationId xmlns:a16="http://schemas.microsoft.com/office/drawing/2014/main" id="{81D975F9-534A-1353-B9F4-E83AD91B2194}"/>
              </a:ext>
            </a:extLst>
          </p:cNvPr>
          <p:cNvGrpSpPr>
            <a:grpSpLocks/>
          </p:cNvGrpSpPr>
          <p:nvPr/>
        </p:nvGrpSpPr>
        <p:grpSpPr bwMode="auto">
          <a:xfrm>
            <a:off x="34925" y="2065338"/>
            <a:ext cx="5387975" cy="571500"/>
            <a:chOff x="22" y="1534"/>
            <a:chExt cx="3394" cy="354"/>
          </a:xfrm>
        </p:grpSpPr>
        <p:sp>
          <p:nvSpPr>
            <p:cNvPr id="274475" name="Rectangle 3">
              <a:extLst>
                <a:ext uri="{FF2B5EF4-FFF2-40B4-BE49-F238E27FC236}">
                  <a16:creationId xmlns:a16="http://schemas.microsoft.com/office/drawing/2014/main" id="{8F18B561-903D-61E9-0D54-814DF3485726}"/>
                </a:ext>
              </a:extLst>
            </p:cNvPr>
            <p:cNvSpPr>
              <a:spLocks noChangeArrowheads="1"/>
            </p:cNvSpPr>
            <p:nvPr/>
          </p:nvSpPr>
          <p:spPr bwMode="auto">
            <a:xfrm>
              <a:off x="22" y="1534"/>
              <a:ext cx="3394"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lnSpc>
                  <a:spcPct val="130000"/>
                </a:lnSpc>
              </a:pPr>
              <a:r>
                <a:rPr lang="zh-CN" altLang="en-US" dirty="0">
                  <a:latin typeface="Times New Roman" panose="02020603050405020304" pitchFamily="18" charset="0"/>
                </a:rPr>
                <a:t>试问关于</a:t>
              </a:r>
              <a:r>
                <a:rPr lang="en-US" altLang="zh-CN" dirty="0">
                  <a:latin typeface="Times New Roman" panose="02020603050405020304" pitchFamily="18" charset="0"/>
                </a:rPr>
                <a:t>1</a:t>
              </a:r>
              <a:r>
                <a:rPr lang="zh-CN" altLang="en-US" dirty="0">
                  <a:latin typeface="Times New Roman" panose="02020603050405020304" pitchFamily="18" charset="0"/>
                </a:rPr>
                <a:t>区中的     和     </a:t>
              </a:r>
              <a:r>
                <a:rPr lang="zh-CN" altLang="en-US" dirty="0"/>
                <a:t>能求得出吗？</a:t>
              </a:r>
              <a:endParaRPr lang="zh-CN" altLang="en-US" dirty="0">
                <a:cs typeface="Times New Roman" panose="02020603050405020304" pitchFamily="18" charset="0"/>
              </a:endParaRPr>
            </a:p>
          </p:txBody>
        </p:sp>
        <p:graphicFrame>
          <p:nvGraphicFramePr>
            <p:cNvPr id="274476" name="Object 4">
              <a:extLst>
                <a:ext uri="{FF2B5EF4-FFF2-40B4-BE49-F238E27FC236}">
                  <a16:creationId xmlns:a16="http://schemas.microsoft.com/office/drawing/2014/main" id="{CDA88814-BB30-F42B-1BC3-35EC3179D4DB}"/>
                </a:ext>
              </a:extLst>
            </p:cNvPr>
            <p:cNvGraphicFramePr>
              <a:graphicFrameLocks noChangeAspect="1"/>
            </p:cNvGraphicFramePr>
            <p:nvPr/>
          </p:nvGraphicFramePr>
          <p:xfrm>
            <a:off x="1519" y="1566"/>
            <a:ext cx="253" cy="322"/>
          </p:xfrm>
          <a:graphic>
            <a:graphicData uri="http://schemas.openxmlformats.org/presentationml/2006/ole">
              <mc:AlternateContent xmlns:mc="http://schemas.openxmlformats.org/markup-compatibility/2006">
                <mc:Choice xmlns:v="urn:schemas-microsoft-com:vml" Requires="v">
                  <p:oleObj r:id="rId3" imgW="89047" imgH="139654" progId="Equation.3">
                    <p:embed/>
                  </p:oleObj>
                </mc:Choice>
                <mc:Fallback>
                  <p:oleObj r:id="rId3" imgW="89047" imgH="139654"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9" y="1566"/>
                          <a:ext cx="253"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4477" name="Object 5">
              <a:extLst>
                <a:ext uri="{FF2B5EF4-FFF2-40B4-BE49-F238E27FC236}">
                  <a16:creationId xmlns:a16="http://schemas.microsoft.com/office/drawing/2014/main" id="{4243FF45-897A-C5F6-6B4F-FCFB808903AD}"/>
                </a:ext>
              </a:extLst>
            </p:cNvPr>
            <p:cNvGraphicFramePr>
              <a:graphicFrameLocks noChangeAspect="1"/>
            </p:cNvGraphicFramePr>
            <p:nvPr/>
          </p:nvGraphicFramePr>
          <p:xfrm>
            <a:off x="1931" y="1569"/>
            <a:ext cx="269" cy="319"/>
          </p:xfrm>
          <a:graphic>
            <a:graphicData uri="http://schemas.openxmlformats.org/presentationml/2006/ole">
              <mc:AlternateContent xmlns:mc="http://schemas.openxmlformats.org/markup-compatibility/2006">
                <mc:Choice xmlns:v="urn:schemas-microsoft-com:vml" Requires="v">
                  <p:oleObj r:id="rId5" imgW="101531" imgH="139654" progId="Equation.3">
                    <p:embed/>
                  </p:oleObj>
                </mc:Choice>
                <mc:Fallback>
                  <p:oleObj r:id="rId5" imgW="101531" imgH="139654"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1" y="1569"/>
                          <a:ext cx="269"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3" name="Group 6">
            <a:extLst>
              <a:ext uri="{FF2B5EF4-FFF2-40B4-BE49-F238E27FC236}">
                <a16:creationId xmlns:a16="http://schemas.microsoft.com/office/drawing/2014/main" id="{1E77EC62-4128-00DF-A3C9-CE64E691D1D8}"/>
              </a:ext>
            </a:extLst>
          </p:cNvPr>
          <p:cNvGrpSpPr>
            <a:grpSpLocks/>
          </p:cNvGrpSpPr>
          <p:nvPr/>
        </p:nvGrpSpPr>
        <p:grpSpPr bwMode="auto">
          <a:xfrm>
            <a:off x="106363" y="2635250"/>
            <a:ext cx="5761037" cy="1081088"/>
            <a:chOff x="22" y="1797"/>
            <a:chExt cx="3629" cy="681"/>
          </a:xfrm>
        </p:grpSpPr>
        <p:sp>
          <p:nvSpPr>
            <p:cNvPr id="274472" name="Rectangle 7">
              <a:extLst>
                <a:ext uri="{FF2B5EF4-FFF2-40B4-BE49-F238E27FC236}">
                  <a16:creationId xmlns:a16="http://schemas.microsoft.com/office/drawing/2014/main" id="{0B7ED459-7AFC-933B-1DD3-92AE7FE024D6}"/>
                </a:ext>
              </a:extLst>
            </p:cNvPr>
            <p:cNvSpPr>
              <a:spLocks noChangeArrowheads="1"/>
            </p:cNvSpPr>
            <p:nvPr/>
          </p:nvSpPr>
          <p:spPr bwMode="auto">
            <a:xfrm>
              <a:off x="22" y="1797"/>
              <a:ext cx="3629"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76225">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lnSpc>
                  <a:spcPct val="130000"/>
                </a:lnSpc>
              </a:pPr>
              <a:r>
                <a:rPr lang="en-US" altLang="zh-CN">
                  <a:solidFill>
                    <a:srgbClr val="FFCC66"/>
                  </a:solidFill>
                  <a:latin typeface="Times New Roman" panose="02020603050405020304" pitchFamily="18" charset="0"/>
                  <a:ea typeface="宋体" panose="02010600030101010101" pitchFamily="2" charset="-122"/>
                </a:rPr>
                <a:t>【</a:t>
              </a:r>
              <a:r>
                <a:rPr lang="zh-CN" altLang="en-US">
                  <a:solidFill>
                    <a:srgbClr val="FFCC66"/>
                  </a:solidFill>
                  <a:latin typeface="Times New Roman" panose="02020603050405020304" pitchFamily="18" charset="0"/>
                  <a:ea typeface="幼圆" panose="02010509060101010101" pitchFamily="49" charset="-122"/>
                </a:rPr>
                <a:t>解</a:t>
              </a:r>
              <a:r>
                <a:rPr lang="en-US" altLang="zh-CN">
                  <a:solidFill>
                    <a:srgbClr val="FFCC66"/>
                  </a:solidFill>
                  <a:latin typeface="Times New Roman" panose="02020603050405020304" pitchFamily="18" charset="0"/>
                  <a:ea typeface="宋体" panose="02010600030101010101" pitchFamily="2" charset="-122"/>
                </a:rPr>
                <a:t>】</a:t>
              </a:r>
              <a:r>
                <a:rPr lang="zh-CN" altLang="en-US">
                  <a:latin typeface="Times New Roman" panose="02020603050405020304" pitchFamily="18" charset="0"/>
                </a:rPr>
                <a:t>根据边界条件，只能求得边界面</a:t>
              </a:r>
              <a:r>
                <a:rPr lang="en-US" altLang="zh-CN" b="0" i="1"/>
                <a:t>z</a:t>
              </a:r>
              <a:r>
                <a:rPr lang="en-US" altLang="zh-CN"/>
                <a:t> </a:t>
              </a:r>
              <a:r>
                <a:rPr lang="en-US" altLang="zh-CN" b="0"/>
                <a:t>=</a:t>
              </a:r>
              <a:r>
                <a:rPr lang="en-US" altLang="zh-CN"/>
                <a:t> </a:t>
              </a:r>
              <a:r>
                <a:rPr lang="en-US" altLang="zh-CN">
                  <a:latin typeface="Times New Roman" panose="02020603050405020304" pitchFamily="18" charset="0"/>
                </a:rPr>
                <a:t>0 </a:t>
              </a:r>
              <a:r>
                <a:rPr lang="zh-CN" altLang="en-US">
                  <a:latin typeface="Times New Roman" panose="02020603050405020304" pitchFamily="18" charset="0"/>
                </a:rPr>
                <a:t>处的      和       。</a:t>
              </a:r>
            </a:p>
          </p:txBody>
        </p:sp>
        <p:graphicFrame>
          <p:nvGraphicFramePr>
            <p:cNvPr id="274473" name="Object 8">
              <a:extLst>
                <a:ext uri="{FF2B5EF4-FFF2-40B4-BE49-F238E27FC236}">
                  <a16:creationId xmlns:a16="http://schemas.microsoft.com/office/drawing/2014/main" id="{A656E724-0E7E-7444-614E-BB886F5EC504}"/>
                </a:ext>
              </a:extLst>
            </p:cNvPr>
            <p:cNvGraphicFramePr>
              <a:graphicFrameLocks noChangeAspect="1"/>
            </p:cNvGraphicFramePr>
            <p:nvPr/>
          </p:nvGraphicFramePr>
          <p:xfrm>
            <a:off x="1405" y="2143"/>
            <a:ext cx="269" cy="318"/>
          </p:xfrm>
          <a:graphic>
            <a:graphicData uri="http://schemas.openxmlformats.org/presentationml/2006/ole">
              <mc:AlternateContent xmlns:mc="http://schemas.openxmlformats.org/markup-compatibility/2006">
                <mc:Choice xmlns:v="urn:schemas-microsoft-com:vml" Requires="v">
                  <p:oleObj r:id="rId7" imgW="101531" imgH="139654" progId="Equation.3">
                    <p:embed/>
                  </p:oleObj>
                </mc:Choice>
                <mc:Fallback>
                  <p:oleObj r:id="rId7" imgW="101531" imgH="139654"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5" y="2143"/>
                          <a:ext cx="269"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4474" name="Object 9">
              <a:extLst>
                <a:ext uri="{FF2B5EF4-FFF2-40B4-BE49-F238E27FC236}">
                  <a16:creationId xmlns:a16="http://schemas.microsoft.com/office/drawing/2014/main" id="{77ABAD81-4952-6641-A043-E60DAED8E69C}"/>
                </a:ext>
              </a:extLst>
            </p:cNvPr>
            <p:cNvGraphicFramePr>
              <a:graphicFrameLocks noChangeAspect="1"/>
            </p:cNvGraphicFramePr>
            <p:nvPr/>
          </p:nvGraphicFramePr>
          <p:xfrm>
            <a:off x="900" y="2155"/>
            <a:ext cx="255" cy="323"/>
          </p:xfrm>
          <a:graphic>
            <a:graphicData uri="http://schemas.openxmlformats.org/presentationml/2006/ole">
              <mc:AlternateContent xmlns:mc="http://schemas.openxmlformats.org/markup-compatibility/2006">
                <mc:Choice xmlns:v="urn:schemas-microsoft-com:vml" Requires="v">
                  <p:oleObj r:id="rId9" imgW="89047" imgH="139654" progId="Equation.3">
                    <p:embed/>
                  </p:oleObj>
                </mc:Choice>
                <mc:Fallback>
                  <p:oleObj r:id="rId9" imgW="89047" imgH="139654"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 y="2155"/>
                          <a:ext cx="25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 name="Group 10">
            <a:extLst>
              <a:ext uri="{FF2B5EF4-FFF2-40B4-BE49-F238E27FC236}">
                <a16:creationId xmlns:a16="http://schemas.microsoft.com/office/drawing/2014/main" id="{8DA9CB44-E98B-150E-5B17-A0F29799AD6A}"/>
              </a:ext>
            </a:extLst>
          </p:cNvPr>
          <p:cNvGrpSpPr>
            <a:grpSpLocks/>
          </p:cNvGrpSpPr>
          <p:nvPr/>
        </p:nvGrpSpPr>
        <p:grpSpPr bwMode="auto">
          <a:xfrm>
            <a:off x="684213" y="3690938"/>
            <a:ext cx="4608512" cy="601662"/>
            <a:chOff x="476" y="2478"/>
            <a:chExt cx="2903" cy="379"/>
          </a:xfrm>
        </p:grpSpPr>
        <p:sp>
          <p:nvSpPr>
            <p:cNvPr id="274470" name="Rectangle 11">
              <a:extLst>
                <a:ext uri="{FF2B5EF4-FFF2-40B4-BE49-F238E27FC236}">
                  <a16:creationId xmlns:a16="http://schemas.microsoft.com/office/drawing/2014/main" id="{8090D840-D741-6CA2-5398-66B9AE0C8515}"/>
                </a:ext>
              </a:extLst>
            </p:cNvPr>
            <p:cNvSpPr>
              <a:spLocks noChangeArrowheads="1"/>
            </p:cNvSpPr>
            <p:nvPr/>
          </p:nvSpPr>
          <p:spPr bwMode="auto">
            <a:xfrm>
              <a:off x="476" y="2478"/>
              <a:ext cx="2903"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lnSpc>
                  <a:spcPct val="130000"/>
                </a:lnSpc>
              </a:pPr>
              <a:r>
                <a:rPr lang="zh-CN" altLang="en-US">
                  <a:latin typeface="Times New Roman" panose="02020603050405020304" pitchFamily="18" charset="0"/>
                </a:rPr>
                <a:t>由                                   ，有</a:t>
              </a:r>
              <a:endParaRPr lang="zh-CN" altLang="en-US">
                <a:latin typeface="Times New Roman" panose="02020603050405020304" pitchFamily="18" charset="0"/>
                <a:cs typeface="Times New Roman" panose="02020603050405020304" pitchFamily="18" charset="0"/>
              </a:endParaRPr>
            </a:p>
          </p:txBody>
        </p:sp>
        <p:graphicFrame>
          <p:nvGraphicFramePr>
            <p:cNvPr id="274471" name="Object 12">
              <a:extLst>
                <a:ext uri="{FF2B5EF4-FFF2-40B4-BE49-F238E27FC236}">
                  <a16:creationId xmlns:a16="http://schemas.microsoft.com/office/drawing/2014/main" id="{3F28B43E-096C-1CF9-44A7-1434ADAC53BB}"/>
                </a:ext>
              </a:extLst>
            </p:cNvPr>
            <p:cNvGraphicFramePr>
              <a:graphicFrameLocks noChangeAspect="1"/>
            </p:cNvGraphicFramePr>
            <p:nvPr/>
          </p:nvGraphicFramePr>
          <p:xfrm>
            <a:off x="793" y="2533"/>
            <a:ext cx="1543" cy="324"/>
          </p:xfrm>
          <a:graphic>
            <a:graphicData uri="http://schemas.openxmlformats.org/presentationml/2006/ole">
              <mc:AlternateContent xmlns:mc="http://schemas.openxmlformats.org/markup-compatibility/2006">
                <mc:Choice xmlns:v="urn:schemas-microsoft-com:vml" Requires="v">
                  <p:oleObj r:id="rId11" imgW="863427" imgH="139654" progId="Equation.3">
                    <p:embed/>
                  </p:oleObj>
                </mc:Choice>
                <mc:Fallback>
                  <p:oleObj r:id="rId11" imgW="863427" imgH="139654"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3" y="2533"/>
                          <a:ext cx="1543"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876558" name="Object 14">
            <a:extLst>
              <a:ext uri="{FF2B5EF4-FFF2-40B4-BE49-F238E27FC236}">
                <a16:creationId xmlns:a16="http://schemas.microsoft.com/office/drawing/2014/main" id="{EAC45F71-FB10-635B-45A3-B65D47879A5D}"/>
              </a:ext>
            </a:extLst>
          </p:cNvPr>
          <p:cNvGraphicFramePr>
            <a:graphicFrameLocks noChangeAspect="1"/>
          </p:cNvGraphicFramePr>
          <p:nvPr/>
        </p:nvGraphicFramePr>
        <p:xfrm>
          <a:off x="1387475" y="1493838"/>
          <a:ext cx="4340225" cy="539750"/>
        </p:xfrm>
        <a:graphic>
          <a:graphicData uri="http://schemas.openxmlformats.org/presentationml/2006/ole">
            <mc:AlternateContent xmlns:mc="http://schemas.openxmlformats.org/markup-compatibility/2006">
              <mc:Choice xmlns:v="urn:schemas-microsoft-com:vml" Requires="v">
                <p:oleObj r:id="rId13" imgW="1784276" imgH="171658" progId="Equation.DSMT4">
                  <p:embed/>
                </p:oleObj>
              </mc:Choice>
              <mc:Fallback>
                <p:oleObj r:id="rId13" imgW="1784276" imgH="171658"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87475" y="1493838"/>
                        <a:ext cx="43402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 name="Group 15">
            <a:extLst>
              <a:ext uri="{FF2B5EF4-FFF2-40B4-BE49-F238E27FC236}">
                <a16:creationId xmlns:a16="http://schemas.microsoft.com/office/drawing/2014/main" id="{BD7ED6D0-3EF0-19BB-0657-C7298844087A}"/>
              </a:ext>
            </a:extLst>
          </p:cNvPr>
          <p:cNvGrpSpPr>
            <a:grpSpLocks/>
          </p:cNvGrpSpPr>
          <p:nvPr/>
        </p:nvGrpSpPr>
        <p:grpSpPr bwMode="auto">
          <a:xfrm>
            <a:off x="5867400" y="1627188"/>
            <a:ext cx="3022600" cy="2593975"/>
            <a:chOff x="3833" y="1070"/>
            <a:chExt cx="1904" cy="1634"/>
          </a:xfrm>
        </p:grpSpPr>
        <p:sp>
          <p:nvSpPr>
            <p:cNvPr id="274457" name="Rectangle 16">
              <a:extLst>
                <a:ext uri="{FF2B5EF4-FFF2-40B4-BE49-F238E27FC236}">
                  <a16:creationId xmlns:a16="http://schemas.microsoft.com/office/drawing/2014/main" id="{30AEBDF2-C7DC-B4CC-D882-A3DFB2B42DF0}"/>
                </a:ext>
              </a:extLst>
            </p:cNvPr>
            <p:cNvSpPr>
              <a:spLocks noChangeArrowheads="1"/>
            </p:cNvSpPr>
            <p:nvPr/>
          </p:nvSpPr>
          <p:spPr bwMode="auto">
            <a:xfrm>
              <a:off x="3833" y="1070"/>
              <a:ext cx="1904" cy="1634"/>
            </a:xfrm>
            <a:prstGeom prst="rect">
              <a:avLst/>
            </a:prstGeom>
            <a:solidFill>
              <a:srgbClr val="CCFFFF"/>
            </a:solidFill>
            <a:ln w="9525">
              <a:solidFill>
                <a:srgbClr val="FF0000"/>
              </a:solidFill>
              <a:miter lim="800000"/>
              <a:headEnd/>
              <a:tailEnd/>
            </a:ln>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4458" name="Rectangle 17">
              <a:extLst>
                <a:ext uri="{FF2B5EF4-FFF2-40B4-BE49-F238E27FC236}">
                  <a16:creationId xmlns:a16="http://schemas.microsoft.com/office/drawing/2014/main" id="{679EAD10-962E-D3DB-425F-4253AB07C342}"/>
                </a:ext>
              </a:extLst>
            </p:cNvPr>
            <p:cNvSpPr>
              <a:spLocks noChangeArrowheads="1"/>
            </p:cNvSpPr>
            <p:nvPr/>
          </p:nvSpPr>
          <p:spPr bwMode="auto">
            <a:xfrm>
              <a:off x="3901" y="1796"/>
              <a:ext cx="1315" cy="409"/>
            </a:xfrm>
            <a:prstGeom prst="rect">
              <a:avLst/>
            </a:prstGeom>
            <a:solidFill>
              <a:srgbClr val="C0C0C0"/>
            </a:solidFill>
            <a:ln w="9525">
              <a:miter lim="800000"/>
              <a:headEnd/>
              <a:tailEnd/>
            </a:ln>
            <a:scene3d>
              <a:camera prst="legacyObliqueTopRight">
                <a:rot lat="21299996" lon="0" rev="0"/>
              </a:camera>
              <a:lightRig rig="legacyFlat4" dir="b"/>
            </a:scene3d>
            <a:sp3d extrusionH="1801800" prstMaterial="legacyMatte">
              <a:bevelT w="13500" h="13500" prst="angle"/>
              <a:bevelB w="13500" h="13500" prst="angle"/>
              <a:extrusionClr>
                <a:srgbClr val="C0C0C0"/>
              </a:extrusionClr>
              <a:contourClr>
                <a:srgbClr val="C0C0C0"/>
              </a:contourClr>
            </a:sp3d>
          </p:spPr>
          <p:txBody>
            <a:bodyPr anchor="ctr">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4459" name="Line 18">
              <a:extLst>
                <a:ext uri="{FF2B5EF4-FFF2-40B4-BE49-F238E27FC236}">
                  <a16:creationId xmlns:a16="http://schemas.microsoft.com/office/drawing/2014/main" id="{696DB22E-D2EA-2FC0-929B-C657AD813341}"/>
                </a:ext>
              </a:extLst>
            </p:cNvPr>
            <p:cNvSpPr>
              <a:spLocks noChangeShapeType="1"/>
            </p:cNvSpPr>
            <p:nvPr/>
          </p:nvSpPr>
          <p:spPr bwMode="auto">
            <a:xfrm flipV="1">
              <a:off x="4128" y="1636"/>
              <a:ext cx="1315" cy="0"/>
            </a:xfrm>
            <a:prstGeom prst="line">
              <a:avLst/>
            </a:prstGeom>
            <a:noFill/>
            <a:ln w="22225">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4460" name="Line 19">
              <a:extLst>
                <a:ext uri="{FF2B5EF4-FFF2-40B4-BE49-F238E27FC236}">
                  <a16:creationId xmlns:a16="http://schemas.microsoft.com/office/drawing/2014/main" id="{90F8CC12-7E19-1914-FDB4-8AA8DB9170FE}"/>
                </a:ext>
              </a:extLst>
            </p:cNvPr>
            <p:cNvSpPr>
              <a:spLocks noChangeShapeType="1"/>
            </p:cNvSpPr>
            <p:nvPr/>
          </p:nvSpPr>
          <p:spPr bwMode="auto">
            <a:xfrm flipV="1">
              <a:off x="4739" y="1139"/>
              <a:ext cx="0" cy="521"/>
            </a:xfrm>
            <a:prstGeom prst="line">
              <a:avLst/>
            </a:prstGeom>
            <a:noFill/>
            <a:ln w="22225">
              <a:solidFill>
                <a:srgbClr val="0000FF"/>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74461" name="Line 20">
              <a:extLst>
                <a:ext uri="{FF2B5EF4-FFF2-40B4-BE49-F238E27FC236}">
                  <a16:creationId xmlns:a16="http://schemas.microsoft.com/office/drawing/2014/main" id="{B04AA8DC-9263-FA19-E5E6-747B8972D9BF}"/>
                </a:ext>
              </a:extLst>
            </p:cNvPr>
            <p:cNvSpPr>
              <a:spLocks noChangeShapeType="1"/>
            </p:cNvSpPr>
            <p:nvPr/>
          </p:nvSpPr>
          <p:spPr bwMode="auto">
            <a:xfrm flipV="1">
              <a:off x="4400" y="1388"/>
              <a:ext cx="632" cy="527"/>
            </a:xfrm>
            <a:prstGeom prst="line">
              <a:avLst/>
            </a:prstGeom>
            <a:noFill/>
            <a:ln w="22225">
              <a:solidFill>
                <a:srgbClr val="0000FF"/>
              </a:solidFill>
              <a:round/>
              <a:headEnd type="triangle" w="sm" len="lg"/>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74462" name="Text Box 21">
              <a:extLst>
                <a:ext uri="{FF2B5EF4-FFF2-40B4-BE49-F238E27FC236}">
                  <a16:creationId xmlns:a16="http://schemas.microsoft.com/office/drawing/2014/main" id="{0834F9CC-2870-6738-5E38-3DC63308D297}"/>
                </a:ext>
              </a:extLst>
            </p:cNvPr>
            <p:cNvSpPr txBox="1">
              <a:spLocks noChangeArrowheads="1"/>
            </p:cNvSpPr>
            <p:nvPr/>
          </p:nvSpPr>
          <p:spPr bwMode="auto">
            <a:xfrm>
              <a:off x="3946" y="1842"/>
              <a:ext cx="59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95000"/>
                </a:lnSpc>
              </a:pPr>
              <a:r>
                <a:rPr lang="en-US" altLang="zh-CN" sz="2000">
                  <a:solidFill>
                    <a:schemeClr val="tx1"/>
                  </a:solidFill>
                  <a:latin typeface="Times New Roman" panose="02020603050405020304" pitchFamily="18" charset="0"/>
                  <a:ea typeface="宋体" panose="02010600030101010101" pitchFamily="2" charset="-122"/>
                </a:rPr>
                <a:t>1</a:t>
              </a:r>
              <a:r>
                <a:rPr lang="zh-CN" altLang="en-US" sz="2000">
                  <a:solidFill>
                    <a:schemeClr val="tx1"/>
                  </a:solidFill>
                  <a:latin typeface="Times New Roman" panose="02020603050405020304" pitchFamily="18" charset="0"/>
                  <a:ea typeface="宋体" panose="02010600030101010101" pitchFamily="2" charset="-122"/>
                </a:rPr>
                <a:t>区</a:t>
              </a:r>
            </a:p>
          </p:txBody>
        </p:sp>
        <p:sp>
          <p:nvSpPr>
            <p:cNvPr id="274463" name="Text Box 22">
              <a:extLst>
                <a:ext uri="{FF2B5EF4-FFF2-40B4-BE49-F238E27FC236}">
                  <a16:creationId xmlns:a16="http://schemas.microsoft.com/office/drawing/2014/main" id="{DF61A559-5779-51DF-8DF3-7E049CBEC787}"/>
                </a:ext>
              </a:extLst>
            </p:cNvPr>
            <p:cNvSpPr txBox="1">
              <a:spLocks noChangeArrowheads="1"/>
            </p:cNvSpPr>
            <p:nvPr/>
          </p:nvSpPr>
          <p:spPr bwMode="auto">
            <a:xfrm>
              <a:off x="3901" y="1343"/>
              <a:ext cx="72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en-US" altLang="zh-CN" sz="2000">
                  <a:solidFill>
                    <a:schemeClr val="tx1"/>
                  </a:solidFill>
                  <a:latin typeface="Times New Roman" panose="02020603050405020304" pitchFamily="18" charset="0"/>
                  <a:ea typeface="宋体" panose="02010600030101010101" pitchFamily="2" charset="-122"/>
                </a:rPr>
                <a:t>2</a:t>
              </a:r>
              <a:r>
                <a:rPr lang="zh-CN" altLang="en-US" sz="2000">
                  <a:solidFill>
                    <a:schemeClr val="tx1"/>
                  </a:solidFill>
                  <a:latin typeface="Times New Roman" panose="02020603050405020304" pitchFamily="18" charset="0"/>
                  <a:ea typeface="宋体" panose="02010600030101010101" pitchFamily="2" charset="-122"/>
                </a:rPr>
                <a:t>区</a:t>
              </a:r>
            </a:p>
          </p:txBody>
        </p:sp>
        <p:sp>
          <p:nvSpPr>
            <p:cNvPr id="274464" name="Text Box 23">
              <a:extLst>
                <a:ext uri="{FF2B5EF4-FFF2-40B4-BE49-F238E27FC236}">
                  <a16:creationId xmlns:a16="http://schemas.microsoft.com/office/drawing/2014/main" id="{C913D746-DCEB-41BF-4679-A31941D5E265}"/>
                </a:ext>
              </a:extLst>
            </p:cNvPr>
            <p:cNvSpPr txBox="1">
              <a:spLocks noChangeArrowheads="1"/>
            </p:cNvSpPr>
            <p:nvPr/>
          </p:nvSpPr>
          <p:spPr bwMode="auto">
            <a:xfrm>
              <a:off x="5329" y="1615"/>
              <a:ext cx="216"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85000"/>
                </a:lnSpc>
              </a:pPr>
              <a:r>
                <a:rPr lang="en-US" altLang="zh-CN" i="1">
                  <a:solidFill>
                    <a:schemeClr val="tx1"/>
                  </a:solidFill>
                  <a:latin typeface="Times New Roman" panose="02020603050405020304" pitchFamily="18" charset="0"/>
                  <a:ea typeface="宋体" panose="02010600030101010101" pitchFamily="2" charset="-122"/>
                </a:rPr>
                <a:t>x</a:t>
              </a:r>
              <a:endParaRPr lang="en-US" altLang="zh-CN">
                <a:solidFill>
                  <a:schemeClr val="tx1"/>
                </a:solidFill>
                <a:latin typeface="Times New Roman" panose="02020603050405020304" pitchFamily="18" charset="0"/>
                <a:ea typeface="宋体" panose="02010600030101010101" pitchFamily="2" charset="-122"/>
              </a:endParaRPr>
            </a:p>
          </p:txBody>
        </p:sp>
        <p:sp>
          <p:nvSpPr>
            <p:cNvPr id="274465" name="Text Box 24">
              <a:extLst>
                <a:ext uri="{FF2B5EF4-FFF2-40B4-BE49-F238E27FC236}">
                  <a16:creationId xmlns:a16="http://schemas.microsoft.com/office/drawing/2014/main" id="{B86E9B0A-CFE1-8A1C-E189-1C3238EAB901}"/>
                </a:ext>
              </a:extLst>
            </p:cNvPr>
            <p:cNvSpPr txBox="1">
              <a:spLocks noChangeArrowheads="1"/>
            </p:cNvSpPr>
            <p:nvPr/>
          </p:nvSpPr>
          <p:spPr bwMode="auto">
            <a:xfrm>
              <a:off x="4361" y="1842"/>
              <a:ext cx="24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80000"/>
                </a:lnSpc>
              </a:pPr>
              <a:r>
                <a:rPr lang="en-US" altLang="zh-CN" b="0" i="1">
                  <a:solidFill>
                    <a:schemeClr val="tx1"/>
                  </a:solidFill>
                  <a:latin typeface="Times New Roman" panose="02020603050405020304" pitchFamily="18" charset="0"/>
                  <a:ea typeface="宋体" panose="02010600030101010101" pitchFamily="2" charset="-122"/>
                </a:rPr>
                <a:t>y</a:t>
              </a:r>
              <a:endParaRPr lang="en-US" altLang="zh-CN" b="0">
                <a:solidFill>
                  <a:schemeClr val="tx1"/>
                </a:solidFill>
                <a:latin typeface="Times New Roman" panose="02020603050405020304" pitchFamily="18" charset="0"/>
                <a:ea typeface="宋体" panose="02010600030101010101" pitchFamily="2" charset="-122"/>
              </a:endParaRPr>
            </a:p>
          </p:txBody>
        </p:sp>
        <p:sp>
          <p:nvSpPr>
            <p:cNvPr id="274466" name="Text Box 25">
              <a:extLst>
                <a:ext uri="{FF2B5EF4-FFF2-40B4-BE49-F238E27FC236}">
                  <a16:creationId xmlns:a16="http://schemas.microsoft.com/office/drawing/2014/main" id="{3697C24E-37F0-9E94-8F6B-AD0FE5849ED4}"/>
                </a:ext>
              </a:extLst>
            </p:cNvPr>
            <p:cNvSpPr txBox="1">
              <a:spLocks noChangeArrowheads="1"/>
            </p:cNvSpPr>
            <p:nvPr/>
          </p:nvSpPr>
          <p:spPr bwMode="auto">
            <a:xfrm>
              <a:off x="4724" y="1972"/>
              <a:ext cx="288"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85000"/>
                </a:lnSpc>
              </a:pPr>
              <a:r>
                <a:rPr lang="en-US" altLang="zh-CN" b="0" i="1">
                  <a:solidFill>
                    <a:schemeClr val="tx1"/>
                  </a:solidFill>
                  <a:latin typeface="Times New Roman" panose="02020603050405020304" pitchFamily="18" charset="0"/>
                  <a:ea typeface="宋体" panose="02010600030101010101" pitchFamily="2" charset="-122"/>
                </a:rPr>
                <a:t>z</a:t>
              </a:r>
            </a:p>
          </p:txBody>
        </p:sp>
        <p:sp>
          <p:nvSpPr>
            <p:cNvPr id="274467" name="Text Box 26">
              <a:extLst>
                <a:ext uri="{FF2B5EF4-FFF2-40B4-BE49-F238E27FC236}">
                  <a16:creationId xmlns:a16="http://schemas.microsoft.com/office/drawing/2014/main" id="{4F95E2CF-7D8A-16CC-8CCD-2113FC2E446A}"/>
                </a:ext>
              </a:extLst>
            </p:cNvPr>
            <p:cNvSpPr txBox="1">
              <a:spLocks noChangeArrowheads="1"/>
            </p:cNvSpPr>
            <p:nvPr/>
          </p:nvSpPr>
          <p:spPr bwMode="auto">
            <a:xfrm>
              <a:off x="4082" y="2250"/>
              <a:ext cx="1452"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lnSpc>
                  <a:spcPct val="110000"/>
                </a:lnSpc>
              </a:pPr>
              <a:r>
                <a:rPr lang="zh-CN" altLang="en-US" sz="1800">
                  <a:solidFill>
                    <a:schemeClr val="tx1"/>
                  </a:solidFill>
                  <a:latin typeface="Times New Roman" panose="02020603050405020304" pitchFamily="18" charset="0"/>
                  <a:ea typeface="宋体" panose="02010600030101010101" pitchFamily="2" charset="-122"/>
                </a:rPr>
                <a:t>电介质与自由空间的分界面</a:t>
              </a:r>
            </a:p>
          </p:txBody>
        </p:sp>
        <p:sp>
          <p:nvSpPr>
            <p:cNvPr id="274468" name="Line 27">
              <a:extLst>
                <a:ext uri="{FF2B5EF4-FFF2-40B4-BE49-F238E27FC236}">
                  <a16:creationId xmlns:a16="http://schemas.microsoft.com/office/drawing/2014/main" id="{37463379-4F7A-8A9B-282E-A431500F2E5D}"/>
                </a:ext>
              </a:extLst>
            </p:cNvPr>
            <p:cNvSpPr>
              <a:spLocks noChangeShapeType="1"/>
            </p:cNvSpPr>
            <p:nvPr/>
          </p:nvSpPr>
          <p:spPr bwMode="auto">
            <a:xfrm flipH="1" flipV="1">
              <a:off x="4740" y="1660"/>
              <a:ext cx="1" cy="454"/>
            </a:xfrm>
            <a:prstGeom prst="line">
              <a:avLst/>
            </a:prstGeom>
            <a:noFill/>
            <a:ln w="22225">
              <a:solidFill>
                <a:srgbClr val="0000FF"/>
              </a:solidFill>
              <a:prstDash val="dash"/>
              <a:round/>
              <a:headEnd type="triangle" w="med" len="me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74469" name="Text Box 28">
              <a:extLst>
                <a:ext uri="{FF2B5EF4-FFF2-40B4-BE49-F238E27FC236}">
                  <a16:creationId xmlns:a16="http://schemas.microsoft.com/office/drawing/2014/main" id="{B831B085-80CA-6D21-3B3A-4421404C247E}"/>
                </a:ext>
              </a:extLst>
            </p:cNvPr>
            <p:cNvSpPr txBox="1">
              <a:spLocks noChangeArrowheads="1"/>
            </p:cNvSpPr>
            <p:nvPr/>
          </p:nvSpPr>
          <p:spPr bwMode="auto">
            <a:xfrm>
              <a:off x="4560" y="1434"/>
              <a:ext cx="216"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85000"/>
                </a:lnSpc>
              </a:pPr>
              <a:r>
                <a:rPr lang="en-US" altLang="zh-CN" b="0" i="1">
                  <a:solidFill>
                    <a:schemeClr val="tx1"/>
                  </a:solidFill>
                  <a:latin typeface="Times New Roman" panose="02020603050405020304" pitchFamily="18" charset="0"/>
                  <a:ea typeface="宋体" panose="02010600030101010101" pitchFamily="2" charset="-122"/>
                </a:rPr>
                <a:t>O</a:t>
              </a:r>
              <a:endParaRPr lang="en-US" altLang="zh-CN" b="0">
                <a:solidFill>
                  <a:schemeClr val="tx1"/>
                </a:solidFill>
                <a:latin typeface="Times New Roman" panose="02020603050405020304" pitchFamily="18" charset="0"/>
                <a:ea typeface="宋体" panose="02010600030101010101" pitchFamily="2" charset="-122"/>
              </a:endParaRPr>
            </a:p>
          </p:txBody>
        </p:sp>
      </p:grpSp>
      <p:grpSp>
        <p:nvGrpSpPr>
          <p:cNvPr id="6" name="Group 29">
            <a:extLst>
              <a:ext uri="{FF2B5EF4-FFF2-40B4-BE49-F238E27FC236}">
                <a16:creationId xmlns:a16="http://schemas.microsoft.com/office/drawing/2014/main" id="{D9DC764D-11A0-D8AB-CEC5-F5AB97313EDE}"/>
              </a:ext>
            </a:extLst>
          </p:cNvPr>
          <p:cNvGrpSpPr>
            <a:grpSpLocks/>
          </p:cNvGrpSpPr>
          <p:nvPr/>
        </p:nvGrpSpPr>
        <p:grpSpPr bwMode="auto">
          <a:xfrm>
            <a:off x="66675" y="404813"/>
            <a:ext cx="8964613" cy="1516062"/>
            <a:chOff x="22" y="210"/>
            <a:chExt cx="5647" cy="955"/>
          </a:xfrm>
        </p:grpSpPr>
        <p:graphicFrame>
          <p:nvGraphicFramePr>
            <p:cNvPr id="274452" name="Object 30">
              <a:extLst>
                <a:ext uri="{FF2B5EF4-FFF2-40B4-BE49-F238E27FC236}">
                  <a16:creationId xmlns:a16="http://schemas.microsoft.com/office/drawing/2014/main" id="{59D7BAAF-1729-EAD1-349F-15097448B7A4}"/>
                </a:ext>
              </a:extLst>
            </p:cNvPr>
            <p:cNvGraphicFramePr>
              <a:graphicFrameLocks noChangeAspect="1"/>
            </p:cNvGraphicFramePr>
            <p:nvPr/>
          </p:nvGraphicFramePr>
          <p:xfrm>
            <a:off x="3515" y="296"/>
            <a:ext cx="668" cy="276"/>
          </p:xfrm>
          <a:graphic>
            <a:graphicData uri="http://schemas.openxmlformats.org/presentationml/2006/ole">
              <mc:AlternateContent xmlns:mc="http://schemas.openxmlformats.org/markup-compatibility/2006">
                <mc:Choice xmlns:v="urn:schemas-microsoft-com:vml" Requires="v">
                  <p:oleObj r:id="rId15" imgW="374498" imgH="133419" progId="Equation.DSMT4">
                    <p:embed/>
                  </p:oleObj>
                </mc:Choice>
                <mc:Fallback>
                  <p:oleObj r:id="rId15" imgW="374498" imgH="133419" progId="Equation.DSMT4">
                    <p:embed/>
                    <p:pic>
                      <p:nvPicPr>
                        <p:cNvPr id="0" name="Object 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15" y="296"/>
                          <a:ext cx="66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4453" name="Rectangle 31">
              <a:extLst>
                <a:ext uri="{FF2B5EF4-FFF2-40B4-BE49-F238E27FC236}">
                  <a16:creationId xmlns:a16="http://schemas.microsoft.com/office/drawing/2014/main" id="{6A0C8305-0737-FF94-BF32-9BB6849EA7D2}"/>
                </a:ext>
              </a:extLst>
            </p:cNvPr>
            <p:cNvSpPr>
              <a:spLocks noChangeArrowheads="1"/>
            </p:cNvSpPr>
            <p:nvPr/>
          </p:nvSpPr>
          <p:spPr bwMode="auto">
            <a:xfrm>
              <a:off x="22" y="210"/>
              <a:ext cx="5647" cy="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en-US" altLang="zh-CN">
                  <a:solidFill>
                    <a:srgbClr val="FFCC66"/>
                  </a:solidFill>
                  <a:latin typeface="Times New Roman" panose="02020603050405020304" pitchFamily="18" charset="0"/>
                  <a:ea typeface="宋体" panose="02010600030101010101" pitchFamily="2" charset="-122"/>
                </a:rPr>
                <a:t>【</a:t>
              </a:r>
              <a:r>
                <a:rPr lang="zh-CN" altLang="en-US">
                  <a:solidFill>
                    <a:srgbClr val="FFCC66"/>
                  </a:solidFill>
                  <a:latin typeface="Times New Roman" panose="02020603050405020304" pitchFamily="18" charset="0"/>
                  <a:ea typeface="幼圆" panose="02010509060101010101" pitchFamily="49" charset="-122"/>
                </a:rPr>
                <a:t>例 </a:t>
              </a:r>
              <a:r>
                <a:rPr lang="en-US" altLang="zh-CN">
                  <a:solidFill>
                    <a:srgbClr val="FFCC66"/>
                  </a:solidFill>
                  <a:latin typeface="Times New Roman" panose="02020603050405020304" pitchFamily="18" charset="0"/>
                </a:rPr>
                <a:t>2.7.2</a:t>
              </a:r>
              <a:r>
                <a:rPr lang="en-US" altLang="zh-CN">
                  <a:solidFill>
                    <a:srgbClr val="FFCC66"/>
                  </a:solidFill>
                  <a:latin typeface="Times New Roman" panose="02020603050405020304" pitchFamily="18" charset="0"/>
                  <a:ea typeface="宋体" panose="02010600030101010101" pitchFamily="2" charset="-122"/>
                </a:rPr>
                <a:t>】</a:t>
              </a:r>
              <a:r>
                <a:rPr lang="zh-CN" altLang="en-US">
                  <a:latin typeface="Times New Roman" panose="02020603050405020304" pitchFamily="18" charset="0"/>
                </a:rPr>
                <a:t>如图所示，</a:t>
              </a:r>
              <a:r>
                <a:rPr lang="en-US" altLang="zh-CN">
                  <a:latin typeface="Times New Roman" panose="02020603050405020304" pitchFamily="18" charset="0"/>
                </a:rPr>
                <a:t>1</a:t>
              </a:r>
              <a:r>
                <a:rPr lang="zh-CN" altLang="en-US">
                  <a:latin typeface="Times New Roman" panose="02020603050405020304" pitchFamily="18" charset="0"/>
                </a:rPr>
                <a:t>区的媒质参数为              、           、          </a:t>
              </a:r>
              <a:r>
                <a:rPr lang="en-US" altLang="zh-CN">
                  <a:latin typeface="Times New Roman" panose="02020603050405020304" pitchFamily="18" charset="0"/>
                </a:rPr>
                <a:t>2</a:t>
              </a:r>
              <a:r>
                <a:rPr lang="zh-CN" altLang="en-US">
                  <a:latin typeface="Times New Roman" panose="02020603050405020304" pitchFamily="18" charset="0"/>
                </a:rPr>
                <a:t>区的媒质参数为                                          。若已知自由空间的电场强度为</a:t>
              </a:r>
            </a:p>
          </p:txBody>
        </p:sp>
        <p:graphicFrame>
          <p:nvGraphicFramePr>
            <p:cNvPr id="274454" name="Object 32">
              <a:extLst>
                <a:ext uri="{FF2B5EF4-FFF2-40B4-BE49-F238E27FC236}">
                  <a16:creationId xmlns:a16="http://schemas.microsoft.com/office/drawing/2014/main" id="{0AE683F0-4733-9F12-FAAF-7108E14C4705}"/>
                </a:ext>
              </a:extLst>
            </p:cNvPr>
            <p:cNvGraphicFramePr>
              <a:graphicFrameLocks noChangeAspect="1"/>
            </p:cNvGraphicFramePr>
            <p:nvPr/>
          </p:nvGraphicFramePr>
          <p:xfrm>
            <a:off x="1510" y="572"/>
            <a:ext cx="2059" cy="299"/>
          </p:xfrm>
          <a:graphic>
            <a:graphicData uri="http://schemas.openxmlformats.org/presentationml/2006/ole">
              <mc:AlternateContent xmlns:mc="http://schemas.openxmlformats.org/markup-compatibility/2006">
                <mc:Choice xmlns:v="urn:schemas-microsoft-com:vml" Requires="v">
                  <p:oleObj r:id="rId17" imgW="1301590" imgH="133419" progId="Equation.DSMT4">
                    <p:embed/>
                  </p:oleObj>
                </mc:Choice>
                <mc:Fallback>
                  <p:oleObj r:id="rId17" imgW="1301590" imgH="133419" progId="Equation.DSMT4">
                    <p:embed/>
                    <p:pic>
                      <p:nvPicPr>
                        <p:cNvPr id="0" name="Object 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10" y="572"/>
                          <a:ext cx="2059"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4455" name="Object 33">
              <a:extLst>
                <a:ext uri="{FF2B5EF4-FFF2-40B4-BE49-F238E27FC236}">
                  <a16:creationId xmlns:a16="http://schemas.microsoft.com/office/drawing/2014/main" id="{AD224981-C772-8EFE-0E21-ADE6F0C4B51B}"/>
                </a:ext>
              </a:extLst>
            </p:cNvPr>
            <p:cNvGraphicFramePr>
              <a:graphicFrameLocks noChangeAspect="1"/>
            </p:cNvGraphicFramePr>
            <p:nvPr/>
          </p:nvGraphicFramePr>
          <p:xfrm>
            <a:off x="4987" y="300"/>
            <a:ext cx="602" cy="276"/>
          </p:xfrm>
          <a:graphic>
            <a:graphicData uri="http://schemas.openxmlformats.org/presentationml/2006/ole">
              <mc:AlternateContent xmlns:mc="http://schemas.openxmlformats.org/markup-compatibility/2006">
                <mc:Choice xmlns:v="urn:schemas-microsoft-com:vml" Requires="v">
                  <p:oleObj r:id="rId19" imgW="330391" imgH="133419" progId="Equation.DSMT4">
                    <p:embed/>
                  </p:oleObj>
                </mc:Choice>
                <mc:Fallback>
                  <p:oleObj r:id="rId19" imgW="330391" imgH="133419" progId="Equation.DSMT4">
                    <p:embed/>
                    <p:pic>
                      <p:nvPicPr>
                        <p:cNvPr id="0" name="Object 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87" y="300"/>
                          <a:ext cx="60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4456" name="Object 34">
              <a:extLst>
                <a:ext uri="{FF2B5EF4-FFF2-40B4-BE49-F238E27FC236}">
                  <a16:creationId xmlns:a16="http://schemas.microsoft.com/office/drawing/2014/main" id="{FF821D4F-3230-64C0-0603-0B0255789D7D}"/>
                </a:ext>
              </a:extLst>
            </p:cNvPr>
            <p:cNvGraphicFramePr>
              <a:graphicFrameLocks noChangeAspect="1"/>
            </p:cNvGraphicFramePr>
            <p:nvPr/>
          </p:nvGraphicFramePr>
          <p:xfrm>
            <a:off x="4286" y="300"/>
            <a:ext cx="636" cy="276"/>
          </p:xfrm>
          <a:graphic>
            <a:graphicData uri="http://schemas.openxmlformats.org/presentationml/2006/ole">
              <mc:AlternateContent xmlns:mc="http://schemas.openxmlformats.org/markup-compatibility/2006">
                <mc:Choice xmlns:v="urn:schemas-microsoft-com:vml" Requires="v">
                  <p:oleObj r:id="rId21" imgW="349116" imgH="133419" progId="Equation.DSMT4">
                    <p:embed/>
                  </p:oleObj>
                </mc:Choice>
                <mc:Fallback>
                  <p:oleObj r:id="rId21" imgW="349116" imgH="133419" progId="Equation.DSMT4">
                    <p:embed/>
                    <p:pic>
                      <p:nvPicPr>
                        <p:cNvPr id="0" name="Object 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86" y="300"/>
                          <a:ext cx="63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74441" name="AutoShape 35">
            <a:hlinkClick r:id="rId23" action="ppaction://hlinksldjump" highlightClick="1"/>
            <a:extLst>
              <a:ext uri="{FF2B5EF4-FFF2-40B4-BE49-F238E27FC236}">
                <a16:creationId xmlns:a16="http://schemas.microsoft.com/office/drawing/2014/main" id="{6FCB0382-20CC-E894-2EC9-6D686DC1C369}"/>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4442" name="AutoShape 36">
            <a:hlinkClick r:id="" action="ppaction://hlinkshowjump?jump=previousslide" highlightClick="1"/>
            <a:extLst>
              <a:ext uri="{FF2B5EF4-FFF2-40B4-BE49-F238E27FC236}">
                <a16:creationId xmlns:a16="http://schemas.microsoft.com/office/drawing/2014/main" id="{62E2D8CD-AA33-4865-3548-2B83546455CF}"/>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4443" name="AutoShape 37">
            <a:hlinkClick r:id="" action="ppaction://hlinkshowjump?jump=nextslide" highlightClick="1"/>
            <a:extLst>
              <a:ext uri="{FF2B5EF4-FFF2-40B4-BE49-F238E27FC236}">
                <a16:creationId xmlns:a16="http://schemas.microsoft.com/office/drawing/2014/main" id="{941DAF96-8DEA-3FBB-B207-B1B3601E37C0}"/>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4444" name="AutoShape 38">
            <a:hlinkClick r:id="" action="ppaction://hlinkshowjump?jump=lastslide" highlightClick="1"/>
            <a:extLst>
              <a:ext uri="{FF2B5EF4-FFF2-40B4-BE49-F238E27FC236}">
                <a16:creationId xmlns:a16="http://schemas.microsoft.com/office/drawing/2014/main" id="{D8600658-1E8D-AFDB-B7AD-34FF556CDE0E}"/>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7" name="Group 39">
            <a:extLst>
              <a:ext uri="{FF2B5EF4-FFF2-40B4-BE49-F238E27FC236}">
                <a16:creationId xmlns:a16="http://schemas.microsoft.com/office/drawing/2014/main" id="{8E029E6D-CA8D-E2AD-3292-359486D0119D}"/>
              </a:ext>
            </a:extLst>
          </p:cNvPr>
          <p:cNvGrpSpPr>
            <a:grpSpLocks/>
          </p:cNvGrpSpPr>
          <p:nvPr/>
        </p:nvGrpSpPr>
        <p:grpSpPr bwMode="auto">
          <a:xfrm>
            <a:off x="5292725" y="5084763"/>
            <a:ext cx="3527425" cy="539750"/>
            <a:chOff x="3334" y="3181"/>
            <a:chExt cx="2222" cy="340"/>
          </a:xfrm>
        </p:grpSpPr>
        <p:graphicFrame>
          <p:nvGraphicFramePr>
            <p:cNvPr id="274450" name="Object 40">
              <a:extLst>
                <a:ext uri="{FF2B5EF4-FFF2-40B4-BE49-F238E27FC236}">
                  <a16:creationId xmlns:a16="http://schemas.microsoft.com/office/drawing/2014/main" id="{A8DFD693-8249-607D-6C01-A6FE1D81D34E}"/>
                </a:ext>
              </a:extLst>
            </p:cNvPr>
            <p:cNvGraphicFramePr>
              <a:graphicFrameLocks noChangeAspect="1"/>
            </p:cNvGraphicFramePr>
            <p:nvPr/>
          </p:nvGraphicFramePr>
          <p:xfrm>
            <a:off x="3864" y="3181"/>
            <a:ext cx="1692" cy="340"/>
          </p:xfrm>
          <a:graphic>
            <a:graphicData uri="http://schemas.openxmlformats.org/presentationml/2006/ole">
              <mc:AlternateContent xmlns:mc="http://schemas.openxmlformats.org/markup-compatibility/2006">
                <mc:Choice xmlns:v="urn:schemas-microsoft-com:vml" Requires="v">
                  <p:oleObj r:id="rId24" imgW="901709" imgH="139654" progId="Equation.DSMT4">
                    <p:embed/>
                  </p:oleObj>
                </mc:Choice>
                <mc:Fallback>
                  <p:oleObj r:id="rId24" imgW="901709" imgH="139654" progId="Equation.DSMT4">
                    <p:embed/>
                    <p:pic>
                      <p:nvPicPr>
                        <p:cNvPr id="0" name="Object 4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864" y="3181"/>
                          <a:ext cx="1692"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4451" name="AutoShape 41">
              <a:extLst>
                <a:ext uri="{FF2B5EF4-FFF2-40B4-BE49-F238E27FC236}">
                  <a16:creationId xmlns:a16="http://schemas.microsoft.com/office/drawing/2014/main" id="{577BC9F1-6333-7319-078A-64659E7D4573}"/>
                </a:ext>
              </a:extLst>
            </p:cNvPr>
            <p:cNvSpPr>
              <a:spLocks noChangeArrowheads="1"/>
            </p:cNvSpPr>
            <p:nvPr/>
          </p:nvSpPr>
          <p:spPr bwMode="auto">
            <a:xfrm>
              <a:off x="3334" y="3294"/>
              <a:ext cx="499" cy="136"/>
            </a:xfrm>
            <a:prstGeom prst="rightArrow">
              <a:avLst>
                <a:gd name="adj1" fmla="val 50000"/>
                <a:gd name="adj2" fmla="val 91711"/>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8" name="Group 42">
            <a:extLst>
              <a:ext uri="{FF2B5EF4-FFF2-40B4-BE49-F238E27FC236}">
                <a16:creationId xmlns:a16="http://schemas.microsoft.com/office/drawing/2014/main" id="{A4B64D1F-0542-9BDB-75F1-3285697DD4BE}"/>
              </a:ext>
            </a:extLst>
          </p:cNvPr>
          <p:cNvGrpSpPr>
            <a:grpSpLocks/>
          </p:cNvGrpSpPr>
          <p:nvPr/>
        </p:nvGrpSpPr>
        <p:grpSpPr bwMode="auto">
          <a:xfrm>
            <a:off x="900113" y="5805488"/>
            <a:ext cx="7127875" cy="539750"/>
            <a:chOff x="567" y="3657"/>
            <a:chExt cx="4490" cy="340"/>
          </a:xfrm>
        </p:grpSpPr>
        <p:graphicFrame>
          <p:nvGraphicFramePr>
            <p:cNvPr id="274448" name="Object 43">
              <a:extLst>
                <a:ext uri="{FF2B5EF4-FFF2-40B4-BE49-F238E27FC236}">
                  <a16:creationId xmlns:a16="http://schemas.microsoft.com/office/drawing/2014/main" id="{968DFEF1-5271-6FFA-ABE9-5B74A50A2CD4}"/>
                </a:ext>
              </a:extLst>
            </p:cNvPr>
            <p:cNvGraphicFramePr>
              <a:graphicFrameLocks noChangeAspect="1"/>
            </p:cNvGraphicFramePr>
            <p:nvPr/>
          </p:nvGraphicFramePr>
          <p:xfrm>
            <a:off x="1135" y="3657"/>
            <a:ext cx="3922" cy="340"/>
          </p:xfrm>
          <a:graphic>
            <a:graphicData uri="http://schemas.openxmlformats.org/presentationml/2006/ole">
              <mc:AlternateContent xmlns:mc="http://schemas.openxmlformats.org/markup-compatibility/2006">
                <mc:Choice xmlns:v="urn:schemas-microsoft-com:vml" Requires="v">
                  <p:oleObj r:id="rId26" imgW="2177916" imgH="139654" progId="Equation.3">
                    <p:embed/>
                  </p:oleObj>
                </mc:Choice>
                <mc:Fallback>
                  <p:oleObj r:id="rId26" imgW="2177916" imgH="139654" progId="Equation.3">
                    <p:embed/>
                    <p:pic>
                      <p:nvPicPr>
                        <p:cNvPr id="0" name="Object 4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135" y="3657"/>
                          <a:ext cx="3922"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4449" name="AutoShape 44">
              <a:extLst>
                <a:ext uri="{FF2B5EF4-FFF2-40B4-BE49-F238E27FC236}">
                  <a16:creationId xmlns:a16="http://schemas.microsoft.com/office/drawing/2014/main" id="{FD0B77FA-E2E1-2672-E5AE-65E9F1E5E4F7}"/>
                </a:ext>
              </a:extLst>
            </p:cNvPr>
            <p:cNvSpPr>
              <a:spLocks noChangeArrowheads="1"/>
            </p:cNvSpPr>
            <p:nvPr/>
          </p:nvSpPr>
          <p:spPr bwMode="auto">
            <a:xfrm>
              <a:off x="567" y="3748"/>
              <a:ext cx="499" cy="136"/>
            </a:xfrm>
            <a:prstGeom prst="rightArrow">
              <a:avLst>
                <a:gd name="adj1" fmla="val 50000"/>
                <a:gd name="adj2" fmla="val 91711"/>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aphicFrame>
        <p:nvGraphicFramePr>
          <p:cNvPr id="877573" name="Object 5">
            <a:extLst>
              <a:ext uri="{FF2B5EF4-FFF2-40B4-BE49-F238E27FC236}">
                <a16:creationId xmlns:a16="http://schemas.microsoft.com/office/drawing/2014/main" id="{07C3448F-97B1-2884-A17C-D38E8807AA22}"/>
              </a:ext>
            </a:extLst>
          </p:cNvPr>
          <p:cNvGraphicFramePr>
            <a:graphicFrameLocks noChangeAspect="1"/>
          </p:cNvGraphicFramePr>
          <p:nvPr/>
        </p:nvGraphicFramePr>
        <p:xfrm>
          <a:off x="900113" y="4500563"/>
          <a:ext cx="7286625" cy="1089025"/>
        </p:xfrm>
        <a:graphic>
          <a:graphicData uri="http://schemas.openxmlformats.org/presentationml/2006/ole">
            <mc:AlternateContent xmlns:mc="http://schemas.openxmlformats.org/markup-compatibility/2006">
              <mc:Choice xmlns:v="urn:schemas-microsoft-com:vml" Requires="v">
                <p:oleObj r:id="rId28" imgW="2940228" imgH="381139" progId="Equation.3">
                  <p:embed/>
                </p:oleObj>
              </mc:Choice>
              <mc:Fallback>
                <p:oleObj r:id="rId28" imgW="2940228" imgH="381139" progId="Equation.3">
                  <p:embed/>
                  <p:pic>
                    <p:nvPicPr>
                      <p:cNvPr id="0" name="Object 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00113" y="4500563"/>
                        <a:ext cx="728662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灯片编号占位符 3">
            <a:extLst>
              <a:ext uri="{FF2B5EF4-FFF2-40B4-BE49-F238E27FC236}">
                <a16:creationId xmlns:a16="http://schemas.microsoft.com/office/drawing/2014/main" id="{2F95528F-85B4-B726-FDE8-D7E7B3E3AC7D}"/>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765C13C9-DB48-4CA0-9163-DA52CC0585CA}" type="slidenum">
              <a:rPr altLang="zh-CN" sz="1400" b="0">
                <a:solidFill>
                  <a:schemeClr val="tx1"/>
                </a:solidFill>
                <a:ea typeface="宋体" panose="02010600030101010101" pitchFamily="2" charset="-122"/>
              </a:rPr>
              <a:pPr/>
              <a:t>16</a:t>
            </a:fld>
            <a:endParaRPr lang="zh-CN" altLang="zh-CN" sz="1400" b="0">
              <a:solidFill>
                <a:schemeClr val="tx1"/>
              </a:solidFill>
              <a:ea typeface="宋体" panose="02010600030101010101" pitchFamily="2" charset="-122"/>
            </a:endParaRPr>
          </a:p>
        </p:txBody>
      </p:sp>
      <p:grpSp>
        <p:nvGrpSpPr>
          <p:cNvPr id="2" name="Group 2">
            <a:extLst>
              <a:ext uri="{FF2B5EF4-FFF2-40B4-BE49-F238E27FC236}">
                <a16:creationId xmlns:a16="http://schemas.microsoft.com/office/drawing/2014/main" id="{7DBE76FA-015F-00C7-FD71-B744761A878B}"/>
              </a:ext>
            </a:extLst>
          </p:cNvPr>
          <p:cNvGrpSpPr>
            <a:grpSpLocks/>
          </p:cNvGrpSpPr>
          <p:nvPr/>
        </p:nvGrpSpPr>
        <p:grpSpPr bwMode="auto">
          <a:xfrm>
            <a:off x="250825" y="763588"/>
            <a:ext cx="4826000" cy="649287"/>
            <a:chOff x="204" y="908"/>
            <a:chExt cx="2903" cy="354"/>
          </a:xfrm>
        </p:grpSpPr>
        <p:sp>
          <p:nvSpPr>
            <p:cNvPr id="276495" name="Rectangle 3">
              <a:extLst>
                <a:ext uri="{FF2B5EF4-FFF2-40B4-BE49-F238E27FC236}">
                  <a16:creationId xmlns:a16="http://schemas.microsoft.com/office/drawing/2014/main" id="{29C941A0-CF03-3AA1-E191-C10D7696D0C2}"/>
                </a:ext>
              </a:extLst>
            </p:cNvPr>
            <p:cNvSpPr>
              <a:spLocks noChangeArrowheads="1"/>
            </p:cNvSpPr>
            <p:nvPr/>
          </p:nvSpPr>
          <p:spPr bwMode="auto">
            <a:xfrm>
              <a:off x="204" y="908"/>
              <a:ext cx="2903"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lnSpc>
                  <a:spcPct val="130000"/>
                </a:lnSpc>
              </a:pPr>
              <a:r>
                <a:rPr lang="zh-CN" altLang="en-US">
                  <a:latin typeface="Times New Roman" panose="02020603050405020304" pitchFamily="18" charset="0"/>
                </a:rPr>
                <a:t>又由                              ，有</a:t>
              </a:r>
              <a:endParaRPr lang="zh-CN" altLang="en-US">
                <a:latin typeface="Times New Roman" panose="02020603050405020304" pitchFamily="18" charset="0"/>
                <a:cs typeface="Times New Roman" panose="02020603050405020304" pitchFamily="18" charset="0"/>
              </a:endParaRPr>
            </a:p>
          </p:txBody>
        </p:sp>
        <p:graphicFrame>
          <p:nvGraphicFramePr>
            <p:cNvPr id="276496" name="Object 4">
              <a:extLst>
                <a:ext uri="{FF2B5EF4-FFF2-40B4-BE49-F238E27FC236}">
                  <a16:creationId xmlns:a16="http://schemas.microsoft.com/office/drawing/2014/main" id="{6C4B0EBC-7C52-B12B-31E2-40E99DDFAE6E}"/>
                </a:ext>
              </a:extLst>
            </p:cNvPr>
            <p:cNvGraphicFramePr>
              <a:graphicFrameLocks noChangeAspect="1"/>
            </p:cNvGraphicFramePr>
            <p:nvPr/>
          </p:nvGraphicFramePr>
          <p:xfrm>
            <a:off x="725" y="958"/>
            <a:ext cx="1339" cy="304"/>
          </p:xfrm>
          <a:graphic>
            <a:graphicData uri="http://schemas.openxmlformats.org/presentationml/2006/ole">
              <mc:AlternateContent xmlns:mc="http://schemas.openxmlformats.org/markup-compatibility/2006">
                <mc:Choice xmlns:v="urn:schemas-microsoft-com:vml" Requires="v">
                  <p:oleObj r:id="rId3" imgW="838044" imgH="152539" progId="Equation.DSMT4">
                    <p:embed/>
                  </p:oleObj>
                </mc:Choice>
                <mc:Fallback>
                  <p:oleObj r:id="rId3" imgW="838044" imgH="152539"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 y="958"/>
                          <a:ext cx="133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877573" name="Object 5">
            <a:extLst>
              <a:ext uri="{FF2B5EF4-FFF2-40B4-BE49-F238E27FC236}">
                <a16:creationId xmlns:a16="http://schemas.microsoft.com/office/drawing/2014/main" id="{0D5BAABD-286E-691C-DB75-41022D6D0A83}"/>
              </a:ext>
            </a:extLst>
          </p:cNvPr>
          <p:cNvGraphicFramePr>
            <a:graphicFrameLocks noChangeAspect="1"/>
          </p:cNvGraphicFramePr>
          <p:nvPr/>
        </p:nvGraphicFramePr>
        <p:xfrm>
          <a:off x="949325" y="1693863"/>
          <a:ext cx="7605713" cy="517525"/>
        </p:xfrm>
        <a:graphic>
          <a:graphicData uri="http://schemas.openxmlformats.org/presentationml/2006/ole">
            <mc:AlternateContent xmlns:mc="http://schemas.openxmlformats.org/markup-compatibility/2006">
              <mc:Choice xmlns:v="urn:schemas-microsoft-com:vml" Requires="v">
                <p:oleObj r:id="rId5" imgW="3067141" imgH="152539" progId="Equation.3">
                  <p:embed/>
                </p:oleObj>
              </mc:Choice>
              <mc:Fallback>
                <p:oleObj r:id="rId5" imgW="3067141" imgH="152539"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9325" y="1693863"/>
                        <a:ext cx="76057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7574" name="Rectangle 6">
            <a:extLst>
              <a:ext uri="{FF2B5EF4-FFF2-40B4-BE49-F238E27FC236}">
                <a16:creationId xmlns:a16="http://schemas.microsoft.com/office/drawing/2014/main" id="{2A961443-8E5A-BCC9-089C-FEB299BB0971}"/>
              </a:ext>
            </a:extLst>
          </p:cNvPr>
          <p:cNvSpPr>
            <a:spLocks noChangeArrowheads="1"/>
          </p:cNvSpPr>
          <p:nvPr/>
        </p:nvSpPr>
        <p:spPr bwMode="auto">
          <a:xfrm>
            <a:off x="250825" y="2565400"/>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r>
              <a:rPr lang="zh-CN" altLang="en-US">
                <a:latin typeface="楷体_GB2312" pitchFamily="49" charset="-122"/>
              </a:rPr>
              <a:t>则得</a:t>
            </a:r>
            <a:endParaRPr lang="zh-CN" altLang="en-US">
              <a:latin typeface="楷体_GB2312" pitchFamily="49" charset="-122"/>
              <a:cs typeface="Times New Roman" panose="02020603050405020304" pitchFamily="18" charset="0"/>
            </a:endParaRPr>
          </a:p>
        </p:txBody>
      </p:sp>
      <p:graphicFrame>
        <p:nvGraphicFramePr>
          <p:cNvPr id="877575" name="Object 7">
            <a:extLst>
              <a:ext uri="{FF2B5EF4-FFF2-40B4-BE49-F238E27FC236}">
                <a16:creationId xmlns:a16="http://schemas.microsoft.com/office/drawing/2014/main" id="{9A16BB87-1111-EB7C-98A3-3CFD6714DB5B}"/>
              </a:ext>
            </a:extLst>
          </p:cNvPr>
          <p:cNvGraphicFramePr>
            <a:graphicFrameLocks noChangeAspect="1"/>
          </p:cNvGraphicFramePr>
          <p:nvPr/>
        </p:nvGraphicFramePr>
        <p:xfrm>
          <a:off x="1189038" y="2565400"/>
          <a:ext cx="6334125" cy="549275"/>
        </p:xfrm>
        <a:graphic>
          <a:graphicData uri="http://schemas.openxmlformats.org/presentationml/2006/ole">
            <mc:AlternateContent xmlns:mc="http://schemas.openxmlformats.org/markup-compatibility/2006">
              <mc:Choice xmlns:v="urn:schemas-microsoft-com:vml" Requires="v">
                <p:oleObj r:id="rId7" imgW="2292346" imgH="152539" progId="Equation.3">
                  <p:embed/>
                </p:oleObj>
              </mc:Choice>
              <mc:Fallback>
                <p:oleObj r:id="rId7" imgW="2292346" imgH="152539"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9038" y="2565400"/>
                        <a:ext cx="63341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77576" name="Object 8">
            <a:extLst>
              <a:ext uri="{FF2B5EF4-FFF2-40B4-BE49-F238E27FC236}">
                <a16:creationId xmlns:a16="http://schemas.microsoft.com/office/drawing/2014/main" id="{DB810926-C0D1-BF8A-F8F4-91ABA7434E38}"/>
              </a:ext>
            </a:extLst>
          </p:cNvPr>
          <p:cNvGraphicFramePr>
            <a:graphicFrameLocks noChangeAspect="1"/>
          </p:cNvGraphicFramePr>
          <p:nvPr/>
        </p:nvGraphicFramePr>
        <p:xfrm>
          <a:off x="1755775" y="3421063"/>
          <a:ext cx="4121150" cy="1003300"/>
        </p:xfrm>
        <a:graphic>
          <a:graphicData uri="http://schemas.openxmlformats.org/presentationml/2006/ole">
            <mc:AlternateContent xmlns:mc="http://schemas.openxmlformats.org/markup-compatibility/2006">
              <mc:Choice xmlns:v="urn:schemas-microsoft-com:vml" Requires="v">
                <p:oleObj r:id="rId9" imgW="1390637" imgH="317546" progId="Equation.3">
                  <p:embed/>
                </p:oleObj>
              </mc:Choice>
              <mc:Fallback>
                <p:oleObj r:id="rId9" imgW="1390637" imgH="317546"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5775" y="3421063"/>
                        <a:ext cx="412115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7577" name="Rectangle 9">
            <a:extLst>
              <a:ext uri="{FF2B5EF4-FFF2-40B4-BE49-F238E27FC236}">
                <a16:creationId xmlns:a16="http://schemas.microsoft.com/office/drawing/2014/main" id="{5C1EDF52-C780-98B9-D0E3-9961AEC9DE83}"/>
              </a:ext>
            </a:extLst>
          </p:cNvPr>
          <p:cNvSpPr>
            <a:spLocks noChangeArrowheads="1"/>
          </p:cNvSpPr>
          <p:nvPr/>
        </p:nvSpPr>
        <p:spPr bwMode="auto">
          <a:xfrm>
            <a:off x="323850" y="4843463"/>
            <a:ext cx="208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r>
              <a:rPr lang="zh-CN" altLang="en-US">
                <a:latin typeface="楷体_GB2312" pitchFamily="49" charset="-122"/>
              </a:rPr>
              <a:t>最后得到</a:t>
            </a:r>
            <a:endParaRPr lang="zh-CN" altLang="en-US">
              <a:latin typeface="楷体_GB2312" pitchFamily="49" charset="-122"/>
              <a:cs typeface="Times New Roman" panose="02020603050405020304" pitchFamily="18" charset="0"/>
            </a:endParaRPr>
          </a:p>
        </p:txBody>
      </p:sp>
      <p:graphicFrame>
        <p:nvGraphicFramePr>
          <p:cNvPr id="877578" name="Object 10">
            <a:extLst>
              <a:ext uri="{FF2B5EF4-FFF2-40B4-BE49-F238E27FC236}">
                <a16:creationId xmlns:a16="http://schemas.microsoft.com/office/drawing/2014/main" id="{A080EB5F-7BEC-E1C5-8D59-454176F02DDF}"/>
              </a:ext>
            </a:extLst>
          </p:cNvPr>
          <p:cNvGraphicFramePr>
            <a:graphicFrameLocks noChangeAspect="1"/>
          </p:cNvGraphicFramePr>
          <p:nvPr/>
        </p:nvGraphicFramePr>
        <p:xfrm>
          <a:off x="1979613" y="4621213"/>
          <a:ext cx="4679950" cy="911225"/>
        </p:xfrm>
        <a:graphic>
          <a:graphicData uri="http://schemas.openxmlformats.org/presentationml/2006/ole">
            <mc:AlternateContent xmlns:mc="http://schemas.openxmlformats.org/markup-compatibility/2006">
              <mc:Choice xmlns:v="urn:schemas-microsoft-com:vml" Requires="v">
                <p:oleObj r:id="rId11" imgW="1555832" imgH="279308" progId="Equation.3">
                  <p:embed/>
                </p:oleObj>
              </mc:Choice>
              <mc:Fallback>
                <p:oleObj r:id="rId11" imgW="1555832" imgH="279308"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9613" y="4621213"/>
                        <a:ext cx="4679950"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77579" name="Object 11">
            <a:extLst>
              <a:ext uri="{FF2B5EF4-FFF2-40B4-BE49-F238E27FC236}">
                <a16:creationId xmlns:a16="http://schemas.microsoft.com/office/drawing/2014/main" id="{3CFAB7C3-15EA-FADF-917A-70080DC15F9C}"/>
              </a:ext>
            </a:extLst>
          </p:cNvPr>
          <p:cNvGraphicFramePr>
            <a:graphicFrameLocks noChangeAspect="1"/>
          </p:cNvGraphicFramePr>
          <p:nvPr/>
        </p:nvGraphicFramePr>
        <p:xfrm>
          <a:off x="1979613" y="5610225"/>
          <a:ext cx="6337300" cy="598488"/>
        </p:xfrm>
        <a:graphic>
          <a:graphicData uri="http://schemas.openxmlformats.org/presentationml/2006/ole">
            <mc:AlternateContent xmlns:mc="http://schemas.openxmlformats.org/markup-compatibility/2006">
              <mc:Choice xmlns:v="urn:schemas-microsoft-com:vml" Requires="v">
                <p:oleObj r:id="rId13" imgW="1981096" imgH="171658" progId="Equation.3">
                  <p:embed/>
                </p:oleObj>
              </mc:Choice>
              <mc:Fallback>
                <p:oleObj r:id="rId13" imgW="1981096" imgH="171658" progId="Equation.3">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79613" y="5610225"/>
                        <a:ext cx="63373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491" name="AutoShape 12">
            <a:hlinkClick r:id="rId15" action="ppaction://hlinksldjump" highlightClick="1"/>
            <a:extLst>
              <a:ext uri="{FF2B5EF4-FFF2-40B4-BE49-F238E27FC236}">
                <a16:creationId xmlns:a16="http://schemas.microsoft.com/office/drawing/2014/main" id="{EDD3FF6F-B3A4-96F3-5DA4-06E8A355CCF3}"/>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6492" name="AutoShape 13">
            <a:hlinkClick r:id="" action="ppaction://hlinkshowjump?jump=previousslide" highlightClick="1"/>
            <a:extLst>
              <a:ext uri="{FF2B5EF4-FFF2-40B4-BE49-F238E27FC236}">
                <a16:creationId xmlns:a16="http://schemas.microsoft.com/office/drawing/2014/main" id="{A6C1F49A-DAF9-037A-02FA-EA575602D859}"/>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6493" name="AutoShape 14">
            <a:hlinkClick r:id="" action="ppaction://hlinkshowjump?jump=nextslide" highlightClick="1"/>
            <a:extLst>
              <a:ext uri="{FF2B5EF4-FFF2-40B4-BE49-F238E27FC236}">
                <a16:creationId xmlns:a16="http://schemas.microsoft.com/office/drawing/2014/main" id="{DA870FE2-A2CB-AA21-6712-5A114F9A09E0}"/>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76494" name="AutoShape 15">
            <a:hlinkClick r:id="" action="ppaction://hlinkshowjump?jump=lastslide" highlightClick="1"/>
            <a:extLst>
              <a:ext uri="{FF2B5EF4-FFF2-40B4-BE49-F238E27FC236}">
                <a16:creationId xmlns:a16="http://schemas.microsoft.com/office/drawing/2014/main" id="{59501F3A-FD62-8D2A-FBB7-EB1F7A326B61}"/>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灯片编号占位符 2">
            <a:extLst>
              <a:ext uri="{FF2B5EF4-FFF2-40B4-BE49-F238E27FC236}">
                <a16:creationId xmlns:a16="http://schemas.microsoft.com/office/drawing/2014/main" id="{B629EA2B-748C-E808-562B-51EAB0D70B6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A24D654E-9399-4AD2-A514-9E3F6EDBB8E9}" type="slidenum">
              <a:rPr altLang="zh-CN" sz="1400" b="0">
                <a:solidFill>
                  <a:schemeClr val="tx1"/>
                </a:solidFill>
                <a:ea typeface="宋体" panose="02010600030101010101" pitchFamily="2" charset="-122"/>
              </a:rPr>
              <a:pPr/>
              <a:t>17</a:t>
            </a:fld>
            <a:endParaRPr lang="zh-CN" altLang="zh-CN" sz="1400" b="0">
              <a:solidFill>
                <a:schemeClr val="tx1"/>
              </a:solidFill>
              <a:ea typeface="宋体" panose="02010600030101010101" pitchFamily="2" charset="-122"/>
            </a:endParaRPr>
          </a:p>
        </p:txBody>
      </p:sp>
      <p:sp>
        <p:nvSpPr>
          <p:cNvPr id="688133" name="Text Box 5">
            <a:extLst>
              <a:ext uri="{FF2B5EF4-FFF2-40B4-BE49-F238E27FC236}">
                <a16:creationId xmlns:a16="http://schemas.microsoft.com/office/drawing/2014/main" id="{52A684AA-9C82-3C06-CF52-FC70FA0D36CF}"/>
              </a:ext>
            </a:extLst>
          </p:cNvPr>
          <p:cNvSpPr txBox="1">
            <a:spLocks noChangeArrowheads="1"/>
          </p:cNvSpPr>
          <p:nvPr/>
        </p:nvSpPr>
        <p:spPr bwMode="auto">
          <a:xfrm>
            <a:off x="3708400" y="1700213"/>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a:solidFill>
                  <a:srgbClr val="FFB7B7"/>
                </a:solidFill>
                <a:latin typeface="Times New Roman" panose="02020603050405020304" pitchFamily="18" charset="0"/>
              </a:rPr>
              <a:t>作业</a:t>
            </a:r>
            <a:r>
              <a:rPr lang="zh-CN" altLang="en-US">
                <a:latin typeface="Times New Roman" panose="02020603050405020304" pitchFamily="18" charset="0"/>
              </a:rPr>
              <a:t>  </a:t>
            </a:r>
          </a:p>
        </p:txBody>
      </p:sp>
      <p:sp>
        <p:nvSpPr>
          <p:cNvPr id="278532" name="Rectangle 7">
            <a:extLst>
              <a:ext uri="{FF2B5EF4-FFF2-40B4-BE49-F238E27FC236}">
                <a16:creationId xmlns:a16="http://schemas.microsoft.com/office/drawing/2014/main" id="{B61E3525-0DC7-73A9-46DA-03A24EB87301}"/>
              </a:ext>
            </a:extLst>
          </p:cNvPr>
          <p:cNvSpPr>
            <a:spLocks noChangeArrowheads="1"/>
          </p:cNvSpPr>
          <p:nvPr/>
        </p:nvSpPr>
        <p:spPr bwMode="auto">
          <a:xfrm>
            <a:off x="3419475" y="2708275"/>
            <a:ext cx="38893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50000"/>
              </a:lnSpc>
            </a:pPr>
            <a:r>
              <a:rPr lang="en-US" altLang="zh-CN" sz="2800" b="0">
                <a:latin typeface="Times New Roman" panose="02020603050405020304" pitchFamily="18" charset="0"/>
                <a:ea typeface="宋体" panose="02010600030101010101" pitchFamily="2" charset="-122"/>
              </a:rPr>
              <a:t>2.27</a:t>
            </a:r>
            <a:r>
              <a:rPr lang="zh-CN" altLang="en-US" sz="2800" b="0">
                <a:latin typeface="Times New Roman" panose="02020603050405020304" pitchFamily="18" charset="0"/>
                <a:ea typeface="宋体" panose="02010600030101010101" pitchFamily="2" charset="-122"/>
              </a:rPr>
              <a:t>，</a:t>
            </a:r>
            <a:r>
              <a:rPr lang="en-US" altLang="zh-CN" sz="2800" b="0">
                <a:latin typeface="Times New Roman" panose="02020603050405020304" pitchFamily="18" charset="0"/>
                <a:ea typeface="宋体" panose="02010600030101010101" pitchFamily="2" charset="-122"/>
              </a:rPr>
              <a:t>2.28</a:t>
            </a:r>
          </a:p>
        </p:txBody>
      </p:sp>
    </p:spTree>
  </p:cSld>
  <p:clrMapOvr>
    <a:masterClrMapping/>
  </p:clrMapOvr>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Arial"/>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15000"/>
          </a:spcBef>
          <a:spcAft>
            <a:spcPct val="0"/>
          </a:spcAft>
          <a:buClrTx/>
          <a:buSzTx/>
          <a:buFontTx/>
          <a:buNone/>
          <a:defRPr kumimoji="0" lang="zh-CN" altLang="en-US" sz="2400" b="0"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15000"/>
          </a:spcBef>
          <a:spcAft>
            <a:spcPct val="0"/>
          </a:spcAft>
          <a:buClrTx/>
          <a:buSzTx/>
          <a:buFontTx/>
          <a:buNone/>
          <a:defRPr kumimoji="0" lang="zh-CN" altLang="en-US" sz="2400" b="0"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1991</TotalTime>
  <Words>1869</Words>
  <Application>Microsoft Office PowerPoint</Application>
  <PresentationFormat>全屏显示(4:3)</PresentationFormat>
  <Paragraphs>232</Paragraphs>
  <Slides>17</Slides>
  <Notes>15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17</vt:i4>
      </vt:variant>
    </vt:vector>
  </HeadingPairs>
  <TitlesOfParts>
    <vt:vector size="34" baseType="lpstr">
      <vt:lpstr>-apple-system</vt:lpstr>
      <vt:lpstr>inherit</vt:lpstr>
      <vt:lpstr>KaTeX_Main</vt:lpstr>
      <vt:lpstr>KaTeX_Math</vt:lpstr>
      <vt:lpstr>黑体</vt:lpstr>
      <vt:lpstr>楷体_GB2312</vt:lpstr>
      <vt:lpstr>隶书</vt:lpstr>
      <vt:lpstr>宋体</vt:lpstr>
      <vt:lpstr>幼圆</vt:lpstr>
      <vt:lpstr>Arial</vt:lpstr>
      <vt:lpstr>Arial Narrow</vt:lpstr>
      <vt:lpstr>Times New Roman</vt:lpstr>
      <vt:lpstr>Wingdings</vt:lpstr>
      <vt:lpstr>1_默认设计模板</vt:lpstr>
      <vt:lpstr>Equation.DSMT4</vt:lpstr>
      <vt:lpstr>Equation.3</vt:lpstr>
      <vt:lpstr>Equation</vt:lpstr>
      <vt:lpstr>2.7   电磁场的边界条件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lsp</dc:creator>
  <cp:lastModifiedBy>Admin</cp:lastModifiedBy>
  <cp:revision>2385</cp:revision>
  <dcterms:created xsi:type="dcterms:W3CDTF">2004-02-10T07:06:32Z</dcterms:created>
  <dcterms:modified xsi:type="dcterms:W3CDTF">2025-10-13T08:01:55Z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0FF6B3B4C067411E96926C055B61A004</vt:lpwstr>
  </property>
  <property fmtid="{D5CDD505-2E9C-101B-9397-08002B2CF9AE}" pid="3" name="KSOProductBuildVer">
    <vt:lpwstr>2052-11.1.0.10463</vt:lpwstr>
  </property>
</Properties>
</file>