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741" r:id="rId2"/>
    <p:sldId id="799" r:id="rId3"/>
    <p:sldId id="800" r:id="rId4"/>
    <p:sldId id="743" r:id="rId5"/>
    <p:sldId id="744" r:id="rId6"/>
    <p:sldId id="745" r:id="rId7"/>
    <p:sldId id="746" r:id="rId8"/>
    <p:sldId id="747" r:id="rId9"/>
    <p:sldId id="748" r:id="rId10"/>
    <p:sldId id="749" r:id="rId11"/>
    <p:sldId id="750" r:id="rId12"/>
    <p:sldId id="822" r:id="rId13"/>
    <p:sldId id="751" r:id="rId14"/>
    <p:sldId id="752" r:id="rId15"/>
    <p:sldId id="753" r:id="rId16"/>
    <p:sldId id="754" r:id="rId17"/>
    <p:sldId id="803" r:id="rId18"/>
    <p:sldId id="807" r:id="rId19"/>
    <p:sldId id="757" r:id="rId20"/>
    <p:sldId id="756" r:id="rId21"/>
    <p:sldId id="823" r:id="rId2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77C1C7"/>
    <a:srgbClr val="282828"/>
    <a:srgbClr val="FF3300"/>
    <a:srgbClr val="BAF1F4"/>
    <a:srgbClr val="FF0000"/>
    <a:srgbClr val="D6009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43" autoAdjust="0"/>
  </p:normalViewPr>
  <p:slideViewPr>
    <p:cSldViewPr>
      <p:cViewPr varScale="1">
        <p:scale>
          <a:sx n="80" d="100"/>
          <a:sy n="80" d="100"/>
        </p:scale>
        <p:origin x="86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55718582-C99E-0661-2E30-E0147BF80D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80D6E15F-C664-3116-66CE-FD23D12720D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8A6BD1A-3AB5-4CC6-9D29-8EDC4A748354}" type="datetime1">
              <a:rPr lang="zh-CN" altLang="en-US"/>
              <a:pPr>
                <a:defRPr/>
              </a:pPr>
              <a:t>2025/10/28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F7D677A1-55B5-7D8E-61A5-CCE83E1FCC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2A5216FA-7A4D-65B7-ED93-4F3607904A8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534190-E36B-43DA-8559-619AFF81D21D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B1B28B6C-9F66-6553-78BA-0BAACE0EA3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9B7FF01C-CCF4-2945-C66B-CF6E8F56F43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9C6F435-E508-4CD1-86BF-5A8F77C66126}" type="datetime1">
              <a:rPr lang="zh-CN" altLang="en-US"/>
              <a:pPr>
                <a:defRPr/>
              </a:pPr>
              <a:t>2025/10/28</a:t>
            </a:fld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E476029-3093-BDF0-7F9D-8855CA41B7D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64969551-8F51-A457-1392-8E311915B0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253FBE46-C72A-9CE2-0ECD-DAB55DDC102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95EC9397-CB2A-71EE-CFCB-184D8446F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5A734A-3362-4E54-BC74-9F9B00AF169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DEB49D32-8800-AECE-4143-8F587D3A88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73C8459B-587D-0C04-1B1D-8648F7DDADE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6CD60B7-8B85-408C-8D2D-46EF80A74B3C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6372" name="Rectangle 6">
            <a:extLst>
              <a:ext uri="{FF2B5EF4-FFF2-40B4-BE49-F238E27FC236}">
                <a16:creationId xmlns:a16="http://schemas.microsoft.com/office/drawing/2014/main" id="{14700871-ACA7-DEB3-B1B5-C561ED5AB9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6373" name="Rectangle 7">
            <a:extLst>
              <a:ext uri="{FF2B5EF4-FFF2-40B4-BE49-F238E27FC236}">
                <a16:creationId xmlns:a16="http://schemas.microsoft.com/office/drawing/2014/main" id="{F0E72C22-2F2D-D093-5B03-16F419CEE3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AB2BFC8-2C02-47F8-A15B-74D0E8769B4D}" type="slidenum">
              <a:rPr altLang="zh-CN"/>
              <a:pPr/>
              <a:t>1</a:t>
            </a:fld>
            <a:endParaRPr lang="zh-CN" altLang="zh-CN"/>
          </a:p>
        </p:txBody>
      </p:sp>
      <p:sp>
        <p:nvSpPr>
          <p:cNvPr id="186374" name="Rectangle 2">
            <a:extLst>
              <a:ext uri="{FF2B5EF4-FFF2-40B4-BE49-F238E27FC236}">
                <a16:creationId xmlns:a16="http://schemas.microsoft.com/office/drawing/2014/main" id="{5207EE1A-6384-9A38-974E-D7191B07D4E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86375" name="Rectangle 3">
            <a:extLst>
              <a:ext uri="{FF2B5EF4-FFF2-40B4-BE49-F238E27FC236}">
                <a16:creationId xmlns:a16="http://schemas.microsoft.com/office/drawing/2014/main" id="{E3A1FD60-21B1-8E53-51E2-605E452E51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C8C48E63-96B9-DC04-CA7D-9895B222B0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CD31FB14-6A77-FE3F-1F27-3BAEAD07333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3CF254A-2E20-46C3-8BCB-CD81298E9F5C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8420" name="Rectangle 6">
            <a:extLst>
              <a:ext uri="{FF2B5EF4-FFF2-40B4-BE49-F238E27FC236}">
                <a16:creationId xmlns:a16="http://schemas.microsoft.com/office/drawing/2014/main" id="{3647A11E-4AED-342A-25E3-F37FB86A7B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8421" name="Rectangle 7">
            <a:extLst>
              <a:ext uri="{FF2B5EF4-FFF2-40B4-BE49-F238E27FC236}">
                <a16:creationId xmlns:a16="http://schemas.microsoft.com/office/drawing/2014/main" id="{589B0172-0E70-0EE3-690B-FEA238A704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A639DF0-F457-4198-9C0F-051A14AE7156}" type="slidenum">
              <a:rPr altLang="zh-CN"/>
              <a:pPr/>
              <a:t>2</a:t>
            </a:fld>
            <a:endParaRPr lang="zh-CN" altLang="zh-CN"/>
          </a:p>
        </p:txBody>
      </p:sp>
      <p:sp>
        <p:nvSpPr>
          <p:cNvPr id="188422" name="Rectangle 2">
            <a:extLst>
              <a:ext uri="{FF2B5EF4-FFF2-40B4-BE49-F238E27FC236}">
                <a16:creationId xmlns:a16="http://schemas.microsoft.com/office/drawing/2014/main" id="{CAE0675E-7A8D-9CEA-BEEE-8B0859E1AD7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88423" name="Rectangle 3">
            <a:extLst>
              <a:ext uri="{FF2B5EF4-FFF2-40B4-BE49-F238E27FC236}">
                <a16:creationId xmlns:a16="http://schemas.microsoft.com/office/drawing/2014/main" id="{D38F685A-9641-D4AF-42A7-CC2ABEDFE62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6A5BE2E3-1737-5CBB-4DB2-4814CE2E9D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DE0E11E3-AC72-4EF3-05BB-6EEB146F3B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9C44E58-BA5D-459A-8445-CB4E499770BE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0468" name="Rectangle 6">
            <a:extLst>
              <a:ext uri="{FF2B5EF4-FFF2-40B4-BE49-F238E27FC236}">
                <a16:creationId xmlns:a16="http://schemas.microsoft.com/office/drawing/2014/main" id="{A98923AF-E85B-44BA-ADD7-B3071721D9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0469" name="Rectangle 7">
            <a:extLst>
              <a:ext uri="{FF2B5EF4-FFF2-40B4-BE49-F238E27FC236}">
                <a16:creationId xmlns:a16="http://schemas.microsoft.com/office/drawing/2014/main" id="{EEE067BF-01E7-9334-B4D6-90DEDDFCBE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5E08B2F-C750-4A5C-99A7-79178C9894B4}" type="slidenum">
              <a:rPr altLang="zh-CN"/>
              <a:pPr/>
              <a:t>3</a:t>
            </a:fld>
            <a:endParaRPr lang="zh-CN" altLang="zh-CN"/>
          </a:p>
        </p:txBody>
      </p:sp>
      <p:sp>
        <p:nvSpPr>
          <p:cNvPr id="190470" name="Rectangle 2">
            <a:extLst>
              <a:ext uri="{FF2B5EF4-FFF2-40B4-BE49-F238E27FC236}">
                <a16:creationId xmlns:a16="http://schemas.microsoft.com/office/drawing/2014/main" id="{DB36CF24-07CD-06DA-5706-6958C507B0C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0471" name="Rectangle 3">
            <a:extLst>
              <a:ext uri="{FF2B5EF4-FFF2-40B4-BE49-F238E27FC236}">
                <a16:creationId xmlns:a16="http://schemas.microsoft.com/office/drawing/2014/main" id="{1E4B633C-8A54-2C3E-A3A8-7BFA760D068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457A8FC0-FE88-1446-FAEE-76EACAEA66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BE3C9763-B14E-8339-A002-0B87721664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BA6E9CD-7A2A-4449-8D0D-A55E9DE19A3B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2516" name="Rectangle 6">
            <a:extLst>
              <a:ext uri="{FF2B5EF4-FFF2-40B4-BE49-F238E27FC236}">
                <a16:creationId xmlns:a16="http://schemas.microsoft.com/office/drawing/2014/main" id="{3BFFC571-34B9-D32B-D8DA-73B13585B3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2517" name="Rectangle 7">
            <a:extLst>
              <a:ext uri="{FF2B5EF4-FFF2-40B4-BE49-F238E27FC236}">
                <a16:creationId xmlns:a16="http://schemas.microsoft.com/office/drawing/2014/main" id="{867C0582-761B-BDA6-380D-83226DEE17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C588A33-C390-48D1-B1C5-90800D9AEFB6}" type="slidenum">
              <a:rPr altLang="zh-CN"/>
              <a:pPr/>
              <a:t>4</a:t>
            </a:fld>
            <a:endParaRPr lang="zh-CN" altLang="zh-CN"/>
          </a:p>
        </p:txBody>
      </p:sp>
      <p:sp>
        <p:nvSpPr>
          <p:cNvPr id="192518" name="Rectangle 2">
            <a:extLst>
              <a:ext uri="{FF2B5EF4-FFF2-40B4-BE49-F238E27FC236}">
                <a16:creationId xmlns:a16="http://schemas.microsoft.com/office/drawing/2014/main" id="{BDD98E70-EF73-CBF0-FBDE-5E1963F9D71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2519" name="Rectangle 3">
            <a:extLst>
              <a:ext uri="{FF2B5EF4-FFF2-40B4-BE49-F238E27FC236}">
                <a16:creationId xmlns:a16="http://schemas.microsoft.com/office/drawing/2014/main" id="{93A1C2DF-1522-37D1-3DDB-873D9C0A07B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u="sng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45030B15-25C9-1FE4-CC0C-D50F1519F1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02A91EFB-6382-59B8-D0A5-4DD3984D4A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B5D599C-8912-4A15-9654-8774531167F8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4564" name="Rectangle 6">
            <a:extLst>
              <a:ext uri="{FF2B5EF4-FFF2-40B4-BE49-F238E27FC236}">
                <a16:creationId xmlns:a16="http://schemas.microsoft.com/office/drawing/2014/main" id="{F904645C-09BA-A9C8-04CC-CAAD7489DF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4565" name="Rectangle 7">
            <a:extLst>
              <a:ext uri="{FF2B5EF4-FFF2-40B4-BE49-F238E27FC236}">
                <a16:creationId xmlns:a16="http://schemas.microsoft.com/office/drawing/2014/main" id="{8BB7E93F-56CB-23D5-89A9-E45BE1542D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DC9DB75-3432-443A-BEA1-5BA378E301B1}" type="slidenum">
              <a:rPr altLang="zh-CN"/>
              <a:pPr/>
              <a:t>5</a:t>
            </a:fld>
            <a:endParaRPr lang="zh-CN" altLang="zh-CN"/>
          </a:p>
        </p:txBody>
      </p:sp>
      <p:sp>
        <p:nvSpPr>
          <p:cNvPr id="194566" name="Rectangle 2">
            <a:extLst>
              <a:ext uri="{FF2B5EF4-FFF2-40B4-BE49-F238E27FC236}">
                <a16:creationId xmlns:a16="http://schemas.microsoft.com/office/drawing/2014/main" id="{8C708760-288A-D7C6-EEBD-8CDFAC7F169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4567" name="Rectangle 3">
            <a:extLst>
              <a:ext uri="{FF2B5EF4-FFF2-40B4-BE49-F238E27FC236}">
                <a16:creationId xmlns:a16="http://schemas.microsoft.com/office/drawing/2014/main" id="{B79EA0B7-2486-9E56-6081-A1590CE8790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4AC10511-A753-C528-D92D-8B9FCDB98E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60730CD3-A245-6537-8252-015EB2063EE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A41943B-BA40-4A44-AB03-82F11B3B2BEA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6612" name="Rectangle 6">
            <a:extLst>
              <a:ext uri="{FF2B5EF4-FFF2-40B4-BE49-F238E27FC236}">
                <a16:creationId xmlns:a16="http://schemas.microsoft.com/office/drawing/2014/main" id="{05DB3914-8225-872D-BDDF-BAB19380C4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6613" name="Rectangle 7">
            <a:extLst>
              <a:ext uri="{FF2B5EF4-FFF2-40B4-BE49-F238E27FC236}">
                <a16:creationId xmlns:a16="http://schemas.microsoft.com/office/drawing/2014/main" id="{0F902A0B-6878-261A-DE30-5907EE8A4E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147EACD-3337-4B77-A68D-584C052A8285}" type="slidenum">
              <a:rPr altLang="zh-CN"/>
              <a:pPr/>
              <a:t>6</a:t>
            </a:fld>
            <a:endParaRPr lang="zh-CN" altLang="zh-CN"/>
          </a:p>
        </p:txBody>
      </p:sp>
      <p:sp>
        <p:nvSpPr>
          <p:cNvPr id="196614" name="Rectangle 2">
            <a:extLst>
              <a:ext uri="{FF2B5EF4-FFF2-40B4-BE49-F238E27FC236}">
                <a16:creationId xmlns:a16="http://schemas.microsoft.com/office/drawing/2014/main" id="{882A7539-12D1-2142-9C34-89ECD51F0D6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6615" name="Rectangle 3">
            <a:extLst>
              <a:ext uri="{FF2B5EF4-FFF2-40B4-BE49-F238E27FC236}">
                <a16:creationId xmlns:a16="http://schemas.microsoft.com/office/drawing/2014/main" id="{DF235F09-F4B2-D86B-7C78-851232E75C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CB7E8EE6-D75C-3781-154E-4A57BADF54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3A12C836-5F13-2921-3E37-FF48CC1C14F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DC16BD7-63B3-4DF8-8EE5-F60B5AD27938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8660" name="Rectangle 6">
            <a:extLst>
              <a:ext uri="{FF2B5EF4-FFF2-40B4-BE49-F238E27FC236}">
                <a16:creationId xmlns:a16="http://schemas.microsoft.com/office/drawing/2014/main" id="{0A7F7CEF-CF69-F00D-265D-837C1BA9AE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98661" name="Rectangle 7">
            <a:extLst>
              <a:ext uri="{FF2B5EF4-FFF2-40B4-BE49-F238E27FC236}">
                <a16:creationId xmlns:a16="http://schemas.microsoft.com/office/drawing/2014/main" id="{C7D5FC3E-D35C-B353-8326-A147C0A0D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8C15BDB-C0DD-4357-B3CA-0A86249694F4}" type="slidenum">
              <a:rPr altLang="zh-CN"/>
              <a:pPr/>
              <a:t>7</a:t>
            </a:fld>
            <a:endParaRPr lang="zh-CN" altLang="zh-CN"/>
          </a:p>
        </p:txBody>
      </p:sp>
      <p:sp>
        <p:nvSpPr>
          <p:cNvPr id="198662" name="Rectangle 2">
            <a:extLst>
              <a:ext uri="{FF2B5EF4-FFF2-40B4-BE49-F238E27FC236}">
                <a16:creationId xmlns:a16="http://schemas.microsoft.com/office/drawing/2014/main" id="{BBB1CB7D-53AF-F78F-5EBD-FC4E11ACA79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8663" name="Rectangle 3">
            <a:extLst>
              <a:ext uri="{FF2B5EF4-FFF2-40B4-BE49-F238E27FC236}">
                <a16:creationId xmlns:a16="http://schemas.microsoft.com/office/drawing/2014/main" id="{7DE84E8D-062C-4DEA-D48D-D8AB77D559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016EA3E0-9580-8407-BA0C-D5B0036F12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507CA5E3-2538-3839-DBB5-4D5F4934CF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BABB206-0E01-41A2-B70B-74F14FA6230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0708" name="Rectangle 6">
            <a:extLst>
              <a:ext uri="{FF2B5EF4-FFF2-40B4-BE49-F238E27FC236}">
                <a16:creationId xmlns:a16="http://schemas.microsoft.com/office/drawing/2014/main" id="{5351B334-678A-353C-7905-8DDC1B50EC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0709" name="Rectangle 7">
            <a:extLst>
              <a:ext uri="{FF2B5EF4-FFF2-40B4-BE49-F238E27FC236}">
                <a16:creationId xmlns:a16="http://schemas.microsoft.com/office/drawing/2014/main" id="{BCB897D4-4997-1BCB-F8D8-C21E778D1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B810B3D-7BB4-47DC-9706-B2764C5693B2}" type="slidenum">
              <a:rPr altLang="zh-CN"/>
              <a:pPr/>
              <a:t>8</a:t>
            </a:fld>
            <a:endParaRPr lang="zh-CN" altLang="zh-CN"/>
          </a:p>
        </p:txBody>
      </p:sp>
      <p:sp>
        <p:nvSpPr>
          <p:cNvPr id="200710" name="Rectangle 2">
            <a:extLst>
              <a:ext uri="{FF2B5EF4-FFF2-40B4-BE49-F238E27FC236}">
                <a16:creationId xmlns:a16="http://schemas.microsoft.com/office/drawing/2014/main" id="{8AFB65C2-CF15-9094-52E9-67042264B0B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0711" name="Rectangle 3">
            <a:extLst>
              <a:ext uri="{FF2B5EF4-FFF2-40B4-BE49-F238E27FC236}">
                <a16:creationId xmlns:a16="http://schemas.microsoft.com/office/drawing/2014/main" id="{CAC5EFFC-0DE0-BE29-C074-1640BFA9FEB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9FCD4901-90D0-FDEC-1069-0B48C7D65C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EAD50577-D4FB-0AA0-38FD-29C1C35E59E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DB3A981-C51F-4244-8621-07A5B4CCB4B2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3780" name="Rectangle 6">
            <a:extLst>
              <a:ext uri="{FF2B5EF4-FFF2-40B4-BE49-F238E27FC236}">
                <a16:creationId xmlns:a16="http://schemas.microsoft.com/office/drawing/2014/main" id="{9B1E426B-20CF-DEFD-CC5E-3B11900896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3781" name="Rectangle 7">
            <a:extLst>
              <a:ext uri="{FF2B5EF4-FFF2-40B4-BE49-F238E27FC236}">
                <a16:creationId xmlns:a16="http://schemas.microsoft.com/office/drawing/2014/main" id="{FB0FD6DF-D35B-D5B7-A847-6E9C69E31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F950D97-940A-4623-950F-0ADB21ECC606}" type="slidenum">
              <a:rPr altLang="zh-CN"/>
              <a:pPr/>
              <a:t>10</a:t>
            </a:fld>
            <a:endParaRPr lang="zh-CN" altLang="zh-CN"/>
          </a:p>
        </p:txBody>
      </p:sp>
      <p:sp>
        <p:nvSpPr>
          <p:cNvPr id="203782" name="Rectangle 2">
            <a:extLst>
              <a:ext uri="{FF2B5EF4-FFF2-40B4-BE49-F238E27FC236}">
                <a16:creationId xmlns:a16="http://schemas.microsoft.com/office/drawing/2014/main" id="{ED954E62-8B6A-AC2C-4257-226D1765680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3783" name="Rectangle 3">
            <a:extLst>
              <a:ext uri="{FF2B5EF4-FFF2-40B4-BE49-F238E27FC236}">
                <a16:creationId xmlns:a16="http://schemas.microsoft.com/office/drawing/2014/main" id="{999589C7-7FBB-BD02-9270-C998412AD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b="1" baseline="-25000">
              <a:solidFill>
                <a:schemeClr val="bg1"/>
              </a:solidFill>
            </a:endParaRPr>
          </a:p>
          <a:p>
            <a:pPr eaLnBrk="1" hangingPunct="1"/>
            <a:endParaRPr lang="en-US" altLang="zh-CN" b="1" baseline="-250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8C795904-F9AA-3D0B-7867-2B1D98A925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65136C02-00CA-AD2A-7AA8-22E3290207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F1AD46F-5268-43AB-9B06-BFD3ED829D7B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5828" name="Rectangle 6">
            <a:extLst>
              <a:ext uri="{FF2B5EF4-FFF2-40B4-BE49-F238E27FC236}">
                <a16:creationId xmlns:a16="http://schemas.microsoft.com/office/drawing/2014/main" id="{50D3F356-AFA9-E334-A6CF-8DB439327C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5829" name="Rectangle 7">
            <a:extLst>
              <a:ext uri="{FF2B5EF4-FFF2-40B4-BE49-F238E27FC236}">
                <a16:creationId xmlns:a16="http://schemas.microsoft.com/office/drawing/2014/main" id="{85E742C4-7CA7-D51C-5DB6-C052399229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4DC6F91-4255-45B4-8C5B-707E350EFE7D}" type="slidenum">
              <a:rPr altLang="zh-CN"/>
              <a:pPr/>
              <a:t>11</a:t>
            </a:fld>
            <a:endParaRPr lang="zh-CN" altLang="zh-CN"/>
          </a:p>
        </p:txBody>
      </p:sp>
      <p:sp>
        <p:nvSpPr>
          <p:cNvPr id="205830" name="Rectangle 2">
            <a:extLst>
              <a:ext uri="{FF2B5EF4-FFF2-40B4-BE49-F238E27FC236}">
                <a16:creationId xmlns:a16="http://schemas.microsoft.com/office/drawing/2014/main" id="{38FA6D43-6D67-B655-2553-BB5F693FF30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5831" name="Rectangle 3">
            <a:extLst>
              <a:ext uri="{FF2B5EF4-FFF2-40B4-BE49-F238E27FC236}">
                <a16:creationId xmlns:a16="http://schemas.microsoft.com/office/drawing/2014/main" id="{1879768C-3968-EF6A-6159-9B7D19CC59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b="1" baseline="-25000">
              <a:solidFill>
                <a:schemeClr val="bg1"/>
              </a:solidFill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0E37B226-7932-5E73-4F2E-9F02A6A97B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8C8B0583-331E-ACB8-DCC3-4AF397BAA29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C697AEE-5A5D-4B2A-B6C9-9B86708014AA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7876" name="Rectangle 6">
            <a:extLst>
              <a:ext uri="{FF2B5EF4-FFF2-40B4-BE49-F238E27FC236}">
                <a16:creationId xmlns:a16="http://schemas.microsoft.com/office/drawing/2014/main" id="{5BBA8BC1-D0A9-720B-58D5-D10636A133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7877" name="Rectangle 7">
            <a:extLst>
              <a:ext uri="{FF2B5EF4-FFF2-40B4-BE49-F238E27FC236}">
                <a16:creationId xmlns:a16="http://schemas.microsoft.com/office/drawing/2014/main" id="{02A93661-F402-EF76-492F-D225F20EDA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A06D5ED-E973-4C92-8864-44C07B8B3722}" type="slidenum">
              <a:rPr altLang="zh-CN"/>
              <a:pPr/>
              <a:t>12</a:t>
            </a:fld>
            <a:endParaRPr lang="zh-CN" altLang="zh-CN"/>
          </a:p>
        </p:txBody>
      </p:sp>
      <p:sp>
        <p:nvSpPr>
          <p:cNvPr id="207878" name="Rectangle 2">
            <a:extLst>
              <a:ext uri="{FF2B5EF4-FFF2-40B4-BE49-F238E27FC236}">
                <a16:creationId xmlns:a16="http://schemas.microsoft.com/office/drawing/2014/main" id="{4F22A7BB-1548-9169-E452-A0E4FA9551B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7879" name="Rectangle 3">
            <a:extLst>
              <a:ext uri="{FF2B5EF4-FFF2-40B4-BE49-F238E27FC236}">
                <a16:creationId xmlns:a16="http://schemas.microsoft.com/office/drawing/2014/main" id="{5D7D1C81-3FD8-92B0-103D-32819AC630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l-GR" altLang="zh-CN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71824AA3-6820-A413-FFA3-54A8A0235E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29055B97-F1B3-B957-2D79-45F205FFE4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E6FF39F-B0A4-448A-B251-BEE5120ABE7A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9924" name="Rectangle 6">
            <a:extLst>
              <a:ext uri="{FF2B5EF4-FFF2-40B4-BE49-F238E27FC236}">
                <a16:creationId xmlns:a16="http://schemas.microsoft.com/office/drawing/2014/main" id="{1C5E94A6-4411-0495-89AC-55146160A8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09925" name="Rectangle 7">
            <a:extLst>
              <a:ext uri="{FF2B5EF4-FFF2-40B4-BE49-F238E27FC236}">
                <a16:creationId xmlns:a16="http://schemas.microsoft.com/office/drawing/2014/main" id="{43C150ED-A57E-C13E-02FC-17AAD92B5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89FB76F-2008-4E20-BB8A-4230D7BCB41D}" type="slidenum">
              <a:rPr altLang="zh-CN"/>
              <a:pPr/>
              <a:t>13</a:t>
            </a:fld>
            <a:endParaRPr lang="zh-CN" altLang="zh-CN"/>
          </a:p>
        </p:txBody>
      </p:sp>
      <p:sp>
        <p:nvSpPr>
          <p:cNvPr id="209926" name="Rectangle 2">
            <a:extLst>
              <a:ext uri="{FF2B5EF4-FFF2-40B4-BE49-F238E27FC236}">
                <a16:creationId xmlns:a16="http://schemas.microsoft.com/office/drawing/2014/main" id="{6D079EC0-13DB-5BF9-160C-F9D3D0F7B4A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9927" name="Rectangle 3">
            <a:extLst>
              <a:ext uri="{FF2B5EF4-FFF2-40B4-BE49-F238E27FC236}">
                <a16:creationId xmlns:a16="http://schemas.microsoft.com/office/drawing/2014/main" id="{7882E140-814E-3A9C-A388-8857AB55C6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2F74C199-D2E7-8CFC-8FCA-E2CB7DBFAD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694E7609-3638-8641-6EF3-21519C65719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E61730D-D171-43BE-B960-04126D48FD6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1972" name="Rectangle 6">
            <a:extLst>
              <a:ext uri="{FF2B5EF4-FFF2-40B4-BE49-F238E27FC236}">
                <a16:creationId xmlns:a16="http://schemas.microsoft.com/office/drawing/2014/main" id="{3A8B6303-E80E-B711-8697-EB967C1849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11973" name="Rectangle 7">
            <a:extLst>
              <a:ext uri="{FF2B5EF4-FFF2-40B4-BE49-F238E27FC236}">
                <a16:creationId xmlns:a16="http://schemas.microsoft.com/office/drawing/2014/main" id="{0BC3E388-D5E2-A5CD-31D6-A5C8420033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14B3E57-F1DB-4479-8736-EC8D116EC212}" type="slidenum">
              <a:rPr altLang="zh-CN"/>
              <a:pPr/>
              <a:t>14</a:t>
            </a:fld>
            <a:endParaRPr lang="zh-CN" altLang="zh-CN"/>
          </a:p>
        </p:txBody>
      </p:sp>
      <p:sp>
        <p:nvSpPr>
          <p:cNvPr id="211974" name="Rectangle 2">
            <a:extLst>
              <a:ext uri="{FF2B5EF4-FFF2-40B4-BE49-F238E27FC236}">
                <a16:creationId xmlns:a16="http://schemas.microsoft.com/office/drawing/2014/main" id="{9ECDC472-CD4F-5779-7FE4-9533E006379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1975" name="Rectangle 3">
            <a:extLst>
              <a:ext uri="{FF2B5EF4-FFF2-40B4-BE49-F238E27FC236}">
                <a16:creationId xmlns:a16="http://schemas.microsoft.com/office/drawing/2014/main" id="{1FB47D49-3295-C205-3411-9C50D6FFA6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997F30A3-1A66-53C1-B33D-A9A09B5F08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62B723EA-C19D-B9C1-8363-229E226736B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30DDFFA-356F-4772-95FB-E5BABEA5A702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4020" name="Rectangle 6">
            <a:extLst>
              <a:ext uri="{FF2B5EF4-FFF2-40B4-BE49-F238E27FC236}">
                <a16:creationId xmlns:a16="http://schemas.microsoft.com/office/drawing/2014/main" id="{E53D6D11-3F64-683B-3502-72642B552F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14021" name="Rectangle 7">
            <a:extLst>
              <a:ext uri="{FF2B5EF4-FFF2-40B4-BE49-F238E27FC236}">
                <a16:creationId xmlns:a16="http://schemas.microsoft.com/office/drawing/2014/main" id="{9E8227AD-DFA5-5A79-46E7-DFE514603C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A1BE077-6504-458B-A23C-9CC4F72D6024}" type="slidenum">
              <a:rPr altLang="zh-CN"/>
              <a:pPr/>
              <a:t>15</a:t>
            </a:fld>
            <a:endParaRPr lang="zh-CN" altLang="zh-CN"/>
          </a:p>
        </p:txBody>
      </p:sp>
      <p:sp>
        <p:nvSpPr>
          <p:cNvPr id="214022" name="Rectangle 2">
            <a:extLst>
              <a:ext uri="{FF2B5EF4-FFF2-40B4-BE49-F238E27FC236}">
                <a16:creationId xmlns:a16="http://schemas.microsoft.com/office/drawing/2014/main" id="{374B524C-5656-CEF3-8E75-4B60A50B91F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4023" name="Rectangle 3">
            <a:extLst>
              <a:ext uri="{FF2B5EF4-FFF2-40B4-BE49-F238E27FC236}">
                <a16:creationId xmlns:a16="http://schemas.microsoft.com/office/drawing/2014/main" id="{93931678-8F16-86B9-B500-7D9497E508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999E271D-D44A-B3C2-DBF5-FA404F64E7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A79B5E5C-2579-2EDB-3AE4-62B6AFC8D9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494BF26-CD90-47E6-9F01-04A20FAF98B2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6068" name="Rectangle 6">
            <a:extLst>
              <a:ext uri="{FF2B5EF4-FFF2-40B4-BE49-F238E27FC236}">
                <a16:creationId xmlns:a16="http://schemas.microsoft.com/office/drawing/2014/main" id="{DE512794-8DA3-2F50-9542-1F899C1889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16069" name="Rectangle 7">
            <a:extLst>
              <a:ext uri="{FF2B5EF4-FFF2-40B4-BE49-F238E27FC236}">
                <a16:creationId xmlns:a16="http://schemas.microsoft.com/office/drawing/2014/main" id="{DE8BEDD7-BB6A-4AB9-B87B-726C1CF316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25FCEAD-174C-4709-A907-E0252D65C111}" type="slidenum">
              <a:rPr altLang="zh-CN"/>
              <a:pPr/>
              <a:t>16</a:t>
            </a:fld>
            <a:endParaRPr lang="zh-CN" altLang="zh-CN"/>
          </a:p>
        </p:txBody>
      </p:sp>
      <p:sp>
        <p:nvSpPr>
          <p:cNvPr id="216070" name="Rectangle 2">
            <a:extLst>
              <a:ext uri="{FF2B5EF4-FFF2-40B4-BE49-F238E27FC236}">
                <a16:creationId xmlns:a16="http://schemas.microsoft.com/office/drawing/2014/main" id="{5C247EDB-E941-11A3-508D-97DC9C100CB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6071" name="Rectangle 3">
            <a:extLst>
              <a:ext uri="{FF2B5EF4-FFF2-40B4-BE49-F238E27FC236}">
                <a16:creationId xmlns:a16="http://schemas.microsoft.com/office/drawing/2014/main" id="{51161057-CD17-D1D6-6D4A-FA0491D2E7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B7CDCDC2-3D3D-8D39-EF74-0DF1763470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1A6281E3-E6AD-984B-5E0A-43ED8A09D3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61EFA8C-11AC-4BE8-93E5-6CBB596FA943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8116" name="Rectangle 6">
            <a:extLst>
              <a:ext uri="{FF2B5EF4-FFF2-40B4-BE49-F238E27FC236}">
                <a16:creationId xmlns:a16="http://schemas.microsoft.com/office/drawing/2014/main" id="{4B7D3D6D-CB2F-E07F-91CA-D5950EA2D38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18117" name="Rectangle 7">
            <a:extLst>
              <a:ext uri="{FF2B5EF4-FFF2-40B4-BE49-F238E27FC236}">
                <a16:creationId xmlns:a16="http://schemas.microsoft.com/office/drawing/2014/main" id="{21CE5BF8-DE71-3840-C144-8BE6F41248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719E573-11FE-41BB-87E0-01C5548EB166}" type="slidenum">
              <a:rPr altLang="zh-CN"/>
              <a:pPr/>
              <a:t>17</a:t>
            </a:fld>
            <a:endParaRPr lang="zh-CN" altLang="zh-CN"/>
          </a:p>
        </p:txBody>
      </p:sp>
      <p:sp>
        <p:nvSpPr>
          <p:cNvPr id="218118" name="Rectangle 2">
            <a:extLst>
              <a:ext uri="{FF2B5EF4-FFF2-40B4-BE49-F238E27FC236}">
                <a16:creationId xmlns:a16="http://schemas.microsoft.com/office/drawing/2014/main" id="{0A5F2122-BF69-24A7-270B-26EF5FF495A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8119" name="Rectangle 3">
            <a:extLst>
              <a:ext uri="{FF2B5EF4-FFF2-40B4-BE49-F238E27FC236}">
                <a16:creationId xmlns:a16="http://schemas.microsoft.com/office/drawing/2014/main" id="{36117AAF-2959-C433-4F08-4B288C299F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algn="l" fontAlgn="base">
              <a:buFont typeface="+mj-lt"/>
              <a:buNone/>
            </a:pPr>
            <a:r>
              <a:rPr lang="zh-CN" altLang="en-US" b="0" i="0" dirty="0">
                <a:effectLst/>
                <a:latin typeface="-apple-system"/>
              </a:rPr>
              <a:t>位移电流 </a:t>
            </a:r>
            <a:r>
              <a:rPr lang="zh-CN" altLang="en-US" b="1" i="0" dirty="0">
                <a:effectLst/>
                <a:latin typeface="-apple-system"/>
              </a:rPr>
              <a:t>就是</a:t>
            </a:r>
            <a:r>
              <a:rPr lang="zh-CN" altLang="en-US" b="0" i="0" dirty="0">
                <a:effectLst/>
                <a:latin typeface="-apple-system"/>
              </a:rPr>
              <a:t> “变化的电场” 与 “束缚电荷的微观运动” 二者共同对电流的贡献；在宏观麦克斯韦方程组里，这两部分被合并成一项 </a:t>
            </a:r>
            <a:r>
              <a:rPr lang="zh-CN" altLang="en-US" b="1" i="0" dirty="0">
                <a:effectLst/>
                <a:latin typeface="-apple-system"/>
              </a:rPr>
              <a:t>∂</a:t>
            </a:r>
            <a:r>
              <a:rPr lang="en-US" altLang="zh-CN" b="1" i="0" dirty="0">
                <a:effectLst/>
                <a:latin typeface="-apple-system"/>
              </a:rPr>
              <a:t>D/∂t</a:t>
            </a:r>
            <a:r>
              <a:rPr lang="zh-CN" altLang="en-US" b="0" i="0" dirty="0">
                <a:effectLst/>
                <a:latin typeface="-apple-system"/>
              </a:rPr>
              <a:t>，因此说它“相当于”极化电荷运动与电场变化的叠加。</a:t>
            </a:r>
            <a:endParaRPr lang="en-US" altLang="zh-CN" b="0" i="0" dirty="0">
              <a:effectLst/>
              <a:latin typeface="-apple-system"/>
            </a:endParaRPr>
          </a:p>
          <a:p>
            <a:pPr algn="l" fontAlgn="base">
              <a:buFont typeface="+mj-lt"/>
              <a:buNone/>
            </a:pPr>
            <a:r>
              <a:rPr lang="en-US" altLang="zh-CN" b="0" i="0" dirty="0">
                <a:effectLst/>
                <a:latin typeface="inherit"/>
              </a:rPr>
              <a:t>D = </a:t>
            </a:r>
            <a:r>
              <a:rPr lang="en-US" altLang="zh-CN" b="0" i="0" dirty="0" err="1">
                <a:effectLst/>
                <a:latin typeface="inherit"/>
              </a:rPr>
              <a:t>ε₀E</a:t>
            </a:r>
            <a:r>
              <a:rPr lang="en-US" altLang="zh-CN" b="0" i="0" dirty="0">
                <a:effectLst/>
                <a:latin typeface="inherit"/>
              </a:rPr>
              <a:t> + P</a:t>
            </a:r>
            <a:r>
              <a:rPr lang="zh-CN" alt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zh-CN" altLang="en-US" b="0" i="0" dirty="0">
                <a:effectLst/>
                <a:latin typeface="-apple-system"/>
              </a:rPr>
              <a:t>∂</a:t>
            </a:r>
            <a:r>
              <a:rPr lang="en-US" altLang="zh-CN" b="0" i="0" dirty="0">
                <a:effectLst/>
                <a:latin typeface="-apple-system"/>
              </a:rPr>
              <a:t>D/∂t = ε₀∂E/∂t +∂P/∂t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herit"/>
              </a:rPr>
              <a:t>第一项 </a:t>
            </a:r>
            <a:r>
              <a:rPr lang="en-US" altLang="zh-CN" b="1" i="0" dirty="0">
                <a:effectLst/>
                <a:latin typeface="inherit"/>
              </a:rPr>
              <a:t>ε₀∂E/∂t</a:t>
            </a:r>
            <a:r>
              <a:rPr lang="zh-CN" altLang="en-US" b="0" i="0" dirty="0">
                <a:effectLst/>
                <a:latin typeface="inherit"/>
              </a:rPr>
              <a:t>：纯粹由自由空间（真空）中电场随时间变化产生，叫 </a:t>
            </a:r>
            <a:r>
              <a:rPr lang="zh-CN" altLang="en-US" b="1" i="0" dirty="0">
                <a:effectLst/>
                <a:latin typeface="inherit"/>
              </a:rPr>
              <a:t>真空位移电流</a:t>
            </a:r>
            <a:r>
              <a:rPr lang="zh-CN" altLang="en-US" b="0" i="0" dirty="0">
                <a:effectLst/>
                <a:latin typeface="inherit"/>
              </a:rPr>
              <a:t>。</a:t>
            </a:r>
            <a:endParaRPr lang="en-US" altLang="zh-CN" b="0" i="0" dirty="0">
              <a:effectLst/>
              <a:latin typeface="inheri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effectLst/>
                <a:latin typeface="inherit"/>
              </a:rPr>
              <a:t>第二项 </a:t>
            </a:r>
            <a:r>
              <a:rPr lang="zh-CN" altLang="en-US" b="1" i="0" dirty="0">
                <a:effectLst/>
                <a:latin typeface="inherit"/>
              </a:rPr>
              <a:t>∂</a:t>
            </a:r>
            <a:r>
              <a:rPr lang="en-US" altLang="zh-CN" b="1" i="0" dirty="0">
                <a:effectLst/>
                <a:latin typeface="inherit"/>
              </a:rPr>
              <a:t>P/∂t</a:t>
            </a:r>
            <a:r>
              <a:rPr lang="zh-CN" altLang="en-US" b="0" i="0" dirty="0">
                <a:effectLst/>
                <a:latin typeface="inherit"/>
              </a:rPr>
              <a:t>：极化强度 </a:t>
            </a:r>
            <a:r>
              <a:rPr lang="en-US" altLang="zh-CN" b="0" i="0" dirty="0">
                <a:effectLst/>
                <a:latin typeface="inherit"/>
              </a:rPr>
              <a:t>P </a:t>
            </a:r>
            <a:r>
              <a:rPr lang="zh-CN" altLang="en-US" b="0" i="0" dirty="0">
                <a:effectLst/>
                <a:latin typeface="inherit"/>
              </a:rPr>
              <a:t>是单位体积内束缚电偶极矩之和；</a:t>
            </a:r>
            <a:endParaRPr lang="en-US" altLang="zh-CN" b="0" i="0" dirty="0">
              <a:effectLst/>
              <a:latin typeface="inheri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effectLst/>
                <a:latin typeface="inherit"/>
              </a:rPr>
              <a:t>P </a:t>
            </a:r>
            <a:r>
              <a:rPr lang="zh-CN" altLang="en-US" b="0" i="0" dirty="0">
                <a:effectLst/>
                <a:latin typeface="inherit"/>
              </a:rPr>
              <a:t>的变化意味着束缚电荷在微观尺度上发生位移，因此 </a:t>
            </a:r>
            <a:r>
              <a:rPr lang="zh-CN" altLang="en-US" b="1" i="0" dirty="0">
                <a:effectLst/>
                <a:latin typeface="inherit"/>
              </a:rPr>
              <a:t>∂</a:t>
            </a:r>
            <a:r>
              <a:rPr lang="en-US" altLang="zh-CN" b="1" i="0" dirty="0">
                <a:effectLst/>
                <a:latin typeface="inherit"/>
              </a:rPr>
              <a:t>P/∂t </a:t>
            </a:r>
            <a:r>
              <a:rPr lang="zh-CN" altLang="en-US" b="1" i="0" dirty="0">
                <a:effectLst/>
                <a:latin typeface="inherit"/>
              </a:rPr>
              <a:t>就是束缚电荷的宏观等效电流</a:t>
            </a:r>
            <a:r>
              <a:rPr lang="zh-CN" altLang="en-US" b="0" i="0" dirty="0">
                <a:effectLst/>
                <a:latin typeface="inherit"/>
              </a:rPr>
              <a:t>，也叫</a:t>
            </a:r>
            <a:r>
              <a:rPr lang="zh-CN" altLang="en-US" b="1" i="0" dirty="0">
                <a:effectLst/>
                <a:latin typeface="inherit"/>
              </a:rPr>
              <a:t>极化电流</a:t>
            </a:r>
            <a:r>
              <a:rPr lang="zh-CN" altLang="en-US" b="0" i="0" dirty="0">
                <a:effectLst/>
                <a:latin typeface="inherit"/>
              </a:rPr>
              <a:t>。</a:t>
            </a:r>
            <a:endParaRPr lang="en-US" altLang="zh-CN" b="0" i="0" dirty="0">
              <a:effectLst/>
              <a:latin typeface="inherit"/>
            </a:endParaRPr>
          </a:p>
          <a:p>
            <a:pPr algn="l" fontAlgn="base">
              <a:buFont typeface="+mj-lt"/>
              <a:buNone/>
            </a:pPr>
            <a:r>
              <a:rPr lang="zh-CN" altLang="en-US" b="0" i="0" dirty="0">
                <a:effectLst/>
                <a:latin typeface="inherit"/>
              </a:rPr>
              <a:t>从微观到宏观的桥梁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herit"/>
              </a:rPr>
              <a:t>每个分子</a:t>
            </a:r>
            <a:r>
              <a:rPr lang="en-US" altLang="zh-CN" b="0" i="0" dirty="0">
                <a:effectLst/>
                <a:latin typeface="inherit"/>
              </a:rPr>
              <a:t>/</a:t>
            </a:r>
            <a:r>
              <a:rPr lang="zh-CN" altLang="en-US" b="0" i="0" dirty="0">
                <a:effectLst/>
                <a:latin typeface="inherit"/>
              </a:rPr>
              <a:t>晶胞的束缚电荷在电场作用下发生微小位移 </a:t>
            </a:r>
            <a:r>
              <a:rPr lang="en-US" altLang="zh-CN" b="1" i="0" dirty="0" err="1">
                <a:effectLst/>
                <a:latin typeface="inherit"/>
              </a:rPr>
              <a:t>δr</a:t>
            </a:r>
            <a:r>
              <a:rPr lang="zh-CN" altLang="en-US" b="0" i="0" dirty="0">
                <a:effectLst/>
                <a:latin typeface="inherit"/>
              </a:rPr>
              <a:t>，产生分子偶极矩</a:t>
            </a:r>
            <a:br>
              <a:rPr lang="zh-CN" altLang="en-US" b="0" i="0" dirty="0">
                <a:effectLst/>
                <a:latin typeface="inherit"/>
              </a:rPr>
            </a:br>
            <a:r>
              <a:rPr lang="zh-CN" altLang="en-US" b="0" i="0" dirty="0">
                <a:effectLst/>
                <a:latin typeface="inherit"/>
              </a:rPr>
              <a:t>  </a:t>
            </a:r>
            <a:r>
              <a:rPr lang="en-US" altLang="zh-CN" b="1" i="0" dirty="0" err="1">
                <a:effectLst/>
                <a:latin typeface="inherit"/>
              </a:rPr>
              <a:t>p_mol</a:t>
            </a:r>
            <a:r>
              <a:rPr lang="zh-CN" altLang="en-US" b="0" i="0" dirty="0">
                <a:effectLst/>
                <a:latin typeface="inherit"/>
              </a:rPr>
              <a:t> </a:t>
            </a:r>
            <a:r>
              <a:rPr lang="en-US" altLang="zh-CN" b="0" i="0" dirty="0">
                <a:effectLst/>
                <a:latin typeface="inherit"/>
              </a:rPr>
              <a:t>= q </a:t>
            </a:r>
            <a:r>
              <a:rPr lang="en-US" altLang="zh-CN" b="0" i="0" dirty="0" err="1">
                <a:effectLst/>
                <a:latin typeface="inherit"/>
              </a:rPr>
              <a:t>δr</a:t>
            </a:r>
            <a:endParaRPr lang="en-US" altLang="zh-CN" b="0" i="0" dirty="0"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herit"/>
              </a:rPr>
              <a:t>单位体积内有 </a:t>
            </a:r>
            <a:r>
              <a:rPr lang="en-US" altLang="zh-CN" b="1" i="0" dirty="0">
                <a:effectLst/>
                <a:latin typeface="inherit"/>
              </a:rPr>
              <a:t>N</a:t>
            </a:r>
            <a:r>
              <a:rPr lang="zh-CN" altLang="en-US" b="0" i="0" dirty="0">
                <a:effectLst/>
                <a:latin typeface="inherit"/>
              </a:rPr>
              <a:t> 个这种偶极子，于是宏观极化强度</a:t>
            </a:r>
            <a:br>
              <a:rPr lang="zh-CN" altLang="en-US" b="0" i="0" dirty="0">
                <a:effectLst/>
                <a:latin typeface="inherit"/>
              </a:rPr>
            </a:br>
            <a:r>
              <a:rPr lang="zh-CN" altLang="en-US" b="0" i="0" dirty="0">
                <a:effectLst/>
                <a:latin typeface="inherit"/>
              </a:rPr>
              <a:t>  </a:t>
            </a:r>
            <a:r>
              <a:rPr lang="en-US" altLang="zh-CN" b="1" i="0" dirty="0">
                <a:effectLst/>
                <a:latin typeface="inherit"/>
              </a:rPr>
              <a:t>P</a:t>
            </a:r>
            <a:r>
              <a:rPr lang="zh-CN" altLang="en-US" b="0" i="0" dirty="0">
                <a:effectLst/>
                <a:latin typeface="inherit"/>
              </a:rPr>
              <a:t> </a:t>
            </a:r>
            <a:r>
              <a:rPr lang="en-US" altLang="zh-CN" b="0" i="0" dirty="0">
                <a:effectLst/>
                <a:latin typeface="inherit"/>
              </a:rPr>
              <a:t>= N </a:t>
            </a:r>
            <a:r>
              <a:rPr lang="en-US" altLang="zh-CN" b="1" i="0" dirty="0" err="1">
                <a:effectLst/>
                <a:latin typeface="inherit"/>
              </a:rPr>
              <a:t>p_mol</a:t>
            </a:r>
            <a:r>
              <a:rPr lang="zh-CN" altLang="en-US" b="0" i="0" dirty="0">
                <a:effectLst/>
                <a:latin typeface="inherit"/>
              </a:rPr>
              <a:t> </a:t>
            </a:r>
            <a:r>
              <a:rPr lang="en-US" altLang="zh-CN" b="0" i="0" dirty="0">
                <a:effectLst/>
                <a:latin typeface="inherit"/>
              </a:rPr>
              <a:t>= N q </a:t>
            </a:r>
            <a:r>
              <a:rPr lang="en-US" altLang="zh-CN" b="1" i="0" dirty="0" err="1">
                <a:effectLst/>
                <a:latin typeface="inherit"/>
              </a:rPr>
              <a:t>δr</a:t>
            </a:r>
            <a:br>
              <a:rPr lang="zh-CN" altLang="en-US" b="0" i="0" dirty="0">
                <a:effectLst/>
                <a:latin typeface="inherit"/>
              </a:rPr>
            </a:br>
            <a:r>
              <a:rPr lang="zh-CN" altLang="en-US" b="0" i="0" dirty="0">
                <a:effectLst/>
                <a:latin typeface="inherit"/>
              </a:rPr>
              <a:t>  ∂</a:t>
            </a:r>
            <a:r>
              <a:rPr lang="en-US" altLang="zh-CN" b="1" i="0" dirty="0">
                <a:effectLst/>
                <a:latin typeface="inherit"/>
              </a:rPr>
              <a:t>P</a:t>
            </a:r>
            <a:r>
              <a:rPr lang="en-US" altLang="zh-CN" b="0" i="0" dirty="0">
                <a:effectLst/>
                <a:latin typeface="inherit"/>
              </a:rPr>
              <a:t>/∂t = N q ∂</a:t>
            </a:r>
            <a:r>
              <a:rPr lang="en-US" altLang="zh-CN" b="1" i="0" dirty="0" err="1">
                <a:effectLst/>
                <a:latin typeface="inherit"/>
              </a:rPr>
              <a:t>δr</a:t>
            </a:r>
            <a:r>
              <a:rPr lang="en-US" altLang="zh-CN" b="0" i="0" dirty="0">
                <a:effectLst/>
                <a:latin typeface="inherit"/>
              </a:rPr>
              <a:t>/∂t = N q </a:t>
            </a:r>
            <a:r>
              <a:rPr lang="en-US" altLang="zh-CN" b="1" i="0" dirty="0" err="1">
                <a:effectLst/>
                <a:latin typeface="inherit"/>
              </a:rPr>
              <a:t>v_drift</a:t>
            </a:r>
            <a:br>
              <a:rPr lang="zh-CN" altLang="en-US" b="0" i="0" dirty="0">
                <a:effectLst/>
                <a:latin typeface="inherit"/>
              </a:rPr>
            </a:br>
            <a:r>
              <a:rPr lang="zh-CN" altLang="en-US" b="0" i="0" dirty="0">
                <a:effectLst/>
                <a:latin typeface="inherit"/>
              </a:rPr>
              <a:t>其中 </a:t>
            </a:r>
            <a:r>
              <a:rPr lang="en-US" altLang="zh-CN" b="1" i="0" dirty="0" err="1">
                <a:effectLst/>
                <a:latin typeface="inherit"/>
              </a:rPr>
              <a:t>v_drift</a:t>
            </a:r>
            <a:r>
              <a:rPr lang="zh-CN" altLang="en-US" b="0" i="0" dirty="0">
                <a:effectLst/>
                <a:latin typeface="inherit"/>
              </a:rPr>
              <a:t> 正是束缚电荷的平均漂移速度。</a:t>
            </a:r>
            <a:endParaRPr lang="en-US" altLang="zh-CN" b="0" i="0" dirty="0"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None/>
            </a:pPr>
            <a:r>
              <a:rPr lang="en-US" altLang="zh-CN" b="1" i="0" dirty="0" err="1">
                <a:effectLst/>
                <a:latin typeface="inherit"/>
              </a:rPr>
              <a:t>Jp</a:t>
            </a:r>
            <a:r>
              <a:rPr lang="zh-CN" altLang="en-US" b="0" i="0" dirty="0">
                <a:effectLst/>
                <a:latin typeface="inherit"/>
              </a:rPr>
              <a:t>满足连续性方程∇</a:t>
            </a:r>
            <a:r>
              <a:rPr lang="en-US" altLang="zh-CN" b="0" i="0" dirty="0">
                <a:effectLst/>
                <a:latin typeface="inherit"/>
              </a:rPr>
              <a:t>·</a:t>
            </a:r>
            <a:r>
              <a:rPr lang="en-US" altLang="zh-CN" b="1" i="0" dirty="0" err="1">
                <a:effectLst/>
                <a:latin typeface="inherit"/>
              </a:rPr>
              <a:t>Jp</a:t>
            </a:r>
            <a:r>
              <a:rPr lang="zh-CN" altLang="en-US" b="0" i="0" dirty="0">
                <a:effectLst/>
                <a:latin typeface="inherit"/>
              </a:rPr>
              <a:t> </a:t>
            </a:r>
            <a:r>
              <a:rPr lang="en-US" altLang="zh-CN" b="0" i="0" dirty="0">
                <a:effectLst/>
                <a:latin typeface="inherit"/>
              </a:rPr>
              <a:t>+ ∂</a:t>
            </a:r>
            <a:r>
              <a:rPr lang="en-US" altLang="zh-CN" b="0" i="0" dirty="0" err="1">
                <a:effectLst/>
                <a:latin typeface="inherit"/>
              </a:rPr>
              <a:t>ρ</a:t>
            </a:r>
            <a:r>
              <a:rPr lang="en-US" altLang="zh-CN" b="0" i="0" baseline="-25000" dirty="0" err="1">
                <a:effectLst/>
                <a:latin typeface="inherit"/>
              </a:rPr>
              <a:t>p</a:t>
            </a:r>
            <a:r>
              <a:rPr lang="en-US" altLang="zh-CN" b="0" i="0" dirty="0">
                <a:effectLst/>
                <a:latin typeface="inherit"/>
              </a:rPr>
              <a:t>/∂t =0</a:t>
            </a:r>
            <a:r>
              <a:rPr lang="zh-CN" altLang="en-US" b="0" i="0" dirty="0">
                <a:effectLst/>
                <a:latin typeface="inherit"/>
              </a:rPr>
              <a:t>（</a:t>
            </a:r>
            <a:r>
              <a:rPr lang="en-US" altLang="zh-CN" b="1" i="0" dirty="0" err="1">
                <a:effectLst/>
                <a:latin typeface="inherit"/>
              </a:rPr>
              <a:t>ρ</a:t>
            </a:r>
            <a:r>
              <a:rPr lang="en-US" altLang="zh-CN" b="1" i="0" baseline="-25000" dirty="0" err="1">
                <a:effectLst/>
                <a:latin typeface="inherit"/>
              </a:rPr>
              <a:t>p</a:t>
            </a:r>
            <a:r>
              <a:rPr lang="zh-CN" altLang="en-US" b="0" i="0" dirty="0">
                <a:effectLst/>
                <a:latin typeface="inherit"/>
              </a:rPr>
              <a:t> </a:t>
            </a:r>
            <a:r>
              <a:rPr lang="en-US" altLang="zh-CN" b="0" i="0" dirty="0">
                <a:effectLst/>
                <a:latin typeface="inherit"/>
              </a:rPr>
              <a:t>= –∇·</a:t>
            </a:r>
            <a:r>
              <a:rPr lang="en-US" altLang="zh-CN" b="1" i="0" dirty="0">
                <a:effectLst/>
                <a:latin typeface="inherit"/>
              </a:rPr>
              <a:t>P</a:t>
            </a:r>
            <a:r>
              <a:rPr lang="zh-CN" altLang="en-US" b="0" i="0" dirty="0">
                <a:effectLst/>
                <a:latin typeface="inherit"/>
              </a:rPr>
              <a:t> ）</a:t>
            </a:r>
            <a:r>
              <a:rPr lang="zh-CN" alt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zh-CN" altLang="en-US" b="0" i="0" dirty="0">
                <a:effectLst/>
                <a:latin typeface="inherit"/>
              </a:rPr>
              <a:t>∇</a:t>
            </a:r>
            <a:r>
              <a:rPr lang="en-US" altLang="zh-CN" b="0" i="0" dirty="0">
                <a:effectLst/>
                <a:latin typeface="inherit"/>
              </a:rPr>
              <a:t>·</a:t>
            </a:r>
            <a:r>
              <a:rPr lang="en-US" altLang="zh-CN" b="1" i="0" dirty="0" err="1">
                <a:effectLst/>
                <a:latin typeface="inherit"/>
              </a:rPr>
              <a:t>Jp</a:t>
            </a:r>
            <a:r>
              <a:rPr lang="zh-CN" altLang="en-US" b="0" i="0" dirty="0">
                <a:effectLst/>
                <a:latin typeface="inherit"/>
              </a:rPr>
              <a:t> </a:t>
            </a:r>
            <a:r>
              <a:rPr lang="en-US" altLang="zh-CN" b="0" i="0" dirty="0">
                <a:effectLst/>
                <a:latin typeface="inherit"/>
              </a:rPr>
              <a:t>-∂</a:t>
            </a:r>
            <a:r>
              <a:rPr lang="zh-CN" altLang="en-US" b="0" i="0" dirty="0">
                <a:effectLst/>
                <a:latin typeface="inherit"/>
              </a:rPr>
              <a:t>∇</a:t>
            </a:r>
            <a:r>
              <a:rPr lang="en-US" altLang="zh-CN" b="0" i="0" dirty="0">
                <a:effectLst/>
                <a:latin typeface="inherit"/>
              </a:rPr>
              <a:t>·</a:t>
            </a:r>
            <a:r>
              <a:rPr lang="en-US" altLang="zh-CN" b="1" i="0" dirty="0">
                <a:effectLst/>
                <a:latin typeface="inherit"/>
              </a:rPr>
              <a:t>P</a:t>
            </a:r>
            <a:r>
              <a:rPr lang="en-US" altLang="zh-CN" b="0" i="0" dirty="0">
                <a:effectLst/>
                <a:latin typeface="inherit"/>
              </a:rPr>
              <a:t>/∂t=0</a:t>
            </a:r>
            <a:r>
              <a:rPr lang="zh-CN" alt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b="1" i="0" dirty="0" err="1">
                <a:effectLst/>
                <a:latin typeface="inherit"/>
              </a:rPr>
              <a:t>Jp</a:t>
            </a:r>
            <a:r>
              <a:rPr lang="zh-CN" altLang="en-US" b="0" i="0" dirty="0">
                <a:effectLst/>
                <a:latin typeface="inherit"/>
              </a:rPr>
              <a:t> </a:t>
            </a:r>
            <a:r>
              <a:rPr lang="en-US" altLang="zh-CN" b="0" i="0" dirty="0">
                <a:effectLst/>
                <a:latin typeface="inherit"/>
              </a:rPr>
              <a:t>= ∂</a:t>
            </a:r>
            <a:r>
              <a:rPr lang="en-US" altLang="zh-CN" b="1" i="0" dirty="0">
                <a:effectLst/>
                <a:latin typeface="inherit"/>
              </a:rPr>
              <a:t>P</a:t>
            </a:r>
            <a:r>
              <a:rPr lang="en-US" altLang="zh-CN" b="0" i="0" dirty="0">
                <a:effectLst/>
                <a:latin typeface="inherit"/>
              </a:rPr>
              <a:t>/∂t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CN" altLang="en-US" b="0" i="0" dirty="0">
                <a:effectLst/>
                <a:latin typeface="inherit"/>
              </a:rPr>
              <a:t>故∂</a:t>
            </a:r>
            <a:r>
              <a:rPr lang="en-US" altLang="zh-CN" b="1" i="0" dirty="0">
                <a:effectLst/>
                <a:latin typeface="inherit"/>
              </a:rPr>
              <a:t>P</a:t>
            </a:r>
            <a:r>
              <a:rPr lang="en-US" altLang="zh-CN" b="0" i="0" dirty="0">
                <a:effectLst/>
                <a:latin typeface="inherit"/>
              </a:rPr>
              <a:t>/∂t </a:t>
            </a:r>
            <a:r>
              <a:rPr lang="zh-CN" altLang="en-US" b="0" i="0" dirty="0">
                <a:effectLst/>
                <a:latin typeface="inherit"/>
              </a:rPr>
              <a:t>的物理意义就是“束缚电荷以速度 </a:t>
            </a:r>
            <a:r>
              <a:rPr lang="en-US" altLang="zh-CN" b="1" i="0" dirty="0" err="1">
                <a:effectLst/>
                <a:latin typeface="inherit"/>
              </a:rPr>
              <a:t>v_drift</a:t>
            </a:r>
            <a:r>
              <a:rPr lang="zh-CN" altLang="en-US" b="0" i="0" dirty="0">
                <a:effectLst/>
                <a:latin typeface="inherit"/>
              </a:rPr>
              <a:t> 整体运动”产生的宏观电流密度，因此直接叫做</a:t>
            </a:r>
            <a:r>
              <a:rPr lang="zh-CN" altLang="en-US" b="1" i="0" dirty="0">
                <a:effectLst/>
                <a:latin typeface="inherit"/>
              </a:rPr>
              <a:t>极化电流</a:t>
            </a:r>
            <a:r>
              <a:rPr lang="zh-CN" altLang="en-US" b="0" i="0" dirty="0">
                <a:effectLst/>
                <a:latin typeface="inherit"/>
              </a:rPr>
              <a:t>（束缚电流）。</a:t>
            </a:r>
            <a:endParaRPr lang="en-US" altLang="zh-CN" b="0" i="0" dirty="0">
              <a:effectLst/>
              <a:latin typeface="inheri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0" i="0" dirty="0">
              <a:effectLst/>
              <a:latin typeface="inherit"/>
            </a:endParaRP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D226216D-EC55-01F5-08F9-CE34535108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63444B2C-DD96-4F56-0F07-7821D50C599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B4A73C9-B86E-4066-9FF4-F023A59B5739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0164" name="Rectangle 6">
            <a:extLst>
              <a:ext uri="{FF2B5EF4-FFF2-40B4-BE49-F238E27FC236}">
                <a16:creationId xmlns:a16="http://schemas.microsoft.com/office/drawing/2014/main" id="{727D5EAE-FE4A-FC87-8AEF-0E7E0AA65E4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20165" name="Rectangle 7">
            <a:extLst>
              <a:ext uri="{FF2B5EF4-FFF2-40B4-BE49-F238E27FC236}">
                <a16:creationId xmlns:a16="http://schemas.microsoft.com/office/drawing/2014/main" id="{F655BE8D-F032-8934-9F5E-4B9EDE9359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7B1EDC5-774B-4CAF-B32C-B6D439025CC9}" type="slidenum">
              <a:rPr altLang="zh-CN"/>
              <a:pPr/>
              <a:t>18</a:t>
            </a:fld>
            <a:endParaRPr lang="zh-CN" altLang="zh-CN"/>
          </a:p>
        </p:txBody>
      </p:sp>
      <p:sp>
        <p:nvSpPr>
          <p:cNvPr id="220166" name="Rectangle 2">
            <a:extLst>
              <a:ext uri="{FF2B5EF4-FFF2-40B4-BE49-F238E27FC236}">
                <a16:creationId xmlns:a16="http://schemas.microsoft.com/office/drawing/2014/main" id="{C0F1EB84-AC43-73EA-40E9-0AF25BB5A11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0167" name="Rectangle 3">
            <a:extLst>
              <a:ext uri="{FF2B5EF4-FFF2-40B4-BE49-F238E27FC236}">
                <a16:creationId xmlns:a16="http://schemas.microsoft.com/office/drawing/2014/main" id="{43374AD5-2336-48E0-4D3B-BD5AC054CF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>
              <a:latin typeface="宋体" panose="02010600030101010101" pitchFamily="2" charset="-12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6CF344D6-4867-1A69-62B2-22083CC89C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38BFB05A-34C3-30AD-BD1E-32B6D90365F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6DD483F-BEB2-4143-A594-303A4266EE70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3236" name="Rectangle 6">
            <a:extLst>
              <a:ext uri="{FF2B5EF4-FFF2-40B4-BE49-F238E27FC236}">
                <a16:creationId xmlns:a16="http://schemas.microsoft.com/office/drawing/2014/main" id="{54F62101-EA65-C65F-066A-DFAADFC5E5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23237" name="Rectangle 7">
            <a:extLst>
              <a:ext uri="{FF2B5EF4-FFF2-40B4-BE49-F238E27FC236}">
                <a16:creationId xmlns:a16="http://schemas.microsoft.com/office/drawing/2014/main" id="{692DFBA2-7273-ADC2-7970-AA2257CFFA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5831BDE-2157-407C-A18D-C9F92F339CCE}" type="slidenum">
              <a:rPr altLang="zh-CN"/>
              <a:pPr/>
              <a:t>20</a:t>
            </a:fld>
            <a:endParaRPr lang="zh-CN" altLang="zh-CN"/>
          </a:p>
        </p:txBody>
      </p:sp>
      <p:sp>
        <p:nvSpPr>
          <p:cNvPr id="223238" name="Rectangle 2">
            <a:extLst>
              <a:ext uri="{FF2B5EF4-FFF2-40B4-BE49-F238E27FC236}">
                <a16:creationId xmlns:a16="http://schemas.microsoft.com/office/drawing/2014/main" id="{29AC9524-B5BB-1138-7E54-4CFFD26F502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3239" name="Rectangle 3">
            <a:extLst>
              <a:ext uri="{FF2B5EF4-FFF2-40B4-BE49-F238E27FC236}">
                <a16:creationId xmlns:a16="http://schemas.microsoft.com/office/drawing/2014/main" id="{2DA90A8F-B275-85B9-2DE0-41EC0B078A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3662167B-E12F-FA44-4D79-349CDCC5D55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6441FA42-7082-1FF3-1A19-0A9E2C55E97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E5F9BE3-CCC0-46E3-B761-8EA5726DBB8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2025/10/28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5284" name="Rectangle 6">
            <a:extLst>
              <a:ext uri="{FF2B5EF4-FFF2-40B4-BE49-F238E27FC236}">
                <a16:creationId xmlns:a16="http://schemas.microsoft.com/office/drawing/2014/main" id="{DBD4B88D-F850-6B05-A4D0-837C86B601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225285" name="Rectangle 7">
            <a:extLst>
              <a:ext uri="{FF2B5EF4-FFF2-40B4-BE49-F238E27FC236}">
                <a16:creationId xmlns:a16="http://schemas.microsoft.com/office/drawing/2014/main" id="{314930F7-8FE4-CC52-9842-B2DB7DC5D9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AB6D909-0616-452F-A405-141B0A8C960F}" type="slidenum">
              <a:rPr altLang="zh-CN"/>
              <a:pPr/>
              <a:t>21</a:t>
            </a:fld>
            <a:endParaRPr lang="zh-CN" altLang="zh-CN"/>
          </a:p>
        </p:txBody>
      </p:sp>
      <p:sp>
        <p:nvSpPr>
          <p:cNvPr id="225286" name="Rectangle 2">
            <a:extLst>
              <a:ext uri="{FF2B5EF4-FFF2-40B4-BE49-F238E27FC236}">
                <a16:creationId xmlns:a16="http://schemas.microsoft.com/office/drawing/2014/main" id="{B15DE001-8074-9A8C-9347-EBD06CEE17E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287" name="Rectangle 3">
            <a:extLst>
              <a:ext uri="{FF2B5EF4-FFF2-40B4-BE49-F238E27FC236}">
                <a16:creationId xmlns:a16="http://schemas.microsoft.com/office/drawing/2014/main" id="{D5CC652E-2E13-3DFB-DE56-0194964975F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l-GR" altLang="zh-CN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1576166-F8A8-2BB4-DD70-4DCCC41CD5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B07C4-D545-4019-999F-2BF1C9F1667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2712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A496EF-690C-1322-217E-CF93873298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17126-F83D-483A-A81D-FB110B6CC88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133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C76059A-DCE6-06DB-148D-23EFCAA634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56850-B5A9-4138-96F8-43175F14C54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462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BFA6E9E-9DC4-3D18-4801-133C430B91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0F768-CF50-45CB-A3B0-2FE34A0E6DE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331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41E05F3-2439-79E4-F7F5-8F2C2B617C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FA487-D0DA-4C3E-9293-2476D2D3F26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1119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89F1C90-3486-2E05-2147-30D0DE0244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52C24-0ABC-4BA9-9C3A-88D241B835A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2845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E9D1B7D-3B07-509D-50EF-026DB3CDB0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1E09E-C200-45A4-8478-86CF5BDF056D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033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5F4CA27-994E-AC0C-771F-3EF4C93DDB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290EF-43E9-4B74-AB16-693B7C0904C9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0739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419DEBC-2523-BBA1-6502-B119703BF9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29BB8-1C94-49D8-A2C5-F57E2411AA7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114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EC59668-439D-3895-18B9-3DCEC5916B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51D90-C335-447A-8BA8-1A261C7F0EA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820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81BBA34-4FB6-72F9-BF3B-5E2C58618AD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C69E9-5D55-4F66-A766-3326B497F49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1404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0E47C4B-940B-16F5-F902-B74DC2015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D5263-529B-4DFA-A584-ECBA7568C50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551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E66E56F-91DA-FD1C-A07B-339224985A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19E1B-3695-45AD-9E6B-68F3904643D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9002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31F72C9-FB7F-FB18-0D3D-A796B361CD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88A6E-ED28-4B67-AFFA-044B2EF941D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242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&#38543;&#26426;&#28857;&#21517;&#21161;&#25163;.exe" TargetMode="Externa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01" name="Rectangle 5">
            <a:extLst>
              <a:ext uri="{FF2B5EF4-FFF2-40B4-BE49-F238E27FC236}">
                <a16:creationId xmlns:a16="http://schemas.microsoft.com/office/drawing/2014/main" id="{469081B0-B31B-A751-8DAF-F86981C33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1913"/>
            <a:ext cx="5256212" cy="3508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第 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2 </a:t>
            </a: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电磁场的基本规律</a:t>
            </a: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E6921E0D-608C-456E-16D9-D87EE0F58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-26988"/>
            <a:ext cx="2089150" cy="263526"/>
          </a:xfrm>
          <a:prstGeom prst="rect">
            <a:avLst/>
          </a:prstGeom>
          <a:noFill/>
          <a:ln>
            <a:noFill/>
          </a:ln>
        </p:spPr>
        <p:txBody>
          <a:bodyPr tIns="10800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000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10" descr="深色横线">
            <a:extLst>
              <a:ext uri="{FF2B5EF4-FFF2-40B4-BE49-F238E27FC236}">
                <a16:creationId xmlns:a16="http://schemas.microsoft.com/office/drawing/2014/main" id="{105FFC0F-C995-9B5A-F064-DA7D993A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6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sp>
        <p:nvSpPr>
          <p:cNvPr id="490507" name="Rectangle 11">
            <a:extLst>
              <a:ext uri="{FF2B5EF4-FFF2-40B4-BE49-F238E27FC236}">
                <a16:creationId xmlns:a16="http://schemas.microsoft.com/office/drawing/2014/main" id="{2BDE0A9D-C8EC-8929-4C60-946F3D72E3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A2C5FE4-BC8C-4EF0-8366-115BDD2CE81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90516" name="Rectangle 20">
            <a:extLst>
              <a:ext uri="{FF2B5EF4-FFF2-40B4-BE49-F238E27FC236}">
                <a16:creationId xmlns:a16="http://schemas.microsoft.com/office/drawing/2014/main" id="{23391E95-09F1-6997-0833-928A0604D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2113"/>
            <a:ext cx="9144000" cy="6192837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endParaRPr lang="zh-CN" altLang="zh-CN" sz="2800" b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031" name="Rectangle 21" descr="栎木">
            <a:extLst>
              <a:ext uri="{FF2B5EF4-FFF2-40B4-BE49-F238E27FC236}">
                <a16:creationId xmlns:a16="http://schemas.microsoft.com/office/drawing/2014/main" id="{DE51BE3B-C1ED-DA07-DEFE-69DB2216F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sp>
        <p:nvSpPr>
          <p:cNvPr id="1032" name="Rectangle 23" descr="深色横线">
            <a:extLst>
              <a:ext uri="{FF2B5EF4-FFF2-40B4-BE49-F238E27FC236}">
                <a16:creationId xmlns:a16="http://schemas.microsoft.com/office/drawing/2014/main" id="{F7582914-BC2C-28C7-AA83-95E947AF3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pic>
        <p:nvPicPr>
          <p:cNvPr id="1033" name="Picture 29" descr="听诊器">
            <a:hlinkClick r:id="rId17" action="ppaction://hlinkfile"/>
            <a:extLst>
              <a:ext uri="{FF2B5EF4-FFF2-40B4-BE49-F238E27FC236}">
                <a16:creationId xmlns:a16="http://schemas.microsoft.com/office/drawing/2014/main" id="{48FAD43C-68E2-8588-1892-939F72B65C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5862638"/>
            <a:ext cx="508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slide" Target="slide13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emf"/><Relationship Id="rId4" Type="http://schemas.openxmlformats.org/officeDocument/2006/relationships/slide" Target="slide3.xml"/><Relationship Id="rId9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9.emf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8.png"/><Relationship Id="rId10" Type="http://schemas.openxmlformats.org/officeDocument/2006/relationships/slide" Target="slide12.xml"/><Relationship Id="rId4" Type="http://schemas.openxmlformats.org/officeDocument/2006/relationships/image" Target="../media/image7.emf"/><Relationship Id="rId9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6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oleObject" Target="../embeddings/oleObject1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emf"/><Relationship Id="rId11" Type="http://schemas.openxmlformats.org/officeDocument/2006/relationships/image" Target="../media/image15.emf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12.emf"/><Relationship Id="rId9" Type="http://schemas.openxmlformats.org/officeDocument/2006/relationships/slide" Target="slide12.xml"/><Relationship Id="rId1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1.emf"/><Relationship Id="rId4" Type="http://schemas.openxmlformats.org/officeDocument/2006/relationships/slide" Target="slide1.xml"/><Relationship Id="rId9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gif"/><Relationship Id="rId5" Type="http://schemas.openxmlformats.org/officeDocument/2006/relationships/slide" Target="slide1.xml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gif"/><Relationship Id="rId3" Type="http://schemas.openxmlformats.org/officeDocument/2006/relationships/oleObject" Target="../embeddings/oleObject22.bin"/><Relationship Id="rId7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29.bin"/><Relationship Id="rId18" Type="http://schemas.openxmlformats.org/officeDocument/2006/relationships/oleObject" Target="../embeddings/oleObject31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4.emf"/><Relationship Id="rId17" Type="http://schemas.openxmlformats.org/officeDocument/2006/relationships/slide" Target="slide1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6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33.emf"/><Relationship Id="rId19" Type="http://schemas.openxmlformats.org/officeDocument/2006/relationships/image" Target="../media/image37.emf"/><Relationship Id="rId4" Type="http://schemas.openxmlformats.org/officeDocument/2006/relationships/image" Target="../media/image30.e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oleObject" Target="../embeddings/oleObject32.bin"/><Relationship Id="rId7" Type="http://schemas.openxmlformats.org/officeDocument/2006/relationships/image" Target="../media/image3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2.png"/><Relationship Id="rId5" Type="http://schemas.openxmlformats.org/officeDocument/2006/relationships/slide" Target="slide1.xml"/><Relationship Id="rId10" Type="http://schemas.openxmlformats.org/officeDocument/2006/relationships/image" Target="../media/image41.png"/><Relationship Id="rId4" Type="http://schemas.openxmlformats.org/officeDocument/2006/relationships/image" Target="../media/image38.emf"/><Relationship Id="rId9" Type="http://schemas.openxmlformats.org/officeDocument/2006/relationships/image" Target="../media/image4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8.w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50.e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51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4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oleObject" Target="../embeddings/oleObject49.bin"/><Relationship Id="rId18" Type="http://schemas.openxmlformats.org/officeDocument/2006/relationships/oleObject" Target="../embeddings/oleObject51.bin"/><Relationship Id="rId3" Type="http://schemas.openxmlformats.org/officeDocument/2006/relationships/oleObject" Target="../embeddings/oleObject44.bin"/><Relationship Id="rId21" Type="http://schemas.openxmlformats.org/officeDocument/2006/relationships/image" Target="../media/image58.emf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6.emf"/><Relationship Id="rId17" Type="http://schemas.openxmlformats.org/officeDocument/2006/relationships/image" Target="../media/image48.wmf"/><Relationship Id="rId25" Type="http://schemas.openxmlformats.org/officeDocument/2006/relationships/image" Target="../media/image60.emf"/><Relationship Id="rId2" Type="http://schemas.openxmlformats.org/officeDocument/2006/relationships/notesSlide" Target="../notesSlides/notesSlide9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3.emf"/><Relationship Id="rId11" Type="http://schemas.openxmlformats.org/officeDocument/2006/relationships/oleObject" Target="../embeddings/oleObject48.bin"/><Relationship Id="rId24" Type="http://schemas.openxmlformats.org/officeDocument/2006/relationships/oleObject" Target="../embeddings/oleObject54.bin"/><Relationship Id="rId5" Type="http://schemas.openxmlformats.org/officeDocument/2006/relationships/oleObject" Target="../embeddings/oleObject45.bin"/><Relationship Id="rId15" Type="http://schemas.openxmlformats.org/officeDocument/2006/relationships/slide" Target="slide1.xml"/><Relationship Id="rId23" Type="http://schemas.openxmlformats.org/officeDocument/2006/relationships/image" Target="../media/image59.emf"/><Relationship Id="rId10" Type="http://schemas.openxmlformats.org/officeDocument/2006/relationships/image" Target="../media/image55.emf"/><Relationship Id="rId19" Type="http://schemas.openxmlformats.org/officeDocument/2006/relationships/image" Target="../media/image49.wmf"/><Relationship Id="rId4" Type="http://schemas.openxmlformats.org/officeDocument/2006/relationships/image" Target="../media/image52.e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7.emf"/><Relationship Id="rId22" Type="http://schemas.openxmlformats.org/officeDocument/2006/relationships/oleObject" Target="../embeddings/oleObject5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60.bin"/><Relationship Id="rId18" Type="http://schemas.openxmlformats.org/officeDocument/2006/relationships/oleObject" Target="../embeddings/oleObject62.bin"/><Relationship Id="rId26" Type="http://schemas.openxmlformats.org/officeDocument/2006/relationships/image" Target="../media/image70.png"/><Relationship Id="rId3" Type="http://schemas.openxmlformats.org/officeDocument/2006/relationships/oleObject" Target="../embeddings/oleObject55.bin"/><Relationship Id="rId21" Type="http://schemas.openxmlformats.org/officeDocument/2006/relationships/image" Target="../media/image67.emf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3.emf"/><Relationship Id="rId17" Type="http://schemas.openxmlformats.org/officeDocument/2006/relationships/slide" Target="slide1.xml"/><Relationship Id="rId25" Type="http://schemas.openxmlformats.org/officeDocument/2006/relationships/image" Target="../media/image69.emf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5.emf"/><Relationship Id="rId20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9.bin"/><Relationship Id="rId24" Type="http://schemas.openxmlformats.org/officeDocument/2006/relationships/oleObject" Target="../embeddings/oleObject65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image" Target="../media/image68.emf"/><Relationship Id="rId10" Type="http://schemas.openxmlformats.org/officeDocument/2006/relationships/image" Target="../media/image62.emf"/><Relationship Id="rId19" Type="http://schemas.openxmlformats.org/officeDocument/2006/relationships/image" Target="../media/image66.e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4.emf"/><Relationship Id="rId22" Type="http://schemas.openxmlformats.org/officeDocument/2006/relationships/oleObject" Target="../embeddings/oleObject6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11" Type="http://schemas.openxmlformats.org/officeDocument/2006/relationships/slide" Target="slide1.xml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4.emf"/><Relationship Id="rId4" Type="http://schemas.openxmlformats.org/officeDocument/2006/relationships/image" Target="../media/image71.emf"/><Relationship Id="rId9" Type="http://schemas.openxmlformats.org/officeDocument/2006/relationships/oleObject" Target="../embeddings/oleObject6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9.emf"/><Relationship Id="rId18" Type="http://schemas.openxmlformats.org/officeDocument/2006/relationships/oleObject" Target="../embeddings/oleObject77.bin"/><Relationship Id="rId3" Type="http://schemas.openxmlformats.org/officeDocument/2006/relationships/oleObject" Target="../embeddings/oleObject70.bin"/><Relationship Id="rId21" Type="http://schemas.openxmlformats.org/officeDocument/2006/relationships/oleObject" Target="../embeddings/oleObject78.bin"/><Relationship Id="rId7" Type="http://schemas.openxmlformats.org/officeDocument/2006/relationships/image" Target="../media/image18.png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81.emf"/><Relationship Id="rId2" Type="http://schemas.openxmlformats.org/officeDocument/2006/relationships/notesSlide" Target="../notesSlides/notesSlide13.xml"/><Relationship Id="rId16" Type="http://schemas.openxmlformats.org/officeDocument/2006/relationships/oleObject" Target="../embeddings/oleObject76.bin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emf"/><Relationship Id="rId11" Type="http://schemas.openxmlformats.org/officeDocument/2006/relationships/image" Target="../media/image78.emf"/><Relationship Id="rId5" Type="http://schemas.openxmlformats.org/officeDocument/2006/relationships/oleObject" Target="../embeddings/oleObject71.bin"/><Relationship Id="rId15" Type="http://schemas.openxmlformats.org/officeDocument/2006/relationships/image" Target="../media/image80.e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82.emf"/><Relationship Id="rId4" Type="http://schemas.openxmlformats.org/officeDocument/2006/relationships/image" Target="../media/image75.emf"/><Relationship Id="rId9" Type="http://schemas.openxmlformats.org/officeDocument/2006/relationships/image" Target="../media/image77.emf"/><Relationship Id="rId14" Type="http://schemas.openxmlformats.org/officeDocument/2006/relationships/oleObject" Target="../embeddings/oleObject75.bin"/><Relationship Id="rId22" Type="http://schemas.openxmlformats.org/officeDocument/2006/relationships/image" Target="../media/image8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7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slide" Target="slide1.xml"/><Relationship Id="rId4" Type="http://schemas.openxmlformats.org/officeDocument/2006/relationships/image" Target="../media/image8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7.emf"/><Relationship Id="rId4" Type="http://schemas.openxmlformats.org/officeDocument/2006/relationships/oleObject" Target="../embeddings/oleObject8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slide" Target="slide1.xml"/><Relationship Id="rId7" Type="http://schemas.openxmlformats.org/officeDocument/2006/relationships/oleObject" Target="../embeddings/oleObject84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9.emf"/><Relationship Id="rId11" Type="http://schemas.openxmlformats.org/officeDocument/2006/relationships/image" Target="../media/image92.wmf"/><Relationship Id="rId5" Type="http://schemas.openxmlformats.org/officeDocument/2006/relationships/oleObject" Target="../embeddings/oleObject83.bin"/><Relationship Id="rId10" Type="http://schemas.openxmlformats.org/officeDocument/2006/relationships/oleObject" Target="../embeddings/oleObject85.bin"/><Relationship Id="rId4" Type="http://schemas.openxmlformats.org/officeDocument/2006/relationships/image" Target="../media/image88.png"/><Relationship Id="rId9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8.emf"/><Relationship Id="rId3" Type="http://schemas.openxmlformats.org/officeDocument/2006/relationships/image" Target="../media/image93.emf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91.bin"/><Relationship Id="rId2" Type="http://schemas.openxmlformats.org/officeDocument/2006/relationships/oleObject" Target="../embeddings/oleObject86.bin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97.emf"/><Relationship Id="rId5" Type="http://schemas.openxmlformats.org/officeDocument/2006/relationships/image" Target="../media/image94.emf"/><Relationship Id="rId15" Type="http://schemas.openxmlformats.org/officeDocument/2006/relationships/image" Target="../media/image99.png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96.emf"/><Relationship Id="rId14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09.png"/><Relationship Id="rId3" Type="http://schemas.openxmlformats.org/officeDocument/2006/relationships/image" Target="../media/image101.png"/><Relationship Id="rId7" Type="http://schemas.openxmlformats.org/officeDocument/2006/relationships/image" Target="../media/image103.emf"/><Relationship Id="rId12" Type="http://schemas.openxmlformats.org/officeDocument/2006/relationships/image" Target="../media/image105.emf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3.bin"/><Relationship Id="rId11" Type="http://schemas.openxmlformats.org/officeDocument/2006/relationships/oleObject" Target="../embeddings/oleObject95.bin"/><Relationship Id="rId5" Type="http://schemas.openxmlformats.org/officeDocument/2006/relationships/image" Target="../media/image102.emf"/><Relationship Id="rId15" Type="http://schemas.openxmlformats.org/officeDocument/2006/relationships/oleObject" Target="../embeddings/oleObject97.bin"/><Relationship Id="rId10" Type="http://schemas.openxmlformats.org/officeDocument/2006/relationships/slide" Target="slide1.xml"/><Relationship Id="rId4" Type="http://schemas.openxmlformats.org/officeDocument/2006/relationships/oleObject" Target="../embeddings/oleObject92.bin"/><Relationship Id="rId9" Type="http://schemas.openxmlformats.org/officeDocument/2006/relationships/image" Target="../media/image104.emf"/><Relationship Id="rId14" Type="http://schemas.openxmlformats.org/officeDocument/2006/relationships/image" Target="../media/image10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灯片编号占位符 3">
            <a:extLst>
              <a:ext uri="{FF2B5EF4-FFF2-40B4-BE49-F238E27FC236}">
                <a16:creationId xmlns:a16="http://schemas.microsoft.com/office/drawing/2014/main" id="{73E6CB7B-3DC5-CE05-34A3-A8DE7124BE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7766D61-E4E2-4159-AF7D-F7E6614157A8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4AB718C4-6999-7DC2-E03A-5B2575549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6088" y="731838"/>
            <a:ext cx="8229600" cy="490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2.5 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电磁感应定律和位移电流</a:t>
            </a:r>
          </a:p>
        </p:txBody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0B41290B-C5CC-75CF-3138-B3380442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3284538"/>
            <a:ext cx="4032250" cy="1941512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本节内容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2.5.1  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" action="ppaction://noaction"/>
              </a:rPr>
              <a:t>电磁感应定律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2.5.2   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3" action="ppaction://hlinksldjump"/>
              </a:rPr>
              <a:t>位移电流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5349" name="Rectangle 4">
            <a:extLst>
              <a:ext uri="{FF2B5EF4-FFF2-40B4-BE49-F238E27FC236}">
                <a16:creationId xmlns:a16="http://schemas.microsoft.com/office/drawing/2014/main" id="{9B846BCF-4566-C56A-0261-7DBA5D96C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597025"/>
            <a:ext cx="741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感应电动势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CC66"/>
                </a:solidFill>
                <a:ea typeface="宋体" panose="02010600030101010101" pitchFamily="2" charset="-122"/>
              </a:rPr>
              <a:t>：</a:t>
            </a:r>
            <a:r>
              <a:rPr lang="zh-CN" altLang="en-US">
                <a:latin typeface="Times New Roman" panose="02020603050405020304" pitchFamily="18" charset="0"/>
              </a:rPr>
              <a:t>揭示时变磁场产生电场。</a:t>
            </a:r>
          </a:p>
        </p:txBody>
      </p:sp>
      <p:sp>
        <p:nvSpPr>
          <p:cNvPr id="185350" name="Rectangle 5">
            <a:extLst>
              <a:ext uri="{FF2B5EF4-FFF2-40B4-BE49-F238E27FC236}">
                <a16:creationId xmlns:a16="http://schemas.microsoft.com/office/drawing/2014/main" id="{0F6E5874-981E-2F47-41EE-A101C6EB7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101850"/>
            <a:ext cx="698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位移电流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CC66"/>
                </a:solidFill>
                <a:ea typeface="宋体" panose="02010600030101010101" pitchFamily="2" charset="-122"/>
              </a:rPr>
              <a:t>：</a:t>
            </a:r>
            <a:r>
              <a:rPr lang="zh-CN" altLang="en-US">
                <a:latin typeface="Times New Roman" panose="02020603050405020304" pitchFamily="18" charset="0"/>
              </a:rPr>
              <a:t>揭示时变电场产生磁场。</a:t>
            </a:r>
          </a:p>
        </p:txBody>
      </p:sp>
      <p:sp>
        <p:nvSpPr>
          <p:cNvPr id="185351" name="Rectangle 6">
            <a:extLst>
              <a:ext uri="{FF2B5EF4-FFF2-40B4-BE49-F238E27FC236}">
                <a16:creationId xmlns:a16="http://schemas.microsoft.com/office/drawing/2014/main" id="{6F2C2748-1BD1-6309-AF7A-7DB03205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78113"/>
            <a:ext cx="874871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重要结论：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在时变情况下，电场与磁场相互激励，形成统一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Times New Roman" panose="02020603050405020304" pitchFamily="18" charset="0"/>
              </a:rPr>
              <a:t>的电磁场。</a:t>
            </a:r>
          </a:p>
        </p:txBody>
      </p:sp>
      <p:sp>
        <p:nvSpPr>
          <p:cNvPr id="185352" name="AutoShape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54DDC0D-6E72-9E8A-8FC6-4DE786917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5353" name="AutoShape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CAE4021-ECE0-1D09-E9AD-856CE5DD3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5354" name="AutoShap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DD63357-A4A0-51BE-1B31-AD89C7766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5355" name="AutoShape 1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6C42F06-C840-2840-9540-5CEE48ED2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5356" name="Rectangle 3">
            <a:extLst>
              <a:ext uri="{FF2B5EF4-FFF2-40B4-BE49-F238E27FC236}">
                <a16:creationId xmlns:a16="http://schemas.microsoft.com/office/drawing/2014/main" id="{7B59681F-8CD3-E632-720B-D00BAB306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675313"/>
            <a:ext cx="5256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151" name="Group 15">
            <a:extLst>
              <a:ext uri="{FF2B5EF4-FFF2-40B4-BE49-F238E27FC236}">
                <a16:creationId xmlns:a16="http://schemas.microsoft.com/office/drawing/2014/main" id="{69716073-79C3-148F-9981-109CEFE0C227}"/>
              </a:ext>
            </a:extLst>
          </p:cNvPr>
          <p:cNvGraphicFramePr>
            <a:graphicFrameLocks noGrp="1"/>
          </p:cNvGraphicFramePr>
          <p:nvPr/>
        </p:nvGraphicFramePr>
        <p:xfrm>
          <a:off x="1778000" y="5494338"/>
          <a:ext cx="5113338" cy="935052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4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73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旋度源</a:t>
                      </a: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（两类）</a:t>
                      </a:r>
                    </a:p>
                  </a:txBody>
                  <a:tcPr marT="45678" marB="45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变化的磁场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变化的电场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04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产生的场</a:t>
                      </a:r>
                    </a:p>
                  </a:txBody>
                  <a:tcPr marT="45678" marB="45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感应电场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感应磁场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5766" name="Object 22">
            <a:extLst>
              <a:ext uri="{FF2B5EF4-FFF2-40B4-BE49-F238E27FC236}">
                <a16:creationId xmlns:a16="http://schemas.microsoft.com/office/drawing/2014/main" id="{81C5CA99-9F08-DF17-BA01-5110C0C7D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239477"/>
              </p:ext>
            </p:extLst>
          </p:nvPr>
        </p:nvGraphicFramePr>
        <p:xfrm>
          <a:off x="4222750" y="5405438"/>
          <a:ext cx="7810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11250" imgH="247719" progId="Equation.3">
                  <p:embed/>
                </p:oleObj>
              </mc:Choice>
              <mc:Fallback>
                <p:oleObj r:id="rId5" imgW="311250" imgH="247719" progId="Equation.3">
                  <p:embed/>
                  <p:pic>
                    <p:nvPicPr>
                      <p:cNvPr id="415766" name="Object 22">
                        <a:extLst>
                          <a:ext uri="{FF2B5EF4-FFF2-40B4-BE49-F238E27FC236}">
                            <a16:creationId xmlns:a16="http://schemas.microsoft.com/office/drawing/2014/main" id="{81C5CA99-9F08-DF17-BA01-5110C0C7D2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5405438"/>
                        <a:ext cx="78105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2">
            <a:extLst>
              <a:ext uri="{FF2B5EF4-FFF2-40B4-BE49-F238E27FC236}">
                <a16:creationId xmlns:a16="http://schemas.microsoft.com/office/drawing/2014/main" id="{C0A29128-BFEE-5533-8B64-80B8A15F7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979904"/>
              </p:ext>
            </p:extLst>
          </p:nvPr>
        </p:nvGraphicFramePr>
        <p:xfrm>
          <a:off x="6096000" y="5405438"/>
          <a:ext cx="7810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11250" imgH="247719" progId="Equation.3">
                  <p:embed/>
                </p:oleObj>
              </mc:Choice>
              <mc:Fallback>
                <p:oleObj r:id="rId7" imgW="311250" imgH="247719" progId="Equation.3">
                  <p:embed/>
                  <p:pic>
                    <p:nvPicPr>
                      <p:cNvPr id="2" name="Object 22">
                        <a:extLst>
                          <a:ext uri="{FF2B5EF4-FFF2-40B4-BE49-F238E27FC236}">
                            <a16:creationId xmlns:a16="http://schemas.microsoft.com/office/drawing/2014/main" id="{C0A29128-BFEE-5533-8B64-80B8A15F77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405438"/>
                        <a:ext cx="78105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>
            <a:extLst>
              <a:ext uri="{FF2B5EF4-FFF2-40B4-BE49-F238E27FC236}">
                <a16:creationId xmlns:a16="http://schemas.microsoft.com/office/drawing/2014/main" id="{F4C62B0B-D3D0-44ED-F13B-C08468F4E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852078"/>
              </p:ext>
            </p:extLst>
          </p:nvPr>
        </p:nvGraphicFramePr>
        <p:xfrm>
          <a:off x="4056063" y="6040438"/>
          <a:ext cx="8048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23733" imgH="133419" progId="Equation.3">
                  <p:embed/>
                </p:oleObj>
              </mc:Choice>
              <mc:Fallback>
                <p:oleObj r:id="rId9" imgW="323733" imgH="133419" progId="Equation.3">
                  <p:embed/>
                  <p:pic>
                    <p:nvPicPr>
                      <p:cNvPr id="3" name="Object 22">
                        <a:extLst>
                          <a:ext uri="{FF2B5EF4-FFF2-40B4-BE49-F238E27FC236}">
                            <a16:creationId xmlns:a16="http://schemas.microsoft.com/office/drawing/2014/main" id="{F4C62B0B-D3D0-44ED-F13B-C08468F4E0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063" y="6040438"/>
                        <a:ext cx="8048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2">
            <a:extLst>
              <a:ext uri="{FF2B5EF4-FFF2-40B4-BE49-F238E27FC236}">
                <a16:creationId xmlns:a16="http://schemas.microsoft.com/office/drawing/2014/main" id="{12CE5127-E032-4F58-8EB5-2B6365BDE5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409571"/>
              </p:ext>
            </p:extLst>
          </p:nvPr>
        </p:nvGraphicFramePr>
        <p:xfrm>
          <a:off x="5927725" y="6040438"/>
          <a:ext cx="8048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23733" imgH="133419" progId="Equation.3">
                  <p:embed/>
                </p:oleObj>
              </mc:Choice>
              <mc:Fallback>
                <p:oleObj r:id="rId11" imgW="323733" imgH="133419" progId="Equation.3">
                  <p:embed/>
                  <p:pic>
                    <p:nvPicPr>
                      <p:cNvPr id="4" name="Object 22">
                        <a:extLst>
                          <a:ext uri="{FF2B5EF4-FFF2-40B4-BE49-F238E27FC236}">
                            <a16:creationId xmlns:a16="http://schemas.microsoft.com/office/drawing/2014/main" id="{12CE5127-E032-4F58-8EB5-2B6365BDE5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725" y="6040438"/>
                        <a:ext cx="8048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灯片编号占位符 3">
            <a:extLst>
              <a:ext uri="{FF2B5EF4-FFF2-40B4-BE49-F238E27FC236}">
                <a16:creationId xmlns:a16="http://schemas.microsoft.com/office/drawing/2014/main" id="{BA633471-8520-87B4-E439-778C74B48B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E97C806-0481-404A-979A-7B4B64B40852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1602" name="Rectangle 2">
            <a:extLst>
              <a:ext uri="{FF2B5EF4-FFF2-40B4-BE49-F238E27FC236}">
                <a16:creationId xmlns:a16="http://schemas.microsoft.com/office/drawing/2014/main" id="{AA48A6D1-B661-634F-C74F-4CA22992E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476250"/>
            <a:ext cx="8229600" cy="561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2.5.1   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电磁感应定律</a:t>
            </a:r>
          </a:p>
        </p:txBody>
      </p:sp>
      <p:sp>
        <p:nvSpPr>
          <p:cNvPr id="921604" name="Text Box 4">
            <a:extLst>
              <a:ext uri="{FF2B5EF4-FFF2-40B4-BE49-F238E27FC236}">
                <a16:creationId xmlns:a16="http://schemas.microsoft.com/office/drawing/2014/main" id="{295DCEFB-82DE-055D-6802-FD8FB0169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8" y="6030913"/>
            <a:ext cx="8821737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负号表示</a:t>
            </a:r>
            <a:r>
              <a:rPr lang="zh-CN" altLang="en-US">
                <a:solidFill>
                  <a:srgbClr val="FFCC66"/>
                </a:solidFill>
                <a:latin typeface="楷体_GB2312" pitchFamily="49" charset="-122"/>
              </a:rPr>
              <a:t>感应电流产生的磁通总是阻止原磁通的变化</a:t>
            </a:r>
            <a:r>
              <a:rPr lang="zh-CN" altLang="en-US">
                <a:latin typeface="楷体_GB2312" pitchFamily="49" charset="-122"/>
              </a:rPr>
              <a:t>。</a:t>
            </a:r>
          </a:p>
        </p:txBody>
      </p:sp>
      <p:graphicFrame>
        <p:nvGraphicFramePr>
          <p:cNvPr id="921605" name="Object 5">
            <a:extLst>
              <a:ext uri="{FF2B5EF4-FFF2-40B4-BE49-F238E27FC236}">
                <a16:creationId xmlns:a16="http://schemas.microsoft.com/office/drawing/2014/main" id="{BF264CF1-AFD7-A7B2-1345-3BE21C3B04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385909"/>
              </p:ext>
            </p:extLst>
          </p:nvPr>
        </p:nvGraphicFramePr>
        <p:xfrm>
          <a:off x="2430463" y="5368925"/>
          <a:ext cx="17081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65076" imgH="279308" progId="Equation.DSMT4">
                  <p:embed/>
                </p:oleObj>
              </mc:Choice>
              <mc:Fallback>
                <p:oleObj r:id="rId3" imgW="565076" imgH="279308" progId="Equation.DSMT4">
                  <p:embed/>
                  <p:pic>
                    <p:nvPicPr>
                      <p:cNvPr id="921605" name="Object 5">
                        <a:extLst>
                          <a:ext uri="{FF2B5EF4-FFF2-40B4-BE49-F238E27FC236}">
                            <a16:creationId xmlns:a16="http://schemas.microsoft.com/office/drawing/2014/main" id="{BF264CF1-AFD7-A7B2-1345-3BE21C3B0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5368925"/>
                        <a:ext cx="17081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AC10188A-4D8D-18C8-1749-7F0C2137A5C2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141663"/>
            <a:ext cx="2663825" cy="2735262"/>
            <a:chOff x="4105" y="437"/>
            <a:chExt cx="1530" cy="1632"/>
          </a:xfrm>
        </p:grpSpPr>
        <p:grpSp>
          <p:nvGrpSpPr>
            <p:cNvPr id="187414" name="Group 8">
              <a:extLst>
                <a:ext uri="{FF2B5EF4-FFF2-40B4-BE49-F238E27FC236}">
                  <a16:creationId xmlns:a16="http://schemas.microsoft.com/office/drawing/2014/main" id="{ED74B5D4-CA6A-E887-F47B-CA004CAE31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5" y="437"/>
              <a:ext cx="1530" cy="1632"/>
              <a:chOff x="4105" y="437"/>
              <a:chExt cx="1530" cy="1632"/>
            </a:xfrm>
          </p:grpSpPr>
          <p:sp>
            <p:nvSpPr>
              <p:cNvPr id="187417" name="Rectangle 9">
                <a:extLst>
                  <a:ext uri="{FF2B5EF4-FFF2-40B4-BE49-F238E27FC236}">
                    <a16:creationId xmlns:a16="http://schemas.microsoft.com/office/drawing/2014/main" id="{3654B336-2B9B-A9CD-2059-E24FF9511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5" y="437"/>
                <a:ext cx="1530" cy="1632"/>
              </a:xfrm>
              <a:prstGeom prst="rect">
                <a:avLst/>
              </a:prstGeom>
              <a:solidFill>
                <a:srgbClr val="58A876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pic>
            <p:nvPicPr>
              <p:cNvPr id="187418" name="Picture 10" descr="4">
                <a:extLst>
                  <a:ext uri="{FF2B5EF4-FFF2-40B4-BE49-F238E27FC236}">
                    <a16:creationId xmlns:a16="http://schemas.microsoft.com/office/drawing/2014/main" id="{C77A2D2B-8003-4803-235D-61DD68EB41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" y="564"/>
                <a:ext cx="1306" cy="141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87415" name="Rectangle 11">
              <a:extLst>
                <a:ext uri="{FF2B5EF4-FFF2-40B4-BE49-F238E27FC236}">
                  <a16:creationId xmlns:a16="http://schemas.microsoft.com/office/drawing/2014/main" id="{12BC3B37-492B-5BEF-8F34-3F3A3A95F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3" y="1480"/>
              <a:ext cx="272" cy="18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aphicFrame>
          <p:nvGraphicFramePr>
            <p:cNvPr id="187416" name="Object 12">
              <a:extLst>
                <a:ext uri="{FF2B5EF4-FFF2-40B4-BE49-F238E27FC236}">
                  <a16:creationId xmlns:a16="http://schemas.microsoft.com/office/drawing/2014/main" id="{B8CF5033-F05F-DF34-50E3-D14D977E61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5432430"/>
                </p:ext>
              </p:extLst>
            </p:nvPr>
          </p:nvGraphicFramePr>
          <p:xfrm>
            <a:off x="5103" y="1389"/>
            <a:ext cx="45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03061" imgH="133419" progId="Equation.DSMT4">
                    <p:embed/>
                  </p:oleObj>
                </mc:Choice>
                <mc:Fallback>
                  <p:oleObj r:id="rId6" imgW="203061" imgH="133419" progId="Equation.DSMT4">
                    <p:embed/>
                    <p:pic>
                      <p:nvPicPr>
                        <p:cNvPr id="187416" name="Object 12">
                          <a:extLst>
                            <a:ext uri="{FF2B5EF4-FFF2-40B4-BE49-F238E27FC236}">
                              <a16:creationId xmlns:a16="http://schemas.microsoft.com/office/drawing/2014/main" id="{B8CF5033-F05F-DF34-50E3-D14D977E61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1389"/>
                          <a:ext cx="45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9E895C92-E07F-D692-D26C-9508D0BE7B6A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3309938"/>
            <a:ext cx="5795963" cy="1990725"/>
            <a:chOff x="136" y="1933"/>
            <a:chExt cx="3651" cy="1254"/>
          </a:xfrm>
        </p:grpSpPr>
        <p:sp>
          <p:nvSpPr>
            <p:cNvPr id="187412" name="Text Box 14">
              <a:extLst>
                <a:ext uri="{FF2B5EF4-FFF2-40B4-BE49-F238E27FC236}">
                  <a16:creationId xmlns:a16="http://schemas.microsoft.com/office/drawing/2014/main" id="{6672FF53-F61D-C9E7-DAB8-8D5D75FBC3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" y="1933"/>
              <a:ext cx="3651" cy="1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en-US" altLang="zh-CN">
                  <a:latin typeface="楷体_GB2312" pitchFamily="49" charset="-122"/>
                </a:rPr>
                <a:t>    </a:t>
              </a:r>
              <a:r>
                <a:rPr lang="zh-CN" altLang="en-US">
                  <a:latin typeface="楷体_GB2312" pitchFamily="49" charset="-122"/>
                </a:rPr>
                <a:t>当通过导体回路所围面积的磁通量</a:t>
              </a:r>
              <a:r>
                <a:rPr lang="zh-CN" altLang="en-US" i="1">
                  <a:latin typeface="楷体_GB2312" pitchFamily="49" charset="-122"/>
                  <a:sym typeface="Symbol" panose="05050102010706020507" pitchFamily="18" charset="2"/>
                </a:rPr>
                <a:t>   </a:t>
              </a:r>
            </a:p>
            <a:p>
              <a:pPr algn="just" eaLnBrk="1" hangingPunct="1">
                <a:lnSpc>
                  <a:spcPct val="130000"/>
                </a:lnSpc>
              </a:pPr>
              <a:r>
                <a:rPr lang="zh-CN" altLang="en-US">
                  <a:latin typeface="楷体_GB2312" pitchFamily="49" charset="-122"/>
                </a:rPr>
                <a:t>发生变化时，回路中产生的感应电动势    </a:t>
              </a:r>
            </a:p>
            <a:p>
              <a:pPr algn="just" eaLnBrk="1" hangingPunct="1">
                <a:lnSpc>
                  <a:spcPct val="130000"/>
                </a:lnSpc>
              </a:pPr>
              <a:r>
                <a:rPr lang="zh-CN" altLang="en-US">
                  <a:latin typeface="楷体_GB2312" pitchFamily="49" charset="-122"/>
                </a:rPr>
                <a:t>的大小等于磁通量的时间变化率的负值，方向是要阻止回路中磁通量的改变：  </a:t>
              </a:r>
            </a:p>
          </p:txBody>
        </p:sp>
        <p:graphicFrame>
          <p:nvGraphicFramePr>
            <p:cNvPr id="187413" name="Object 15">
              <a:extLst>
                <a:ext uri="{FF2B5EF4-FFF2-40B4-BE49-F238E27FC236}">
                  <a16:creationId xmlns:a16="http://schemas.microsoft.com/office/drawing/2014/main" id="{EADC864E-B93D-1E32-0AD9-25F789B84F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1324797"/>
                </p:ext>
              </p:extLst>
            </p:nvPr>
          </p:nvGraphicFramePr>
          <p:xfrm>
            <a:off x="3443" y="2242"/>
            <a:ext cx="32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01531" imgH="120535" progId="Equation.3">
                    <p:embed/>
                  </p:oleObj>
                </mc:Choice>
                <mc:Fallback>
                  <p:oleObj r:id="rId8" imgW="101531" imgH="120535" progId="Equation.3">
                    <p:embed/>
                    <p:pic>
                      <p:nvPicPr>
                        <p:cNvPr id="187413" name="Object 15">
                          <a:extLst>
                            <a:ext uri="{FF2B5EF4-FFF2-40B4-BE49-F238E27FC236}">
                              <a16:creationId xmlns:a16="http://schemas.microsoft.com/office/drawing/2014/main" id="{EADC864E-B93D-1E32-0AD9-25F789B84F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3" y="2242"/>
                          <a:ext cx="32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7400" name="AutoShape 16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9B41D6C1-A8A5-C1BF-41E4-A80C9BEBF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7401" name="AutoShape 1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17BDB29-EE9D-0F72-5A60-12FFE3648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7402" name="AutoShape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1B358A9-035E-49F5-C0E2-499D110B6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7403" name="AutoShape 1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52D59AB-6AEF-132D-124B-1B5DCF0AF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5" name="Group 21">
            <a:extLst>
              <a:ext uri="{FF2B5EF4-FFF2-40B4-BE49-F238E27FC236}">
                <a16:creationId xmlns:a16="http://schemas.microsoft.com/office/drawing/2014/main" id="{6EC9D31E-1B14-7A7D-F573-808E150E3B0D}"/>
              </a:ext>
            </a:extLst>
          </p:cNvPr>
          <p:cNvGrpSpPr>
            <a:grpSpLocks/>
          </p:cNvGrpSpPr>
          <p:nvPr/>
        </p:nvGrpSpPr>
        <p:grpSpPr bwMode="auto">
          <a:xfrm>
            <a:off x="125413" y="908050"/>
            <a:ext cx="3006725" cy="457200"/>
            <a:chOff x="124" y="663"/>
            <a:chExt cx="1894" cy="288"/>
          </a:xfrm>
        </p:grpSpPr>
        <p:sp>
          <p:nvSpPr>
            <p:cNvPr id="187410" name="Rectangle 22">
              <a:extLst>
                <a:ext uri="{FF2B5EF4-FFF2-40B4-BE49-F238E27FC236}">
                  <a16:creationId xmlns:a16="http://schemas.microsoft.com/office/drawing/2014/main" id="{DE7AE286-966B-5086-7B30-D2F627DC7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663"/>
              <a:ext cx="17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/>
                <a:t>电磁感应现象</a:t>
              </a:r>
            </a:p>
          </p:txBody>
        </p:sp>
        <p:sp>
          <p:nvSpPr>
            <p:cNvPr id="187411" name="Oval 23">
              <a:extLst>
                <a:ext uri="{FF2B5EF4-FFF2-40B4-BE49-F238E27FC236}">
                  <a16:creationId xmlns:a16="http://schemas.microsoft.com/office/drawing/2014/main" id="{23698773-CC19-E45D-1375-98419A32DE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" y="764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6" name="Group 24">
            <a:extLst>
              <a:ext uri="{FF2B5EF4-FFF2-40B4-BE49-F238E27FC236}">
                <a16:creationId xmlns:a16="http://schemas.microsoft.com/office/drawing/2014/main" id="{3F553157-0D96-B34A-19C1-B7628B2DB624}"/>
              </a:ext>
            </a:extLst>
          </p:cNvPr>
          <p:cNvGrpSpPr>
            <a:grpSpLocks/>
          </p:cNvGrpSpPr>
          <p:nvPr/>
        </p:nvGrpSpPr>
        <p:grpSpPr bwMode="auto">
          <a:xfrm>
            <a:off x="128588" y="2790825"/>
            <a:ext cx="4371975" cy="566738"/>
            <a:chOff x="46" y="1600"/>
            <a:chExt cx="2754" cy="357"/>
          </a:xfrm>
        </p:grpSpPr>
        <p:sp>
          <p:nvSpPr>
            <p:cNvPr id="187408" name="Text Box 25">
              <a:extLst>
                <a:ext uri="{FF2B5EF4-FFF2-40B4-BE49-F238E27FC236}">
                  <a16:creationId xmlns:a16="http://schemas.microsoft.com/office/drawing/2014/main" id="{6BA39F17-0B01-D481-4BE9-6ECEA8BF9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1600"/>
              <a:ext cx="2596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zh-CN" altLang="en-US">
                  <a:latin typeface="楷体_GB2312" pitchFamily="49" charset="-122"/>
                </a:rPr>
                <a:t>感应电动势</a:t>
              </a:r>
            </a:p>
          </p:txBody>
        </p:sp>
        <p:sp>
          <p:nvSpPr>
            <p:cNvPr id="187409" name="Oval 26">
              <a:extLst>
                <a:ext uri="{FF2B5EF4-FFF2-40B4-BE49-F238E27FC236}">
                  <a16:creationId xmlns:a16="http://schemas.microsoft.com/office/drawing/2014/main" id="{2B8C50DC-1255-CD95-9916-511643ED7E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" y="1760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921633" name="Rectangle 33">
            <a:extLst>
              <a:ext uri="{FF2B5EF4-FFF2-40B4-BE49-F238E27FC236}">
                <a16:creationId xmlns:a16="http://schemas.microsoft.com/office/drawing/2014/main" id="{086047D3-56B9-1909-3F51-CCC3AA649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1484313"/>
            <a:ext cx="8928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  <a:r>
              <a:rPr lang="zh-CN" altLang="en-US"/>
              <a:t>当穿过的导体回路中磁通量发生变化时，回路中就会出现感应电流。</a:t>
            </a:r>
          </a:p>
        </p:txBody>
      </p:sp>
      <p:graphicFrame>
        <p:nvGraphicFramePr>
          <p:cNvPr id="921634" name="Object 34">
            <a:extLst>
              <a:ext uri="{FF2B5EF4-FFF2-40B4-BE49-F238E27FC236}">
                <a16:creationId xmlns:a16="http://schemas.microsoft.com/office/drawing/2014/main" id="{462B5C97-BCAB-420C-4CD9-5AA03212C39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054266"/>
              </p:ext>
            </p:extLst>
          </p:nvPr>
        </p:nvGraphicFramePr>
        <p:xfrm>
          <a:off x="852488" y="2349500"/>
          <a:ext cx="21812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812661" imgH="120535" progId="Equation.3">
                  <p:embed/>
                </p:oleObj>
              </mc:Choice>
              <mc:Fallback>
                <p:oleObj r:id="rId11" imgW="812661" imgH="120535" progId="Equation.3">
                  <p:embed/>
                  <p:pic>
                    <p:nvPicPr>
                      <p:cNvPr id="921634" name="Object 34">
                        <a:extLst>
                          <a:ext uri="{FF2B5EF4-FFF2-40B4-BE49-F238E27FC236}">
                            <a16:creationId xmlns:a16="http://schemas.microsoft.com/office/drawing/2014/main" id="{462B5C97-BCAB-420C-4CD9-5AA03212C39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2349500"/>
                        <a:ext cx="21812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灯片编号占位符 2">
            <a:extLst>
              <a:ext uri="{FF2B5EF4-FFF2-40B4-BE49-F238E27FC236}">
                <a16:creationId xmlns:a16="http://schemas.microsoft.com/office/drawing/2014/main" id="{5F53D98C-AF34-7248-220E-7907C80DB5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1574D64-EE78-4935-9E8C-F55C2F20B258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8C8E61A-6C33-1F50-21BF-BD3566052BA5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692150"/>
            <a:ext cx="5689600" cy="1516063"/>
            <a:chOff x="1927" y="436"/>
            <a:chExt cx="3584" cy="955"/>
          </a:xfrm>
        </p:grpSpPr>
        <p:sp>
          <p:nvSpPr>
            <p:cNvPr id="189482" name="Text Box 4">
              <a:extLst>
                <a:ext uri="{FF2B5EF4-FFF2-40B4-BE49-F238E27FC236}">
                  <a16:creationId xmlns:a16="http://schemas.microsoft.com/office/drawing/2014/main" id="{5DED654D-A03E-19BB-58EB-2516BF00E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436"/>
              <a:ext cx="3584" cy="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　    </a:t>
              </a:r>
              <a:r>
                <a:rPr lang="zh-CN" altLang="en-US">
                  <a:latin typeface="Times New Roman" panose="02020603050405020304" pitchFamily="18" charset="0"/>
                </a:rPr>
                <a:t>设任意导体回路 </a:t>
              </a:r>
              <a:r>
                <a:rPr lang="en-US" altLang="zh-CN" i="1">
                  <a:latin typeface="Times New Roman" panose="02020603050405020304" pitchFamily="18" charset="0"/>
                </a:rPr>
                <a:t>C </a:t>
              </a:r>
              <a:r>
                <a:rPr lang="zh-CN" altLang="en-US">
                  <a:latin typeface="Times New Roman" panose="02020603050405020304" pitchFamily="18" charset="0"/>
                </a:rPr>
                <a:t>围成的曲面为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zh-CN" altLang="en-US">
                  <a:latin typeface="Times New Roman" panose="02020603050405020304" pitchFamily="18" charset="0"/>
                </a:rPr>
                <a:t>，其单位法向矢量为   ，则</a:t>
              </a:r>
              <a:r>
                <a:rPr lang="zh-CN" altLang="en-US">
                  <a:solidFill>
                    <a:srgbClr val="FFCC66"/>
                  </a:solidFill>
                  <a:latin typeface="Times New Roman" panose="02020603050405020304" pitchFamily="18" charset="0"/>
                </a:rPr>
                <a:t>穿过回路的磁通</a:t>
              </a:r>
              <a:r>
                <a:rPr lang="zh-CN" altLang="en-US">
                  <a:latin typeface="Times New Roman" panose="02020603050405020304" pitchFamily="18" charset="0"/>
                </a:rPr>
                <a:t>为 </a:t>
              </a:r>
            </a:p>
          </p:txBody>
        </p:sp>
        <p:graphicFrame>
          <p:nvGraphicFramePr>
            <p:cNvPr id="189483" name="Object 5">
              <a:extLst>
                <a:ext uri="{FF2B5EF4-FFF2-40B4-BE49-F238E27FC236}">
                  <a16:creationId xmlns:a16="http://schemas.microsoft.com/office/drawing/2014/main" id="{25591A95-6678-5CDD-7009-C680B12A4B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1475542"/>
                </p:ext>
              </p:extLst>
            </p:nvPr>
          </p:nvGraphicFramePr>
          <p:xfrm>
            <a:off x="3532" y="799"/>
            <a:ext cx="25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6148" imgH="133419" progId="Equation.DSMT4">
                    <p:embed/>
                  </p:oleObj>
                </mc:Choice>
                <mc:Fallback>
                  <p:oleObj r:id="rId3" imgW="76148" imgH="133419" progId="Equation.DSMT4">
                    <p:embed/>
                    <p:pic>
                      <p:nvPicPr>
                        <p:cNvPr id="189483" name="Object 5">
                          <a:extLst>
                            <a:ext uri="{FF2B5EF4-FFF2-40B4-BE49-F238E27FC236}">
                              <a16:creationId xmlns:a16="http://schemas.microsoft.com/office/drawing/2014/main" id="{25591A95-6678-5CDD-7009-C680B12A4B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2" y="799"/>
                          <a:ext cx="25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23A21158-988F-E259-0E36-26AE07642027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09638"/>
            <a:ext cx="2952750" cy="2303462"/>
            <a:chOff x="203" y="2710"/>
            <a:chExt cx="1679" cy="1310"/>
          </a:xfrm>
        </p:grpSpPr>
        <p:sp>
          <p:nvSpPr>
            <p:cNvPr id="189458" name="Rectangle 10">
              <a:extLst>
                <a:ext uri="{FF2B5EF4-FFF2-40B4-BE49-F238E27FC236}">
                  <a16:creationId xmlns:a16="http://schemas.microsoft.com/office/drawing/2014/main" id="{FF2E083E-8593-FC09-2206-9C5532AFA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" y="2750"/>
              <a:ext cx="1679" cy="127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89459" name="AutoShape 11">
              <a:extLst>
                <a:ext uri="{FF2B5EF4-FFF2-40B4-BE49-F238E27FC236}">
                  <a16:creationId xmlns:a16="http://schemas.microsoft.com/office/drawing/2014/main" id="{3BF51174-7CB9-E93F-3B62-DFDF038A6F6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95" y="2795"/>
              <a:ext cx="1451" cy="1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60" name="Rectangle 12">
              <a:extLst>
                <a:ext uri="{FF2B5EF4-FFF2-40B4-BE49-F238E27FC236}">
                  <a16:creationId xmlns:a16="http://schemas.microsoft.com/office/drawing/2014/main" id="{37F88A59-BA78-3E3B-ADA8-49803642A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26"/>
              <a:ext cx="3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 b="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b="0"/>
            </a:p>
          </p:txBody>
        </p:sp>
        <p:sp>
          <p:nvSpPr>
            <p:cNvPr id="189461" name="Rectangle 13">
              <a:extLst>
                <a:ext uri="{FF2B5EF4-FFF2-40B4-BE49-F238E27FC236}">
                  <a16:creationId xmlns:a16="http://schemas.microsoft.com/office/drawing/2014/main" id="{94100815-7158-FE91-5567-A69B89986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" y="2826"/>
              <a:ext cx="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b="0"/>
            </a:p>
          </p:txBody>
        </p:sp>
        <p:sp>
          <p:nvSpPr>
            <p:cNvPr id="189462" name="Rectangle 14">
              <a:extLst>
                <a:ext uri="{FF2B5EF4-FFF2-40B4-BE49-F238E27FC236}">
                  <a16:creationId xmlns:a16="http://schemas.microsoft.com/office/drawing/2014/main" id="{C5040318-A0EA-3A8C-0207-71A8C2A34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" y="2929"/>
              <a:ext cx="47" cy="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1300" b="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b="0"/>
            </a:p>
          </p:txBody>
        </p:sp>
        <p:sp>
          <p:nvSpPr>
            <p:cNvPr id="189463" name="Rectangle 15">
              <a:extLst>
                <a:ext uri="{FF2B5EF4-FFF2-40B4-BE49-F238E27FC236}">
                  <a16:creationId xmlns:a16="http://schemas.microsoft.com/office/drawing/2014/main" id="{55EBC9E8-E001-ED76-F231-8FE26DF48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813"/>
              <a:ext cx="74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300" b="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b="0"/>
            </a:p>
          </p:txBody>
        </p:sp>
        <p:sp>
          <p:nvSpPr>
            <p:cNvPr id="189464" name="Rectangle 16">
              <a:extLst>
                <a:ext uri="{FF2B5EF4-FFF2-40B4-BE49-F238E27FC236}">
                  <a16:creationId xmlns:a16="http://schemas.microsoft.com/office/drawing/2014/main" id="{F9D34103-6378-B37E-DD19-08915CD06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" y="2710"/>
              <a:ext cx="6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300" b="0">
                  <a:solidFill>
                    <a:srgbClr val="000000"/>
                  </a:solidFill>
                  <a:latin typeface="MT Extra" panose="05050102010205020202" pitchFamily="82"/>
                </a:rPr>
                <a:t>r</a:t>
              </a:r>
              <a:endParaRPr lang="en-US" altLang="zh-CN" b="0"/>
            </a:p>
          </p:txBody>
        </p:sp>
        <p:sp>
          <p:nvSpPr>
            <p:cNvPr id="189465" name="Rectangle 17">
              <a:extLst>
                <a:ext uri="{FF2B5EF4-FFF2-40B4-BE49-F238E27FC236}">
                  <a16:creationId xmlns:a16="http://schemas.microsoft.com/office/drawing/2014/main" id="{9853610C-ED96-DABA-DA5C-BA652D4EB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" y="2836"/>
              <a:ext cx="42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1700">
                  <a:solidFill>
                    <a:srgbClr val="000000"/>
                  </a:solidFill>
                  <a:latin typeface="Verdana" panose="020B0604030504040204" pitchFamily="34" charset="0"/>
                </a:rPr>
                <a:t> </a:t>
              </a:r>
              <a:endParaRPr lang="en-US" altLang="zh-CN" b="0"/>
            </a:p>
          </p:txBody>
        </p:sp>
        <p:sp>
          <p:nvSpPr>
            <p:cNvPr id="189466" name="Freeform 18">
              <a:extLst>
                <a:ext uri="{FF2B5EF4-FFF2-40B4-BE49-F238E27FC236}">
                  <a16:creationId xmlns:a16="http://schemas.microsoft.com/office/drawing/2014/main" id="{75335636-5DFF-AE66-D876-83036BBDB9E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167" y="3112"/>
              <a:ext cx="470" cy="485"/>
            </a:xfrm>
            <a:custGeom>
              <a:avLst/>
              <a:gdLst>
                <a:gd name="T0" fmla="*/ 3 w 470"/>
                <a:gd name="T1" fmla="*/ 472 h 485"/>
                <a:gd name="T2" fmla="*/ 412 w 470"/>
                <a:gd name="T3" fmla="*/ 49 h 485"/>
                <a:gd name="T4" fmla="*/ 414 w 470"/>
                <a:gd name="T5" fmla="*/ 47 h 485"/>
                <a:gd name="T6" fmla="*/ 417 w 470"/>
                <a:gd name="T7" fmla="*/ 45 h 485"/>
                <a:gd name="T8" fmla="*/ 419 w 470"/>
                <a:gd name="T9" fmla="*/ 47 h 485"/>
                <a:gd name="T10" fmla="*/ 423 w 470"/>
                <a:gd name="T11" fmla="*/ 49 h 485"/>
                <a:gd name="T12" fmla="*/ 425 w 470"/>
                <a:gd name="T13" fmla="*/ 50 h 485"/>
                <a:gd name="T14" fmla="*/ 425 w 470"/>
                <a:gd name="T15" fmla="*/ 54 h 485"/>
                <a:gd name="T16" fmla="*/ 425 w 470"/>
                <a:gd name="T17" fmla="*/ 56 h 485"/>
                <a:gd name="T18" fmla="*/ 423 w 470"/>
                <a:gd name="T19" fmla="*/ 58 h 485"/>
                <a:gd name="T20" fmla="*/ 14 w 470"/>
                <a:gd name="T21" fmla="*/ 483 h 485"/>
                <a:gd name="T22" fmla="*/ 11 w 470"/>
                <a:gd name="T23" fmla="*/ 485 h 485"/>
                <a:gd name="T24" fmla="*/ 9 w 470"/>
                <a:gd name="T25" fmla="*/ 485 h 485"/>
                <a:gd name="T26" fmla="*/ 5 w 470"/>
                <a:gd name="T27" fmla="*/ 485 h 485"/>
                <a:gd name="T28" fmla="*/ 3 w 470"/>
                <a:gd name="T29" fmla="*/ 483 h 485"/>
                <a:gd name="T30" fmla="*/ 2 w 470"/>
                <a:gd name="T31" fmla="*/ 479 h 485"/>
                <a:gd name="T32" fmla="*/ 0 w 470"/>
                <a:gd name="T33" fmla="*/ 478 h 485"/>
                <a:gd name="T34" fmla="*/ 2 w 470"/>
                <a:gd name="T35" fmla="*/ 474 h 485"/>
                <a:gd name="T36" fmla="*/ 3 w 470"/>
                <a:gd name="T37" fmla="*/ 472 h 485"/>
                <a:gd name="T38" fmla="*/ 385 w 470"/>
                <a:gd name="T39" fmla="*/ 43 h 485"/>
                <a:gd name="T40" fmla="*/ 470 w 470"/>
                <a:gd name="T41" fmla="*/ 0 h 485"/>
                <a:gd name="T42" fmla="*/ 428 w 470"/>
                <a:gd name="T43" fmla="*/ 85 h 485"/>
                <a:gd name="T44" fmla="*/ 385 w 470"/>
                <a:gd name="T45" fmla="*/ 43 h 48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70" h="485">
                  <a:moveTo>
                    <a:pt x="3" y="472"/>
                  </a:moveTo>
                  <a:lnTo>
                    <a:pt x="412" y="49"/>
                  </a:lnTo>
                  <a:lnTo>
                    <a:pt x="414" y="47"/>
                  </a:lnTo>
                  <a:lnTo>
                    <a:pt x="417" y="45"/>
                  </a:lnTo>
                  <a:lnTo>
                    <a:pt x="419" y="47"/>
                  </a:lnTo>
                  <a:lnTo>
                    <a:pt x="423" y="49"/>
                  </a:lnTo>
                  <a:lnTo>
                    <a:pt x="425" y="50"/>
                  </a:lnTo>
                  <a:lnTo>
                    <a:pt x="425" y="54"/>
                  </a:lnTo>
                  <a:lnTo>
                    <a:pt x="425" y="56"/>
                  </a:lnTo>
                  <a:lnTo>
                    <a:pt x="423" y="58"/>
                  </a:lnTo>
                  <a:lnTo>
                    <a:pt x="14" y="483"/>
                  </a:lnTo>
                  <a:lnTo>
                    <a:pt x="11" y="485"/>
                  </a:lnTo>
                  <a:lnTo>
                    <a:pt x="9" y="485"/>
                  </a:lnTo>
                  <a:lnTo>
                    <a:pt x="5" y="485"/>
                  </a:lnTo>
                  <a:lnTo>
                    <a:pt x="3" y="483"/>
                  </a:lnTo>
                  <a:lnTo>
                    <a:pt x="2" y="479"/>
                  </a:lnTo>
                  <a:lnTo>
                    <a:pt x="0" y="478"/>
                  </a:lnTo>
                  <a:lnTo>
                    <a:pt x="2" y="474"/>
                  </a:lnTo>
                  <a:lnTo>
                    <a:pt x="3" y="472"/>
                  </a:lnTo>
                  <a:close/>
                  <a:moveTo>
                    <a:pt x="385" y="43"/>
                  </a:moveTo>
                  <a:lnTo>
                    <a:pt x="470" y="0"/>
                  </a:lnTo>
                  <a:lnTo>
                    <a:pt x="428" y="85"/>
                  </a:lnTo>
                  <a:lnTo>
                    <a:pt x="385" y="4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67" name="Freeform 19">
              <a:extLst>
                <a:ext uri="{FF2B5EF4-FFF2-40B4-BE49-F238E27FC236}">
                  <a16:creationId xmlns:a16="http://schemas.microsoft.com/office/drawing/2014/main" id="{68F98D7E-F610-4163-1C73-D32F98A9AFB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915" y="2990"/>
              <a:ext cx="60" cy="516"/>
            </a:xfrm>
            <a:custGeom>
              <a:avLst/>
              <a:gdLst>
                <a:gd name="T0" fmla="*/ 23 w 60"/>
                <a:gd name="T1" fmla="*/ 509 h 516"/>
                <a:gd name="T2" fmla="*/ 23 w 60"/>
                <a:gd name="T3" fmla="*/ 77 h 516"/>
                <a:gd name="T4" fmla="*/ 23 w 60"/>
                <a:gd name="T5" fmla="*/ 73 h 516"/>
                <a:gd name="T6" fmla="*/ 25 w 60"/>
                <a:gd name="T7" fmla="*/ 71 h 516"/>
                <a:gd name="T8" fmla="*/ 27 w 60"/>
                <a:gd name="T9" fmla="*/ 69 h 516"/>
                <a:gd name="T10" fmla="*/ 31 w 60"/>
                <a:gd name="T11" fmla="*/ 67 h 516"/>
                <a:gd name="T12" fmla="*/ 33 w 60"/>
                <a:gd name="T13" fmla="*/ 69 h 516"/>
                <a:gd name="T14" fmla="*/ 36 w 60"/>
                <a:gd name="T15" fmla="*/ 71 h 516"/>
                <a:gd name="T16" fmla="*/ 38 w 60"/>
                <a:gd name="T17" fmla="*/ 73 h 516"/>
                <a:gd name="T18" fmla="*/ 38 w 60"/>
                <a:gd name="T19" fmla="*/ 77 h 516"/>
                <a:gd name="T20" fmla="*/ 38 w 60"/>
                <a:gd name="T21" fmla="*/ 509 h 516"/>
                <a:gd name="T22" fmla="*/ 38 w 60"/>
                <a:gd name="T23" fmla="*/ 513 h 516"/>
                <a:gd name="T24" fmla="*/ 36 w 60"/>
                <a:gd name="T25" fmla="*/ 515 h 516"/>
                <a:gd name="T26" fmla="*/ 33 w 60"/>
                <a:gd name="T27" fmla="*/ 516 h 516"/>
                <a:gd name="T28" fmla="*/ 31 w 60"/>
                <a:gd name="T29" fmla="*/ 516 h 516"/>
                <a:gd name="T30" fmla="*/ 27 w 60"/>
                <a:gd name="T31" fmla="*/ 516 h 516"/>
                <a:gd name="T32" fmla="*/ 25 w 60"/>
                <a:gd name="T33" fmla="*/ 515 h 516"/>
                <a:gd name="T34" fmla="*/ 23 w 60"/>
                <a:gd name="T35" fmla="*/ 513 h 516"/>
                <a:gd name="T36" fmla="*/ 23 w 60"/>
                <a:gd name="T37" fmla="*/ 509 h 516"/>
                <a:gd name="T38" fmla="*/ 0 w 60"/>
                <a:gd name="T39" fmla="*/ 91 h 516"/>
                <a:gd name="T40" fmla="*/ 31 w 60"/>
                <a:gd name="T41" fmla="*/ 0 h 516"/>
                <a:gd name="T42" fmla="*/ 60 w 60"/>
                <a:gd name="T43" fmla="*/ 91 h 516"/>
                <a:gd name="T44" fmla="*/ 0 w 60"/>
                <a:gd name="T45" fmla="*/ 91 h 51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0" h="516">
                  <a:moveTo>
                    <a:pt x="23" y="509"/>
                  </a:moveTo>
                  <a:lnTo>
                    <a:pt x="23" y="77"/>
                  </a:lnTo>
                  <a:lnTo>
                    <a:pt x="23" y="73"/>
                  </a:lnTo>
                  <a:lnTo>
                    <a:pt x="25" y="71"/>
                  </a:lnTo>
                  <a:lnTo>
                    <a:pt x="27" y="69"/>
                  </a:lnTo>
                  <a:lnTo>
                    <a:pt x="31" y="67"/>
                  </a:lnTo>
                  <a:lnTo>
                    <a:pt x="33" y="69"/>
                  </a:lnTo>
                  <a:lnTo>
                    <a:pt x="36" y="71"/>
                  </a:lnTo>
                  <a:lnTo>
                    <a:pt x="38" y="73"/>
                  </a:lnTo>
                  <a:lnTo>
                    <a:pt x="38" y="77"/>
                  </a:lnTo>
                  <a:lnTo>
                    <a:pt x="38" y="509"/>
                  </a:lnTo>
                  <a:lnTo>
                    <a:pt x="38" y="513"/>
                  </a:lnTo>
                  <a:lnTo>
                    <a:pt x="36" y="515"/>
                  </a:lnTo>
                  <a:lnTo>
                    <a:pt x="33" y="516"/>
                  </a:lnTo>
                  <a:lnTo>
                    <a:pt x="31" y="516"/>
                  </a:lnTo>
                  <a:lnTo>
                    <a:pt x="27" y="516"/>
                  </a:lnTo>
                  <a:lnTo>
                    <a:pt x="25" y="515"/>
                  </a:lnTo>
                  <a:lnTo>
                    <a:pt x="23" y="513"/>
                  </a:lnTo>
                  <a:lnTo>
                    <a:pt x="23" y="509"/>
                  </a:lnTo>
                  <a:close/>
                  <a:moveTo>
                    <a:pt x="0" y="91"/>
                  </a:moveTo>
                  <a:lnTo>
                    <a:pt x="31" y="0"/>
                  </a:lnTo>
                  <a:lnTo>
                    <a:pt x="60" y="91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rgbClr val="FF0000"/>
            </a:solidFill>
            <a:ln w="31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68" name="Rectangle 20">
              <a:extLst>
                <a:ext uri="{FF2B5EF4-FFF2-40B4-BE49-F238E27FC236}">
                  <a16:creationId xmlns:a16="http://schemas.microsoft.com/office/drawing/2014/main" id="{0138FECE-8EDC-554A-6401-2C7F87A33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931"/>
              <a:ext cx="87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1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 b="0"/>
            </a:p>
          </p:txBody>
        </p:sp>
        <p:sp>
          <p:nvSpPr>
            <p:cNvPr id="189469" name="Rectangle 21">
              <a:extLst>
                <a:ext uri="{FF2B5EF4-FFF2-40B4-BE49-F238E27FC236}">
                  <a16:creationId xmlns:a16="http://schemas.microsoft.com/office/drawing/2014/main" id="{7B6D2D8B-7910-B7C2-700B-526B10E76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060"/>
              <a:ext cx="2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1100" b="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b="0"/>
            </a:p>
          </p:txBody>
        </p:sp>
        <p:sp>
          <p:nvSpPr>
            <p:cNvPr id="189470" name="Rectangle 22">
              <a:extLst>
                <a:ext uri="{FF2B5EF4-FFF2-40B4-BE49-F238E27FC236}">
                  <a16:creationId xmlns:a16="http://schemas.microsoft.com/office/drawing/2014/main" id="{AF2DAF95-ED65-1D48-FDAC-F02425132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570"/>
              <a:ext cx="9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000" b="0"/>
            </a:p>
          </p:txBody>
        </p:sp>
        <p:sp>
          <p:nvSpPr>
            <p:cNvPr id="189471" name="Rectangle 23">
              <a:extLst>
                <a:ext uri="{FF2B5EF4-FFF2-40B4-BE49-F238E27FC236}">
                  <a16:creationId xmlns:a16="http://schemas.microsoft.com/office/drawing/2014/main" id="{364DA57F-50EA-3552-0CF3-7C531191A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" y="3411"/>
              <a:ext cx="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000" b="0"/>
            </a:p>
          </p:txBody>
        </p:sp>
        <p:sp>
          <p:nvSpPr>
            <p:cNvPr id="189472" name="Rectangle 24">
              <a:extLst>
                <a:ext uri="{FF2B5EF4-FFF2-40B4-BE49-F238E27FC236}">
                  <a16:creationId xmlns:a16="http://schemas.microsoft.com/office/drawing/2014/main" id="{F7DFF918-3782-0B1A-6297-344C0D96D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3474"/>
              <a:ext cx="20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b="0"/>
            </a:p>
          </p:txBody>
        </p:sp>
        <p:sp>
          <p:nvSpPr>
            <p:cNvPr id="189473" name="Rectangle 25">
              <a:extLst>
                <a:ext uri="{FF2B5EF4-FFF2-40B4-BE49-F238E27FC236}">
                  <a16:creationId xmlns:a16="http://schemas.microsoft.com/office/drawing/2014/main" id="{4697D288-8C61-F130-23EB-E9463E7C2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" y="3702"/>
              <a:ext cx="72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1800" b="0"/>
            </a:p>
          </p:txBody>
        </p:sp>
        <p:sp>
          <p:nvSpPr>
            <p:cNvPr id="189474" name="Rectangle 26">
              <a:extLst>
                <a:ext uri="{FF2B5EF4-FFF2-40B4-BE49-F238E27FC236}">
                  <a16:creationId xmlns:a16="http://schemas.microsoft.com/office/drawing/2014/main" id="{D5E73C87-E263-3D6E-F5E0-3ADEE948C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704"/>
              <a:ext cx="36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1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 sz="1800" b="0"/>
            </a:p>
          </p:txBody>
        </p:sp>
        <p:sp>
          <p:nvSpPr>
            <p:cNvPr id="189475" name="Freeform 27">
              <a:extLst>
                <a:ext uri="{FF2B5EF4-FFF2-40B4-BE49-F238E27FC236}">
                  <a16:creationId xmlns:a16="http://schemas.microsoft.com/office/drawing/2014/main" id="{3CC716B3-B22D-F492-8E36-E8A31CE23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" y="3338"/>
              <a:ext cx="1179" cy="337"/>
            </a:xfrm>
            <a:custGeom>
              <a:avLst/>
              <a:gdLst>
                <a:gd name="T0" fmla="*/ 529 w 1179"/>
                <a:gd name="T1" fmla="*/ 0 h 337"/>
                <a:gd name="T2" fmla="*/ 470 w 1179"/>
                <a:gd name="T3" fmla="*/ 4 h 337"/>
                <a:gd name="T4" fmla="*/ 414 w 1179"/>
                <a:gd name="T5" fmla="*/ 7 h 337"/>
                <a:gd name="T6" fmla="*/ 360 w 1179"/>
                <a:gd name="T7" fmla="*/ 13 h 337"/>
                <a:gd name="T8" fmla="*/ 309 w 1179"/>
                <a:gd name="T9" fmla="*/ 20 h 337"/>
                <a:gd name="T10" fmla="*/ 260 w 1179"/>
                <a:gd name="T11" fmla="*/ 29 h 337"/>
                <a:gd name="T12" fmla="*/ 214 w 1179"/>
                <a:gd name="T13" fmla="*/ 38 h 337"/>
                <a:gd name="T14" fmla="*/ 173 w 1179"/>
                <a:gd name="T15" fmla="*/ 49 h 337"/>
                <a:gd name="T16" fmla="*/ 134 w 1179"/>
                <a:gd name="T17" fmla="*/ 62 h 337"/>
                <a:gd name="T18" fmla="*/ 102 w 1179"/>
                <a:gd name="T19" fmla="*/ 74 h 337"/>
                <a:gd name="T20" fmla="*/ 71 w 1179"/>
                <a:gd name="T21" fmla="*/ 89 h 337"/>
                <a:gd name="T22" fmla="*/ 47 w 1179"/>
                <a:gd name="T23" fmla="*/ 103 h 337"/>
                <a:gd name="T24" fmla="*/ 27 w 1179"/>
                <a:gd name="T25" fmla="*/ 118 h 337"/>
                <a:gd name="T26" fmla="*/ 13 w 1179"/>
                <a:gd name="T27" fmla="*/ 134 h 337"/>
                <a:gd name="T28" fmla="*/ 4 w 1179"/>
                <a:gd name="T29" fmla="*/ 150 h 337"/>
                <a:gd name="T30" fmla="*/ 0 w 1179"/>
                <a:gd name="T31" fmla="*/ 168 h 337"/>
                <a:gd name="T32" fmla="*/ 4 w 1179"/>
                <a:gd name="T33" fmla="*/ 185 h 337"/>
                <a:gd name="T34" fmla="*/ 13 w 1179"/>
                <a:gd name="T35" fmla="*/ 203 h 337"/>
                <a:gd name="T36" fmla="*/ 27 w 1179"/>
                <a:gd name="T37" fmla="*/ 219 h 337"/>
                <a:gd name="T38" fmla="*/ 47 w 1179"/>
                <a:gd name="T39" fmla="*/ 234 h 337"/>
                <a:gd name="T40" fmla="*/ 71 w 1179"/>
                <a:gd name="T41" fmla="*/ 248 h 337"/>
                <a:gd name="T42" fmla="*/ 102 w 1179"/>
                <a:gd name="T43" fmla="*/ 262 h 337"/>
                <a:gd name="T44" fmla="*/ 134 w 1179"/>
                <a:gd name="T45" fmla="*/ 275 h 337"/>
                <a:gd name="T46" fmla="*/ 173 w 1179"/>
                <a:gd name="T47" fmla="*/ 288 h 337"/>
                <a:gd name="T48" fmla="*/ 214 w 1179"/>
                <a:gd name="T49" fmla="*/ 299 h 337"/>
                <a:gd name="T50" fmla="*/ 260 w 1179"/>
                <a:gd name="T51" fmla="*/ 308 h 337"/>
                <a:gd name="T52" fmla="*/ 309 w 1179"/>
                <a:gd name="T53" fmla="*/ 317 h 337"/>
                <a:gd name="T54" fmla="*/ 360 w 1179"/>
                <a:gd name="T55" fmla="*/ 322 h 337"/>
                <a:gd name="T56" fmla="*/ 414 w 1179"/>
                <a:gd name="T57" fmla="*/ 329 h 337"/>
                <a:gd name="T58" fmla="*/ 470 w 1179"/>
                <a:gd name="T59" fmla="*/ 333 h 337"/>
                <a:gd name="T60" fmla="*/ 529 w 1179"/>
                <a:gd name="T61" fmla="*/ 335 h 337"/>
                <a:gd name="T62" fmla="*/ 650 w 1179"/>
                <a:gd name="T63" fmla="*/ 335 h 337"/>
                <a:gd name="T64" fmla="*/ 708 w 1179"/>
                <a:gd name="T65" fmla="*/ 333 h 337"/>
                <a:gd name="T66" fmla="*/ 765 w 1179"/>
                <a:gd name="T67" fmla="*/ 329 h 337"/>
                <a:gd name="T68" fmla="*/ 819 w 1179"/>
                <a:gd name="T69" fmla="*/ 322 h 337"/>
                <a:gd name="T70" fmla="*/ 870 w 1179"/>
                <a:gd name="T71" fmla="*/ 317 h 337"/>
                <a:gd name="T72" fmla="*/ 919 w 1179"/>
                <a:gd name="T73" fmla="*/ 308 h 337"/>
                <a:gd name="T74" fmla="*/ 964 w 1179"/>
                <a:gd name="T75" fmla="*/ 299 h 337"/>
                <a:gd name="T76" fmla="*/ 1006 w 1179"/>
                <a:gd name="T77" fmla="*/ 288 h 337"/>
                <a:gd name="T78" fmla="*/ 1044 w 1179"/>
                <a:gd name="T79" fmla="*/ 275 h 337"/>
                <a:gd name="T80" fmla="*/ 1077 w 1179"/>
                <a:gd name="T81" fmla="*/ 262 h 337"/>
                <a:gd name="T82" fmla="*/ 1106 w 1179"/>
                <a:gd name="T83" fmla="*/ 248 h 337"/>
                <a:gd name="T84" fmla="*/ 1131 w 1179"/>
                <a:gd name="T85" fmla="*/ 234 h 337"/>
                <a:gd name="T86" fmla="*/ 1151 w 1179"/>
                <a:gd name="T87" fmla="*/ 219 h 337"/>
                <a:gd name="T88" fmla="*/ 1166 w 1179"/>
                <a:gd name="T89" fmla="*/ 203 h 337"/>
                <a:gd name="T90" fmla="*/ 1175 w 1179"/>
                <a:gd name="T91" fmla="*/ 185 h 337"/>
                <a:gd name="T92" fmla="*/ 1179 w 1179"/>
                <a:gd name="T93" fmla="*/ 168 h 337"/>
                <a:gd name="T94" fmla="*/ 1175 w 1179"/>
                <a:gd name="T95" fmla="*/ 150 h 337"/>
                <a:gd name="T96" fmla="*/ 1166 w 1179"/>
                <a:gd name="T97" fmla="*/ 134 h 337"/>
                <a:gd name="T98" fmla="*/ 1151 w 1179"/>
                <a:gd name="T99" fmla="*/ 118 h 337"/>
                <a:gd name="T100" fmla="*/ 1131 w 1179"/>
                <a:gd name="T101" fmla="*/ 103 h 337"/>
                <a:gd name="T102" fmla="*/ 1106 w 1179"/>
                <a:gd name="T103" fmla="*/ 89 h 337"/>
                <a:gd name="T104" fmla="*/ 1077 w 1179"/>
                <a:gd name="T105" fmla="*/ 74 h 337"/>
                <a:gd name="T106" fmla="*/ 1044 w 1179"/>
                <a:gd name="T107" fmla="*/ 62 h 337"/>
                <a:gd name="T108" fmla="*/ 1006 w 1179"/>
                <a:gd name="T109" fmla="*/ 49 h 337"/>
                <a:gd name="T110" fmla="*/ 964 w 1179"/>
                <a:gd name="T111" fmla="*/ 38 h 337"/>
                <a:gd name="T112" fmla="*/ 919 w 1179"/>
                <a:gd name="T113" fmla="*/ 29 h 337"/>
                <a:gd name="T114" fmla="*/ 870 w 1179"/>
                <a:gd name="T115" fmla="*/ 20 h 337"/>
                <a:gd name="T116" fmla="*/ 819 w 1179"/>
                <a:gd name="T117" fmla="*/ 13 h 337"/>
                <a:gd name="T118" fmla="*/ 765 w 1179"/>
                <a:gd name="T119" fmla="*/ 7 h 337"/>
                <a:gd name="T120" fmla="*/ 708 w 1179"/>
                <a:gd name="T121" fmla="*/ 4 h 337"/>
                <a:gd name="T122" fmla="*/ 650 w 1179"/>
                <a:gd name="T123" fmla="*/ 0 h 33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179" h="337">
                  <a:moveTo>
                    <a:pt x="588" y="0"/>
                  </a:moveTo>
                  <a:lnTo>
                    <a:pt x="529" y="0"/>
                  </a:lnTo>
                  <a:lnTo>
                    <a:pt x="499" y="2"/>
                  </a:lnTo>
                  <a:lnTo>
                    <a:pt x="470" y="4"/>
                  </a:lnTo>
                  <a:lnTo>
                    <a:pt x="441" y="5"/>
                  </a:lnTo>
                  <a:lnTo>
                    <a:pt x="414" y="7"/>
                  </a:lnTo>
                  <a:lnTo>
                    <a:pt x="387" y="11"/>
                  </a:lnTo>
                  <a:lnTo>
                    <a:pt x="360" y="13"/>
                  </a:lnTo>
                  <a:lnTo>
                    <a:pt x="334" y="16"/>
                  </a:lnTo>
                  <a:lnTo>
                    <a:pt x="309" y="20"/>
                  </a:lnTo>
                  <a:lnTo>
                    <a:pt x="283" y="24"/>
                  </a:lnTo>
                  <a:lnTo>
                    <a:pt x="260" y="29"/>
                  </a:lnTo>
                  <a:lnTo>
                    <a:pt x="236" y="33"/>
                  </a:lnTo>
                  <a:lnTo>
                    <a:pt x="214" y="38"/>
                  </a:lnTo>
                  <a:lnTo>
                    <a:pt x="193" y="43"/>
                  </a:lnTo>
                  <a:lnTo>
                    <a:pt x="173" y="49"/>
                  </a:lnTo>
                  <a:lnTo>
                    <a:pt x="153" y="54"/>
                  </a:lnTo>
                  <a:lnTo>
                    <a:pt x="134" y="62"/>
                  </a:lnTo>
                  <a:lnTo>
                    <a:pt x="118" y="67"/>
                  </a:lnTo>
                  <a:lnTo>
                    <a:pt x="102" y="74"/>
                  </a:lnTo>
                  <a:lnTo>
                    <a:pt x="85" y="81"/>
                  </a:lnTo>
                  <a:lnTo>
                    <a:pt x="71" y="89"/>
                  </a:lnTo>
                  <a:lnTo>
                    <a:pt x="58" y="96"/>
                  </a:lnTo>
                  <a:lnTo>
                    <a:pt x="47" y="103"/>
                  </a:lnTo>
                  <a:lnTo>
                    <a:pt x="36" y="110"/>
                  </a:lnTo>
                  <a:lnTo>
                    <a:pt x="27" y="118"/>
                  </a:lnTo>
                  <a:lnTo>
                    <a:pt x="18" y="127"/>
                  </a:lnTo>
                  <a:lnTo>
                    <a:pt x="13" y="134"/>
                  </a:lnTo>
                  <a:lnTo>
                    <a:pt x="7" y="143"/>
                  </a:lnTo>
                  <a:lnTo>
                    <a:pt x="4" y="150"/>
                  </a:lnTo>
                  <a:lnTo>
                    <a:pt x="2" y="159"/>
                  </a:lnTo>
                  <a:lnTo>
                    <a:pt x="0" y="168"/>
                  </a:lnTo>
                  <a:lnTo>
                    <a:pt x="2" y="177"/>
                  </a:lnTo>
                  <a:lnTo>
                    <a:pt x="4" y="185"/>
                  </a:lnTo>
                  <a:lnTo>
                    <a:pt x="7" y="194"/>
                  </a:lnTo>
                  <a:lnTo>
                    <a:pt x="13" y="203"/>
                  </a:lnTo>
                  <a:lnTo>
                    <a:pt x="18" y="210"/>
                  </a:lnTo>
                  <a:lnTo>
                    <a:pt x="27" y="219"/>
                  </a:lnTo>
                  <a:lnTo>
                    <a:pt x="36" y="226"/>
                  </a:lnTo>
                  <a:lnTo>
                    <a:pt x="47" y="234"/>
                  </a:lnTo>
                  <a:lnTo>
                    <a:pt x="58" y="241"/>
                  </a:lnTo>
                  <a:lnTo>
                    <a:pt x="71" y="248"/>
                  </a:lnTo>
                  <a:lnTo>
                    <a:pt x="85" y="255"/>
                  </a:lnTo>
                  <a:lnTo>
                    <a:pt x="102" y="262"/>
                  </a:lnTo>
                  <a:lnTo>
                    <a:pt x="118" y="268"/>
                  </a:lnTo>
                  <a:lnTo>
                    <a:pt x="134" y="275"/>
                  </a:lnTo>
                  <a:lnTo>
                    <a:pt x="153" y="281"/>
                  </a:lnTo>
                  <a:lnTo>
                    <a:pt x="173" y="288"/>
                  </a:lnTo>
                  <a:lnTo>
                    <a:pt x="193" y="293"/>
                  </a:lnTo>
                  <a:lnTo>
                    <a:pt x="214" y="299"/>
                  </a:lnTo>
                  <a:lnTo>
                    <a:pt x="236" y="302"/>
                  </a:lnTo>
                  <a:lnTo>
                    <a:pt x="260" y="308"/>
                  </a:lnTo>
                  <a:lnTo>
                    <a:pt x="283" y="311"/>
                  </a:lnTo>
                  <a:lnTo>
                    <a:pt x="309" y="317"/>
                  </a:lnTo>
                  <a:lnTo>
                    <a:pt x="334" y="320"/>
                  </a:lnTo>
                  <a:lnTo>
                    <a:pt x="360" y="322"/>
                  </a:lnTo>
                  <a:lnTo>
                    <a:pt x="387" y="326"/>
                  </a:lnTo>
                  <a:lnTo>
                    <a:pt x="414" y="329"/>
                  </a:lnTo>
                  <a:lnTo>
                    <a:pt x="441" y="331"/>
                  </a:lnTo>
                  <a:lnTo>
                    <a:pt x="470" y="333"/>
                  </a:lnTo>
                  <a:lnTo>
                    <a:pt x="499" y="335"/>
                  </a:lnTo>
                  <a:lnTo>
                    <a:pt x="529" y="335"/>
                  </a:lnTo>
                  <a:lnTo>
                    <a:pt x="588" y="337"/>
                  </a:lnTo>
                  <a:lnTo>
                    <a:pt x="650" y="335"/>
                  </a:lnTo>
                  <a:lnTo>
                    <a:pt x="679" y="335"/>
                  </a:lnTo>
                  <a:lnTo>
                    <a:pt x="708" y="333"/>
                  </a:lnTo>
                  <a:lnTo>
                    <a:pt x="736" y="331"/>
                  </a:lnTo>
                  <a:lnTo>
                    <a:pt x="765" y="329"/>
                  </a:lnTo>
                  <a:lnTo>
                    <a:pt x="792" y="326"/>
                  </a:lnTo>
                  <a:lnTo>
                    <a:pt x="819" y="322"/>
                  </a:lnTo>
                  <a:lnTo>
                    <a:pt x="845" y="320"/>
                  </a:lnTo>
                  <a:lnTo>
                    <a:pt x="870" y="317"/>
                  </a:lnTo>
                  <a:lnTo>
                    <a:pt x="894" y="311"/>
                  </a:lnTo>
                  <a:lnTo>
                    <a:pt x="919" y="308"/>
                  </a:lnTo>
                  <a:lnTo>
                    <a:pt x="941" y="302"/>
                  </a:lnTo>
                  <a:lnTo>
                    <a:pt x="964" y="299"/>
                  </a:lnTo>
                  <a:lnTo>
                    <a:pt x="984" y="293"/>
                  </a:lnTo>
                  <a:lnTo>
                    <a:pt x="1006" y="288"/>
                  </a:lnTo>
                  <a:lnTo>
                    <a:pt x="1024" y="281"/>
                  </a:lnTo>
                  <a:lnTo>
                    <a:pt x="1044" y="275"/>
                  </a:lnTo>
                  <a:lnTo>
                    <a:pt x="1061" y="268"/>
                  </a:lnTo>
                  <a:lnTo>
                    <a:pt x="1077" y="262"/>
                  </a:lnTo>
                  <a:lnTo>
                    <a:pt x="1093" y="255"/>
                  </a:lnTo>
                  <a:lnTo>
                    <a:pt x="1106" y="248"/>
                  </a:lnTo>
                  <a:lnTo>
                    <a:pt x="1121" y="241"/>
                  </a:lnTo>
                  <a:lnTo>
                    <a:pt x="1131" y="234"/>
                  </a:lnTo>
                  <a:lnTo>
                    <a:pt x="1142" y="226"/>
                  </a:lnTo>
                  <a:lnTo>
                    <a:pt x="1151" y="219"/>
                  </a:lnTo>
                  <a:lnTo>
                    <a:pt x="1159" y="210"/>
                  </a:lnTo>
                  <a:lnTo>
                    <a:pt x="1166" y="203"/>
                  </a:lnTo>
                  <a:lnTo>
                    <a:pt x="1171" y="194"/>
                  </a:lnTo>
                  <a:lnTo>
                    <a:pt x="1175" y="185"/>
                  </a:lnTo>
                  <a:lnTo>
                    <a:pt x="1177" y="177"/>
                  </a:lnTo>
                  <a:lnTo>
                    <a:pt x="1179" y="168"/>
                  </a:lnTo>
                  <a:lnTo>
                    <a:pt x="1177" y="159"/>
                  </a:lnTo>
                  <a:lnTo>
                    <a:pt x="1175" y="150"/>
                  </a:lnTo>
                  <a:lnTo>
                    <a:pt x="1171" y="143"/>
                  </a:lnTo>
                  <a:lnTo>
                    <a:pt x="1166" y="134"/>
                  </a:lnTo>
                  <a:lnTo>
                    <a:pt x="1159" y="127"/>
                  </a:lnTo>
                  <a:lnTo>
                    <a:pt x="1151" y="118"/>
                  </a:lnTo>
                  <a:lnTo>
                    <a:pt x="1142" y="110"/>
                  </a:lnTo>
                  <a:lnTo>
                    <a:pt x="1131" y="103"/>
                  </a:lnTo>
                  <a:lnTo>
                    <a:pt x="1121" y="96"/>
                  </a:lnTo>
                  <a:lnTo>
                    <a:pt x="1106" y="89"/>
                  </a:lnTo>
                  <a:lnTo>
                    <a:pt x="1093" y="81"/>
                  </a:lnTo>
                  <a:lnTo>
                    <a:pt x="1077" y="74"/>
                  </a:lnTo>
                  <a:lnTo>
                    <a:pt x="1061" y="67"/>
                  </a:lnTo>
                  <a:lnTo>
                    <a:pt x="1044" y="62"/>
                  </a:lnTo>
                  <a:lnTo>
                    <a:pt x="1024" y="54"/>
                  </a:lnTo>
                  <a:lnTo>
                    <a:pt x="1006" y="49"/>
                  </a:lnTo>
                  <a:lnTo>
                    <a:pt x="984" y="43"/>
                  </a:lnTo>
                  <a:lnTo>
                    <a:pt x="964" y="38"/>
                  </a:lnTo>
                  <a:lnTo>
                    <a:pt x="941" y="33"/>
                  </a:lnTo>
                  <a:lnTo>
                    <a:pt x="919" y="29"/>
                  </a:lnTo>
                  <a:lnTo>
                    <a:pt x="894" y="24"/>
                  </a:lnTo>
                  <a:lnTo>
                    <a:pt x="870" y="20"/>
                  </a:lnTo>
                  <a:lnTo>
                    <a:pt x="845" y="16"/>
                  </a:lnTo>
                  <a:lnTo>
                    <a:pt x="819" y="13"/>
                  </a:lnTo>
                  <a:lnTo>
                    <a:pt x="792" y="11"/>
                  </a:lnTo>
                  <a:lnTo>
                    <a:pt x="765" y="7"/>
                  </a:lnTo>
                  <a:lnTo>
                    <a:pt x="736" y="5"/>
                  </a:lnTo>
                  <a:lnTo>
                    <a:pt x="708" y="4"/>
                  </a:lnTo>
                  <a:lnTo>
                    <a:pt x="679" y="2"/>
                  </a:lnTo>
                  <a:lnTo>
                    <a:pt x="650" y="0"/>
                  </a:lnTo>
                  <a:lnTo>
                    <a:pt x="588" y="0"/>
                  </a:lnTo>
                </a:path>
              </a:pathLst>
            </a:custGeom>
            <a:noFill/>
            <a:ln w="49276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76" name="Freeform 28">
              <a:extLst>
                <a:ext uri="{FF2B5EF4-FFF2-40B4-BE49-F238E27FC236}">
                  <a16:creationId xmlns:a16="http://schemas.microsoft.com/office/drawing/2014/main" id="{934AE437-FEB9-E010-5E8C-6CD8A5343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050" y="2978"/>
              <a:ext cx="469" cy="485"/>
            </a:xfrm>
            <a:custGeom>
              <a:avLst/>
              <a:gdLst>
                <a:gd name="T0" fmla="*/ 2 w 469"/>
                <a:gd name="T1" fmla="*/ 472 h 485"/>
                <a:gd name="T2" fmla="*/ 411 w 469"/>
                <a:gd name="T3" fmla="*/ 49 h 485"/>
                <a:gd name="T4" fmla="*/ 415 w 469"/>
                <a:gd name="T5" fmla="*/ 47 h 485"/>
                <a:gd name="T6" fmla="*/ 416 w 469"/>
                <a:gd name="T7" fmla="*/ 47 h 485"/>
                <a:gd name="T8" fmla="*/ 420 w 469"/>
                <a:gd name="T9" fmla="*/ 47 h 485"/>
                <a:gd name="T10" fmla="*/ 422 w 469"/>
                <a:gd name="T11" fmla="*/ 49 h 485"/>
                <a:gd name="T12" fmla="*/ 424 w 469"/>
                <a:gd name="T13" fmla="*/ 51 h 485"/>
                <a:gd name="T14" fmla="*/ 424 w 469"/>
                <a:gd name="T15" fmla="*/ 54 h 485"/>
                <a:gd name="T16" fmla="*/ 424 w 469"/>
                <a:gd name="T17" fmla="*/ 56 h 485"/>
                <a:gd name="T18" fmla="*/ 422 w 469"/>
                <a:gd name="T19" fmla="*/ 60 h 485"/>
                <a:gd name="T20" fmla="*/ 13 w 469"/>
                <a:gd name="T21" fmla="*/ 481 h 485"/>
                <a:gd name="T22" fmla="*/ 11 w 469"/>
                <a:gd name="T23" fmla="*/ 483 h 485"/>
                <a:gd name="T24" fmla="*/ 8 w 469"/>
                <a:gd name="T25" fmla="*/ 485 h 485"/>
                <a:gd name="T26" fmla="*/ 6 w 469"/>
                <a:gd name="T27" fmla="*/ 483 h 485"/>
                <a:gd name="T28" fmla="*/ 4 w 469"/>
                <a:gd name="T29" fmla="*/ 483 h 485"/>
                <a:gd name="T30" fmla="*/ 2 w 469"/>
                <a:gd name="T31" fmla="*/ 479 h 485"/>
                <a:gd name="T32" fmla="*/ 0 w 469"/>
                <a:gd name="T33" fmla="*/ 478 h 485"/>
                <a:gd name="T34" fmla="*/ 0 w 469"/>
                <a:gd name="T35" fmla="*/ 474 h 485"/>
                <a:gd name="T36" fmla="*/ 2 w 469"/>
                <a:gd name="T37" fmla="*/ 472 h 485"/>
                <a:gd name="T38" fmla="*/ 384 w 469"/>
                <a:gd name="T39" fmla="*/ 43 h 485"/>
                <a:gd name="T40" fmla="*/ 469 w 469"/>
                <a:gd name="T41" fmla="*/ 0 h 485"/>
                <a:gd name="T42" fmla="*/ 427 w 469"/>
                <a:gd name="T43" fmla="*/ 85 h 485"/>
                <a:gd name="T44" fmla="*/ 384 w 469"/>
                <a:gd name="T45" fmla="*/ 43 h 48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9" h="485">
                  <a:moveTo>
                    <a:pt x="2" y="472"/>
                  </a:moveTo>
                  <a:lnTo>
                    <a:pt x="411" y="49"/>
                  </a:lnTo>
                  <a:lnTo>
                    <a:pt x="415" y="47"/>
                  </a:lnTo>
                  <a:lnTo>
                    <a:pt x="416" y="47"/>
                  </a:lnTo>
                  <a:lnTo>
                    <a:pt x="420" y="47"/>
                  </a:lnTo>
                  <a:lnTo>
                    <a:pt x="422" y="49"/>
                  </a:lnTo>
                  <a:lnTo>
                    <a:pt x="424" y="51"/>
                  </a:lnTo>
                  <a:lnTo>
                    <a:pt x="424" y="54"/>
                  </a:lnTo>
                  <a:lnTo>
                    <a:pt x="424" y="56"/>
                  </a:lnTo>
                  <a:lnTo>
                    <a:pt x="422" y="60"/>
                  </a:lnTo>
                  <a:lnTo>
                    <a:pt x="13" y="481"/>
                  </a:lnTo>
                  <a:lnTo>
                    <a:pt x="11" y="483"/>
                  </a:lnTo>
                  <a:lnTo>
                    <a:pt x="8" y="485"/>
                  </a:lnTo>
                  <a:lnTo>
                    <a:pt x="6" y="483"/>
                  </a:lnTo>
                  <a:lnTo>
                    <a:pt x="4" y="483"/>
                  </a:lnTo>
                  <a:lnTo>
                    <a:pt x="2" y="479"/>
                  </a:lnTo>
                  <a:lnTo>
                    <a:pt x="0" y="478"/>
                  </a:lnTo>
                  <a:lnTo>
                    <a:pt x="0" y="474"/>
                  </a:lnTo>
                  <a:lnTo>
                    <a:pt x="2" y="472"/>
                  </a:lnTo>
                  <a:close/>
                  <a:moveTo>
                    <a:pt x="384" y="43"/>
                  </a:moveTo>
                  <a:lnTo>
                    <a:pt x="469" y="0"/>
                  </a:lnTo>
                  <a:lnTo>
                    <a:pt x="427" y="85"/>
                  </a:lnTo>
                  <a:lnTo>
                    <a:pt x="384" y="4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77" name="Freeform 29">
              <a:extLst>
                <a:ext uri="{FF2B5EF4-FFF2-40B4-BE49-F238E27FC236}">
                  <a16:creationId xmlns:a16="http://schemas.microsoft.com/office/drawing/2014/main" id="{1332AAFB-B375-154A-DF9C-654E07066B2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26" y="3047"/>
              <a:ext cx="470" cy="485"/>
            </a:xfrm>
            <a:custGeom>
              <a:avLst/>
              <a:gdLst>
                <a:gd name="T0" fmla="*/ 3 w 470"/>
                <a:gd name="T1" fmla="*/ 472 h 485"/>
                <a:gd name="T2" fmla="*/ 412 w 470"/>
                <a:gd name="T3" fmla="*/ 48 h 485"/>
                <a:gd name="T4" fmla="*/ 414 w 470"/>
                <a:gd name="T5" fmla="*/ 47 h 485"/>
                <a:gd name="T6" fmla="*/ 417 w 470"/>
                <a:gd name="T7" fmla="*/ 47 h 485"/>
                <a:gd name="T8" fmla="*/ 419 w 470"/>
                <a:gd name="T9" fmla="*/ 47 h 485"/>
                <a:gd name="T10" fmla="*/ 423 w 470"/>
                <a:gd name="T11" fmla="*/ 48 h 485"/>
                <a:gd name="T12" fmla="*/ 424 w 470"/>
                <a:gd name="T13" fmla="*/ 50 h 485"/>
                <a:gd name="T14" fmla="*/ 424 w 470"/>
                <a:gd name="T15" fmla="*/ 54 h 485"/>
                <a:gd name="T16" fmla="*/ 424 w 470"/>
                <a:gd name="T17" fmla="*/ 56 h 485"/>
                <a:gd name="T18" fmla="*/ 423 w 470"/>
                <a:gd name="T19" fmla="*/ 59 h 485"/>
                <a:gd name="T20" fmla="*/ 14 w 470"/>
                <a:gd name="T21" fmla="*/ 481 h 485"/>
                <a:gd name="T22" fmla="*/ 10 w 470"/>
                <a:gd name="T23" fmla="*/ 483 h 485"/>
                <a:gd name="T24" fmla="*/ 9 w 470"/>
                <a:gd name="T25" fmla="*/ 485 h 485"/>
                <a:gd name="T26" fmla="*/ 5 w 470"/>
                <a:gd name="T27" fmla="*/ 483 h 485"/>
                <a:gd name="T28" fmla="*/ 3 w 470"/>
                <a:gd name="T29" fmla="*/ 481 h 485"/>
                <a:gd name="T30" fmla="*/ 1 w 470"/>
                <a:gd name="T31" fmla="*/ 479 h 485"/>
                <a:gd name="T32" fmla="*/ 0 w 470"/>
                <a:gd name="T33" fmla="*/ 477 h 485"/>
                <a:gd name="T34" fmla="*/ 1 w 470"/>
                <a:gd name="T35" fmla="*/ 474 h 485"/>
                <a:gd name="T36" fmla="*/ 3 w 470"/>
                <a:gd name="T37" fmla="*/ 472 h 485"/>
                <a:gd name="T38" fmla="*/ 385 w 470"/>
                <a:gd name="T39" fmla="*/ 43 h 485"/>
                <a:gd name="T40" fmla="*/ 470 w 470"/>
                <a:gd name="T41" fmla="*/ 0 h 485"/>
                <a:gd name="T42" fmla="*/ 428 w 470"/>
                <a:gd name="T43" fmla="*/ 85 h 485"/>
                <a:gd name="T44" fmla="*/ 385 w 470"/>
                <a:gd name="T45" fmla="*/ 43 h 48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70" h="485">
                  <a:moveTo>
                    <a:pt x="3" y="472"/>
                  </a:moveTo>
                  <a:lnTo>
                    <a:pt x="412" y="48"/>
                  </a:lnTo>
                  <a:lnTo>
                    <a:pt x="414" y="47"/>
                  </a:lnTo>
                  <a:lnTo>
                    <a:pt x="417" y="47"/>
                  </a:lnTo>
                  <a:lnTo>
                    <a:pt x="419" y="47"/>
                  </a:lnTo>
                  <a:lnTo>
                    <a:pt x="423" y="48"/>
                  </a:lnTo>
                  <a:lnTo>
                    <a:pt x="424" y="50"/>
                  </a:lnTo>
                  <a:lnTo>
                    <a:pt x="424" y="54"/>
                  </a:lnTo>
                  <a:lnTo>
                    <a:pt x="424" y="56"/>
                  </a:lnTo>
                  <a:lnTo>
                    <a:pt x="423" y="59"/>
                  </a:lnTo>
                  <a:lnTo>
                    <a:pt x="14" y="481"/>
                  </a:lnTo>
                  <a:lnTo>
                    <a:pt x="10" y="483"/>
                  </a:lnTo>
                  <a:lnTo>
                    <a:pt x="9" y="485"/>
                  </a:lnTo>
                  <a:lnTo>
                    <a:pt x="5" y="483"/>
                  </a:lnTo>
                  <a:lnTo>
                    <a:pt x="3" y="481"/>
                  </a:lnTo>
                  <a:lnTo>
                    <a:pt x="1" y="479"/>
                  </a:lnTo>
                  <a:lnTo>
                    <a:pt x="0" y="477"/>
                  </a:lnTo>
                  <a:lnTo>
                    <a:pt x="1" y="474"/>
                  </a:lnTo>
                  <a:lnTo>
                    <a:pt x="3" y="472"/>
                  </a:lnTo>
                  <a:close/>
                  <a:moveTo>
                    <a:pt x="385" y="43"/>
                  </a:moveTo>
                  <a:lnTo>
                    <a:pt x="470" y="0"/>
                  </a:lnTo>
                  <a:lnTo>
                    <a:pt x="428" y="85"/>
                  </a:lnTo>
                  <a:lnTo>
                    <a:pt x="385" y="4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78" name="Freeform 30">
              <a:extLst>
                <a:ext uri="{FF2B5EF4-FFF2-40B4-BE49-F238E27FC236}">
                  <a16:creationId xmlns:a16="http://schemas.microsoft.com/office/drawing/2014/main" id="{5AF7317D-39A9-48A7-8048-586A733B498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764" y="3123"/>
              <a:ext cx="470" cy="485"/>
            </a:xfrm>
            <a:custGeom>
              <a:avLst/>
              <a:gdLst>
                <a:gd name="T0" fmla="*/ 1 w 470"/>
                <a:gd name="T1" fmla="*/ 472 h 485"/>
                <a:gd name="T2" fmla="*/ 412 w 470"/>
                <a:gd name="T3" fmla="*/ 48 h 485"/>
                <a:gd name="T4" fmla="*/ 414 w 470"/>
                <a:gd name="T5" fmla="*/ 47 h 485"/>
                <a:gd name="T6" fmla="*/ 417 w 470"/>
                <a:gd name="T7" fmla="*/ 47 h 485"/>
                <a:gd name="T8" fmla="*/ 419 w 470"/>
                <a:gd name="T9" fmla="*/ 47 h 485"/>
                <a:gd name="T10" fmla="*/ 423 w 470"/>
                <a:gd name="T11" fmla="*/ 48 h 485"/>
                <a:gd name="T12" fmla="*/ 424 w 470"/>
                <a:gd name="T13" fmla="*/ 50 h 485"/>
                <a:gd name="T14" fmla="*/ 424 w 470"/>
                <a:gd name="T15" fmla="*/ 54 h 485"/>
                <a:gd name="T16" fmla="*/ 424 w 470"/>
                <a:gd name="T17" fmla="*/ 56 h 485"/>
                <a:gd name="T18" fmla="*/ 423 w 470"/>
                <a:gd name="T19" fmla="*/ 59 h 485"/>
                <a:gd name="T20" fmla="*/ 12 w 470"/>
                <a:gd name="T21" fmla="*/ 481 h 485"/>
                <a:gd name="T22" fmla="*/ 10 w 470"/>
                <a:gd name="T23" fmla="*/ 483 h 485"/>
                <a:gd name="T24" fmla="*/ 9 w 470"/>
                <a:gd name="T25" fmla="*/ 485 h 485"/>
                <a:gd name="T26" fmla="*/ 5 w 470"/>
                <a:gd name="T27" fmla="*/ 483 h 485"/>
                <a:gd name="T28" fmla="*/ 3 w 470"/>
                <a:gd name="T29" fmla="*/ 483 h 485"/>
                <a:gd name="T30" fmla="*/ 1 w 470"/>
                <a:gd name="T31" fmla="*/ 479 h 485"/>
                <a:gd name="T32" fmla="*/ 0 w 470"/>
                <a:gd name="T33" fmla="*/ 477 h 485"/>
                <a:gd name="T34" fmla="*/ 1 w 470"/>
                <a:gd name="T35" fmla="*/ 474 h 485"/>
                <a:gd name="T36" fmla="*/ 1 w 470"/>
                <a:gd name="T37" fmla="*/ 472 h 485"/>
                <a:gd name="T38" fmla="*/ 385 w 470"/>
                <a:gd name="T39" fmla="*/ 43 h 485"/>
                <a:gd name="T40" fmla="*/ 470 w 470"/>
                <a:gd name="T41" fmla="*/ 0 h 485"/>
                <a:gd name="T42" fmla="*/ 428 w 470"/>
                <a:gd name="T43" fmla="*/ 85 h 485"/>
                <a:gd name="T44" fmla="*/ 385 w 470"/>
                <a:gd name="T45" fmla="*/ 43 h 48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70" h="485">
                  <a:moveTo>
                    <a:pt x="1" y="472"/>
                  </a:moveTo>
                  <a:lnTo>
                    <a:pt x="412" y="48"/>
                  </a:lnTo>
                  <a:lnTo>
                    <a:pt x="414" y="47"/>
                  </a:lnTo>
                  <a:lnTo>
                    <a:pt x="417" y="47"/>
                  </a:lnTo>
                  <a:lnTo>
                    <a:pt x="419" y="47"/>
                  </a:lnTo>
                  <a:lnTo>
                    <a:pt x="423" y="48"/>
                  </a:lnTo>
                  <a:lnTo>
                    <a:pt x="424" y="50"/>
                  </a:lnTo>
                  <a:lnTo>
                    <a:pt x="424" y="54"/>
                  </a:lnTo>
                  <a:lnTo>
                    <a:pt x="424" y="56"/>
                  </a:lnTo>
                  <a:lnTo>
                    <a:pt x="423" y="59"/>
                  </a:lnTo>
                  <a:lnTo>
                    <a:pt x="12" y="481"/>
                  </a:lnTo>
                  <a:lnTo>
                    <a:pt x="10" y="483"/>
                  </a:lnTo>
                  <a:lnTo>
                    <a:pt x="9" y="485"/>
                  </a:lnTo>
                  <a:lnTo>
                    <a:pt x="5" y="483"/>
                  </a:lnTo>
                  <a:lnTo>
                    <a:pt x="3" y="483"/>
                  </a:lnTo>
                  <a:lnTo>
                    <a:pt x="1" y="479"/>
                  </a:lnTo>
                  <a:lnTo>
                    <a:pt x="0" y="477"/>
                  </a:lnTo>
                  <a:lnTo>
                    <a:pt x="1" y="474"/>
                  </a:lnTo>
                  <a:lnTo>
                    <a:pt x="1" y="472"/>
                  </a:lnTo>
                  <a:close/>
                  <a:moveTo>
                    <a:pt x="385" y="43"/>
                  </a:moveTo>
                  <a:lnTo>
                    <a:pt x="470" y="0"/>
                  </a:lnTo>
                  <a:lnTo>
                    <a:pt x="428" y="85"/>
                  </a:lnTo>
                  <a:lnTo>
                    <a:pt x="385" y="4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79" name="Freeform 31">
              <a:extLst>
                <a:ext uri="{FF2B5EF4-FFF2-40B4-BE49-F238E27FC236}">
                  <a16:creationId xmlns:a16="http://schemas.microsoft.com/office/drawing/2014/main" id="{99E95CDF-2E08-3D91-E72C-17B1EBB3C99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94" y="3645"/>
              <a:ext cx="181" cy="57"/>
            </a:xfrm>
            <a:custGeom>
              <a:avLst/>
              <a:gdLst>
                <a:gd name="T0" fmla="*/ 211 w 95"/>
                <a:gd name="T1" fmla="*/ 33 h 76"/>
                <a:gd name="T2" fmla="*/ 0 w 95"/>
                <a:gd name="T3" fmla="*/ 33 h 76"/>
                <a:gd name="T4" fmla="*/ 0 w 95"/>
                <a:gd name="T5" fmla="*/ 11 h 76"/>
                <a:gd name="T6" fmla="*/ 211 w 95"/>
                <a:gd name="T7" fmla="*/ 11 h 76"/>
                <a:gd name="T8" fmla="*/ 211 w 95"/>
                <a:gd name="T9" fmla="*/ 33 h 76"/>
                <a:gd name="T10" fmla="*/ 211 w 95"/>
                <a:gd name="T11" fmla="*/ 22 h 76"/>
                <a:gd name="T12" fmla="*/ 72 w 95"/>
                <a:gd name="T13" fmla="*/ 0 h 76"/>
                <a:gd name="T14" fmla="*/ 345 w 95"/>
                <a:gd name="T15" fmla="*/ 22 h 76"/>
                <a:gd name="T16" fmla="*/ 72 w 95"/>
                <a:gd name="T17" fmla="*/ 43 h 76"/>
                <a:gd name="T18" fmla="*/ 211 w 95"/>
                <a:gd name="T19" fmla="*/ 22 h 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5" h="76">
                  <a:moveTo>
                    <a:pt x="58" y="58"/>
                  </a:moveTo>
                  <a:lnTo>
                    <a:pt x="0" y="58"/>
                  </a:lnTo>
                  <a:lnTo>
                    <a:pt x="0" y="20"/>
                  </a:lnTo>
                  <a:lnTo>
                    <a:pt x="58" y="20"/>
                  </a:lnTo>
                  <a:lnTo>
                    <a:pt x="58" y="58"/>
                  </a:lnTo>
                  <a:close/>
                  <a:moveTo>
                    <a:pt x="58" y="38"/>
                  </a:moveTo>
                  <a:lnTo>
                    <a:pt x="20" y="0"/>
                  </a:lnTo>
                  <a:lnTo>
                    <a:pt x="95" y="38"/>
                  </a:lnTo>
                  <a:lnTo>
                    <a:pt x="20" y="76"/>
                  </a:lnTo>
                  <a:lnTo>
                    <a:pt x="58" y="38"/>
                  </a:lnTo>
                  <a:close/>
                </a:path>
              </a:pathLst>
            </a:custGeom>
            <a:solidFill>
              <a:srgbClr val="FF0000"/>
            </a:solidFill>
            <a:ln w="31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80" name="Rectangle 32">
              <a:extLst>
                <a:ext uri="{FF2B5EF4-FFF2-40B4-BE49-F238E27FC236}">
                  <a16:creationId xmlns:a16="http://schemas.microsoft.com/office/drawing/2014/main" id="{1E79797F-C5E8-E0B6-C845-29A8675B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3566"/>
              <a:ext cx="6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300" b="0">
                  <a:solidFill>
                    <a:srgbClr val="000000"/>
                  </a:solidFill>
                  <a:latin typeface="MT Extra" panose="05050102010205020202" pitchFamily="82"/>
                </a:rPr>
                <a:t>r</a:t>
              </a:r>
              <a:endParaRPr lang="en-US" altLang="zh-CN" b="0"/>
            </a:p>
          </p:txBody>
        </p:sp>
        <p:sp>
          <p:nvSpPr>
            <p:cNvPr id="189481" name="Rectangle 33">
              <a:extLst>
                <a:ext uri="{FF2B5EF4-FFF2-40B4-BE49-F238E27FC236}">
                  <a16:creationId xmlns:a16="http://schemas.microsoft.com/office/drawing/2014/main" id="{2543FD45-5710-D712-5BB3-69868406F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2801"/>
              <a:ext cx="6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300" b="0">
                  <a:solidFill>
                    <a:srgbClr val="000000"/>
                  </a:solidFill>
                  <a:latin typeface="MT Extra" panose="05050102010205020202" pitchFamily="82"/>
                </a:rPr>
                <a:t>r</a:t>
              </a:r>
              <a:endParaRPr lang="en-US" altLang="zh-CN" b="0"/>
            </a:p>
          </p:txBody>
        </p:sp>
      </p:grpSp>
      <p:grpSp>
        <p:nvGrpSpPr>
          <p:cNvPr id="5" name="Group 34">
            <a:extLst>
              <a:ext uri="{FF2B5EF4-FFF2-40B4-BE49-F238E27FC236}">
                <a16:creationId xmlns:a16="http://schemas.microsoft.com/office/drawing/2014/main" id="{09C4D101-E2EE-227C-4FDD-D535BEF2053A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3571875"/>
            <a:ext cx="8964613" cy="1041400"/>
            <a:chOff x="45" y="255"/>
            <a:chExt cx="5647" cy="656"/>
          </a:xfrm>
        </p:grpSpPr>
        <p:sp>
          <p:nvSpPr>
            <p:cNvPr id="189456" name="Text Box 35">
              <a:extLst>
                <a:ext uri="{FF2B5EF4-FFF2-40B4-BE49-F238E27FC236}">
                  <a16:creationId xmlns:a16="http://schemas.microsoft.com/office/drawing/2014/main" id="{C3680244-73B7-6B44-DD47-1F42ADE99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" y="255"/>
              <a:ext cx="5647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>
                  <a:latin typeface="楷体_GB2312" pitchFamily="49" charset="-122"/>
                </a:rPr>
                <a:t>    </a:t>
              </a:r>
              <a:r>
                <a:rPr lang="zh-CN" altLang="en-US">
                  <a:solidFill>
                    <a:srgbClr val="FFCC66"/>
                  </a:solidFill>
                  <a:latin typeface="楷体_GB2312" pitchFamily="49" charset="-122"/>
                </a:rPr>
                <a:t>导体回路中有感应电流表明回路中必存在感应电场</a:t>
              </a:r>
              <a:r>
                <a:rPr lang="zh-CN" altLang="en-US">
                  <a:latin typeface="楷体_GB2312" pitchFamily="49" charset="-122"/>
                </a:rPr>
                <a:t>   ，回路中的感应电动势可表示为</a:t>
              </a:r>
            </a:p>
          </p:txBody>
        </p:sp>
        <p:graphicFrame>
          <p:nvGraphicFramePr>
            <p:cNvPr id="189457" name="Object 36">
              <a:extLst>
                <a:ext uri="{FF2B5EF4-FFF2-40B4-BE49-F238E27FC236}">
                  <a16:creationId xmlns:a16="http://schemas.microsoft.com/office/drawing/2014/main" id="{395CF91B-3B25-6A2F-3306-224F256CF2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3806719"/>
                </p:ext>
              </p:extLst>
            </p:nvPr>
          </p:nvGraphicFramePr>
          <p:xfrm>
            <a:off x="4740" y="316"/>
            <a:ext cx="27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20672" imgH="152539" progId="Equation.DSMT4">
                    <p:embed/>
                  </p:oleObj>
                </mc:Choice>
                <mc:Fallback>
                  <p:oleObj r:id="rId5" imgW="120672" imgH="152539" progId="Equation.DSMT4">
                    <p:embed/>
                    <p:pic>
                      <p:nvPicPr>
                        <p:cNvPr id="189457" name="Object 36">
                          <a:extLst>
                            <a:ext uri="{FF2B5EF4-FFF2-40B4-BE49-F238E27FC236}">
                              <a16:creationId xmlns:a16="http://schemas.microsoft.com/office/drawing/2014/main" id="{395CF91B-3B25-6A2F-3306-224F256CF2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16"/>
                          <a:ext cx="272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661" name="Text Box 37">
            <a:extLst>
              <a:ext uri="{FF2B5EF4-FFF2-40B4-BE49-F238E27FC236}">
                <a16:creationId xmlns:a16="http://schemas.microsoft.com/office/drawing/2014/main" id="{ECCE4345-B637-E97B-DA6C-B4638C794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3" y="5708650"/>
            <a:ext cx="3271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楷体_GB2312" pitchFamily="49" charset="-122"/>
              </a:rPr>
              <a:t>因而有</a:t>
            </a:r>
          </a:p>
        </p:txBody>
      </p:sp>
      <p:graphicFrame>
        <p:nvGraphicFramePr>
          <p:cNvPr id="922662" name="Object 38">
            <a:extLst>
              <a:ext uri="{FF2B5EF4-FFF2-40B4-BE49-F238E27FC236}">
                <a16:creationId xmlns:a16="http://schemas.microsoft.com/office/drawing/2014/main" id="{9AF7AA1B-3322-F7F4-CA5D-74B63C45C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571305"/>
              </p:ext>
            </p:extLst>
          </p:nvPr>
        </p:nvGraphicFramePr>
        <p:xfrm>
          <a:off x="2484438" y="5445125"/>
          <a:ext cx="325278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46232" imgH="253954" progId="Equation.3">
                  <p:embed/>
                </p:oleObj>
              </mc:Choice>
              <mc:Fallback>
                <p:oleObj r:id="rId7" imgW="946232" imgH="253954" progId="Equation.3">
                  <p:embed/>
                  <p:pic>
                    <p:nvPicPr>
                      <p:cNvPr id="922662" name="Object 38">
                        <a:extLst>
                          <a:ext uri="{FF2B5EF4-FFF2-40B4-BE49-F238E27FC236}">
                            <a16:creationId xmlns:a16="http://schemas.microsoft.com/office/drawing/2014/main" id="{9AF7AA1B-3322-F7F4-CA5D-74B63C45C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445125"/>
                        <a:ext cx="325278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48" name="AutoShape 40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07820A5A-F142-45BA-CE3C-9C0DB91D8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9449" name="AutoShape 4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8BC52C4-B602-FB93-6B14-B61DF367B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9450" name="AutoShape 4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07BD38D-FB50-3A16-9547-82FCB3C41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9451" name="AutoShape 4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EC2177D-542A-097F-4195-7EE639D07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3" name="Object 38">
            <a:extLst>
              <a:ext uri="{FF2B5EF4-FFF2-40B4-BE49-F238E27FC236}">
                <a16:creationId xmlns:a16="http://schemas.microsoft.com/office/drawing/2014/main" id="{9ED16910-ADE9-B025-0045-6CBA40731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468237"/>
              </p:ext>
            </p:extLst>
          </p:nvPr>
        </p:nvGraphicFramePr>
        <p:xfrm>
          <a:off x="3779838" y="4149725"/>
          <a:ext cx="1973262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65076" imgH="247719" progId="Equation.3">
                  <p:embed/>
                </p:oleObj>
              </mc:Choice>
              <mc:Fallback>
                <p:oleObj r:id="rId10" imgW="565076" imgH="247719" progId="Equation.3">
                  <p:embed/>
                  <p:pic>
                    <p:nvPicPr>
                      <p:cNvPr id="3" name="Object 38">
                        <a:extLst>
                          <a:ext uri="{FF2B5EF4-FFF2-40B4-BE49-F238E27FC236}">
                            <a16:creationId xmlns:a16="http://schemas.microsoft.com/office/drawing/2014/main" id="{9ED16910-ADE9-B025-0045-6CBA40731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149725"/>
                        <a:ext cx="1973262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8">
            <a:extLst>
              <a:ext uri="{FF2B5EF4-FFF2-40B4-BE49-F238E27FC236}">
                <a16:creationId xmlns:a16="http://schemas.microsoft.com/office/drawing/2014/main" id="{F17207CC-FBEF-8ABD-EF77-DDC82009A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410328"/>
              </p:ext>
            </p:extLst>
          </p:nvPr>
        </p:nvGraphicFramePr>
        <p:xfrm>
          <a:off x="1547813" y="2636838"/>
          <a:ext cx="24860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17372" imgH="247719" progId="Equation.3">
                  <p:embed/>
                </p:oleObj>
              </mc:Choice>
              <mc:Fallback>
                <p:oleObj r:id="rId12" imgW="717372" imgH="247719" progId="Equation.3">
                  <p:embed/>
                  <p:pic>
                    <p:nvPicPr>
                      <p:cNvPr id="6" name="Object 38">
                        <a:extLst>
                          <a:ext uri="{FF2B5EF4-FFF2-40B4-BE49-F238E27FC236}">
                            <a16:creationId xmlns:a16="http://schemas.microsoft.com/office/drawing/2014/main" id="{F17207CC-FBEF-8ABD-EF77-DDC82009A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636838"/>
                        <a:ext cx="248602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8">
            <a:extLst>
              <a:ext uri="{FF2B5EF4-FFF2-40B4-BE49-F238E27FC236}">
                <a16:creationId xmlns:a16="http://schemas.microsoft.com/office/drawing/2014/main" id="{80413B94-8B87-BBD3-9A50-E99A3772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735945"/>
              </p:ext>
            </p:extLst>
          </p:nvPr>
        </p:nvGraphicFramePr>
        <p:xfrm>
          <a:off x="1547813" y="1773238"/>
          <a:ext cx="17541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95170" imgH="234835" progId="Equation.3">
                  <p:embed/>
                </p:oleObj>
              </mc:Choice>
              <mc:Fallback>
                <p:oleObj r:id="rId14" imgW="495170" imgH="234835" progId="Equation.3">
                  <p:embed/>
                  <p:pic>
                    <p:nvPicPr>
                      <p:cNvPr id="7" name="Object 38">
                        <a:extLst>
                          <a:ext uri="{FF2B5EF4-FFF2-40B4-BE49-F238E27FC236}">
                            <a16:creationId xmlns:a16="http://schemas.microsoft.com/office/drawing/2014/main" id="{80413B94-8B87-BBD3-9A50-E99A377237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773238"/>
                        <a:ext cx="17541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2975" name="AutoShape 47">
            <a:extLst>
              <a:ext uri="{FF2B5EF4-FFF2-40B4-BE49-F238E27FC236}">
                <a16:creationId xmlns:a16="http://schemas.microsoft.com/office/drawing/2014/main" id="{45EDE467-D4AE-2F1C-4CD8-CA47CDD52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068638"/>
            <a:ext cx="936625" cy="215900"/>
          </a:xfrm>
          <a:prstGeom prst="rightArrow">
            <a:avLst>
              <a:gd name="adj1" fmla="val 50000"/>
              <a:gd name="adj2" fmla="val 108436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灯片编号占位符 2">
            <a:extLst>
              <a:ext uri="{FF2B5EF4-FFF2-40B4-BE49-F238E27FC236}">
                <a16:creationId xmlns:a16="http://schemas.microsoft.com/office/drawing/2014/main" id="{71E23071-1EBD-415D-D702-8BB332B200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6103ABB-C1A8-4FCC-81CE-330F56256920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37634" name="Text Box 2">
            <a:extLst>
              <a:ext uri="{FF2B5EF4-FFF2-40B4-BE49-F238E27FC236}">
                <a16:creationId xmlns:a16="http://schemas.microsoft.com/office/drawing/2014/main" id="{AE777F15-6284-B356-A821-2EF3561CA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88" y="876300"/>
            <a:ext cx="71628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en-US" altLang="zh-CN">
                <a:solidFill>
                  <a:srgbClr val="FFD9D9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CC66"/>
                </a:solidFill>
                <a:latin typeface="楷体_GB2312" pitchFamily="49" charset="-122"/>
              </a:rPr>
              <a:t>感应电场是由变化的磁场所激发的电场。</a:t>
            </a:r>
          </a:p>
        </p:txBody>
      </p:sp>
      <p:sp>
        <p:nvSpPr>
          <p:cNvPr id="837635" name="Text Box 3">
            <a:extLst>
              <a:ext uri="{FF2B5EF4-FFF2-40B4-BE49-F238E27FC236}">
                <a16:creationId xmlns:a16="http://schemas.microsoft.com/office/drawing/2014/main" id="{B75432F7-196D-5238-0212-C3134ED7C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8" y="487363"/>
            <a:ext cx="52863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/>
              <a:t>   </a:t>
            </a:r>
            <a:r>
              <a:rPr lang="zh-CN" altLang="en-US">
                <a:ea typeface="宋体" panose="02010600030101010101" pitchFamily="2" charset="-122"/>
              </a:rPr>
              <a:t>对感应电场的讨论</a:t>
            </a:r>
            <a:endParaRPr lang="zh-CN" altLang="en-US">
              <a:latin typeface="楷体_GB2312" pitchFamily="49" charset="-122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09E21BD2-909E-3F36-8447-E8C3FA5FA4A0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5518150"/>
            <a:ext cx="6553200" cy="863600"/>
            <a:chOff x="1383" y="3430"/>
            <a:chExt cx="4128" cy="544"/>
          </a:xfrm>
        </p:grpSpPr>
        <p:sp>
          <p:nvSpPr>
            <p:cNvPr id="191507" name="Text Box 7">
              <a:extLst>
                <a:ext uri="{FF2B5EF4-FFF2-40B4-BE49-F238E27FC236}">
                  <a16:creationId xmlns:a16="http://schemas.microsoft.com/office/drawing/2014/main" id="{BC45D170-147B-3628-A739-4D299B779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3442"/>
              <a:ext cx="1633" cy="532"/>
            </a:xfrm>
            <a:prstGeom prst="rect">
              <a:avLst/>
            </a:prstGeom>
            <a:solidFill>
              <a:srgbClr val="BAF1F4"/>
            </a:solidFill>
            <a:ln w="2222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rgbClr val="99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推广的法拉第</a:t>
              </a:r>
            </a:p>
            <a:p>
              <a:pPr algn="ctr"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rgbClr val="99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电磁感应定律</a:t>
              </a:r>
            </a:p>
          </p:txBody>
        </p:sp>
        <p:sp>
          <p:nvSpPr>
            <p:cNvPr id="191508" name="Line 8">
              <a:extLst>
                <a:ext uri="{FF2B5EF4-FFF2-40B4-BE49-F238E27FC236}">
                  <a16:creationId xmlns:a16="http://schemas.microsoft.com/office/drawing/2014/main" id="{5E903C9A-BA66-A5F8-B341-BB8455430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4" y="3702"/>
              <a:ext cx="454" cy="0"/>
            </a:xfrm>
            <a:prstGeom prst="lin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09" name="Rectangle 9">
              <a:extLst>
                <a:ext uri="{FF2B5EF4-FFF2-40B4-BE49-F238E27FC236}">
                  <a16:creationId xmlns:a16="http://schemas.microsoft.com/office/drawing/2014/main" id="{EC6DA3E6-A51A-275B-F9E8-5D320F3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430"/>
              <a:ext cx="2041" cy="544"/>
            </a:xfrm>
            <a:prstGeom prst="rect">
              <a:avLst/>
            </a:prstGeom>
            <a:noFill/>
            <a:ln w="15875">
              <a:solidFill>
                <a:srgbClr val="FF99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191494" name="AutoShape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D71E676-10E5-0363-6F1C-5302363FF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1495" name="AutoShape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B37DFC6-0521-3CE0-6D41-7633AB249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1496" name="AutoShape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00BFF9A-237A-A29A-8E5A-2B97C0FF1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1497" name="AutoShape 1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760E892-7CED-EECA-2754-72B522D32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37654" name="Text Box 22">
            <a:extLst>
              <a:ext uri="{FF2B5EF4-FFF2-40B4-BE49-F238E27FC236}">
                <a16:creationId xmlns:a16="http://schemas.microsoft.com/office/drawing/2014/main" id="{61656ECB-6FED-853A-99B9-3C7C60511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1325563"/>
            <a:ext cx="5399088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en-US" altLang="zh-CN">
                <a:solidFill>
                  <a:srgbClr val="FFD9D9"/>
                </a:solidFill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感应电场是有旋场。</a:t>
            </a:r>
          </a:p>
        </p:txBody>
      </p:sp>
      <p:sp>
        <p:nvSpPr>
          <p:cNvPr id="837655" name="Text Box 23">
            <a:extLst>
              <a:ext uri="{FF2B5EF4-FFF2-40B4-BE49-F238E27FC236}">
                <a16:creationId xmlns:a16="http://schemas.microsoft.com/office/drawing/2014/main" id="{9BF5D38F-F2E6-AD32-B8C2-01E23717E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1844675"/>
            <a:ext cx="89408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en-US" altLang="zh-CN">
                <a:solidFill>
                  <a:srgbClr val="FFD9D9"/>
                </a:solidFill>
              </a:rPr>
              <a:t>  </a:t>
            </a:r>
            <a:r>
              <a:rPr lang="zh-CN" altLang="en-US"/>
              <a:t>感应电场</a:t>
            </a:r>
            <a:r>
              <a:rPr lang="zh-CN" altLang="en-US">
                <a:latin typeface="楷体_GB2312" pitchFamily="49" charset="-122"/>
              </a:rPr>
              <a:t>不仅存在于导体回路中，也存在于导体回路之外的空间。  </a:t>
            </a:r>
          </a:p>
        </p:txBody>
      </p:sp>
      <p:sp>
        <p:nvSpPr>
          <p:cNvPr id="837656" name="Text Box 24">
            <a:extLst>
              <a:ext uri="{FF2B5EF4-FFF2-40B4-BE49-F238E27FC236}">
                <a16:creationId xmlns:a16="http://schemas.microsoft.com/office/drawing/2014/main" id="{BFE8786F-3022-A3FB-379B-3855AF479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88" y="2813050"/>
            <a:ext cx="85312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en-US" altLang="zh-CN">
                <a:solidFill>
                  <a:srgbClr val="FFD9D9"/>
                </a:solidFill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对空间中的任意回路（不一定是导体回路）</a:t>
            </a:r>
            <a:r>
              <a:rPr lang="en-US" altLang="zh-CN" i="1">
                <a:latin typeface="Times New Roman" panose="02020603050405020304" pitchFamily="18" charset="0"/>
              </a:rPr>
              <a:t>C </a:t>
            </a:r>
            <a:r>
              <a:rPr lang="zh-CN" altLang="en-US">
                <a:latin typeface="楷体_GB2312" pitchFamily="49" charset="-122"/>
              </a:rPr>
              <a:t>，都有</a:t>
            </a:r>
          </a:p>
        </p:txBody>
      </p:sp>
      <p:sp>
        <p:nvSpPr>
          <p:cNvPr id="837659" name="Text Box 27">
            <a:extLst>
              <a:ext uri="{FF2B5EF4-FFF2-40B4-BE49-F238E27FC236}">
                <a16:creationId xmlns:a16="http://schemas.microsoft.com/office/drawing/2014/main" id="{D583B1DA-AC75-2CCC-242C-0BB537A8C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4149725"/>
            <a:ext cx="89408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en-US" altLang="zh-CN">
                <a:solidFill>
                  <a:srgbClr val="FFD9D9"/>
                </a:solidFill>
              </a:rPr>
              <a:t>  </a:t>
            </a:r>
            <a:r>
              <a:rPr lang="zh-CN" altLang="en-US"/>
              <a:t>一般情况下，空间的总电场</a:t>
            </a:r>
            <a:r>
              <a:rPr lang="en-US" altLang="zh-CN"/>
              <a:t>=</a:t>
            </a:r>
            <a:r>
              <a:rPr lang="zh-CN" altLang="en-US"/>
              <a:t>自由电荷产生的库仑电场</a:t>
            </a:r>
            <a:r>
              <a:rPr lang="en-US" altLang="zh-CN"/>
              <a:t>+</a:t>
            </a:r>
            <a:r>
              <a:rPr lang="zh-CN" altLang="en-US"/>
              <a:t>感应电场。</a:t>
            </a:r>
            <a:r>
              <a:rPr lang="zh-CN" altLang="en-US">
                <a:latin typeface="楷体_GB2312" pitchFamily="49" charset="-122"/>
              </a:rPr>
              <a:t>  </a:t>
            </a:r>
          </a:p>
        </p:txBody>
      </p:sp>
      <p:graphicFrame>
        <p:nvGraphicFramePr>
          <p:cNvPr id="837660" name="Object 28">
            <a:extLst>
              <a:ext uri="{FF2B5EF4-FFF2-40B4-BE49-F238E27FC236}">
                <a16:creationId xmlns:a16="http://schemas.microsoft.com/office/drawing/2014/main" id="{A353014F-42AE-9EB8-8E2E-FC6E9E142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82824"/>
              </p:ext>
            </p:extLst>
          </p:nvPr>
        </p:nvGraphicFramePr>
        <p:xfrm>
          <a:off x="827088" y="4724400"/>
          <a:ext cx="1739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28741" imgH="152539" progId="Equation.3">
                  <p:embed/>
                </p:oleObj>
              </mc:Choice>
              <mc:Fallback>
                <p:oleObj r:id="rId5" imgW="628741" imgH="152539" progId="Equation.3">
                  <p:embed/>
                  <p:pic>
                    <p:nvPicPr>
                      <p:cNvPr id="837660" name="Object 28">
                        <a:extLst>
                          <a:ext uri="{FF2B5EF4-FFF2-40B4-BE49-F238E27FC236}">
                            <a16:creationId xmlns:a16="http://schemas.microsoft.com/office/drawing/2014/main" id="{A353014F-42AE-9EB8-8E2E-FC6E9E142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24400"/>
                        <a:ext cx="17399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62" name="Object 30">
            <a:extLst>
              <a:ext uri="{FF2B5EF4-FFF2-40B4-BE49-F238E27FC236}">
                <a16:creationId xmlns:a16="http://schemas.microsoft.com/office/drawing/2014/main" id="{6EFA7C0B-92A7-6C31-94AF-51CECEDE2A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758527"/>
              </p:ext>
            </p:extLst>
          </p:nvPr>
        </p:nvGraphicFramePr>
        <p:xfrm>
          <a:off x="250825" y="5661025"/>
          <a:ext cx="17129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15842" imgH="184127" progId="Equation.3">
                  <p:embed/>
                </p:oleObj>
              </mc:Choice>
              <mc:Fallback>
                <p:oleObj r:id="rId7" imgW="615842" imgH="184127" progId="Equation.3">
                  <p:embed/>
                  <p:pic>
                    <p:nvPicPr>
                      <p:cNvPr id="837662" name="Object 30">
                        <a:extLst>
                          <a:ext uri="{FF2B5EF4-FFF2-40B4-BE49-F238E27FC236}">
                            <a16:creationId xmlns:a16="http://schemas.microsoft.com/office/drawing/2014/main" id="{6EFA7C0B-92A7-6C31-94AF-51CECEDE2A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661025"/>
                        <a:ext cx="17129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7663" name="AutoShape 31">
            <a:extLst>
              <a:ext uri="{FF2B5EF4-FFF2-40B4-BE49-F238E27FC236}">
                <a16:creationId xmlns:a16="http://schemas.microsoft.com/office/drawing/2014/main" id="{B9CF7E51-EC79-BD26-EE46-B758BEA2A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5819775"/>
            <a:ext cx="576262" cy="215900"/>
          </a:xfrm>
          <a:prstGeom prst="rightArrow">
            <a:avLst>
              <a:gd name="adj1" fmla="val 50000"/>
              <a:gd name="adj2" fmla="val 66716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922662" name="Object 38">
            <a:extLst>
              <a:ext uri="{FF2B5EF4-FFF2-40B4-BE49-F238E27FC236}">
                <a16:creationId xmlns:a16="http://schemas.microsoft.com/office/drawing/2014/main" id="{05237BEF-252D-3794-B9AF-C35C8670F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568684"/>
              </p:ext>
            </p:extLst>
          </p:nvPr>
        </p:nvGraphicFramePr>
        <p:xfrm>
          <a:off x="2555875" y="3357563"/>
          <a:ext cx="325278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46232" imgH="253954" progId="Equation.3">
                  <p:embed/>
                </p:oleObj>
              </mc:Choice>
              <mc:Fallback>
                <p:oleObj r:id="rId9" imgW="946232" imgH="253954" progId="Equation.3">
                  <p:embed/>
                  <p:pic>
                    <p:nvPicPr>
                      <p:cNvPr id="922662" name="Object 38">
                        <a:extLst>
                          <a:ext uri="{FF2B5EF4-FFF2-40B4-BE49-F238E27FC236}">
                            <a16:creationId xmlns:a16="http://schemas.microsoft.com/office/drawing/2014/main" id="{05237BEF-252D-3794-B9AF-C35C8670FF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357563"/>
                        <a:ext cx="3252788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8">
            <a:extLst>
              <a:ext uri="{FF2B5EF4-FFF2-40B4-BE49-F238E27FC236}">
                <a16:creationId xmlns:a16="http://schemas.microsoft.com/office/drawing/2014/main" id="{8E95052F-024C-FA15-385C-4E4136DF4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694556"/>
              </p:ext>
            </p:extLst>
          </p:nvPr>
        </p:nvGraphicFramePr>
        <p:xfrm>
          <a:off x="2665413" y="5445125"/>
          <a:ext cx="303371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882568" imgH="253954" progId="Equation.3">
                  <p:embed/>
                </p:oleObj>
              </mc:Choice>
              <mc:Fallback>
                <p:oleObj r:id="rId11" imgW="882568" imgH="253954" progId="Equation.3">
                  <p:embed/>
                  <p:pic>
                    <p:nvPicPr>
                      <p:cNvPr id="3" name="Object 38">
                        <a:extLst>
                          <a:ext uri="{FF2B5EF4-FFF2-40B4-BE49-F238E27FC236}">
                            <a16:creationId xmlns:a16="http://schemas.microsoft.com/office/drawing/2014/main" id="{8E95052F-024C-FA15-385C-4E4136DF4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5445125"/>
                        <a:ext cx="303371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灯片编号占位符 2">
            <a:extLst>
              <a:ext uri="{FF2B5EF4-FFF2-40B4-BE49-F238E27FC236}">
                <a16:creationId xmlns:a16="http://schemas.microsoft.com/office/drawing/2014/main" id="{41669E16-7E9B-989C-D5CA-C7C8265A34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33D5922-78A7-491E-BFFB-6FA6F1913A94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38658" name="Text Box 2">
            <a:extLst>
              <a:ext uri="{FF2B5EF4-FFF2-40B4-BE49-F238E27FC236}">
                <a16:creationId xmlns:a16="http://schemas.microsoft.com/office/drawing/2014/main" id="{BBB1B123-D0FF-0C31-6536-A9BBD8B86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835400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相应的微分形式为</a:t>
            </a:r>
          </a:p>
        </p:txBody>
      </p:sp>
      <p:sp>
        <p:nvSpPr>
          <p:cNvPr id="838659" name="Text Box 3">
            <a:extLst>
              <a:ext uri="{FF2B5EF4-FFF2-40B4-BE49-F238E27FC236}">
                <a16:creationId xmlns:a16="http://schemas.microsoft.com/office/drawing/2014/main" id="{FD2C5F02-7777-6386-D7BF-A51F54010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268413"/>
            <a:ext cx="7056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( 1 )</a:t>
            </a:r>
            <a:r>
              <a:rPr lang="en-US" altLang="zh-CN">
                <a:solidFill>
                  <a:srgbClr val="F8A6A6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8A6A6"/>
                </a:solidFill>
                <a:latin typeface="楷体_GB2312" pitchFamily="49" charset="-122"/>
              </a:rPr>
              <a:t>回路不变，磁场随时间变化（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时变磁场</a:t>
            </a:r>
            <a:r>
              <a:rPr lang="zh-CN" altLang="en-US">
                <a:solidFill>
                  <a:srgbClr val="F8A6A6"/>
                </a:solidFill>
                <a:latin typeface="楷体_GB2312" pitchFamily="49" charset="-122"/>
              </a:rPr>
              <a:t>）</a:t>
            </a:r>
          </a:p>
        </p:txBody>
      </p:sp>
      <p:sp>
        <p:nvSpPr>
          <p:cNvPr id="838661" name="Rectangle 5">
            <a:extLst>
              <a:ext uri="{FF2B5EF4-FFF2-40B4-BE49-F238E27FC236}">
                <a16:creationId xmlns:a16="http://schemas.microsoft.com/office/drawing/2014/main" id="{1E397DB6-3161-1279-94DC-C7EC4A4EA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92300"/>
            <a:ext cx="763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/>
              <a:t>磁通量的变化由磁场随时间变化引起，因此有</a:t>
            </a:r>
          </a:p>
        </p:txBody>
      </p:sp>
      <p:graphicFrame>
        <p:nvGraphicFramePr>
          <p:cNvPr id="838662" name="Object 6">
            <a:extLst>
              <a:ext uri="{FF2B5EF4-FFF2-40B4-BE49-F238E27FC236}">
                <a16:creationId xmlns:a16="http://schemas.microsoft.com/office/drawing/2014/main" id="{170082C1-142A-1A4C-1244-A9A7235F83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595306"/>
              </p:ext>
            </p:extLst>
          </p:nvPr>
        </p:nvGraphicFramePr>
        <p:xfrm>
          <a:off x="3276600" y="3644900"/>
          <a:ext cx="18002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47882" imgH="298427" progId="Equation.DSMT4">
                  <p:embed/>
                </p:oleObj>
              </mc:Choice>
              <mc:Fallback>
                <p:oleObj r:id="rId3" imgW="647882" imgH="298427" progId="Equation.DSMT4">
                  <p:embed/>
                  <p:pic>
                    <p:nvPicPr>
                      <p:cNvPr id="838662" name="Object 6">
                        <a:extLst>
                          <a:ext uri="{FF2B5EF4-FFF2-40B4-BE49-F238E27FC236}">
                            <a16:creationId xmlns:a16="http://schemas.microsoft.com/office/drawing/2014/main" id="{170082C1-142A-1A4C-1244-A9A7235F8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644900"/>
                        <a:ext cx="18002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3" name="AutoShape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E2979BE-2749-5AA6-7E36-477C1A1E8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3544" name="AutoShape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6B4ACC6-67EB-29F6-CF14-837D989D2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3545" name="AutoShape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25A55CF-27E8-1BEB-5926-090C76FEC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3546" name="AutoShape 1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7CD7D67-F674-A5A4-565D-BA3DCCBF4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CB70A48B-38F7-81AC-F4E6-2C4BCCA7A14D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3560763"/>
            <a:ext cx="3240087" cy="2100262"/>
            <a:chOff x="1383" y="2205"/>
            <a:chExt cx="2041" cy="1323"/>
          </a:xfrm>
        </p:grpSpPr>
        <p:grpSp>
          <p:nvGrpSpPr>
            <p:cNvPr id="193561" name="Group 15">
              <a:extLst>
                <a:ext uri="{FF2B5EF4-FFF2-40B4-BE49-F238E27FC236}">
                  <a16:creationId xmlns:a16="http://schemas.microsoft.com/office/drawing/2014/main" id="{B81E6C79-1E03-3C00-ABC7-39C6FF170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2863"/>
              <a:ext cx="1905" cy="665"/>
              <a:chOff x="1292" y="2704"/>
              <a:chExt cx="1905" cy="665"/>
            </a:xfrm>
          </p:grpSpPr>
          <p:sp>
            <p:nvSpPr>
              <p:cNvPr id="193563" name="Rectangle 16">
                <a:extLst>
                  <a:ext uri="{FF2B5EF4-FFF2-40B4-BE49-F238E27FC236}">
                    <a16:creationId xmlns:a16="http://schemas.microsoft.com/office/drawing/2014/main" id="{63995B77-7660-9148-E7D6-91377DD21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" y="3113"/>
                <a:ext cx="1905" cy="256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FF99CC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rgbClr val="990000"/>
                    </a:solidFill>
                    <a:ea typeface="宋体" panose="02010600030101010101" pitchFamily="2" charset="-122"/>
                  </a:rPr>
                  <a:t>时变磁场产生电场</a:t>
                </a:r>
              </a:p>
            </p:txBody>
          </p:sp>
          <p:sp>
            <p:nvSpPr>
              <p:cNvPr id="193564" name="Line 17">
                <a:extLst>
                  <a:ext uri="{FF2B5EF4-FFF2-40B4-BE49-F238E27FC236}">
                    <a16:creationId xmlns:a16="http://schemas.microsoft.com/office/drawing/2014/main" id="{B61D8F36-5221-3F63-8837-59D3CB2DD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72" y="2704"/>
                <a:ext cx="90" cy="409"/>
              </a:xfrm>
              <a:prstGeom prst="line">
                <a:avLst/>
              </a:prstGeom>
              <a:noFill/>
              <a:ln w="19050">
                <a:solidFill>
                  <a:srgbClr val="FF99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3562" name="Oval 18">
              <a:extLst>
                <a:ext uri="{FF2B5EF4-FFF2-40B4-BE49-F238E27FC236}">
                  <a16:creationId xmlns:a16="http://schemas.microsoft.com/office/drawing/2014/main" id="{A6627D5B-CC20-63F6-70E4-49BD354EA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205"/>
              <a:ext cx="1451" cy="681"/>
            </a:xfrm>
            <a:prstGeom prst="ellipse">
              <a:avLst/>
            </a:prstGeom>
            <a:noFill/>
            <a:ln w="95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5EE2C2A3-E6AE-3960-DCC1-E793831F3AB6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668338"/>
            <a:ext cx="6440487" cy="457200"/>
            <a:chOff x="113" y="421"/>
            <a:chExt cx="4057" cy="288"/>
          </a:xfrm>
        </p:grpSpPr>
        <p:sp>
          <p:nvSpPr>
            <p:cNvPr id="193559" name="Text Box 20">
              <a:extLst>
                <a:ext uri="{FF2B5EF4-FFF2-40B4-BE49-F238E27FC236}">
                  <a16:creationId xmlns:a16="http://schemas.microsoft.com/office/drawing/2014/main" id="{C48411FC-DAB4-15A4-D4EC-E2D9C1B14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421"/>
              <a:ext cx="39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引起回路中磁通变化的几种情况</a:t>
              </a:r>
            </a:p>
          </p:txBody>
        </p:sp>
        <p:sp>
          <p:nvSpPr>
            <p:cNvPr id="193560" name="Oval 21">
              <a:extLst>
                <a:ext uri="{FF2B5EF4-FFF2-40B4-BE49-F238E27FC236}">
                  <a16:creationId xmlns:a16="http://schemas.microsoft.com/office/drawing/2014/main" id="{578F6C5D-F59F-4682-88F5-ACF3E869C2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3" y="527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5" name="Group 22">
            <a:extLst>
              <a:ext uri="{FF2B5EF4-FFF2-40B4-BE49-F238E27FC236}">
                <a16:creationId xmlns:a16="http://schemas.microsoft.com/office/drawing/2014/main" id="{8E70F324-6796-B602-E9D9-B05E7152D330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4149725"/>
            <a:ext cx="2590800" cy="2447925"/>
            <a:chOff x="3969" y="255"/>
            <a:chExt cx="1632" cy="1542"/>
          </a:xfrm>
        </p:grpSpPr>
        <p:sp>
          <p:nvSpPr>
            <p:cNvPr id="193557" name="Rectangle 23">
              <a:extLst>
                <a:ext uri="{FF2B5EF4-FFF2-40B4-BE49-F238E27FC236}">
                  <a16:creationId xmlns:a16="http://schemas.microsoft.com/office/drawing/2014/main" id="{85FFF315-A25E-69EF-34F2-33166D283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255"/>
              <a:ext cx="1632" cy="1542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pic>
          <p:nvPicPr>
            <p:cNvPr id="193558" name="Picture 24" descr="4">
              <a:extLst>
                <a:ext uri="{FF2B5EF4-FFF2-40B4-BE49-F238E27FC236}">
                  <a16:creationId xmlns:a16="http://schemas.microsoft.com/office/drawing/2014/main" id="{0E164681-E323-4F28-50BD-79B2BCE729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9" y="300"/>
              <a:ext cx="1451" cy="1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838681" name="Object 25">
            <a:extLst>
              <a:ext uri="{FF2B5EF4-FFF2-40B4-BE49-F238E27FC236}">
                <a16:creationId xmlns:a16="http://schemas.microsoft.com/office/drawing/2014/main" id="{00FA153A-F4AA-B5E9-46D6-B261AC012A00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296887276"/>
              </p:ext>
            </p:extLst>
          </p:nvPr>
        </p:nvGraphicFramePr>
        <p:xfrm>
          <a:off x="5202238" y="2420938"/>
          <a:ext cx="349091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060246" imgH="279308" progId="Equation.3">
                  <p:embed/>
                </p:oleObj>
              </mc:Choice>
              <mc:Fallback>
                <p:oleObj r:id="rId7" imgW="1060246" imgH="279308" progId="Equation.3">
                  <p:embed/>
                  <p:pic>
                    <p:nvPicPr>
                      <p:cNvPr id="838681" name="Object 25">
                        <a:extLst>
                          <a:ext uri="{FF2B5EF4-FFF2-40B4-BE49-F238E27FC236}">
                            <a16:creationId xmlns:a16="http://schemas.microsoft.com/office/drawing/2014/main" id="{00FA153A-F4AA-B5E9-46D6-B261AC012A0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2420938"/>
                        <a:ext cx="3490912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8683" name="AutoShape 27">
            <a:extLst>
              <a:ext uri="{FF2B5EF4-FFF2-40B4-BE49-F238E27FC236}">
                <a16:creationId xmlns:a16="http://schemas.microsoft.com/office/drawing/2014/main" id="{306D7CDA-F8A7-16B0-27C7-4D48E2242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2852738"/>
            <a:ext cx="576262" cy="215900"/>
          </a:xfrm>
          <a:prstGeom prst="rightArrow">
            <a:avLst>
              <a:gd name="adj1" fmla="val 50000"/>
              <a:gd name="adj2" fmla="val 66716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6" name="Group 28">
            <a:extLst>
              <a:ext uri="{FF2B5EF4-FFF2-40B4-BE49-F238E27FC236}">
                <a16:creationId xmlns:a16="http://schemas.microsoft.com/office/drawing/2014/main" id="{5F57FCEA-EE11-A7EB-BE7D-38AC207CF4C3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2654300"/>
            <a:ext cx="2994025" cy="1350963"/>
            <a:chOff x="404" y="1117"/>
            <a:chExt cx="1886" cy="851"/>
          </a:xfrm>
        </p:grpSpPr>
        <p:sp>
          <p:nvSpPr>
            <p:cNvPr id="193554" name="Text Box 29">
              <a:extLst>
                <a:ext uri="{FF2B5EF4-FFF2-40B4-BE49-F238E27FC236}">
                  <a16:creationId xmlns:a16="http://schemas.microsoft.com/office/drawing/2014/main" id="{AF374939-A6C3-333B-6B26-F119388BB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706"/>
              <a:ext cx="1315" cy="262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99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感生电动势</a:t>
              </a:r>
            </a:p>
          </p:txBody>
        </p:sp>
        <p:sp>
          <p:nvSpPr>
            <p:cNvPr id="193555" name="Line 30">
              <a:extLst>
                <a:ext uri="{FF2B5EF4-FFF2-40B4-BE49-F238E27FC236}">
                  <a16:creationId xmlns:a16="http://schemas.microsoft.com/office/drawing/2014/main" id="{241D23EC-7E5A-418A-20C0-47D0F0D73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1480"/>
              <a:ext cx="363" cy="412"/>
            </a:xfrm>
            <a:prstGeom prst="lin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556" name="Oval 31">
              <a:extLst>
                <a:ext uri="{FF2B5EF4-FFF2-40B4-BE49-F238E27FC236}">
                  <a16:creationId xmlns:a16="http://schemas.microsoft.com/office/drawing/2014/main" id="{543B6224-78E6-BA91-A282-D22840750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" y="1117"/>
              <a:ext cx="317" cy="363"/>
            </a:xfrm>
            <a:prstGeom prst="ellips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922662" name="Object 38">
            <a:extLst>
              <a:ext uri="{FF2B5EF4-FFF2-40B4-BE49-F238E27FC236}">
                <a16:creationId xmlns:a16="http://schemas.microsoft.com/office/drawing/2014/main" id="{44729D9A-6481-7FA1-251B-9A8B3EB1A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740415"/>
              </p:ext>
            </p:extLst>
          </p:nvPr>
        </p:nvGraphicFramePr>
        <p:xfrm>
          <a:off x="1211263" y="2492375"/>
          <a:ext cx="30003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58716" imgH="266839" progId="Equation.3">
                  <p:embed/>
                </p:oleObj>
              </mc:Choice>
              <mc:Fallback>
                <p:oleObj r:id="rId9" imgW="958716" imgH="266839" progId="Equation.3">
                  <p:embed/>
                  <p:pic>
                    <p:nvPicPr>
                      <p:cNvPr id="922662" name="Object 38">
                        <a:extLst>
                          <a:ext uri="{FF2B5EF4-FFF2-40B4-BE49-F238E27FC236}">
                            <a16:creationId xmlns:a16="http://schemas.microsoft.com/office/drawing/2014/main" id="{44729D9A-6481-7FA1-251B-9A8B3EB1AB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2492375"/>
                        <a:ext cx="30003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灯片编号占位符 3">
            <a:extLst>
              <a:ext uri="{FF2B5EF4-FFF2-40B4-BE49-F238E27FC236}">
                <a16:creationId xmlns:a16="http://schemas.microsoft.com/office/drawing/2014/main" id="{19906BB1-6472-4698-2F25-7F1E4F8E16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77E9E46-FB46-4305-A67B-24FE2DED92B6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6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39682" name="Text Box 2">
            <a:extLst>
              <a:ext uri="{FF2B5EF4-FFF2-40B4-BE49-F238E27FC236}">
                <a16:creationId xmlns:a16="http://schemas.microsoft.com/office/drawing/2014/main" id="{F2EFF2E9-921B-7310-3646-A7F7C6243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612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( 2 )</a:t>
            </a:r>
            <a:r>
              <a:rPr lang="en-US" altLang="zh-CN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8A6A6"/>
                </a:solidFill>
                <a:latin typeface="楷体_GB2312" pitchFamily="49" charset="-122"/>
              </a:rPr>
              <a:t>导体回路在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恒定磁场</a:t>
            </a:r>
            <a:r>
              <a:rPr lang="zh-CN" altLang="en-US">
                <a:solidFill>
                  <a:srgbClr val="F8A6A6"/>
                </a:solidFill>
                <a:latin typeface="楷体_GB2312" pitchFamily="49" charset="-122"/>
              </a:rPr>
              <a:t>中运动</a:t>
            </a:r>
          </a:p>
        </p:txBody>
      </p:sp>
      <p:sp>
        <p:nvSpPr>
          <p:cNvPr id="839683" name="Text Box 3">
            <a:extLst>
              <a:ext uri="{FF2B5EF4-FFF2-40B4-BE49-F238E27FC236}">
                <a16:creationId xmlns:a16="http://schemas.microsoft.com/office/drawing/2014/main" id="{5EB5ED5A-8999-34F1-44EC-BE82C9CDA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644900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( 3 )  </a:t>
            </a:r>
            <a:r>
              <a:rPr lang="zh-CN" altLang="en-US">
                <a:solidFill>
                  <a:srgbClr val="F8A6A6"/>
                </a:solidFill>
                <a:latin typeface="楷体_GB2312" pitchFamily="49" charset="-122"/>
              </a:rPr>
              <a:t>回路在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时变磁场</a:t>
            </a:r>
            <a:r>
              <a:rPr lang="zh-CN" altLang="en-US">
                <a:solidFill>
                  <a:srgbClr val="F8A6A6"/>
                </a:solidFill>
                <a:latin typeface="楷体_GB2312" pitchFamily="49" charset="-122"/>
              </a:rPr>
              <a:t>中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运动</a:t>
            </a:r>
          </a:p>
        </p:txBody>
      </p:sp>
      <p:graphicFrame>
        <p:nvGraphicFramePr>
          <p:cNvPr id="839684" name="Object 4">
            <a:extLst>
              <a:ext uri="{FF2B5EF4-FFF2-40B4-BE49-F238E27FC236}">
                <a16:creationId xmlns:a16="http://schemas.microsoft.com/office/drawing/2014/main" id="{F2977AA0-EB77-9F47-9DA2-3D592F18E4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675705"/>
              </p:ext>
            </p:extLst>
          </p:nvPr>
        </p:nvGraphicFramePr>
        <p:xfrm>
          <a:off x="684213" y="1773238"/>
          <a:ext cx="392112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98409" imgH="209481" progId="Equation.3">
                  <p:embed/>
                </p:oleObj>
              </mc:Choice>
              <mc:Fallback>
                <p:oleObj r:id="rId3" imgW="1498409" imgH="209481" progId="Equation.3">
                  <p:embed/>
                  <p:pic>
                    <p:nvPicPr>
                      <p:cNvPr id="839684" name="Object 4">
                        <a:extLst>
                          <a:ext uri="{FF2B5EF4-FFF2-40B4-BE49-F238E27FC236}">
                            <a16:creationId xmlns:a16="http://schemas.microsoft.com/office/drawing/2014/main" id="{F2977AA0-EB77-9F47-9DA2-3D592F18E4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773238"/>
                        <a:ext cx="392112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85" name="Object 5">
            <a:extLst>
              <a:ext uri="{FF2B5EF4-FFF2-40B4-BE49-F238E27FC236}">
                <a16:creationId xmlns:a16="http://schemas.microsoft.com/office/drawing/2014/main" id="{9B065096-105D-2804-6706-926EAE809E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096650"/>
              </p:ext>
            </p:extLst>
          </p:nvPr>
        </p:nvGraphicFramePr>
        <p:xfrm>
          <a:off x="827088" y="4262438"/>
          <a:ext cx="526732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93698" imgH="279308" progId="Equation.3">
                  <p:embed/>
                </p:oleObj>
              </mc:Choice>
              <mc:Fallback>
                <p:oleObj r:id="rId5" imgW="1593698" imgH="279308" progId="Equation.3">
                  <p:embed/>
                  <p:pic>
                    <p:nvPicPr>
                      <p:cNvPr id="839685" name="Object 5">
                        <a:extLst>
                          <a:ext uri="{FF2B5EF4-FFF2-40B4-BE49-F238E27FC236}">
                            <a16:creationId xmlns:a16="http://schemas.microsoft.com/office/drawing/2014/main" id="{9B065096-105D-2804-6706-926EAE809E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62438"/>
                        <a:ext cx="5267325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1" name="AutoShape 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58179D4-125C-BC94-7CE6-D6889F5CD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5592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409B7DA-9777-8B93-6553-32ABA1186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5593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69C28D8-6285-6A7C-4732-24B308C3C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5594" name="AutoShape 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D5563C8-904C-7B09-0524-2EFD59644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pic>
        <p:nvPicPr>
          <p:cNvPr id="839690" name="Picture 10" descr="4">
            <a:extLst>
              <a:ext uri="{FF2B5EF4-FFF2-40B4-BE49-F238E27FC236}">
                <a16:creationId xmlns:a16="http://schemas.microsoft.com/office/drawing/2014/main" id="{7222F9A0-5F75-BF06-35BD-3AA71A2BB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0" y="1108075"/>
            <a:ext cx="3622675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>
            <a:extLst>
              <a:ext uri="{FF2B5EF4-FFF2-40B4-BE49-F238E27FC236}">
                <a16:creationId xmlns:a16="http://schemas.microsoft.com/office/drawing/2014/main" id="{FE555DE6-F33E-9AC8-713F-E7A2ABBEBC85}"/>
              </a:ext>
            </a:extLst>
          </p:cNvPr>
          <p:cNvGrpSpPr>
            <a:grpSpLocks/>
          </p:cNvGrpSpPr>
          <p:nvPr/>
        </p:nvGrpSpPr>
        <p:grpSpPr bwMode="auto">
          <a:xfrm>
            <a:off x="641350" y="1773238"/>
            <a:ext cx="2994025" cy="1350962"/>
            <a:chOff x="404" y="1117"/>
            <a:chExt cx="1886" cy="851"/>
          </a:xfrm>
        </p:grpSpPr>
        <p:sp>
          <p:nvSpPr>
            <p:cNvPr id="195597" name="Text Box 12">
              <a:extLst>
                <a:ext uri="{FF2B5EF4-FFF2-40B4-BE49-F238E27FC236}">
                  <a16:creationId xmlns:a16="http://schemas.microsoft.com/office/drawing/2014/main" id="{B3DD40A3-6349-94CD-C620-6D40B9693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706"/>
              <a:ext cx="1315" cy="262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solidFill>
                    <a:srgbClr val="99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动生电动势</a:t>
              </a:r>
            </a:p>
          </p:txBody>
        </p:sp>
        <p:sp>
          <p:nvSpPr>
            <p:cNvPr id="195598" name="Line 13">
              <a:extLst>
                <a:ext uri="{FF2B5EF4-FFF2-40B4-BE49-F238E27FC236}">
                  <a16:creationId xmlns:a16="http://schemas.microsoft.com/office/drawing/2014/main" id="{923F9FCC-E736-477C-2D25-95021043A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1480"/>
              <a:ext cx="363" cy="412"/>
            </a:xfrm>
            <a:prstGeom prst="lin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99" name="Oval 14">
              <a:extLst>
                <a:ext uri="{FF2B5EF4-FFF2-40B4-BE49-F238E27FC236}">
                  <a16:creationId xmlns:a16="http://schemas.microsoft.com/office/drawing/2014/main" id="{E2443CB4-DB9F-6205-CC7C-86357AC14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" y="1117"/>
              <a:ext cx="317" cy="363"/>
            </a:xfrm>
            <a:prstGeom prst="ellips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158AE0A2-2EAD-E32B-2BD9-106135D97546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509120"/>
            <a:ext cx="2994025" cy="1350962"/>
            <a:chOff x="404" y="1117"/>
            <a:chExt cx="1886" cy="851"/>
          </a:xfrm>
        </p:grpSpPr>
        <p:sp>
          <p:nvSpPr>
            <p:cNvPr id="5" name="Text Box 12">
              <a:extLst>
                <a:ext uri="{FF2B5EF4-FFF2-40B4-BE49-F238E27FC236}">
                  <a16:creationId xmlns:a16="http://schemas.microsoft.com/office/drawing/2014/main" id="{5A0FB0C9-98BB-B562-A6DC-0718583EF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706"/>
              <a:ext cx="1315" cy="262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solidFill>
                    <a:srgbClr val="99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感应电动势</a:t>
              </a:r>
            </a:p>
          </p:txBody>
        </p:sp>
        <p:sp>
          <p:nvSpPr>
            <p:cNvPr id="6" name="Line 13">
              <a:extLst>
                <a:ext uri="{FF2B5EF4-FFF2-40B4-BE49-F238E27FC236}">
                  <a16:creationId xmlns:a16="http://schemas.microsoft.com/office/drawing/2014/main" id="{4FE778E6-AC0E-1BFB-20A2-98D7EEBFD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1480"/>
              <a:ext cx="363" cy="412"/>
            </a:xfrm>
            <a:prstGeom prst="lin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C80AF915-99AF-DD06-A55D-4DF521AB8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" y="1117"/>
              <a:ext cx="317" cy="363"/>
            </a:xfrm>
            <a:prstGeom prst="ellips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灯片编号占位符 2">
            <a:extLst>
              <a:ext uri="{FF2B5EF4-FFF2-40B4-BE49-F238E27FC236}">
                <a16:creationId xmlns:a16="http://schemas.microsoft.com/office/drawing/2014/main" id="{5054ABD4-07AE-9634-4200-42E759023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D83B600-52CA-4BFA-9C57-69C1A476A7D0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7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FA422DE-DDFC-E33E-75E2-021345A00225}"/>
              </a:ext>
            </a:extLst>
          </p:cNvPr>
          <p:cNvGrpSpPr>
            <a:grpSpLocks/>
          </p:cNvGrpSpPr>
          <p:nvPr/>
        </p:nvGrpSpPr>
        <p:grpSpPr bwMode="auto">
          <a:xfrm>
            <a:off x="60325" y="1414463"/>
            <a:ext cx="7029450" cy="574675"/>
            <a:chOff x="58" y="845"/>
            <a:chExt cx="4428" cy="362"/>
          </a:xfrm>
        </p:grpSpPr>
        <p:sp>
          <p:nvSpPr>
            <p:cNvPr id="197808" name="Rectangle 3">
              <a:extLst>
                <a:ext uri="{FF2B5EF4-FFF2-40B4-BE49-F238E27FC236}">
                  <a16:creationId xmlns:a16="http://schemas.microsoft.com/office/drawing/2014/main" id="{53BC6A18-9DA8-C439-DBF1-3D66AFA1E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" y="845"/>
              <a:ext cx="4428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     </a:t>
              </a:r>
              <a:r>
                <a:rPr lang="zh-CN" altLang="en-US">
                  <a:latin typeface="Times New Roman" panose="02020603050405020304" pitchFamily="18" charset="0"/>
                </a:rPr>
                <a:t>（</a:t>
              </a:r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r>
                <a:rPr lang="zh-CN" altLang="en-US">
                  <a:latin typeface="Times New Roman" panose="02020603050405020304" pitchFamily="18" charset="0"/>
                </a:rPr>
                <a:t>）                                ，矩形回路静止；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7809" name="Object 4">
              <a:extLst>
                <a:ext uri="{FF2B5EF4-FFF2-40B4-BE49-F238E27FC236}">
                  <a16:creationId xmlns:a16="http://schemas.microsoft.com/office/drawing/2014/main" id="{70759EE8-3C16-6802-54BA-0023C4937FA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51554284"/>
                </p:ext>
              </p:extLst>
            </p:nvPr>
          </p:nvGraphicFramePr>
          <p:xfrm>
            <a:off x="839" y="867"/>
            <a:ext cx="154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838044" imgH="152539" progId="Equation.DSMT4">
                    <p:embed/>
                  </p:oleObj>
                </mc:Choice>
                <mc:Fallback>
                  <p:oleObj r:id="rId3" imgW="838044" imgH="152539" progId="Equation.DSMT4">
                    <p:embed/>
                    <p:pic>
                      <p:nvPicPr>
                        <p:cNvPr id="197809" name="Object 4">
                          <a:extLst>
                            <a:ext uri="{FF2B5EF4-FFF2-40B4-BE49-F238E27FC236}">
                              <a16:creationId xmlns:a16="http://schemas.microsoft.com/office/drawing/2014/main" id="{70759EE8-3C16-6802-54BA-0023C4937FA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867"/>
                          <a:ext cx="1542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0BEB3D78-56B1-F294-BC4C-79CE8CB56081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3716338"/>
            <a:ext cx="3744912" cy="2808287"/>
            <a:chOff x="3507" y="1706"/>
            <a:chExt cx="2132" cy="1542"/>
          </a:xfrm>
        </p:grpSpPr>
        <p:sp>
          <p:nvSpPr>
            <p:cNvPr id="197653" name="Rectangle 6">
              <a:extLst>
                <a:ext uri="{FF2B5EF4-FFF2-40B4-BE49-F238E27FC236}">
                  <a16:creationId xmlns:a16="http://schemas.microsoft.com/office/drawing/2014/main" id="{C69CB44E-8844-E8C9-2ABF-9B3A24EFB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" y="1706"/>
              <a:ext cx="2132" cy="1542"/>
            </a:xfrm>
            <a:prstGeom prst="rect">
              <a:avLst/>
            </a:prstGeom>
            <a:solidFill>
              <a:srgbClr val="E9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97654" name="Line 7">
              <a:extLst>
                <a:ext uri="{FF2B5EF4-FFF2-40B4-BE49-F238E27FC236}">
                  <a16:creationId xmlns:a16="http://schemas.microsoft.com/office/drawing/2014/main" id="{9C97E105-FEC5-49FA-1754-0A5DD9D1C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635"/>
              <a:ext cx="0" cy="2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55" name="Line 8">
              <a:extLst>
                <a:ext uri="{FF2B5EF4-FFF2-40B4-BE49-F238E27FC236}">
                  <a16:creationId xmlns:a16="http://schemas.microsoft.com/office/drawing/2014/main" id="{C8A9DC93-F737-C522-BE2D-2487D055C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2704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56" name="Line 9">
              <a:extLst>
                <a:ext uri="{FF2B5EF4-FFF2-40B4-BE49-F238E27FC236}">
                  <a16:creationId xmlns:a16="http://schemas.microsoft.com/office/drawing/2014/main" id="{D69EB36B-3E5A-20BE-3ACE-036D0B4C4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7" y="2341"/>
              <a:ext cx="18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57" name="Line 10">
              <a:extLst>
                <a:ext uri="{FF2B5EF4-FFF2-40B4-BE49-F238E27FC236}">
                  <a16:creationId xmlns:a16="http://schemas.microsoft.com/office/drawing/2014/main" id="{1A487B68-E00F-8C8C-FDB7-2B608B3CC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1826"/>
              <a:ext cx="0" cy="34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58" name="Line 11">
              <a:extLst>
                <a:ext uri="{FF2B5EF4-FFF2-40B4-BE49-F238E27FC236}">
                  <a16:creationId xmlns:a16="http://schemas.microsoft.com/office/drawing/2014/main" id="{2C59EDDF-34C5-7D30-D057-BAD06D09F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9" y="2574"/>
              <a:ext cx="730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59" name="Line 12">
              <a:extLst>
                <a:ext uri="{FF2B5EF4-FFF2-40B4-BE49-F238E27FC236}">
                  <a16:creationId xmlns:a16="http://schemas.microsoft.com/office/drawing/2014/main" id="{46EE42D2-0FCA-D09E-6D9A-D2CB62D47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4" y="2098"/>
              <a:ext cx="1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60" name="Line 13">
              <a:extLst>
                <a:ext uri="{FF2B5EF4-FFF2-40B4-BE49-F238E27FC236}">
                  <a16:creationId xmlns:a16="http://schemas.microsoft.com/office/drawing/2014/main" id="{4EE11006-3EDF-AF53-E344-D27DDB9399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4" y="1920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61" name="Line 14">
              <a:extLst>
                <a:ext uri="{FF2B5EF4-FFF2-40B4-BE49-F238E27FC236}">
                  <a16:creationId xmlns:a16="http://schemas.microsoft.com/office/drawing/2014/main" id="{CBF7F562-3A88-4152-3323-55B7A6594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1979"/>
              <a:ext cx="13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62" name="Line 15">
              <a:extLst>
                <a:ext uri="{FF2B5EF4-FFF2-40B4-BE49-F238E27FC236}">
                  <a16:creationId xmlns:a16="http://schemas.microsoft.com/office/drawing/2014/main" id="{B4E6A653-482F-7E8A-3666-A5FB65CB7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5" y="2098"/>
              <a:ext cx="0" cy="4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63" name="Line 16">
              <a:extLst>
                <a:ext uri="{FF2B5EF4-FFF2-40B4-BE49-F238E27FC236}">
                  <a16:creationId xmlns:a16="http://schemas.microsoft.com/office/drawing/2014/main" id="{F8248FC7-B2A7-CB6C-0E4C-7C1154AD4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2779"/>
              <a:ext cx="6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64" name="Rectangle 17">
              <a:extLst>
                <a:ext uri="{FF2B5EF4-FFF2-40B4-BE49-F238E27FC236}">
                  <a16:creationId xmlns:a16="http://schemas.microsoft.com/office/drawing/2014/main" id="{F5B61B0E-90E7-315E-EEDF-1BC4B374D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2711"/>
              <a:ext cx="8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97665" name="Text Box 18">
              <a:extLst>
                <a:ext uri="{FF2B5EF4-FFF2-40B4-BE49-F238E27FC236}">
                  <a16:creationId xmlns:a16="http://schemas.microsoft.com/office/drawing/2014/main" id="{A32000D9-B47F-FED4-E72D-9E7F81034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8" y="2682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200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97666" name="Rectangle 19">
              <a:extLst>
                <a:ext uri="{FF2B5EF4-FFF2-40B4-BE49-F238E27FC236}">
                  <a16:creationId xmlns:a16="http://schemas.microsoft.com/office/drawing/2014/main" id="{D9687835-908C-DA5B-F1BF-0154D2870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" y="2302"/>
              <a:ext cx="108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97667" name="Text Box 20">
              <a:extLst>
                <a:ext uri="{FF2B5EF4-FFF2-40B4-BE49-F238E27FC236}">
                  <a16:creationId xmlns:a16="http://schemas.microsoft.com/office/drawing/2014/main" id="{3B0E5A7E-DA42-A35D-F6DB-4F90ACC05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5" y="2205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97668" name="Rectangle 21">
              <a:extLst>
                <a:ext uri="{FF2B5EF4-FFF2-40B4-BE49-F238E27FC236}">
                  <a16:creationId xmlns:a16="http://schemas.microsoft.com/office/drawing/2014/main" id="{1B7EC7FC-2DC9-AF9A-9ED8-C6D6E82D4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1866"/>
              <a:ext cx="16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97669" name="Text Box 22">
              <a:extLst>
                <a:ext uri="{FF2B5EF4-FFF2-40B4-BE49-F238E27FC236}">
                  <a16:creationId xmlns:a16="http://schemas.microsoft.com/office/drawing/2014/main" id="{50EE1B4C-0D2A-BDF9-F5F8-D3B0D0B23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1" y="1752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00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97670" name="Text Box 23">
              <a:extLst>
                <a:ext uri="{FF2B5EF4-FFF2-40B4-BE49-F238E27FC236}">
                  <a16:creationId xmlns:a16="http://schemas.microsoft.com/office/drawing/2014/main" id="{D75CC607-CE6D-AD17-F0D2-813F4154B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" y="2432"/>
              <a:ext cx="24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97671" name="Text Box 24">
              <a:extLst>
                <a:ext uri="{FF2B5EF4-FFF2-40B4-BE49-F238E27FC236}">
                  <a16:creationId xmlns:a16="http://schemas.microsoft.com/office/drawing/2014/main" id="{5B6D27A8-2F6B-F1E3-A2D7-494EB9532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706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sz="200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97672" name="Text Box 25">
              <a:extLst>
                <a:ext uri="{FF2B5EF4-FFF2-40B4-BE49-F238E27FC236}">
                  <a16:creationId xmlns:a16="http://schemas.microsoft.com/office/drawing/2014/main" id="{5BFFE582-D0A8-C93E-22BF-E88A01EA0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5" y="2499"/>
              <a:ext cx="24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200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97673" name="Text Box 26">
              <a:extLst>
                <a:ext uri="{FF2B5EF4-FFF2-40B4-BE49-F238E27FC236}">
                  <a16:creationId xmlns:a16="http://schemas.microsoft.com/office/drawing/2014/main" id="{111338A5-9E5F-C146-346F-84AFE3123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2954"/>
              <a:ext cx="186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r>
                <a:rPr lang="zh-CN" altLang="en-US" sz="1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均匀磁场中的矩形环</a:t>
              </a:r>
              <a:endParaRPr lang="zh-CN" altLang="en-US" sz="180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97674" name="Rectangle 27">
              <a:extLst>
                <a:ext uri="{FF2B5EF4-FFF2-40B4-BE49-F238E27FC236}">
                  <a16:creationId xmlns:a16="http://schemas.microsoft.com/office/drawing/2014/main" id="{0518F56F-995C-E009-C2DB-3B1A368A9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5" y="2288"/>
              <a:ext cx="16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197675" name="Group 28">
              <a:extLst>
                <a:ext uri="{FF2B5EF4-FFF2-40B4-BE49-F238E27FC236}">
                  <a16:creationId xmlns:a16="http://schemas.microsoft.com/office/drawing/2014/main" id="{8176684C-9979-BBE0-770D-76170D9473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6" y="1933"/>
              <a:ext cx="363" cy="363"/>
              <a:chOff x="3606" y="1933"/>
              <a:chExt cx="363" cy="363"/>
            </a:xfrm>
          </p:grpSpPr>
          <p:grpSp>
            <p:nvGrpSpPr>
              <p:cNvPr id="197793" name="Group 29">
                <a:extLst>
                  <a:ext uri="{FF2B5EF4-FFF2-40B4-BE49-F238E27FC236}">
                    <a16:creationId xmlns:a16="http://schemas.microsoft.com/office/drawing/2014/main" id="{113025CB-ABAF-AEAA-F2A1-ADA47FEE85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97802" name="Group 30">
                  <a:extLst>
                    <a:ext uri="{FF2B5EF4-FFF2-40B4-BE49-F238E27FC236}">
                      <a16:creationId xmlns:a16="http://schemas.microsoft.com/office/drawing/2014/main" id="{DCA1A62D-4C61-4045-E1B6-80611BD1F5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806" name="Oval 31">
                    <a:extLst>
                      <a:ext uri="{FF2B5EF4-FFF2-40B4-BE49-F238E27FC236}">
                        <a16:creationId xmlns:a16="http://schemas.microsoft.com/office/drawing/2014/main" id="{CB54B8E8-AF6A-3968-C86C-E43FE199FF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807" name="Oval 32">
                    <a:extLst>
                      <a:ext uri="{FF2B5EF4-FFF2-40B4-BE49-F238E27FC236}">
                        <a16:creationId xmlns:a16="http://schemas.microsoft.com/office/drawing/2014/main" id="{3AFC762A-E329-5700-0946-34F1D9705F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803" name="Group 33">
                  <a:extLst>
                    <a:ext uri="{FF2B5EF4-FFF2-40B4-BE49-F238E27FC236}">
                      <a16:creationId xmlns:a16="http://schemas.microsoft.com/office/drawing/2014/main" id="{D887BE31-3AAD-0A00-61DF-0A04BCE1AB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804" name="Oval 34">
                    <a:extLst>
                      <a:ext uri="{FF2B5EF4-FFF2-40B4-BE49-F238E27FC236}">
                        <a16:creationId xmlns:a16="http://schemas.microsoft.com/office/drawing/2014/main" id="{5C2EF14C-7809-6027-5EC4-2B75864679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805" name="Oval 35">
                    <a:extLst>
                      <a:ext uri="{FF2B5EF4-FFF2-40B4-BE49-F238E27FC236}">
                        <a16:creationId xmlns:a16="http://schemas.microsoft.com/office/drawing/2014/main" id="{3E4549CD-C44F-C5FC-5EEE-B9D235B5D1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  <p:sp>
            <p:nvSpPr>
              <p:cNvPr id="197794" name="Rectangle 36">
                <a:extLst>
                  <a:ext uri="{FF2B5EF4-FFF2-40B4-BE49-F238E27FC236}">
                    <a16:creationId xmlns:a16="http://schemas.microsoft.com/office/drawing/2014/main" id="{6FB63B36-768E-F38E-F4D5-F0E4764E6A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97795" name="Group 37">
                <a:extLst>
                  <a:ext uri="{FF2B5EF4-FFF2-40B4-BE49-F238E27FC236}">
                    <a16:creationId xmlns:a16="http://schemas.microsoft.com/office/drawing/2014/main" id="{59881B89-7F37-BD38-3A55-0EACEF70B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97796" name="Group 38">
                  <a:extLst>
                    <a:ext uri="{FF2B5EF4-FFF2-40B4-BE49-F238E27FC236}">
                      <a16:creationId xmlns:a16="http://schemas.microsoft.com/office/drawing/2014/main" id="{3D26AA10-3618-06FA-CCBA-C93FD8F963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800" name="Oval 39">
                    <a:extLst>
                      <a:ext uri="{FF2B5EF4-FFF2-40B4-BE49-F238E27FC236}">
                        <a16:creationId xmlns:a16="http://schemas.microsoft.com/office/drawing/2014/main" id="{E2C10AFA-AB63-E168-65F6-1C107B2875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801" name="Oval 40">
                    <a:extLst>
                      <a:ext uri="{FF2B5EF4-FFF2-40B4-BE49-F238E27FC236}">
                        <a16:creationId xmlns:a16="http://schemas.microsoft.com/office/drawing/2014/main" id="{242505B4-8FF0-D28A-A3C6-4C9E62441E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97" name="Group 41">
                  <a:extLst>
                    <a:ext uri="{FF2B5EF4-FFF2-40B4-BE49-F238E27FC236}">
                      <a16:creationId xmlns:a16="http://schemas.microsoft.com/office/drawing/2014/main" id="{77B23FF5-14A6-745F-FE18-FAB6056DC4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98" name="Oval 42">
                    <a:extLst>
                      <a:ext uri="{FF2B5EF4-FFF2-40B4-BE49-F238E27FC236}">
                        <a16:creationId xmlns:a16="http://schemas.microsoft.com/office/drawing/2014/main" id="{6D718F7F-F197-C3E5-BF54-B534F8BA99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99" name="Oval 43">
                    <a:extLst>
                      <a:ext uri="{FF2B5EF4-FFF2-40B4-BE49-F238E27FC236}">
                        <a16:creationId xmlns:a16="http://schemas.microsoft.com/office/drawing/2014/main" id="{2D33D766-7F3C-7B7F-5147-71B8A56886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</p:grpSp>
        <p:grpSp>
          <p:nvGrpSpPr>
            <p:cNvPr id="197676" name="Group 44">
              <a:extLst>
                <a:ext uri="{FF2B5EF4-FFF2-40B4-BE49-F238E27FC236}">
                  <a16:creationId xmlns:a16="http://schemas.microsoft.com/office/drawing/2014/main" id="{01888380-5FAF-F888-2769-F416613641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9" y="1933"/>
              <a:ext cx="363" cy="363"/>
              <a:chOff x="3606" y="1933"/>
              <a:chExt cx="363" cy="363"/>
            </a:xfrm>
          </p:grpSpPr>
          <p:grpSp>
            <p:nvGrpSpPr>
              <p:cNvPr id="197778" name="Group 45">
                <a:extLst>
                  <a:ext uri="{FF2B5EF4-FFF2-40B4-BE49-F238E27FC236}">
                    <a16:creationId xmlns:a16="http://schemas.microsoft.com/office/drawing/2014/main" id="{8B862EBF-8F22-ADC4-D2D9-091E867566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97787" name="Group 46">
                  <a:extLst>
                    <a:ext uri="{FF2B5EF4-FFF2-40B4-BE49-F238E27FC236}">
                      <a16:creationId xmlns:a16="http://schemas.microsoft.com/office/drawing/2014/main" id="{D15F48FD-4F5F-1441-BBED-8EEF156721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91" name="Oval 47">
                    <a:extLst>
                      <a:ext uri="{FF2B5EF4-FFF2-40B4-BE49-F238E27FC236}">
                        <a16:creationId xmlns:a16="http://schemas.microsoft.com/office/drawing/2014/main" id="{6267FCCE-59AC-5815-5BAF-E358C132D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92" name="Oval 48">
                    <a:extLst>
                      <a:ext uri="{FF2B5EF4-FFF2-40B4-BE49-F238E27FC236}">
                        <a16:creationId xmlns:a16="http://schemas.microsoft.com/office/drawing/2014/main" id="{B1343A65-82B5-11D6-3FCB-C0C2FF7393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88" name="Group 49">
                  <a:extLst>
                    <a:ext uri="{FF2B5EF4-FFF2-40B4-BE49-F238E27FC236}">
                      <a16:creationId xmlns:a16="http://schemas.microsoft.com/office/drawing/2014/main" id="{34A2CDC3-4DAE-742B-FF2D-27F7EFA4EF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89" name="Oval 50">
                    <a:extLst>
                      <a:ext uri="{FF2B5EF4-FFF2-40B4-BE49-F238E27FC236}">
                        <a16:creationId xmlns:a16="http://schemas.microsoft.com/office/drawing/2014/main" id="{A31A7645-12B5-E61D-6363-2CD4CC0D58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90" name="Oval 51">
                    <a:extLst>
                      <a:ext uri="{FF2B5EF4-FFF2-40B4-BE49-F238E27FC236}">
                        <a16:creationId xmlns:a16="http://schemas.microsoft.com/office/drawing/2014/main" id="{81D75A62-D25A-2A61-34C4-E2E94C409F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  <p:sp>
            <p:nvSpPr>
              <p:cNvPr id="197779" name="Rectangle 52">
                <a:extLst>
                  <a:ext uri="{FF2B5EF4-FFF2-40B4-BE49-F238E27FC236}">
                    <a16:creationId xmlns:a16="http://schemas.microsoft.com/office/drawing/2014/main" id="{0061F92B-3B2E-0221-5AB1-283F6B240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97780" name="Group 53">
                <a:extLst>
                  <a:ext uri="{FF2B5EF4-FFF2-40B4-BE49-F238E27FC236}">
                    <a16:creationId xmlns:a16="http://schemas.microsoft.com/office/drawing/2014/main" id="{6BD82805-2A87-3961-5541-B1432FCE0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97781" name="Group 54">
                  <a:extLst>
                    <a:ext uri="{FF2B5EF4-FFF2-40B4-BE49-F238E27FC236}">
                      <a16:creationId xmlns:a16="http://schemas.microsoft.com/office/drawing/2014/main" id="{2DAC13D7-7C81-3D6A-D2CA-5F9A7A56B9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85" name="Oval 55">
                    <a:extLst>
                      <a:ext uri="{FF2B5EF4-FFF2-40B4-BE49-F238E27FC236}">
                        <a16:creationId xmlns:a16="http://schemas.microsoft.com/office/drawing/2014/main" id="{7F30F759-9405-0888-16A0-6E8A2A6FEE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86" name="Oval 56">
                    <a:extLst>
                      <a:ext uri="{FF2B5EF4-FFF2-40B4-BE49-F238E27FC236}">
                        <a16:creationId xmlns:a16="http://schemas.microsoft.com/office/drawing/2014/main" id="{AE6BCB6D-E4E9-0CBB-3366-B73A1EADB0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82" name="Group 57">
                  <a:extLst>
                    <a:ext uri="{FF2B5EF4-FFF2-40B4-BE49-F238E27FC236}">
                      <a16:creationId xmlns:a16="http://schemas.microsoft.com/office/drawing/2014/main" id="{A1E0D87F-55DB-F069-158C-899DFF0E4A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83" name="Oval 58">
                    <a:extLst>
                      <a:ext uri="{FF2B5EF4-FFF2-40B4-BE49-F238E27FC236}">
                        <a16:creationId xmlns:a16="http://schemas.microsoft.com/office/drawing/2014/main" id="{AEA2694A-4439-64C6-26D3-E445B97DAE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84" name="Oval 59">
                    <a:extLst>
                      <a:ext uri="{FF2B5EF4-FFF2-40B4-BE49-F238E27FC236}">
                        <a16:creationId xmlns:a16="http://schemas.microsoft.com/office/drawing/2014/main" id="{AB024609-E795-EB2E-5CD1-4C210EF57B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</p:grpSp>
        <p:grpSp>
          <p:nvGrpSpPr>
            <p:cNvPr id="197677" name="Group 60">
              <a:extLst>
                <a:ext uri="{FF2B5EF4-FFF2-40B4-BE49-F238E27FC236}">
                  <a16:creationId xmlns:a16="http://schemas.microsoft.com/office/drawing/2014/main" id="{DA21ABB8-3826-0801-3200-81C4E28A66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3" y="1933"/>
              <a:ext cx="363" cy="363"/>
              <a:chOff x="3606" y="1933"/>
              <a:chExt cx="363" cy="363"/>
            </a:xfrm>
          </p:grpSpPr>
          <p:grpSp>
            <p:nvGrpSpPr>
              <p:cNvPr id="197763" name="Group 61">
                <a:extLst>
                  <a:ext uri="{FF2B5EF4-FFF2-40B4-BE49-F238E27FC236}">
                    <a16:creationId xmlns:a16="http://schemas.microsoft.com/office/drawing/2014/main" id="{3BF5089F-B2BA-6EFA-49A7-6ED1F707DA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97772" name="Group 62">
                  <a:extLst>
                    <a:ext uri="{FF2B5EF4-FFF2-40B4-BE49-F238E27FC236}">
                      <a16:creationId xmlns:a16="http://schemas.microsoft.com/office/drawing/2014/main" id="{7FAAE0A4-EC36-113A-C4F2-965D7C7061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76" name="Oval 63">
                    <a:extLst>
                      <a:ext uri="{FF2B5EF4-FFF2-40B4-BE49-F238E27FC236}">
                        <a16:creationId xmlns:a16="http://schemas.microsoft.com/office/drawing/2014/main" id="{B6E052D3-4956-D8DE-7EB5-3405E65285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77" name="Oval 64">
                    <a:extLst>
                      <a:ext uri="{FF2B5EF4-FFF2-40B4-BE49-F238E27FC236}">
                        <a16:creationId xmlns:a16="http://schemas.microsoft.com/office/drawing/2014/main" id="{302A22ED-B37F-979C-002C-B154448A58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73" name="Group 65">
                  <a:extLst>
                    <a:ext uri="{FF2B5EF4-FFF2-40B4-BE49-F238E27FC236}">
                      <a16:creationId xmlns:a16="http://schemas.microsoft.com/office/drawing/2014/main" id="{C81DFA59-5808-4F96-3112-219415667E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74" name="Oval 66">
                    <a:extLst>
                      <a:ext uri="{FF2B5EF4-FFF2-40B4-BE49-F238E27FC236}">
                        <a16:creationId xmlns:a16="http://schemas.microsoft.com/office/drawing/2014/main" id="{91F5206E-EDA7-E9D3-C048-1D126C4B3D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75" name="Oval 67">
                    <a:extLst>
                      <a:ext uri="{FF2B5EF4-FFF2-40B4-BE49-F238E27FC236}">
                        <a16:creationId xmlns:a16="http://schemas.microsoft.com/office/drawing/2014/main" id="{DB6646AD-9A0A-32CC-7965-C9F492B5FB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  <p:sp>
            <p:nvSpPr>
              <p:cNvPr id="197764" name="Rectangle 68">
                <a:extLst>
                  <a:ext uri="{FF2B5EF4-FFF2-40B4-BE49-F238E27FC236}">
                    <a16:creationId xmlns:a16="http://schemas.microsoft.com/office/drawing/2014/main" id="{F8FBCC26-7F94-05BC-6C76-37900A4B8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97765" name="Group 69">
                <a:extLst>
                  <a:ext uri="{FF2B5EF4-FFF2-40B4-BE49-F238E27FC236}">
                    <a16:creationId xmlns:a16="http://schemas.microsoft.com/office/drawing/2014/main" id="{F04C35A8-E459-BC97-22AF-6F21AC78DE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97766" name="Group 70">
                  <a:extLst>
                    <a:ext uri="{FF2B5EF4-FFF2-40B4-BE49-F238E27FC236}">
                      <a16:creationId xmlns:a16="http://schemas.microsoft.com/office/drawing/2014/main" id="{9AE3E044-42A8-EB1F-DFAE-5D8EDA9418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70" name="Oval 71">
                    <a:extLst>
                      <a:ext uri="{FF2B5EF4-FFF2-40B4-BE49-F238E27FC236}">
                        <a16:creationId xmlns:a16="http://schemas.microsoft.com/office/drawing/2014/main" id="{06C1554A-204A-3EE7-B49D-EF1927C7E1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71" name="Oval 72">
                    <a:extLst>
                      <a:ext uri="{FF2B5EF4-FFF2-40B4-BE49-F238E27FC236}">
                        <a16:creationId xmlns:a16="http://schemas.microsoft.com/office/drawing/2014/main" id="{690AD124-6349-EE38-A668-2363CC2D40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67" name="Group 73">
                  <a:extLst>
                    <a:ext uri="{FF2B5EF4-FFF2-40B4-BE49-F238E27FC236}">
                      <a16:creationId xmlns:a16="http://schemas.microsoft.com/office/drawing/2014/main" id="{0C432012-1DCE-C639-18E5-651B5F896E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68" name="Oval 74">
                    <a:extLst>
                      <a:ext uri="{FF2B5EF4-FFF2-40B4-BE49-F238E27FC236}">
                        <a16:creationId xmlns:a16="http://schemas.microsoft.com/office/drawing/2014/main" id="{76EF1272-D863-DD32-A26F-98C27E256D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69" name="Oval 75">
                    <a:extLst>
                      <a:ext uri="{FF2B5EF4-FFF2-40B4-BE49-F238E27FC236}">
                        <a16:creationId xmlns:a16="http://schemas.microsoft.com/office/drawing/2014/main" id="{65F951E1-F477-6AF0-B86B-03FB64632C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</p:grpSp>
        <p:grpSp>
          <p:nvGrpSpPr>
            <p:cNvPr id="197678" name="Group 76">
              <a:extLst>
                <a:ext uri="{FF2B5EF4-FFF2-40B4-BE49-F238E27FC236}">
                  <a16:creationId xmlns:a16="http://schemas.microsoft.com/office/drawing/2014/main" id="{265C87BB-34DD-746A-2C3A-239390526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6" y="1933"/>
              <a:ext cx="363" cy="363"/>
              <a:chOff x="3606" y="1933"/>
              <a:chExt cx="363" cy="363"/>
            </a:xfrm>
          </p:grpSpPr>
          <p:grpSp>
            <p:nvGrpSpPr>
              <p:cNvPr id="197748" name="Group 77">
                <a:extLst>
                  <a:ext uri="{FF2B5EF4-FFF2-40B4-BE49-F238E27FC236}">
                    <a16:creationId xmlns:a16="http://schemas.microsoft.com/office/drawing/2014/main" id="{E65B9E88-89FD-B692-124B-ECA4D21BD6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97757" name="Group 78">
                  <a:extLst>
                    <a:ext uri="{FF2B5EF4-FFF2-40B4-BE49-F238E27FC236}">
                      <a16:creationId xmlns:a16="http://schemas.microsoft.com/office/drawing/2014/main" id="{19A40A3D-C2AB-A310-9BD1-D505971925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61" name="Oval 79">
                    <a:extLst>
                      <a:ext uri="{FF2B5EF4-FFF2-40B4-BE49-F238E27FC236}">
                        <a16:creationId xmlns:a16="http://schemas.microsoft.com/office/drawing/2014/main" id="{86B06087-F6D3-57EB-70ED-9D44AD5A9D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62" name="Oval 80">
                    <a:extLst>
                      <a:ext uri="{FF2B5EF4-FFF2-40B4-BE49-F238E27FC236}">
                        <a16:creationId xmlns:a16="http://schemas.microsoft.com/office/drawing/2014/main" id="{3DE928A6-A6DA-970B-83FA-8260D39066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58" name="Group 81">
                  <a:extLst>
                    <a:ext uri="{FF2B5EF4-FFF2-40B4-BE49-F238E27FC236}">
                      <a16:creationId xmlns:a16="http://schemas.microsoft.com/office/drawing/2014/main" id="{DA53F8EC-1D31-3F98-F898-9318CB548EA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59" name="Oval 82">
                    <a:extLst>
                      <a:ext uri="{FF2B5EF4-FFF2-40B4-BE49-F238E27FC236}">
                        <a16:creationId xmlns:a16="http://schemas.microsoft.com/office/drawing/2014/main" id="{00C6CCD6-BC8B-46F2-C4E3-C17FE89ADC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60" name="Oval 83">
                    <a:extLst>
                      <a:ext uri="{FF2B5EF4-FFF2-40B4-BE49-F238E27FC236}">
                        <a16:creationId xmlns:a16="http://schemas.microsoft.com/office/drawing/2014/main" id="{97B7D003-F4DA-5B26-6E33-A7DDC52191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  <p:sp>
            <p:nvSpPr>
              <p:cNvPr id="197749" name="Rectangle 84">
                <a:extLst>
                  <a:ext uri="{FF2B5EF4-FFF2-40B4-BE49-F238E27FC236}">
                    <a16:creationId xmlns:a16="http://schemas.microsoft.com/office/drawing/2014/main" id="{271FA453-84B1-8A67-6E80-58207DC8F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97750" name="Group 85">
                <a:extLst>
                  <a:ext uri="{FF2B5EF4-FFF2-40B4-BE49-F238E27FC236}">
                    <a16:creationId xmlns:a16="http://schemas.microsoft.com/office/drawing/2014/main" id="{4A472CDF-FFA2-CD0C-A9EA-730C145D95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97751" name="Group 86">
                  <a:extLst>
                    <a:ext uri="{FF2B5EF4-FFF2-40B4-BE49-F238E27FC236}">
                      <a16:creationId xmlns:a16="http://schemas.microsoft.com/office/drawing/2014/main" id="{2C27F7A2-CF25-1C90-54EF-8B795094F1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55" name="Oval 87">
                    <a:extLst>
                      <a:ext uri="{FF2B5EF4-FFF2-40B4-BE49-F238E27FC236}">
                        <a16:creationId xmlns:a16="http://schemas.microsoft.com/office/drawing/2014/main" id="{E78057C6-C560-DB30-A7DB-F0CEB10BEF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56" name="Oval 88">
                    <a:extLst>
                      <a:ext uri="{FF2B5EF4-FFF2-40B4-BE49-F238E27FC236}">
                        <a16:creationId xmlns:a16="http://schemas.microsoft.com/office/drawing/2014/main" id="{14993B28-7182-B77B-3B48-9C29CB1861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52" name="Group 89">
                  <a:extLst>
                    <a:ext uri="{FF2B5EF4-FFF2-40B4-BE49-F238E27FC236}">
                      <a16:creationId xmlns:a16="http://schemas.microsoft.com/office/drawing/2014/main" id="{6F10BF59-FC0C-FE61-2E19-16580D12AD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53" name="Oval 90">
                    <a:extLst>
                      <a:ext uri="{FF2B5EF4-FFF2-40B4-BE49-F238E27FC236}">
                        <a16:creationId xmlns:a16="http://schemas.microsoft.com/office/drawing/2014/main" id="{CF4EA7AB-A362-95D8-7D98-736FA2F8E8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54" name="Oval 91">
                    <a:extLst>
                      <a:ext uri="{FF2B5EF4-FFF2-40B4-BE49-F238E27FC236}">
                        <a16:creationId xmlns:a16="http://schemas.microsoft.com/office/drawing/2014/main" id="{8B45A0CF-CE8D-576E-F96A-AF4DB2F5DF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</p:grpSp>
        <p:grpSp>
          <p:nvGrpSpPr>
            <p:cNvPr id="197679" name="Group 92">
              <a:extLst>
                <a:ext uri="{FF2B5EF4-FFF2-40B4-BE49-F238E27FC236}">
                  <a16:creationId xmlns:a16="http://schemas.microsoft.com/office/drawing/2014/main" id="{9BF6FC20-BF02-BF47-08CC-E76C89271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6" y="2387"/>
              <a:ext cx="363" cy="363"/>
              <a:chOff x="3606" y="1933"/>
              <a:chExt cx="363" cy="363"/>
            </a:xfrm>
          </p:grpSpPr>
          <p:grpSp>
            <p:nvGrpSpPr>
              <p:cNvPr id="197733" name="Group 93">
                <a:extLst>
                  <a:ext uri="{FF2B5EF4-FFF2-40B4-BE49-F238E27FC236}">
                    <a16:creationId xmlns:a16="http://schemas.microsoft.com/office/drawing/2014/main" id="{7CBC717D-097D-37AD-DFC5-AD1D2413DB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97742" name="Group 94">
                  <a:extLst>
                    <a:ext uri="{FF2B5EF4-FFF2-40B4-BE49-F238E27FC236}">
                      <a16:creationId xmlns:a16="http://schemas.microsoft.com/office/drawing/2014/main" id="{D0155346-2CE9-C763-9D3C-5CF09D6337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46" name="Oval 95">
                    <a:extLst>
                      <a:ext uri="{FF2B5EF4-FFF2-40B4-BE49-F238E27FC236}">
                        <a16:creationId xmlns:a16="http://schemas.microsoft.com/office/drawing/2014/main" id="{15CAD32B-171C-1DBC-706E-76F69F6D69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47" name="Oval 96">
                    <a:extLst>
                      <a:ext uri="{FF2B5EF4-FFF2-40B4-BE49-F238E27FC236}">
                        <a16:creationId xmlns:a16="http://schemas.microsoft.com/office/drawing/2014/main" id="{9FEAB117-0BAE-0A93-E89A-FCB3A09B9B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43" name="Group 97">
                  <a:extLst>
                    <a:ext uri="{FF2B5EF4-FFF2-40B4-BE49-F238E27FC236}">
                      <a16:creationId xmlns:a16="http://schemas.microsoft.com/office/drawing/2014/main" id="{63E6A7A0-C24C-1E28-93C2-82473C85FF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44" name="Oval 98">
                    <a:extLst>
                      <a:ext uri="{FF2B5EF4-FFF2-40B4-BE49-F238E27FC236}">
                        <a16:creationId xmlns:a16="http://schemas.microsoft.com/office/drawing/2014/main" id="{0BF89A41-2C06-F3E2-BA09-E725C52739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45" name="Oval 99">
                    <a:extLst>
                      <a:ext uri="{FF2B5EF4-FFF2-40B4-BE49-F238E27FC236}">
                        <a16:creationId xmlns:a16="http://schemas.microsoft.com/office/drawing/2014/main" id="{3621AD28-6597-1D7C-6036-A40DE8E0BE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  <p:sp>
            <p:nvSpPr>
              <p:cNvPr id="197734" name="Rectangle 100">
                <a:extLst>
                  <a:ext uri="{FF2B5EF4-FFF2-40B4-BE49-F238E27FC236}">
                    <a16:creationId xmlns:a16="http://schemas.microsoft.com/office/drawing/2014/main" id="{1DB98F77-631C-809A-1C71-8B7964333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97735" name="Group 101">
                <a:extLst>
                  <a:ext uri="{FF2B5EF4-FFF2-40B4-BE49-F238E27FC236}">
                    <a16:creationId xmlns:a16="http://schemas.microsoft.com/office/drawing/2014/main" id="{5A05D5E0-1423-C119-B615-7812ACAB1E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97736" name="Group 102">
                  <a:extLst>
                    <a:ext uri="{FF2B5EF4-FFF2-40B4-BE49-F238E27FC236}">
                      <a16:creationId xmlns:a16="http://schemas.microsoft.com/office/drawing/2014/main" id="{077699AE-B46B-5C1D-1845-046FD8974A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40" name="Oval 103">
                    <a:extLst>
                      <a:ext uri="{FF2B5EF4-FFF2-40B4-BE49-F238E27FC236}">
                        <a16:creationId xmlns:a16="http://schemas.microsoft.com/office/drawing/2014/main" id="{74F167CB-C58B-37BB-6C70-3F0C331CC7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41" name="Oval 104">
                    <a:extLst>
                      <a:ext uri="{FF2B5EF4-FFF2-40B4-BE49-F238E27FC236}">
                        <a16:creationId xmlns:a16="http://schemas.microsoft.com/office/drawing/2014/main" id="{64F7C3F8-E421-836D-BB57-D951807B4C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37" name="Group 105">
                  <a:extLst>
                    <a:ext uri="{FF2B5EF4-FFF2-40B4-BE49-F238E27FC236}">
                      <a16:creationId xmlns:a16="http://schemas.microsoft.com/office/drawing/2014/main" id="{0B53EAD6-5713-C66E-3907-A0AEDB9DCC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38" name="Oval 106">
                    <a:extLst>
                      <a:ext uri="{FF2B5EF4-FFF2-40B4-BE49-F238E27FC236}">
                        <a16:creationId xmlns:a16="http://schemas.microsoft.com/office/drawing/2014/main" id="{E00EC22E-CF24-28CC-4886-684CDB2342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39" name="Oval 107">
                    <a:extLst>
                      <a:ext uri="{FF2B5EF4-FFF2-40B4-BE49-F238E27FC236}">
                        <a16:creationId xmlns:a16="http://schemas.microsoft.com/office/drawing/2014/main" id="{87150423-A7BF-0955-FFA1-FC59733BDE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</p:grpSp>
        <p:grpSp>
          <p:nvGrpSpPr>
            <p:cNvPr id="197680" name="Group 108">
              <a:extLst>
                <a:ext uri="{FF2B5EF4-FFF2-40B4-BE49-F238E27FC236}">
                  <a16:creationId xmlns:a16="http://schemas.microsoft.com/office/drawing/2014/main" id="{95B5A1D9-9308-95B9-34B9-93F6F73105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9" y="2387"/>
              <a:ext cx="363" cy="363"/>
              <a:chOff x="3606" y="1933"/>
              <a:chExt cx="363" cy="363"/>
            </a:xfrm>
          </p:grpSpPr>
          <p:grpSp>
            <p:nvGrpSpPr>
              <p:cNvPr id="197718" name="Group 109">
                <a:extLst>
                  <a:ext uri="{FF2B5EF4-FFF2-40B4-BE49-F238E27FC236}">
                    <a16:creationId xmlns:a16="http://schemas.microsoft.com/office/drawing/2014/main" id="{1B8090BA-1413-C3D1-1ADD-D70EBB62C2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97727" name="Group 110">
                  <a:extLst>
                    <a:ext uri="{FF2B5EF4-FFF2-40B4-BE49-F238E27FC236}">
                      <a16:creationId xmlns:a16="http://schemas.microsoft.com/office/drawing/2014/main" id="{8A5D7203-9D38-8688-E12C-264C6E81CF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31" name="Oval 111">
                    <a:extLst>
                      <a:ext uri="{FF2B5EF4-FFF2-40B4-BE49-F238E27FC236}">
                        <a16:creationId xmlns:a16="http://schemas.microsoft.com/office/drawing/2014/main" id="{829D81D8-B0C1-E705-7880-C0629C09D1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32" name="Oval 112">
                    <a:extLst>
                      <a:ext uri="{FF2B5EF4-FFF2-40B4-BE49-F238E27FC236}">
                        <a16:creationId xmlns:a16="http://schemas.microsoft.com/office/drawing/2014/main" id="{027A835F-E22F-EBC3-C8EE-971DE60CF3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28" name="Group 113">
                  <a:extLst>
                    <a:ext uri="{FF2B5EF4-FFF2-40B4-BE49-F238E27FC236}">
                      <a16:creationId xmlns:a16="http://schemas.microsoft.com/office/drawing/2014/main" id="{65A651D8-F553-7729-D529-0B320BDB8B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29" name="Oval 114">
                    <a:extLst>
                      <a:ext uri="{FF2B5EF4-FFF2-40B4-BE49-F238E27FC236}">
                        <a16:creationId xmlns:a16="http://schemas.microsoft.com/office/drawing/2014/main" id="{4D3D0173-7B1F-16DA-554F-1EB0287E34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30" name="Oval 115">
                    <a:extLst>
                      <a:ext uri="{FF2B5EF4-FFF2-40B4-BE49-F238E27FC236}">
                        <a16:creationId xmlns:a16="http://schemas.microsoft.com/office/drawing/2014/main" id="{F8D08973-B40F-50C5-8949-36A660587C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  <p:sp>
            <p:nvSpPr>
              <p:cNvPr id="197719" name="Rectangle 116">
                <a:extLst>
                  <a:ext uri="{FF2B5EF4-FFF2-40B4-BE49-F238E27FC236}">
                    <a16:creationId xmlns:a16="http://schemas.microsoft.com/office/drawing/2014/main" id="{ECE3B2EF-89E9-57E8-AA86-345F97377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97720" name="Group 117">
                <a:extLst>
                  <a:ext uri="{FF2B5EF4-FFF2-40B4-BE49-F238E27FC236}">
                    <a16:creationId xmlns:a16="http://schemas.microsoft.com/office/drawing/2014/main" id="{6F703038-334F-2A59-D37B-C6502485F9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97721" name="Group 118">
                  <a:extLst>
                    <a:ext uri="{FF2B5EF4-FFF2-40B4-BE49-F238E27FC236}">
                      <a16:creationId xmlns:a16="http://schemas.microsoft.com/office/drawing/2014/main" id="{F49F3B1B-E3D9-0131-9104-8FE38828F8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25" name="Oval 119">
                    <a:extLst>
                      <a:ext uri="{FF2B5EF4-FFF2-40B4-BE49-F238E27FC236}">
                        <a16:creationId xmlns:a16="http://schemas.microsoft.com/office/drawing/2014/main" id="{B3C41A08-FFED-DAAF-46F2-C60B5344D9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26" name="Oval 120">
                    <a:extLst>
                      <a:ext uri="{FF2B5EF4-FFF2-40B4-BE49-F238E27FC236}">
                        <a16:creationId xmlns:a16="http://schemas.microsoft.com/office/drawing/2014/main" id="{29EF4103-CEB3-BD42-E437-8D5FAAD24A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22" name="Group 121">
                  <a:extLst>
                    <a:ext uri="{FF2B5EF4-FFF2-40B4-BE49-F238E27FC236}">
                      <a16:creationId xmlns:a16="http://schemas.microsoft.com/office/drawing/2014/main" id="{E00B5E37-BB69-9EE3-C749-46C9EC4085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23" name="Oval 122">
                    <a:extLst>
                      <a:ext uri="{FF2B5EF4-FFF2-40B4-BE49-F238E27FC236}">
                        <a16:creationId xmlns:a16="http://schemas.microsoft.com/office/drawing/2014/main" id="{F8747CAD-B760-16DD-C51D-99FEE51423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24" name="Oval 123">
                    <a:extLst>
                      <a:ext uri="{FF2B5EF4-FFF2-40B4-BE49-F238E27FC236}">
                        <a16:creationId xmlns:a16="http://schemas.microsoft.com/office/drawing/2014/main" id="{1E2F2F6D-5AA9-5911-6047-BF84483024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</p:grpSp>
        <p:grpSp>
          <p:nvGrpSpPr>
            <p:cNvPr id="197681" name="Group 124">
              <a:extLst>
                <a:ext uri="{FF2B5EF4-FFF2-40B4-BE49-F238E27FC236}">
                  <a16:creationId xmlns:a16="http://schemas.microsoft.com/office/drawing/2014/main" id="{7573E6F9-4E25-A2C9-7ADC-FA24956996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3" y="2387"/>
              <a:ext cx="363" cy="363"/>
              <a:chOff x="3606" y="1933"/>
              <a:chExt cx="363" cy="363"/>
            </a:xfrm>
          </p:grpSpPr>
          <p:grpSp>
            <p:nvGrpSpPr>
              <p:cNvPr id="197703" name="Group 125">
                <a:extLst>
                  <a:ext uri="{FF2B5EF4-FFF2-40B4-BE49-F238E27FC236}">
                    <a16:creationId xmlns:a16="http://schemas.microsoft.com/office/drawing/2014/main" id="{6244CEB2-C836-0197-8A4E-2A56639CBF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97712" name="Group 126">
                  <a:extLst>
                    <a:ext uri="{FF2B5EF4-FFF2-40B4-BE49-F238E27FC236}">
                      <a16:creationId xmlns:a16="http://schemas.microsoft.com/office/drawing/2014/main" id="{634E6278-9635-FFD5-1788-4E58443258D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16" name="Oval 127">
                    <a:extLst>
                      <a:ext uri="{FF2B5EF4-FFF2-40B4-BE49-F238E27FC236}">
                        <a16:creationId xmlns:a16="http://schemas.microsoft.com/office/drawing/2014/main" id="{897910D5-0DD9-019F-02F0-F77EDD4B59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17" name="Oval 128">
                    <a:extLst>
                      <a:ext uri="{FF2B5EF4-FFF2-40B4-BE49-F238E27FC236}">
                        <a16:creationId xmlns:a16="http://schemas.microsoft.com/office/drawing/2014/main" id="{332DFCF5-7A34-2807-8377-47ADA78252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13" name="Group 129">
                  <a:extLst>
                    <a:ext uri="{FF2B5EF4-FFF2-40B4-BE49-F238E27FC236}">
                      <a16:creationId xmlns:a16="http://schemas.microsoft.com/office/drawing/2014/main" id="{DC2EB796-4531-E83F-028D-A546865EA97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14" name="Oval 130">
                    <a:extLst>
                      <a:ext uri="{FF2B5EF4-FFF2-40B4-BE49-F238E27FC236}">
                        <a16:creationId xmlns:a16="http://schemas.microsoft.com/office/drawing/2014/main" id="{AB9D7148-09E6-A612-AAA0-5FD1DA69A1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15" name="Oval 131">
                    <a:extLst>
                      <a:ext uri="{FF2B5EF4-FFF2-40B4-BE49-F238E27FC236}">
                        <a16:creationId xmlns:a16="http://schemas.microsoft.com/office/drawing/2014/main" id="{84EE92D5-03C9-70AA-6ABF-ED5DA741AE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  <p:sp>
            <p:nvSpPr>
              <p:cNvPr id="197704" name="Rectangle 132">
                <a:extLst>
                  <a:ext uri="{FF2B5EF4-FFF2-40B4-BE49-F238E27FC236}">
                    <a16:creationId xmlns:a16="http://schemas.microsoft.com/office/drawing/2014/main" id="{F5E6FEE0-F489-4D5B-5877-BEB0C325F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97705" name="Group 133">
                <a:extLst>
                  <a:ext uri="{FF2B5EF4-FFF2-40B4-BE49-F238E27FC236}">
                    <a16:creationId xmlns:a16="http://schemas.microsoft.com/office/drawing/2014/main" id="{65585B95-29BE-89F4-8C5E-3546DB0BD4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97706" name="Group 134">
                  <a:extLst>
                    <a:ext uri="{FF2B5EF4-FFF2-40B4-BE49-F238E27FC236}">
                      <a16:creationId xmlns:a16="http://schemas.microsoft.com/office/drawing/2014/main" id="{2B1FE53F-19CC-D627-9ED3-E2ADF765AA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10" name="Oval 135">
                    <a:extLst>
                      <a:ext uri="{FF2B5EF4-FFF2-40B4-BE49-F238E27FC236}">
                        <a16:creationId xmlns:a16="http://schemas.microsoft.com/office/drawing/2014/main" id="{09DB3CC6-FE01-ACD5-CE82-AE8DDE6E3C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11" name="Oval 136">
                    <a:extLst>
                      <a:ext uri="{FF2B5EF4-FFF2-40B4-BE49-F238E27FC236}">
                        <a16:creationId xmlns:a16="http://schemas.microsoft.com/office/drawing/2014/main" id="{641E1982-A6BE-E971-F32A-141B9C7BC6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707" name="Group 137">
                  <a:extLst>
                    <a:ext uri="{FF2B5EF4-FFF2-40B4-BE49-F238E27FC236}">
                      <a16:creationId xmlns:a16="http://schemas.microsoft.com/office/drawing/2014/main" id="{69DE2FFD-2758-F23B-6F95-1844CD562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08" name="Oval 138">
                    <a:extLst>
                      <a:ext uri="{FF2B5EF4-FFF2-40B4-BE49-F238E27FC236}">
                        <a16:creationId xmlns:a16="http://schemas.microsoft.com/office/drawing/2014/main" id="{38CDD462-3A8A-B1C8-260C-EDE2E5A830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09" name="Oval 139">
                    <a:extLst>
                      <a:ext uri="{FF2B5EF4-FFF2-40B4-BE49-F238E27FC236}">
                        <a16:creationId xmlns:a16="http://schemas.microsoft.com/office/drawing/2014/main" id="{5C5389FF-A3AD-0EBF-2E5A-F5B3B84212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</p:grpSp>
        <p:grpSp>
          <p:nvGrpSpPr>
            <p:cNvPr id="197682" name="Group 140">
              <a:extLst>
                <a:ext uri="{FF2B5EF4-FFF2-40B4-BE49-F238E27FC236}">
                  <a16:creationId xmlns:a16="http://schemas.microsoft.com/office/drawing/2014/main" id="{9C16B8E0-CF83-08EF-6270-281FB0C61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6" y="2387"/>
              <a:ext cx="363" cy="363"/>
              <a:chOff x="3606" y="1933"/>
              <a:chExt cx="363" cy="363"/>
            </a:xfrm>
          </p:grpSpPr>
          <p:grpSp>
            <p:nvGrpSpPr>
              <p:cNvPr id="197688" name="Group 141">
                <a:extLst>
                  <a:ext uri="{FF2B5EF4-FFF2-40B4-BE49-F238E27FC236}">
                    <a16:creationId xmlns:a16="http://schemas.microsoft.com/office/drawing/2014/main" id="{7D0FA863-378F-8A4C-2A82-F743D23F9D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97697" name="Group 142">
                  <a:extLst>
                    <a:ext uri="{FF2B5EF4-FFF2-40B4-BE49-F238E27FC236}">
                      <a16:creationId xmlns:a16="http://schemas.microsoft.com/office/drawing/2014/main" id="{359CBAE4-78D2-CF05-D29B-E884480D53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701" name="Oval 143">
                    <a:extLst>
                      <a:ext uri="{FF2B5EF4-FFF2-40B4-BE49-F238E27FC236}">
                        <a16:creationId xmlns:a16="http://schemas.microsoft.com/office/drawing/2014/main" id="{B9032650-B3F9-699A-713B-7BF038FACB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02" name="Oval 144">
                    <a:extLst>
                      <a:ext uri="{FF2B5EF4-FFF2-40B4-BE49-F238E27FC236}">
                        <a16:creationId xmlns:a16="http://schemas.microsoft.com/office/drawing/2014/main" id="{8BAAE8FD-98AF-1A5E-CEE1-6F714DA8E1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698" name="Group 145">
                  <a:extLst>
                    <a:ext uri="{FF2B5EF4-FFF2-40B4-BE49-F238E27FC236}">
                      <a16:creationId xmlns:a16="http://schemas.microsoft.com/office/drawing/2014/main" id="{4AA3FA44-0C2A-0B41-85A9-AD2A1BEF85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699" name="Oval 146">
                    <a:extLst>
                      <a:ext uri="{FF2B5EF4-FFF2-40B4-BE49-F238E27FC236}">
                        <a16:creationId xmlns:a16="http://schemas.microsoft.com/office/drawing/2014/main" id="{E13A6BDC-606E-EC40-CA43-2BE50E3E20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700" name="Oval 147">
                    <a:extLst>
                      <a:ext uri="{FF2B5EF4-FFF2-40B4-BE49-F238E27FC236}">
                        <a16:creationId xmlns:a16="http://schemas.microsoft.com/office/drawing/2014/main" id="{A80C5365-D75C-3E72-1779-F6AAAA0A5A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  <p:sp>
            <p:nvSpPr>
              <p:cNvPr id="197689" name="Rectangle 148">
                <a:extLst>
                  <a:ext uri="{FF2B5EF4-FFF2-40B4-BE49-F238E27FC236}">
                    <a16:creationId xmlns:a16="http://schemas.microsoft.com/office/drawing/2014/main" id="{FFD42CB6-1DA5-A0BE-65D7-DC38106E5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97690" name="Group 149">
                <a:extLst>
                  <a:ext uri="{FF2B5EF4-FFF2-40B4-BE49-F238E27FC236}">
                    <a16:creationId xmlns:a16="http://schemas.microsoft.com/office/drawing/2014/main" id="{32DD3595-5356-ABFB-694C-43FAC89E7C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97691" name="Group 150">
                  <a:extLst>
                    <a:ext uri="{FF2B5EF4-FFF2-40B4-BE49-F238E27FC236}">
                      <a16:creationId xmlns:a16="http://schemas.microsoft.com/office/drawing/2014/main" id="{08FA226A-6237-B25D-55B5-AFB243EF66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695" name="Oval 151">
                    <a:extLst>
                      <a:ext uri="{FF2B5EF4-FFF2-40B4-BE49-F238E27FC236}">
                        <a16:creationId xmlns:a16="http://schemas.microsoft.com/office/drawing/2014/main" id="{0114150F-F9C5-A777-A7B9-E9FBCE0584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696" name="Oval 152">
                    <a:extLst>
                      <a:ext uri="{FF2B5EF4-FFF2-40B4-BE49-F238E27FC236}">
                        <a16:creationId xmlns:a16="http://schemas.microsoft.com/office/drawing/2014/main" id="{2BDE55AE-B2CF-9B57-8A44-87BE4266AA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  <p:grpSp>
              <p:nvGrpSpPr>
                <p:cNvPr id="197692" name="Group 153">
                  <a:extLst>
                    <a:ext uri="{FF2B5EF4-FFF2-40B4-BE49-F238E27FC236}">
                      <a16:creationId xmlns:a16="http://schemas.microsoft.com/office/drawing/2014/main" id="{F93927CF-9C71-352B-35A3-8C248A9EA3D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97693" name="Oval 154">
                    <a:extLst>
                      <a:ext uri="{FF2B5EF4-FFF2-40B4-BE49-F238E27FC236}">
                        <a16:creationId xmlns:a16="http://schemas.microsoft.com/office/drawing/2014/main" id="{5F84FF79-1C84-409A-4DB1-AABE06E1B5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97694" name="Oval 155">
                    <a:extLst>
                      <a:ext uri="{FF2B5EF4-FFF2-40B4-BE49-F238E27FC236}">
                        <a16:creationId xmlns:a16="http://schemas.microsoft.com/office/drawing/2014/main" id="{7A74D480-24BB-5889-B948-5531157B44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</p:grpSp>
          </p:grpSp>
        </p:grpSp>
        <p:sp>
          <p:nvSpPr>
            <p:cNvPr id="197683" name="Rectangle 156">
              <a:extLst>
                <a:ext uri="{FF2B5EF4-FFF2-40B4-BE49-F238E27FC236}">
                  <a16:creationId xmlns:a16="http://schemas.microsoft.com/office/drawing/2014/main" id="{6325159A-4819-BCFA-3FE4-F71999AAA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2098"/>
              <a:ext cx="1378" cy="476"/>
            </a:xfrm>
            <a:prstGeom prst="rect">
              <a:avLst/>
            </a:prstGeom>
            <a:noFill/>
            <a:ln w="4445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97684" name="Line 157">
              <a:extLst>
                <a:ext uri="{FF2B5EF4-FFF2-40B4-BE49-F238E27FC236}">
                  <a16:creationId xmlns:a16="http://schemas.microsoft.com/office/drawing/2014/main" id="{7967AA82-2372-3B3A-1D54-3300C1210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2002"/>
              <a:ext cx="0" cy="681"/>
            </a:xfrm>
            <a:prstGeom prst="line">
              <a:avLst/>
            </a:prstGeom>
            <a:noFill/>
            <a:ln w="5080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5" name="Text Box 158">
              <a:extLst>
                <a:ext uri="{FF2B5EF4-FFF2-40B4-BE49-F238E27FC236}">
                  <a16:creationId xmlns:a16="http://schemas.microsoft.com/office/drawing/2014/main" id="{6E54FABD-32CD-884F-DEEC-06D778E04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069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000" i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graphicFrame>
          <p:nvGraphicFramePr>
            <p:cNvPr id="197686" name="Object 159">
              <a:extLst>
                <a:ext uri="{FF2B5EF4-FFF2-40B4-BE49-F238E27FC236}">
                  <a16:creationId xmlns:a16="http://schemas.microsoft.com/office/drawing/2014/main" id="{FC88ECDE-010D-82D9-5F65-4EE3A62596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6813501"/>
                </p:ext>
              </p:extLst>
            </p:nvPr>
          </p:nvGraphicFramePr>
          <p:xfrm>
            <a:off x="4658" y="2220"/>
            <a:ext cx="17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4524" imgH="88946" progId="Equation.3">
                    <p:embed/>
                  </p:oleObj>
                </mc:Choice>
                <mc:Fallback>
                  <p:oleObj r:id="rId5" imgW="44524" imgH="88946" progId="Equation.3">
                    <p:embed/>
                    <p:pic>
                      <p:nvPicPr>
                        <p:cNvPr id="197686" name="Object 159">
                          <a:extLst>
                            <a:ext uri="{FF2B5EF4-FFF2-40B4-BE49-F238E27FC236}">
                              <a16:creationId xmlns:a16="http://schemas.microsoft.com/office/drawing/2014/main" id="{FC88ECDE-010D-82D9-5F65-4EE3A62596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8" y="2220"/>
                          <a:ext cx="172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687" name="Object 160">
              <a:extLst>
                <a:ext uri="{FF2B5EF4-FFF2-40B4-BE49-F238E27FC236}">
                  <a16:creationId xmlns:a16="http://schemas.microsoft.com/office/drawing/2014/main" id="{8FD6BE6C-3E02-A332-D6EB-4123A207D2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0275538"/>
                </p:ext>
              </p:extLst>
            </p:nvPr>
          </p:nvGraphicFramePr>
          <p:xfrm>
            <a:off x="3906" y="2251"/>
            <a:ext cx="20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9906" imgH="114300" progId="Equation.3">
                    <p:embed/>
                  </p:oleObj>
                </mc:Choice>
                <mc:Fallback>
                  <p:oleObj r:id="rId7" imgW="69906" imgH="114300" progId="Equation.3">
                    <p:embed/>
                    <p:pic>
                      <p:nvPicPr>
                        <p:cNvPr id="197687" name="Object 160">
                          <a:extLst>
                            <a:ext uri="{FF2B5EF4-FFF2-40B4-BE49-F238E27FC236}">
                              <a16:creationId xmlns:a16="http://schemas.microsoft.com/office/drawing/2014/main" id="{8FD6BE6C-3E02-A332-D6EB-4123A207D2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6" y="2251"/>
                          <a:ext cx="206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9223" name="Group 161">
            <a:extLst>
              <a:ext uri="{FF2B5EF4-FFF2-40B4-BE49-F238E27FC236}">
                <a16:creationId xmlns:a16="http://schemas.microsoft.com/office/drawing/2014/main" id="{B5EB0D1B-E53A-5151-FD65-2924B47DAD97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3068638"/>
            <a:ext cx="8785225" cy="1063625"/>
            <a:chOff x="68" y="2002"/>
            <a:chExt cx="5534" cy="670"/>
          </a:xfrm>
        </p:grpSpPr>
        <p:sp>
          <p:nvSpPr>
            <p:cNvPr id="197650" name="Rectangle 162">
              <a:extLst>
                <a:ext uri="{FF2B5EF4-FFF2-40B4-BE49-F238E27FC236}">
                  <a16:creationId xmlns:a16="http://schemas.microsoft.com/office/drawing/2014/main" id="{5CF31975-0DF6-8F29-4D00-587652BC2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2002"/>
              <a:ext cx="5534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     </a:t>
              </a:r>
              <a:r>
                <a:rPr lang="zh-CN" altLang="en-US">
                  <a:latin typeface="Times New Roman" panose="02020603050405020304" pitchFamily="18" charset="0"/>
                </a:rPr>
                <a:t>（</a:t>
              </a:r>
              <a:r>
                <a:rPr lang="en-US" altLang="zh-CN">
                  <a:latin typeface="Times New Roman" panose="02020603050405020304" pitchFamily="18" charset="0"/>
                </a:rPr>
                <a:t>3</a:t>
              </a:r>
              <a:r>
                <a:rPr lang="zh-CN" altLang="en-US">
                  <a:latin typeface="Times New Roman" panose="02020603050405020304" pitchFamily="18" charset="0"/>
                </a:rPr>
                <a:t>）                             ，且矩形回路上的可滑动导体</a:t>
              </a:r>
              <a:r>
                <a:rPr lang="en-US" altLang="zh-CN" i="1">
                  <a:latin typeface="Times New Roman" panose="02020603050405020304" pitchFamily="18" charset="0"/>
                </a:rPr>
                <a:t>L</a:t>
              </a:r>
              <a:r>
                <a:rPr lang="zh-CN" altLang="en-US">
                  <a:latin typeface="Times New Roman" panose="02020603050405020304" pitchFamily="18" charset="0"/>
                </a:rPr>
                <a:t>以匀速                     </a:t>
              </a:r>
            </a:p>
            <a:p>
              <a:pPr eaLnBrk="1" fontAlgn="ctr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             </a:t>
              </a:r>
              <a:r>
                <a:rPr lang="zh-CN" altLang="en-US"/>
                <a:t>运动。</a:t>
              </a:r>
              <a:endParaRPr lang="zh-CN" altLang="en-US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7651" name="Object 163">
              <a:extLst>
                <a:ext uri="{FF2B5EF4-FFF2-40B4-BE49-F238E27FC236}">
                  <a16:creationId xmlns:a16="http://schemas.microsoft.com/office/drawing/2014/main" id="{9AAF6C3B-A0DD-A109-F68A-A79DF97939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7155612"/>
                </p:ext>
              </p:extLst>
            </p:nvPr>
          </p:nvGraphicFramePr>
          <p:xfrm>
            <a:off x="68" y="2341"/>
            <a:ext cx="63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336632" imgH="133419" progId="Equation.3">
                    <p:embed/>
                  </p:oleObj>
                </mc:Choice>
                <mc:Fallback>
                  <p:oleObj r:id="rId9" imgW="336632" imgH="133419" progId="Equation.3">
                    <p:embed/>
                    <p:pic>
                      <p:nvPicPr>
                        <p:cNvPr id="197651" name="Object 163">
                          <a:extLst>
                            <a:ext uri="{FF2B5EF4-FFF2-40B4-BE49-F238E27FC236}">
                              <a16:creationId xmlns:a16="http://schemas.microsoft.com/office/drawing/2014/main" id="{9AAF6C3B-A0DD-A109-F68A-A79DF97939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2341"/>
                          <a:ext cx="635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652" name="Object 164">
              <a:extLst>
                <a:ext uri="{FF2B5EF4-FFF2-40B4-BE49-F238E27FC236}">
                  <a16:creationId xmlns:a16="http://schemas.microsoft.com/office/drawing/2014/main" id="{3877526B-EDAD-B25B-4CFD-BE8824D3F7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67970705"/>
                </p:ext>
              </p:extLst>
            </p:nvPr>
          </p:nvGraphicFramePr>
          <p:xfrm>
            <a:off x="794" y="2037"/>
            <a:ext cx="143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838044" imgH="152539" progId="Equation.3">
                    <p:embed/>
                  </p:oleObj>
                </mc:Choice>
                <mc:Fallback>
                  <p:oleObj r:id="rId11" imgW="838044" imgH="152539" progId="Equation.3">
                    <p:embed/>
                    <p:pic>
                      <p:nvPicPr>
                        <p:cNvPr id="197652" name="Object 164">
                          <a:extLst>
                            <a:ext uri="{FF2B5EF4-FFF2-40B4-BE49-F238E27FC236}">
                              <a16:creationId xmlns:a16="http://schemas.microsoft.com/office/drawing/2014/main" id="{3877526B-EDAD-B25B-4CFD-BE8824D3F70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" y="2037"/>
                          <a:ext cx="1435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9224" name="Group 165">
            <a:extLst>
              <a:ext uri="{FF2B5EF4-FFF2-40B4-BE49-F238E27FC236}">
                <a16:creationId xmlns:a16="http://schemas.microsoft.com/office/drawing/2014/main" id="{003A38CA-CE3D-86F5-81DE-F07FB419492F}"/>
              </a:ext>
            </a:extLst>
          </p:cNvPr>
          <p:cNvGrpSpPr>
            <a:grpSpLocks/>
          </p:cNvGrpSpPr>
          <p:nvPr/>
        </p:nvGrpSpPr>
        <p:grpSpPr bwMode="auto">
          <a:xfrm>
            <a:off x="50800" y="2027238"/>
            <a:ext cx="8918575" cy="1114425"/>
            <a:chOff x="22" y="1186"/>
            <a:chExt cx="5618" cy="702"/>
          </a:xfrm>
        </p:grpSpPr>
        <p:grpSp>
          <p:nvGrpSpPr>
            <p:cNvPr id="197646" name="Group 166">
              <a:extLst>
                <a:ext uri="{FF2B5EF4-FFF2-40B4-BE49-F238E27FC236}">
                  <a16:creationId xmlns:a16="http://schemas.microsoft.com/office/drawing/2014/main" id="{51E7F718-904E-6B7B-A165-903AC4736D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" y="1186"/>
              <a:ext cx="5618" cy="656"/>
              <a:chOff x="22" y="1148"/>
              <a:chExt cx="5618" cy="656"/>
            </a:xfrm>
          </p:grpSpPr>
          <p:sp>
            <p:nvSpPr>
              <p:cNvPr id="197648" name="Rectangle 167">
                <a:extLst>
                  <a:ext uri="{FF2B5EF4-FFF2-40B4-BE49-F238E27FC236}">
                    <a16:creationId xmlns:a16="http://schemas.microsoft.com/office/drawing/2014/main" id="{25784FB4-48A1-2A46-D2D8-8B1CA2683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" y="1148"/>
                <a:ext cx="5618" cy="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fontAlgn="ctr" hangingPunct="1">
                  <a:lnSpc>
                    <a:spcPct val="130000"/>
                  </a:lnSpc>
                </a:pPr>
                <a:r>
                  <a:rPr lang="en-US" altLang="zh-CN">
                    <a:latin typeface="Times New Roman" panose="02020603050405020304" pitchFamily="18" charset="0"/>
                  </a:rPr>
                  <a:t>     </a:t>
                </a:r>
                <a:r>
                  <a:rPr lang="zh-CN" altLang="en-US">
                    <a:latin typeface="Times New Roman" panose="02020603050405020304" pitchFamily="18" charset="0"/>
                  </a:rPr>
                  <a:t>（</a:t>
                </a:r>
                <a:r>
                  <a:rPr lang="en-US" altLang="zh-CN">
                    <a:latin typeface="Times New Roman" panose="02020603050405020304" pitchFamily="18" charset="0"/>
                  </a:rPr>
                  <a:t>2</a:t>
                </a:r>
                <a:r>
                  <a:rPr lang="zh-CN" altLang="en-US">
                    <a:latin typeface="Times New Roman" panose="02020603050405020304" pitchFamily="18" charset="0"/>
                  </a:rPr>
                  <a:t>）               ，矩形回路的宽边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b </a:t>
                </a:r>
                <a:r>
                  <a:rPr lang="en-US" altLang="zh-CN" b="0"/>
                  <a:t>= </a:t>
                </a:r>
                <a:r>
                  <a:rPr lang="zh-CN" altLang="en-US">
                    <a:latin typeface="Times New Roman" panose="02020603050405020304" pitchFamily="18" charset="0"/>
                  </a:rPr>
                  <a:t>常数，但其长边因可滑动导体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L</a:t>
                </a:r>
                <a:r>
                  <a:rPr lang="zh-CN" altLang="en-US">
                    <a:latin typeface="Times New Roman" panose="02020603050405020304" pitchFamily="18" charset="0"/>
                  </a:rPr>
                  <a:t>以匀速               </a:t>
                </a:r>
                <a:r>
                  <a:rPr lang="zh-CN" altLang="en-US"/>
                  <a:t>运动而随时间增大；</a:t>
                </a:r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97649" name="Object 168">
                <a:extLst>
                  <a:ext uri="{FF2B5EF4-FFF2-40B4-BE49-F238E27FC236}">
                    <a16:creationId xmlns:a16="http://schemas.microsoft.com/office/drawing/2014/main" id="{4EE43962-0BCB-64B1-459E-5D3DEBA8F2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93397218"/>
                  </p:ext>
                </p:extLst>
              </p:nvPr>
            </p:nvGraphicFramePr>
            <p:xfrm>
              <a:off x="840" y="1185"/>
              <a:ext cx="695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412780" imgH="152539" progId="Equation.3">
                      <p:embed/>
                    </p:oleObj>
                  </mc:Choice>
                  <mc:Fallback>
                    <p:oleObj r:id="rId13" imgW="412780" imgH="152539" progId="Equation.3">
                      <p:embed/>
                      <p:pic>
                        <p:nvPicPr>
                          <p:cNvPr id="197649" name="Object 168">
                            <a:extLst>
                              <a:ext uri="{FF2B5EF4-FFF2-40B4-BE49-F238E27FC236}">
                                <a16:creationId xmlns:a16="http://schemas.microsoft.com/office/drawing/2014/main" id="{4EE43962-0BCB-64B1-459E-5D3DEBA8F29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0" y="1185"/>
                            <a:ext cx="695" cy="3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97647" name="Object 169">
              <a:extLst>
                <a:ext uri="{FF2B5EF4-FFF2-40B4-BE49-F238E27FC236}">
                  <a16:creationId xmlns:a16="http://schemas.microsoft.com/office/drawing/2014/main" id="{E20AEC47-1713-1B80-D5AF-8FEC9F422D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2504447"/>
                </p:ext>
              </p:extLst>
            </p:nvPr>
          </p:nvGraphicFramePr>
          <p:xfrm>
            <a:off x="1192" y="1544"/>
            <a:ext cx="68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330391" imgH="133419" progId="Equation.DSMT4">
                    <p:embed/>
                  </p:oleObj>
                </mc:Choice>
                <mc:Fallback>
                  <p:oleObj r:id="rId15" imgW="330391" imgH="133419" progId="Equation.DSMT4">
                    <p:embed/>
                    <p:pic>
                      <p:nvPicPr>
                        <p:cNvPr id="197647" name="Object 169">
                          <a:extLst>
                            <a:ext uri="{FF2B5EF4-FFF2-40B4-BE49-F238E27FC236}">
                              <a16:creationId xmlns:a16="http://schemas.microsoft.com/office/drawing/2014/main" id="{E20AEC47-1713-1B80-D5AF-8FEC9F422D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1544"/>
                          <a:ext cx="680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7639" name="AutoShape 170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9B47C560-EC38-47AE-8356-8765E4F31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7640" name="AutoShape 17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43282DD-737B-C9E2-83AA-1B283316B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7641" name="AutoShape 17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6B1B973-7FCD-F939-BD75-6A013A4D5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7642" name="AutoShape 17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EF6DCE5-EE70-1861-ED98-C67C4FF95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89230" name="Group 174">
            <a:extLst>
              <a:ext uri="{FF2B5EF4-FFF2-40B4-BE49-F238E27FC236}">
                <a16:creationId xmlns:a16="http://schemas.microsoft.com/office/drawing/2014/main" id="{5E821ACC-25BA-1D06-1B55-B7B6BB362BD7}"/>
              </a:ext>
            </a:extLst>
          </p:cNvPr>
          <p:cNvGrpSpPr>
            <a:grpSpLocks/>
          </p:cNvGrpSpPr>
          <p:nvPr/>
        </p:nvGrpSpPr>
        <p:grpSpPr bwMode="auto">
          <a:xfrm>
            <a:off x="60325" y="385763"/>
            <a:ext cx="8856663" cy="1052513"/>
            <a:chOff x="68" y="188"/>
            <a:chExt cx="5579" cy="663"/>
          </a:xfrm>
        </p:grpSpPr>
        <p:graphicFrame>
          <p:nvGraphicFramePr>
            <p:cNvPr id="197644" name="Object 175">
              <a:extLst>
                <a:ext uri="{FF2B5EF4-FFF2-40B4-BE49-F238E27FC236}">
                  <a16:creationId xmlns:a16="http://schemas.microsoft.com/office/drawing/2014/main" id="{F61FB3DD-3BA0-E0FA-8990-EBA16AD67C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1825850"/>
                </p:ext>
              </p:extLst>
            </p:nvPr>
          </p:nvGraphicFramePr>
          <p:xfrm>
            <a:off x="4014" y="251"/>
            <a:ext cx="189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69906" imgH="114300" progId="Equation.DSMT4">
                    <p:embed/>
                  </p:oleObj>
                </mc:Choice>
                <mc:Fallback>
                  <p:oleObj r:id="rId18" imgW="69906" imgH="114300" progId="Equation.DSMT4">
                    <p:embed/>
                    <p:pic>
                      <p:nvPicPr>
                        <p:cNvPr id="197644" name="Object 175">
                          <a:extLst>
                            <a:ext uri="{FF2B5EF4-FFF2-40B4-BE49-F238E27FC236}">
                              <a16:creationId xmlns:a16="http://schemas.microsoft.com/office/drawing/2014/main" id="{F61FB3DD-3BA0-E0FA-8990-EBA16AD67C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251"/>
                          <a:ext cx="189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7645" name="Rectangle 176">
              <a:extLst>
                <a:ext uri="{FF2B5EF4-FFF2-40B4-BE49-F238E27FC236}">
                  <a16:creationId xmlns:a16="http://schemas.microsoft.com/office/drawing/2014/main" id="{7B61387A-846C-967D-1499-58F785E5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188"/>
              <a:ext cx="5579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 dirty="0">
                  <a:solidFill>
                    <a:srgbClr val="FFCC66"/>
                  </a:solidFill>
                  <a:ea typeface="宋体" panose="02010600030101010101" pitchFamily="2" charset="-122"/>
                </a:rPr>
                <a:t>【</a:t>
              </a:r>
              <a:r>
                <a:rPr lang="zh-CN" altLang="en-US" dirty="0">
                  <a:solidFill>
                    <a:srgbClr val="FFCC66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例 </a:t>
              </a:r>
              <a:r>
                <a:rPr lang="en-US" altLang="zh-CN" dirty="0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2.5.1</a:t>
              </a:r>
              <a:r>
                <a:rPr lang="en-US" altLang="zh-CN" dirty="0">
                  <a:solidFill>
                    <a:srgbClr val="FFCC66"/>
                  </a:solidFill>
                  <a:ea typeface="宋体" panose="02010600030101010101" pitchFamily="2" charset="-122"/>
                </a:rPr>
                <a:t>】</a:t>
              </a:r>
              <a:r>
                <a:rPr lang="zh-CN" altLang="en-US" dirty="0">
                  <a:latin typeface="Times New Roman" panose="02020603050405020304" pitchFamily="18" charset="0"/>
                </a:rPr>
                <a:t>长为 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、宽为 </a:t>
              </a:r>
              <a:r>
                <a:rPr lang="en-US" altLang="zh-CN" i="1" dirty="0">
                  <a:latin typeface="Times New Roman" panose="02020603050405020304" pitchFamily="18" charset="0"/>
                </a:rPr>
                <a:t>b </a:t>
              </a:r>
              <a:r>
                <a:rPr lang="zh-CN" altLang="en-US" dirty="0">
                  <a:latin typeface="Times New Roman" panose="02020603050405020304" pitchFamily="18" charset="0"/>
                </a:rPr>
                <a:t>的矩形环中有磁场 </a:t>
              </a:r>
              <a:r>
                <a:rPr lang="zh-CN" altLang="en-US" i="1" dirty="0">
                  <a:latin typeface="Times New Roman" panose="02020603050405020304" pitchFamily="18" charset="0"/>
                </a:rPr>
                <a:t>   </a:t>
              </a:r>
              <a:r>
                <a:rPr lang="zh-CN" altLang="en-US" dirty="0">
                  <a:latin typeface="Times New Roman" panose="02020603050405020304" pitchFamily="18" charset="0"/>
                </a:rPr>
                <a:t>垂直穿过，如图所示。在以下三种情况下，求矩形环内的感应电动势。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灯片编号占位符 2">
            <a:extLst>
              <a:ext uri="{FF2B5EF4-FFF2-40B4-BE49-F238E27FC236}">
                <a16:creationId xmlns:a16="http://schemas.microsoft.com/office/drawing/2014/main" id="{B021ABEF-6280-F210-5BF7-CEF1825BB6C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1AE0D5B-AD77-41D2-BDE7-C259EDCBDC01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8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41734" name="Object 6">
            <a:extLst>
              <a:ext uri="{FF2B5EF4-FFF2-40B4-BE49-F238E27FC236}">
                <a16:creationId xmlns:a16="http://schemas.microsoft.com/office/drawing/2014/main" id="{7144D414-D172-83A4-8CAD-4F54471379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337462"/>
              </p:ext>
            </p:extLst>
          </p:nvPr>
        </p:nvGraphicFramePr>
        <p:xfrm>
          <a:off x="2268538" y="2133600"/>
          <a:ext cx="684053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82924" imgH="241485" progId="Equation.3">
                  <p:embed/>
                </p:oleObj>
              </mc:Choice>
              <mc:Fallback>
                <p:oleObj r:id="rId3" imgW="2482924" imgH="241485" progId="Equation.3">
                  <p:embed/>
                  <p:pic>
                    <p:nvPicPr>
                      <p:cNvPr id="841734" name="Object 6">
                        <a:extLst>
                          <a:ext uri="{FF2B5EF4-FFF2-40B4-BE49-F238E27FC236}">
                            <a16:creationId xmlns:a16="http://schemas.microsoft.com/office/drawing/2014/main" id="{7144D414-D172-83A4-8CAD-4F5447137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133600"/>
                        <a:ext cx="684053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6" name="AutoShape 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9CF75C7-A4D7-3F40-C8C9-102ED0DEF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9687" name="AutoShape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EFF5B6F-2892-D77E-9538-860C658D2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9688" name="AutoShape 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A57F60B-6C6D-B7A5-E4CC-BBDB3C602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99689" name="AutoShape 1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15F5773-3035-6664-681F-B79D4FDB0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41741" name="Rectangle 13">
            <a:extLst>
              <a:ext uri="{FF2B5EF4-FFF2-40B4-BE49-F238E27FC236}">
                <a16:creationId xmlns:a16="http://schemas.microsoft.com/office/drawing/2014/main" id="{B722225B-806D-04A0-56DC-645DFB715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16163"/>
            <a:ext cx="28797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</a:pPr>
            <a:r>
              <a:rPr lang="en-US" altLang="zh-CN">
                <a:latin typeface="Times New Roman" panose="02020603050405020304" pitchFamily="18" charset="0"/>
              </a:rPr>
              <a:t>( 2 )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</a:rPr>
              <a:t>方法一：</a:t>
            </a:r>
          </a:p>
          <a:p>
            <a:pPr eaLnBrk="1" fontAlgn="ctr" hangingPunct="1">
              <a:lnSpc>
                <a:spcPct val="130000"/>
              </a:lnSpc>
            </a:pP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</a:rPr>
              <a:t>      方法二：</a:t>
            </a:r>
          </a:p>
        </p:txBody>
      </p:sp>
      <p:sp>
        <p:nvSpPr>
          <p:cNvPr id="841742" name="Rectangle 14">
            <a:extLst>
              <a:ext uri="{FF2B5EF4-FFF2-40B4-BE49-F238E27FC236}">
                <a16:creationId xmlns:a16="http://schemas.microsoft.com/office/drawing/2014/main" id="{04F990EE-7856-690F-E94E-46A642752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06926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( 3 )</a:t>
            </a:r>
          </a:p>
        </p:txBody>
      </p:sp>
      <p:sp>
        <p:nvSpPr>
          <p:cNvPr id="841744" name="Rectangle 16">
            <a:extLst>
              <a:ext uri="{FF2B5EF4-FFF2-40B4-BE49-F238E27FC236}">
                <a16:creationId xmlns:a16="http://schemas.microsoft.com/office/drawing/2014/main" id="{E104AC54-3D5C-1DB6-EE79-EB47A304A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30238"/>
            <a:ext cx="8713787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</a:pP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解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en-US" altLang="zh-CN">
                <a:latin typeface="Times New Roman" panose="02020603050405020304" pitchFamily="18" charset="0"/>
              </a:rPr>
              <a:t>( 1 ) </a:t>
            </a:r>
            <a:r>
              <a:rPr lang="zh-CN" altLang="en-US">
                <a:latin typeface="Times New Roman" panose="02020603050405020304" pitchFamily="18" charset="0"/>
              </a:rPr>
              <a:t>回路内的感应电动势是由磁场变化产生的，故</a:t>
            </a:r>
          </a:p>
        </p:txBody>
      </p:sp>
      <p:graphicFrame>
        <p:nvGraphicFramePr>
          <p:cNvPr id="841748" name="Object 20">
            <a:extLst>
              <a:ext uri="{FF2B5EF4-FFF2-40B4-BE49-F238E27FC236}">
                <a16:creationId xmlns:a16="http://schemas.microsoft.com/office/drawing/2014/main" id="{36D220C3-187A-8D73-BC28-7808657EC63B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042438578"/>
              </p:ext>
            </p:extLst>
          </p:nvPr>
        </p:nvGraphicFramePr>
        <p:xfrm>
          <a:off x="179388" y="1196975"/>
          <a:ext cx="86614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13017" imgH="266839" progId="Equation.3">
                  <p:embed/>
                </p:oleObj>
              </mc:Choice>
              <mc:Fallback>
                <p:oleObj r:id="rId6" imgW="2413017" imgH="266839" progId="Equation.3">
                  <p:embed/>
                  <p:pic>
                    <p:nvPicPr>
                      <p:cNvPr id="841748" name="Object 20">
                        <a:extLst>
                          <a:ext uri="{FF2B5EF4-FFF2-40B4-BE49-F238E27FC236}">
                            <a16:creationId xmlns:a16="http://schemas.microsoft.com/office/drawing/2014/main" id="{36D220C3-187A-8D73-BC28-7808657EC63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96975"/>
                        <a:ext cx="86614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49" name="Object 21">
            <a:extLst>
              <a:ext uri="{FF2B5EF4-FFF2-40B4-BE49-F238E27FC236}">
                <a16:creationId xmlns:a16="http://schemas.microsoft.com/office/drawing/2014/main" id="{1AE5B4D9-0A1F-FAFF-2F53-C8D5B03229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600208"/>
              </p:ext>
            </p:extLst>
          </p:nvPr>
        </p:nvGraphicFramePr>
        <p:xfrm>
          <a:off x="2268538" y="2789238"/>
          <a:ext cx="4535487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22261" imgH="476319" progId="Equation.3">
                  <p:embed/>
                </p:oleObj>
              </mc:Choice>
              <mc:Fallback>
                <p:oleObj r:id="rId8" imgW="1422261" imgH="476319" progId="Equation.3">
                  <p:embed/>
                  <p:pic>
                    <p:nvPicPr>
                      <p:cNvPr id="841749" name="Object 21">
                        <a:extLst>
                          <a:ext uri="{FF2B5EF4-FFF2-40B4-BE49-F238E27FC236}">
                            <a16:creationId xmlns:a16="http://schemas.microsoft.com/office/drawing/2014/main" id="{1AE5B4D9-0A1F-FAFF-2F53-C8D5B03229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789238"/>
                        <a:ext cx="4535487" cy="163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DA5BE8F0-D3B7-4C8A-522A-95A4646694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560" y="4420360"/>
            <a:ext cx="7997998" cy="2124471"/>
          </a:xfrm>
          <a:prstGeom prst="rect">
            <a:avLst/>
          </a:prstGeom>
        </p:spPr>
      </p:pic>
      <p:pic>
        <p:nvPicPr>
          <p:cNvPr id="199695" name="Picture 179">
            <a:extLst>
              <a:ext uri="{FF2B5EF4-FFF2-40B4-BE49-F238E27FC236}">
                <a16:creationId xmlns:a16="http://schemas.microsoft.com/office/drawing/2014/main" id="{7CC4C488-DA39-46EF-494A-E1D97C39F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26" y="3404291"/>
            <a:ext cx="2916237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灯片编号占位符 3">
            <a:extLst>
              <a:ext uri="{FF2B5EF4-FFF2-40B4-BE49-F238E27FC236}">
                <a16:creationId xmlns:a16="http://schemas.microsoft.com/office/drawing/2014/main" id="{17714676-2429-B747-969B-4F0710CAAE3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8E514C1-82EA-4ABB-A244-D49A043AF02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9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42754" name="Rectangle 2">
            <a:extLst>
              <a:ext uri="{FF2B5EF4-FFF2-40B4-BE49-F238E27FC236}">
                <a16:creationId xmlns:a16="http://schemas.microsoft.com/office/drawing/2014/main" id="{18816E9D-4A09-BB56-625E-E25E0FACB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1854200"/>
            <a:ext cx="61214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333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ctr">
              <a:lnSpc>
                <a:spcPct val="13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）线圈静止时的感应电动势；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2755" name="Rectangle 3">
            <a:extLst>
              <a:ext uri="{FF2B5EF4-FFF2-40B4-BE49-F238E27FC236}">
                <a16:creationId xmlns:a16="http://schemas.microsoft.com/office/drawing/2014/main" id="{4CD0E1F7-531F-E27E-AB85-7D95CA783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" y="2357438"/>
            <a:ext cx="8405813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333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ctr">
              <a:lnSpc>
                <a:spcPct val="13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）线圈以角速度 </a:t>
            </a:r>
            <a:r>
              <a:rPr lang="el-GR" altLang="zh-CN" i="1">
                <a:latin typeface="Times New Roman" panose="02020603050405020304" pitchFamily="18" charset="0"/>
              </a:rPr>
              <a:t>ω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绕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轴旋转时的感应电动势。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5E0411D-4AD9-646A-1552-6F991C00A501}"/>
              </a:ext>
            </a:extLst>
          </p:cNvPr>
          <p:cNvGrpSpPr>
            <a:grpSpLocks/>
          </p:cNvGrpSpPr>
          <p:nvPr/>
        </p:nvGrpSpPr>
        <p:grpSpPr bwMode="auto">
          <a:xfrm>
            <a:off x="0" y="365126"/>
            <a:ext cx="9074150" cy="1531937"/>
            <a:chOff x="0" y="250"/>
            <a:chExt cx="5716" cy="965"/>
          </a:xfrm>
        </p:grpSpPr>
        <p:graphicFrame>
          <p:nvGraphicFramePr>
            <p:cNvPr id="201782" name="Object 5">
              <a:extLst>
                <a:ext uri="{FF2B5EF4-FFF2-40B4-BE49-F238E27FC236}">
                  <a16:creationId xmlns:a16="http://schemas.microsoft.com/office/drawing/2014/main" id="{4F0D9C0D-E4B0-31B5-80D4-DF4C49765A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7650094"/>
                </p:ext>
              </p:extLst>
            </p:nvPr>
          </p:nvGraphicFramePr>
          <p:xfrm>
            <a:off x="4755" y="345"/>
            <a:ext cx="45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15961" imgH="88946" progId="Equation.DSMT4">
                    <p:embed/>
                  </p:oleObj>
                </mc:Choice>
                <mc:Fallback>
                  <p:oleObj r:id="rId2" imgW="215961" imgH="88946" progId="Equation.DSMT4">
                    <p:embed/>
                    <p:pic>
                      <p:nvPicPr>
                        <p:cNvPr id="201782" name="Object 5">
                          <a:extLst>
                            <a:ext uri="{FF2B5EF4-FFF2-40B4-BE49-F238E27FC236}">
                              <a16:creationId xmlns:a16="http://schemas.microsoft.com/office/drawing/2014/main" id="{4F0D9C0D-E4B0-31B5-80D4-DF4C49765A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5" y="345"/>
                          <a:ext cx="45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783" name="Rectangle 6">
              <a:extLst>
                <a:ext uri="{FF2B5EF4-FFF2-40B4-BE49-F238E27FC236}">
                  <a16:creationId xmlns:a16="http://schemas.microsoft.com/office/drawing/2014/main" id="{67F03A76-6B95-DC38-14F1-83A8E3D1A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0"/>
              <a:ext cx="5716" cy="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 dirty="0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【</a:t>
              </a:r>
              <a:r>
                <a:rPr lang="zh-CN" altLang="en-US" dirty="0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例</a:t>
              </a:r>
              <a:r>
                <a:rPr lang="en-US" altLang="zh-CN" dirty="0">
                  <a:solidFill>
                    <a:srgbClr val="FFCC66"/>
                  </a:solidFill>
                  <a:latin typeface="Times New Roman" panose="02020603050405020304" pitchFamily="18" charset="0"/>
                </a:rPr>
                <a:t>2.5.2</a:t>
              </a:r>
              <a:r>
                <a:rPr lang="en-US" altLang="zh-CN" dirty="0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】</a:t>
              </a:r>
              <a:r>
                <a:rPr lang="zh-CN" altLang="en-US" dirty="0">
                  <a:latin typeface="Times New Roman" panose="02020603050405020304" pitchFamily="18" charset="0"/>
                </a:rPr>
                <a:t>在时变磁场                             中，放置有一个          的矩形线圈。初始时刻，线圈平面的法向单位矢量    与    成</a:t>
              </a:r>
              <a:r>
                <a:rPr lang="el-GR" altLang="zh-CN" i="1" dirty="0">
                  <a:latin typeface="楷体_GB2312" pitchFamily="49" charset="-122"/>
                </a:rPr>
                <a:t>α</a:t>
              </a:r>
              <a:r>
                <a:rPr lang="zh-CN" altLang="en-US" dirty="0">
                  <a:latin typeface="Times New Roman" panose="02020603050405020304" pitchFamily="18" charset="0"/>
                </a:rPr>
                <a:t>角，如图所示。试求：                </a:t>
              </a:r>
            </a:p>
          </p:txBody>
        </p:sp>
        <p:graphicFrame>
          <p:nvGraphicFramePr>
            <p:cNvPr id="201784" name="Object 7">
              <a:extLst>
                <a:ext uri="{FF2B5EF4-FFF2-40B4-BE49-F238E27FC236}">
                  <a16:creationId xmlns:a16="http://schemas.microsoft.com/office/drawing/2014/main" id="{1AB0C7CD-9C2B-D681-41D8-742D7886CD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9679657"/>
                </p:ext>
              </p:extLst>
            </p:nvPr>
          </p:nvGraphicFramePr>
          <p:xfrm>
            <a:off x="1971" y="320"/>
            <a:ext cx="1382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825561" imgH="171658" progId="Equation.DSMT4">
                    <p:embed/>
                  </p:oleObj>
                </mc:Choice>
                <mc:Fallback>
                  <p:oleObj r:id="rId4" imgW="825561" imgH="171658" progId="Equation.DSMT4">
                    <p:embed/>
                    <p:pic>
                      <p:nvPicPr>
                        <p:cNvPr id="201784" name="Object 7">
                          <a:extLst>
                            <a:ext uri="{FF2B5EF4-FFF2-40B4-BE49-F238E27FC236}">
                              <a16:creationId xmlns:a16="http://schemas.microsoft.com/office/drawing/2014/main" id="{1AB0C7CD-9C2B-D681-41D8-742D7886CD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1" y="320"/>
                          <a:ext cx="1382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1785" name="Object 8">
              <a:extLst>
                <a:ext uri="{FF2B5EF4-FFF2-40B4-BE49-F238E27FC236}">
                  <a16:creationId xmlns:a16="http://schemas.microsoft.com/office/drawing/2014/main" id="{BB1F0ED9-BB8B-11E6-9196-4C72145DF5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1119494"/>
                </p:ext>
              </p:extLst>
            </p:nvPr>
          </p:nvGraphicFramePr>
          <p:xfrm>
            <a:off x="3908" y="620"/>
            <a:ext cx="22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76148" imgH="133419" progId="Equation.DSMT4">
                    <p:embed/>
                  </p:oleObj>
                </mc:Choice>
                <mc:Fallback>
                  <p:oleObj r:id="rId6" imgW="76148" imgH="133419" progId="Equation.DSMT4">
                    <p:embed/>
                    <p:pic>
                      <p:nvPicPr>
                        <p:cNvPr id="201785" name="Object 8">
                          <a:extLst>
                            <a:ext uri="{FF2B5EF4-FFF2-40B4-BE49-F238E27FC236}">
                              <a16:creationId xmlns:a16="http://schemas.microsoft.com/office/drawing/2014/main" id="{BB1F0ED9-BB8B-11E6-9196-4C72145DF5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8" y="620"/>
                          <a:ext cx="22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1786" name="Object 9">
              <a:extLst>
                <a:ext uri="{FF2B5EF4-FFF2-40B4-BE49-F238E27FC236}">
                  <a16:creationId xmlns:a16="http://schemas.microsoft.com/office/drawing/2014/main" id="{84EF5DCE-276A-A009-39B0-B6FEE5E91E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7653978"/>
                </p:ext>
              </p:extLst>
            </p:nvPr>
          </p:nvGraphicFramePr>
          <p:xfrm>
            <a:off x="4256" y="613"/>
            <a:ext cx="228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76148" imgH="139654" progId="Equation.DSMT4">
                    <p:embed/>
                  </p:oleObj>
                </mc:Choice>
                <mc:Fallback>
                  <p:oleObj r:id="rId8" imgW="76148" imgH="139654" progId="Equation.DSMT4">
                    <p:embed/>
                    <p:pic>
                      <p:nvPicPr>
                        <p:cNvPr id="201786" name="Object 9">
                          <a:extLst>
                            <a:ext uri="{FF2B5EF4-FFF2-40B4-BE49-F238E27FC236}">
                              <a16:creationId xmlns:a16="http://schemas.microsoft.com/office/drawing/2014/main" id="{84EF5DCE-276A-A009-39B0-B6FEE5E91E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6" y="613"/>
                          <a:ext cx="228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42764" name="Object 12">
            <a:extLst>
              <a:ext uri="{FF2B5EF4-FFF2-40B4-BE49-F238E27FC236}">
                <a16:creationId xmlns:a16="http://schemas.microsoft.com/office/drawing/2014/main" id="{0DB7E8D9-E2C4-604A-79CF-DCDDB66F61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965958"/>
              </p:ext>
            </p:extLst>
          </p:nvPr>
        </p:nvGraphicFramePr>
        <p:xfrm>
          <a:off x="4529138" y="6035675"/>
          <a:ext cx="31400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06301" imgH="133419" progId="Equation.DSMT4">
                  <p:embed/>
                </p:oleObj>
              </mc:Choice>
              <mc:Fallback>
                <p:oleObj r:id="rId10" imgW="1206301" imgH="133419" progId="Equation.DSMT4">
                  <p:embed/>
                  <p:pic>
                    <p:nvPicPr>
                      <p:cNvPr id="842764" name="Object 12">
                        <a:extLst>
                          <a:ext uri="{FF2B5EF4-FFF2-40B4-BE49-F238E27FC236}">
                            <a16:creationId xmlns:a16="http://schemas.microsoft.com/office/drawing/2014/main" id="{0DB7E8D9-E2C4-604A-79CF-DCDDB66F61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6035675"/>
                        <a:ext cx="31400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>
            <a:extLst>
              <a:ext uri="{FF2B5EF4-FFF2-40B4-BE49-F238E27FC236}">
                <a16:creationId xmlns:a16="http://schemas.microsoft.com/office/drawing/2014/main" id="{E6B3F2FD-26F6-AAD8-330F-9DA99573224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646488"/>
            <a:ext cx="3384550" cy="2735262"/>
            <a:chOff x="3424" y="1071"/>
            <a:chExt cx="2003" cy="1633"/>
          </a:xfrm>
        </p:grpSpPr>
        <p:sp>
          <p:nvSpPr>
            <p:cNvPr id="201742" name="Rectangle 14">
              <a:extLst>
                <a:ext uri="{FF2B5EF4-FFF2-40B4-BE49-F238E27FC236}">
                  <a16:creationId xmlns:a16="http://schemas.microsoft.com/office/drawing/2014/main" id="{7158C9DE-5EF5-E5D5-7542-4595698E4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071"/>
              <a:ext cx="2003" cy="16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1743" name="Line 15">
              <a:extLst>
                <a:ext uri="{FF2B5EF4-FFF2-40B4-BE49-F238E27FC236}">
                  <a16:creationId xmlns:a16="http://schemas.microsoft.com/office/drawing/2014/main" id="{D6094D94-FCC2-805B-127B-476197BB85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7" y="1365"/>
              <a:ext cx="137" cy="523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4" name="Line 16">
              <a:extLst>
                <a:ext uri="{FF2B5EF4-FFF2-40B4-BE49-F238E27FC236}">
                  <a16:creationId xmlns:a16="http://schemas.microsoft.com/office/drawing/2014/main" id="{23966329-2428-901D-66BA-D623EF047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9" y="1880"/>
              <a:ext cx="610" cy="330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5" name="Line 17">
              <a:extLst>
                <a:ext uri="{FF2B5EF4-FFF2-40B4-BE49-F238E27FC236}">
                  <a16:creationId xmlns:a16="http://schemas.microsoft.com/office/drawing/2014/main" id="{D1A68026-9B59-BEE5-66CB-75279C0966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1533"/>
              <a:ext cx="610" cy="3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6" name="Line 18">
              <a:extLst>
                <a:ext uri="{FF2B5EF4-FFF2-40B4-BE49-F238E27FC236}">
                  <a16:creationId xmlns:a16="http://schemas.microsoft.com/office/drawing/2014/main" id="{11C8F37B-80F0-CB40-4816-5B8A973864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4" y="1207"/>
              <a:ext cx="0" cy="623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7" name="Line 19">
              <a:extLst>
                <a:ext uri="{FF2B5EF4-FFF2-40B4-BE49-F238E27FC236}">
                  <a16:creationId xmlns:a16="http://schemas.microsoft.com/office/drawing/2014/main" id="{DD1D7A94-0264-00DA-FEF3-7155084C4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8" y="1842"/>
              <a:ext cx="7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8" name="Line 20">
              <a:extLst>
                <a:ext uri="{FF2B5EF4-FFF2-40B4-BE49-F238E27FC236}">
                  <a16:creationId xmlns:a16="http://schemas.microsoft.com/office/drawing/2014/main" id="{BC5B99B0-81C8-56D0-424C-09FAF4861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1842"/>
              <a:ext cx="317" cy="227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9" name="Line 21">
              <a:extLst>
                <a:ext uri="{FF2B5EF4-FFF2-40B4-BE49-F238E27FC236}">
                  <a16:creationId xmlns:a16="http://schemas.microsoft.com/office/drawing/2014/main" id="{93F1FAAE-D85D-FF16-8E88-B7F6BCC122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90328" flipH="1" flipV="1">
              <a:off x="4066" y="1570"/>
              <a:ext cx="174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0" name="Line 22">
              <a:extLst>
                <a:ext uri="{FF2B5EF4-FFF2-40B4-BE49-F238E27FC236}">
                  <a16:creationId xmlns:a16="http://schemas.microsoft.com/office/drawing/2014/main" id="{2FDC74FF-2B14-990F-9142-5433F52AFE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90328" flipH="1" flipV="1">
              <a:off x="4701" y="1216"/>
              <a:ext cx="174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1" name="Line 23">
              <a:extLst>
                <a:ext uri="{FF2B5EF4-FFF2-40B4-BE49-F238E27FC236}">
                  <a16:creationId xmlns:a16="http://schemas.microsoft.com/office/drawing/2014/main" id="{51329DC9-A719-E6D5-475E-D4EB3E31EC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1298"/>
              <a:ext cx="635" cy="3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2" name="Line 24">
              <a:extLst>
                <a:ext uri="{FF2B5EF4-FFF2-40B4-BE49-F238E27FC236}">
                  <a16:creationId xmlns:a16="http://schemas.microsoft.com/office/drawing/2014/main" id="{D59906F9-DC79-902F-1C2E-39F812D66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479"/>
              <a:ext cx="1743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3" name="Line 25">
              <a:extLst>
                <a:ext uri="{FF2B5EF4-FFF2-40B4-BE49-F238E27FC236}">
                  <a16:creationId xmlns:a16="http://schemas.microsoft.com/office/drawing/2014/main" id="{6C6AF4BD-B7FB-433A-589F-B48612BD8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644"/>
              <a:ext cx="1743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4" name="Line 26">
              <a:extLst>
                <a:ext uri="{FF2B5EF4-FFF2-40B4-BE49-F238E27FC236}">
                  <a16:creationId xmlns:a16="http://schemas.microsoft.com/office/drawing/2014/main" id="{1F752522-0E82-FAA0-C6C1-F2C2356DB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797"/>
              <a:ext cx="1743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5" name="Line 27">
              <a:extLst>
                <a:ext uri="{FF2B5EF4-FFF2-40B4-BE49-F238E27FC236}">
                  <a16:creationId xmlns:a16="http://schemas.microsoft.com/office/drawing/2014/main" id="{2B4C7B79-A6A7-78FD-EB72-ACFAE1311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961"/>
              <a:ext cx="1743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6" name="Line 28">
              <a:extLst>
                <a:ext uri="{FF2B5EF4-FFF2-40B4-BE49-F238E27FC236}">
                  <a16:creationId xmlns:a16="http://schemas.microsoft.com/office/drawing/2014/main" id="{20372935-2645-CFE1-DDDA-5F30E40AF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135"/>
              <a:ext cx="1743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7" name="Arc 29">
              <a:extLst>
                <a:ext uri="{FF2B5EF4-FFF2-40B4-BE49-F238E27FC236}">
                  <a16:creationId xmlns:a16="http://schemas.microsoft.com/office/drawing/2014/main" id="{6B704CD2-AFDF-B4DA-61DC-E17EDC61578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916249">
              <a:off x="4501" y="1848"/>
              <a:ext cx="95" cy="74"/>
            </a:xfrm>
            <a:custGeom>
              <a:avLst/>
              <a:gdLst>
                <a:gd name="T0" fmla="*/ 0 w 21600"/>
                <a:gd name="T1" fmla="*/ 0 h 20989"/>
                <a:gd name="T2" fmla="*/ 0 w 21600"/>
                <a:gd name="T3" fmla="*/ 0 h 20989"/>
                <a:gd name="T4" fmla="*/ 0 w 21600"/>
                <a:gd name="T5" fmla="*/ 0 h 20989"/>
                <a:gd name="T6" fmla="*/ 0 w 21600"/>
                <a:gd name="T7" fmla="*/ 0 h 20989"/>
                <a:gd name="T8" fmla="*/ 0 w 21600"/>
                <a:gd name="T9" fmla="*/ 0 h 20989"/>
                <a:gd name="T10" fmla="*/ 0 w 21600"/>
                <a:gd name="T11" fmla="*/ 0 h 209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0989" fill="none">
                  <a:moveTo>
                    <a:pt x="5101" y="-1"/>
                  </a:moveTo>
                  <a:cubicBezTo>
                    <a:pt x="14783" y="2353"/>
                    <a:pt x="21600" y="11024"/>
                    <a:pt x="21600" y="20989"/>
                  </a:cubicBezTo>
                </a:path>
                <a:path w="21600" h="20989" stroke="0">
                  <a:moveTo>
                    <a:pt x="5101" y="-1"/>
                  </a:moveTo>
                  <a:cubicBezTo>
                    <a:pt x="14783" y="2353"/>
                    <a:pt x="21600" y="11024"/>
                    <a:pt x="21600" y="20989"/>
                  </a:cubicBezTo>
                  <a:lnTo>
                    <a:pt x="0" y="20989"/>
                  </a:lnTo>
                  <a:lnTo>
                    <a:pt x="5101" y="-1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8" name="Text Box 30">
              <a:extLst>
                <a:ext uri="{FF2B5EF4-FFF2-40B4-BE49-F238E27FC236}">
                  <a16:creationId xmlns:a16="http://schemas.microsoft.com/office/drawing/2014/main" id="{E1676F7D-B322-2712-86A4-25F199B9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" y="2024"/>
              <a:ext cx="261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759" name="Text Box 31">
              <a:extLst>
                <a:ext uri="{FF2B5EF4-FFF2-40B4-BE49-F238E27FC236}">
                  <a16:creationId xmlns:a16="http://schemas.microsoft.com/office/drawing/2014/main" id="{7FB130E3-BE34-0897-C811-02456A920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8" y="1715"/>
              <a:ext cx="246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760" name="Text Box 32">
              <a:extLst>
                <a:ext uri="{FF2B5EF4-FFF2-40B4-BE49-F238E27FC236}">
                  <a16:creationId xmlns:a16="http://schemas.microsoft.com/office/drawing/2014/main" id="{CBF6AE4D-1B21-23ED-0076-BB62D645E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0" y="1071"/>
              <a:ext cx="26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761" name="Text Box 33">
              <a:extLst>
                <a:ext uri="{FF2B5EF4-FFF2-40B4-BE49-F238E27FC236}">
                  <a16:creationId xmlns:a16="http://schemas.microsoft.com/office/drawing/2014/main" id="{123DBE20-BBBE-7919-4120-76E89AF6B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432" y="1207"/>
              <a:ext cx="30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762" name="Text Box 34">
              <a:extLst>
                <a:ext uri="{FF2B5EF4-FFF2-40B4-BE49-F238E27FC236}">
                  <a16:creationId xmlns:a16="http://schemas.microsoft.com/office/drawing/2014/main" id="{7D98A976-1110-EF28-9BFE-D31C7FD82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" y="1706"/>
              <a:ext cx="261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763" name="Text Box 35">
              <a:extLst>
                <a:ext uri="{FF2B5EF4-FFF2-40B4-BE49-F238E27FC236}">
                  <a16:creationId xmlns:a16="http://schemas.microsoft.com/office/drawing/2014/main" id="{7661E303-0F1F-6C43-3B0A-2B1875860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1747"/>
              <a:ext cx="2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1764" name="Text Box 36">
              <a:extLst>
                <a:ext uri="{FF2B5EF4-FFF2-40B4-BE49-F238E27FC236}">
                  <a16:creationId xmlns:a16="http://schemas.microsoft.com/office/drawing/2014/main" id="{27C9EF39-7CB9-9AF4-4C73-706886E2E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9" y="1570"/>
              <a:ext cx="261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765" name="Text Box 37">
              <a:extLst>
                <a:ext uri="{FF2B5EF4-FFF2-40B4-BE49-F238E27FC236}">
                  <a16:creationId xmlns:a16="http://schemas.microsoft.com/office/drawing/2014/main" id="{6A28C794-AA7B-B740-A3E2-D6B0D0925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" y="1912"/>
              <a:ext cx="26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1766" name="Text Box 38">
              <a:extLst>
                <a:ext uri="{FF2B5EF4-FFF2-40B4-BE49-F238E27FC236}">
                  <a16:creationId xmlns:a16="http://schemas.microsoft.com/office/drawing/2014/main" id="{3C3CB799-9C7D-7359-D6A3-207E01076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7" y="2365"/>
              <a:ext cx="156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时变磁场中的矩形线圈</a:t>
              </a:r>
            </a:p>
          </p:txBody>
        </p:sp>
        <p:sp>
          <p:nvSpPr>
            <p:cNvPr id="201767" name="Line 39">
              <a:extLst>
                <a:ext uri="{FF2B5EF4-FFF2-40B4-BE49-F238E27FC236}">
                  <a16:creationId xmlns:a16="http://schemas.microsoft.com/office/drawing/2014/main" id="{09E19DEB-FA17-24A6-BBAD-C3C812E83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4" y="1698"/>
              <a:ext cx="137" cy="523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68" name="Rectangle 40">
              <a:extLst>
                <a:ext uri="{FF2B5EF4-FFF2-40B4-BE49-F238E27FC236}">
                  <a16:creationId xmlns:a16="http://schemas.microsoft.com/office/drawing/2014/main" id="{E31D39F8-7A85-CF33-564F-BAF8A0F72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1888"/>
              <a:ext cx="87" cy="10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endParaRPr lang="zh-CN" altLang="zh-CN" sz="2800">
                <a:ea typeface="幼圆" panose="02010509060101010101" pitchFamily="49" charset="-122"/>
              </a:endParaRPr>
            </a:p>
          </p:txBody>
        </p:sp>
        <p:sp>
          <p:nvSpPr>
            <p:cNvPr id="201769" name="Line 41">
              <a:extLst>
                <a:ext uri="{FF2B5EF4-FFF2-40B4-BE49-F238E27FC236}">
                  <a16:creationId xmlns:a16="http://schemas.microsoft.com/office/drawing/2014/main" id="{FE85B598-C4C9-736B-15A0-325C3A282C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3964" y="2024"/>
              <a:ext cx="183" cy="91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FF6600"/>
              </a:extrusionClr>
              <a:contourClr>
                <a:srgbClr val="FF66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1770" name="Line 42">
              <a:extLst>
                <a:ext uri="{FF2B5EF4-FFF2-40B4-BE49-F238E27FC236}">
                  <a16:creationId xmlns:a16="http://schemas.microsoft.com/office/drawing/2014/main" id="{50718403-1ED9-4512-C144-C3F9B87A5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3" y="1842"/>
              <a:ext cx="610" cy="33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71" name="Line 43">
              <a:extLst>
                <a:ext uri="{FF2B5EF4-FFF2-40B4-BE49-F238E27FC236}">
                  <a16:creationId xmlns:a16="http://schemas.microsoft.com/office/drawing/2014/main" id="{DB556352-557A-A433-8700-D79308D257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006" y="1901"/>
              <a:ext cx="183" cy="91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FF6600"/>
              </a:extrusionClr>
              <a:contourClr>
                <a:srgbClr val="FF66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1772" name="Line 44">
              <a:extLst>
                <a:ext uri="{FF2B5EF4-FFF2-40B4-BE49-F238E27FC236}">
                  <a16:creationId xmlns:a16="http://schemas.microsoft.com/office/drawing/2014/main" id="{E08C687A-BDE1-8FFB-3FAC-DF002E500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0" y="1373"/>
              <a:ext cx="610" cy="330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73" name="Freeform 45">
              <a:extLst>
                <a:ext uri="{FF2B5EF4-FFF2-40B4-BE49-F238E27FC236}">
                  <a16:creationId xmlns:a16="http://schemas.microsoft.com/office/drawing/2014/main" id="{238CF766-1935-F548-1A3B-EDC569E1F42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54943" flipV="1">
              <a:off x="3824" y="2037"/>
              <a:ext cx="91" cy="181"/>
            </a:xfrm>
            <a:custGeom>
              <a:avLst/>
              <a:gdLst>
                <a:gd name="T0" fmla="*/ 0 w 885"/>
                <a:gd name="T1" fmla="*/ 13 h 997"/>
                <a:gd name="T2" fmla="*/ 0 w 885"/>
                <a:gd name="T3" fmla="*/ 9 h 997"/>
                <a:gd name="T4" fmla="*/ 1 w 885"/>
                <a:gd name="T5" fmla="*/ 5 h 997"/>
                <a:gd name="T6" fmla="*/ 2 w 885"/>
                <a:gd name="T7" fmla="*/ 2 h 997"/>
                <a:gd name="T8" fmla="*/ 5 w 885"/>
                <a:gd name="T9" fmla="*/ 1 h 997"/>
                <a:gd name="T10" fmla="*/ 8 w 885"/>
                <a:gd name="T11" fmla="*/ 5 h 997"/>
                <a:gd name="T12" fmla="*/ 9 w 885"/>
                <a:gd name="T13" fmla="*/ 15 h 997"/>
                <a:gd name="T14" fmla="*/ 9 w 885"/>
                <a:gd name="T15" fmla="*/ 25 h 997"/>
                <a:gd name="T16" fmla="*/ 6 w 885"/>
                <a:gd name="T17" fmla="*/ 32 h 997"/>
                <a:gd name="T18" fmla="*/ 2 w 885"/>
                <a:gd name="T19" fmla="*/ 30 h 997"/>
                <a:gd name="T20" fmla="*/ 1 w 885"/>
                <a:gd name="T21" fmla="*/ 25 h 9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85" h="997">
                  <a:moveTo>
                    <a:pt x="8" y="378"/>
                  </a:moveTo>
                  <a:cubicBezTo>
                    <a:pt x="4" y="351"/>
                    <a:pt x="0" y="325"/>
                    <a:pt x="8" y="287"/>
                  </a:cubicBezTo>
                  <a:cubicBezTo>
                    <a:pt x="16" y="249"/>
                    <a:pt x="24" y="189"/>
                    <a:pt x="54" y="151"/>
                  </a:cubicBezTo>
                  <a:cubicBezTo>
                    <a:pt x="84" y="113"/>
                    <a:pt x="122" y="83"/>
                    <a:pt x="190" y="60"/>
                  </a:cubicBezTo>
                  <a:cubicBezTo>
                    <a:pt x="258" y="37"/>
                    <a:pt x="371" y="0"/>
                    <a:pt x="462" y="15"/>
                  </a:cubicBezTo>
                  <a:cubicBezTo>
                    <a:pt x="553" y="30"/>
                    <a:pt x="666" y="76"/>
                    <a:pt x="734" y="151"/>
                  </a:cubicBezTo>
                  <a:cubicBezTo>
                    <a:pt x="802" y="226"/>
                    <a:pt x="855" y="370"/>
                    <a:pt x="870" y="468"/>
                  </a:cubicBezTo>
                  <a:cubicBezTo>
                    <a:pt x="885" y="566"/>
                    <a:pt x="878" y="658"/>
                    <a:pt x="825" y="741"/>
                  </a:cubicBezTo>
                  <a:cubicBezTo>
                    <a:pt x="772" y="824"/>
                    <a:pt x="651" y="937"/>
                    <a:pt x="553" y="967"/>
                  </a:cubicBezTo>
                  <a:cubicBezTo>
                    <a:pt x="455" y="997"/>
                    <a:pt x="318" y="960"/>
                    <a:pt x="235" y="922"/>
                  </a:cubicBezTo>
                  <a:cubicBezTo>
                    <a:pt x="152" y="884"/>
                    <a:pt x="84" y="771"/>
                    <a:pt x="54" y="741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 type="triangl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1774" name="Object 46">
              <a:extLst>
                <a:ext uri="{FF2B5EF4-FFF2-40B4-BE49-F238E27FC236}">
                  <a16:creationId xmlns:a16="http://schemas.microsoft.com/office/drawing/2014/main" id="{8AC7B7C0-99B9-9AAE-B03D-7B66444858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7632652"/>
                </p:ext>
              </p:extLst>
            </p:nvPr>
          </p:nvGraphicFramePr>
          <p:xfrm>
            <a:off x="3651" y="1933"/>
            <a:ext cx="207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52334" imgH="139639" progId="Equation.DSMT4">
                    <p:embed/>
                  </p:oleObj>
                </mc:Choice>
                <mc:Fallback>
                  <p:oleObj r:id="rId12" imgW="152334" imgH="139639" progId="Equation.DSMT4">
                    <p:embed/>
                    <p:pic>
                      <p:nvPicPr>
                        <p:cNvPr id="201774" name="Object 46">
                          <a:extLst>
                            <a:ext uri="{FF2B5EF4-FFF2-40B4-BE49-F238E27FC236}">
                              <a16:creationId xmlns:a16="http://schemas.microsoft.com/office/drawing/2014/main" id="{8AC7B7C0-99B9-9AAE-B03D-7B66444858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1933"/>
                          <a:ext cx="207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1775" name="Object 47">
              <a:extLst>
                <a:ext uri="{FF2B5EF4-FFF2-40B4-BE49-F238E27FC236}">
                  <a16:creationId xmlns:a16="http://schemas.microsoft.com/office/drawing/2014/main" id="{8A6C3B5F-EB90-9F05-3DE1-896D7F1438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6677687"/>
                </p:ext>
              </p:extLst>
            </p:nvPr>
          </p:nvGraphicFramePr>
          <p:xfrm>
            <a:off x="4618" y="1842"/>
            <a:ext cx="167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52334" imgH="139639" progId="Equation.DSMT4">
                    <p:embed/>
                  </p:oleObj>
                </mc:Choice>
                <mc:Fallback>
                  <p:oleObj r:id="rId14" imgW="152334" imgH="139639" progId="Equation.DSMT4">
                    <p:embed/>
                    <p:pic>
                      <p:nvPicPr>
                        <p:cNvPr id="201775" name="Object 47">
                          <a:extLst>
                            <a:ext uri="{FF2B5EF4-FFF2-40B4-BE49-F238E27FC236}">
                              <a16:creationId xmlns:a16="http://schemas.microsoft.com/office/drawing/2014/main" id="{8A6C3B5F-EB90-9F05-3DE1-896D7F1438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8" y="1842"/>
                          <a:ext cx="167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1776" name="Object 48">
              <a:extLst>
                <a:ext uri="{FF2B5EF4-FFF2-40B4-BE49-F238E27FC236}">
                  <a16:creationId xmlns:a16="http://schemas.microsoft.com/office/drawing/2014/main" id="{0EFEDEB1-071A-A094-39E6-094F45E4C6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0279809"/>
                </p:ext>
              </p:extLst>
            </p:nvPr>
          </p:nvGraphicFramePr>
          <p:xfrm>
            <a:off x="4694" y="1933"/>
            <a:ext cx="22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76148" imgH="133419" progId="Equation.DSMT4">
                    <p:embed/>
                  </p:oleObj>
                </mc:Choice>
                <mc:Fallback>
                  <p:oleObj r:id="rId16" imgW="76148" imgH="133419" progId="Equation.DSMT4">
                    <p:embed/>
                    <p:pic>
                      <p:nvPicPr>
                        <p:cNvPr id="201776" name="Object 48">
                          <a:extLst>
                            <a:ext uri="{FF2B5EF4-FFF2-40B4-BE49-F238E27FC236}">
                              <a16:creationId xmlns:a16="http://schemas.microsoft.com/office/drawing/2014/main" id="{0EFEDEB1-071A-A094-39E6-094F45E4C6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933"/>
                          <a:ext cx="22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777" name="Line 49">
              <a:extLst>
                <a:ext uri="{FF2B5EF4-FFF2-40B4-BE49-F238E27FC236}">
                  <a16:creationId xmlns:a16="http://schemas.microsoft.com/office/drawing/2014/main" id="{572DE004-5CBB-BB1A-7623-DC5CC0E23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2" y="1743"/>
              <a:ext cx="125" cy="4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78" name="Line 50">
              <a:extLst>
                <a:ext uri="{FF2B5EF4-FFF2-40B4-BE49-F238E27FC236}">
                  <a16:creationId xmlns:a16="http://schemas.microsoft.com/office/drawing/2014/main" id="{A98A5627-4A44-B8EC-5E9F-3F6850F828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3899" y="2234"/>
              <a:ext cx="183" cy="9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1779" name="Line 51">
              <a:extLst>
                <a:ext uri="{FF2B5EF4-FFF2-40B4-BE49-F238E27FC236}">
                  <a16:creationId xmlns:a16="http://schemas.microsoft.com/office/drawing/2014/main" id="{A3D15FF6-4A4A-F0D6-4AC4-AC31E45718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022" y="1727"/>
              <a:ext cx="183" cy="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000000"/>
              </a:extrusionClr>
              <a:contourClr>
                <a:srgbClr val="0000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1780" name="Line 52">
              <a:extLst>
                <a:ext uri="{FF2B5EF4-FFF2-40B4-BE49-F238E27FC236}">
                  <a16:creationId xmlns:a16="http://schemas.microsoft.com/office/drawing/2014/main" id="{5BA95F3F-8CDD-580E-C3D6-4C0531EA2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2296"/>
              <a:ext cx="1743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81" name="Line 53">
              <a:extLst>
                <a:ext uri="{FF2B5EF4-FFF2-40B4-BE49-F238E27FC236}">
                  <a16:creationId xmlns:a16="http://schemas.microsoft.com/office/drawing/2014/main" id="{3F6F6CE1-9FAA-E354-8F6C-8156BA5C1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298"/>
              <a:ext cx="1743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42806" name="Object 54">
            <a:extLst>
              <a:ext uri="{FF2B5EF4-FFF2-40B4-BE49-F238E27FC236}">
                <a16:creationId xmlns:a16="http://schemas.microsoft.com/office/drawing/2014/main" id="{868F2BB5-3ACA-BD5A-8A3C-F3B4819A1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240882"/>
              </p:ext>
            </p:extLst>
          </p:nvPr>
        </p:nvGraphicFramePr>
        <p:xfrm>
          <a:off x="4518025" y="3270250"/>
          <a:ext cx="3582988" cy="277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111428" imgH="793865" progId="Equation.3">
                  <p:embed/>
                </p:oleObj>
              </mc:Choice>
              <mc:Fallback>
                <p:oleObj r:id="rId18" imgW="1111428" imgH="793865" progId="Equation.3">
                  <p:embed/>
                  <p:pic>
                    <p:nvPicPr>
                      <p:cNvPr id="842806" name="Object 54">
                        <a:extLst>
                          <a:ext uri="{FF2B5EF4-FFF2-40B4-BE49-F238E27FC236}">
                            <a16:creationId xmlns:a16="http://schemas.microsoft.com/office/drawing/2014/main" id="{868F2BB5-3ACA-BD5A-8A3C-F3B4819A14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3270250"/>
                        <a:ext cx="3582988" cy="277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7" name="AutoShape 55">
            <a:hlinkClick r:id="rId20" action="ppaction://hlinksldjump" highlightClick="1"/>
            <a:extLst>
              <a:ext uri="{FF2B5EF4-FFF2-40B4-BE49-F238E27FC236}">
                <a16:creationId xmlns:a16="http://schemas.microsoft.com/office/drawing/2014/main" id="{152E7D59-0358-ECA1-6D9C-0ACC8A819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1738" name="AutoShape 5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C804F8E-A693-6B4A-E680-69F0CD6FE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1739" name="AutoShape 5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EEF2A0E-7A08-652B-C9ED-2B774C2D4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1740" name="AutoShape 5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952B990-5C39-F5B2-A928-9D81AB040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42811" name="Rectangle 59">
            <a:extLst>
              <a:ext uri="{FF2B5EF4-FFF2-40B4-BE49-F238E27FC236}">
                <a16:creationId xmlns:a16="http://schemas.microsoft.com/office/drawing/2014/main" id="{322E7795-F19D-145C-4BC0-E050C008A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924175"/>
            <a:ext cx="826135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FCC66"/>
                </a:solidFill>
                <a:ea typeface="宋体" panose="02010600030101010101" pitchFamily="2" charset="-122"/>
              </a:rPr>
              <a:t>【</a:t>
            </a:r>
            <a:r>
              <a:rPr lang="zh-CN" altLang="en-US">
                <a:solidFill>
                  <a:srgbClr val="FFCC66"/>
                </a:solidFill>
                <a:ea typeface="幼圆" panose="02010509060101010101" pitchFamily="49" charset="-122"/>
              </a:rPr>
              <a:t>解</a:t>
            </a:r>
            <a:r>
              <a:rPr lang="en-US" altLang="zh-CN">
                <a:solidFill>
                  <a:srgbClr val="FFCC66"/>
                </a:solidFill>
                <a:ea typeface="宋体" panose="02010600030101010101" pitchFamily="2" charset="-122"/>
              </a:rPr>
              <a:t>】</a:t>
            </a:r>
            <a:r>
              <a:rPr lang="zh-CN" altLang="en-US">
                <a:latin typeface="楷体_GB2312" pitchFamily="49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楷体_GB2312" pitchFamily="49" charset="-122"/>
              </a:rPr>
              <a:t>）线圈静止时，感应电动势是由时变磁场引起，故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灯片编号占位符 2">
            <a:extLst>
              <a:ext uri="{FF2B5EF4-FFF2-40B4-BE49-F238E27FC236}">
                <a16:creationId xmlns:a16="http://schemas.microsoft.com/office/drawing/2014/main" id="{1CB462C6-6A21-408F-2E02-0FCE05D97B0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A2381D8-6400-4427-AAA5-07ACCC48DBB9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10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536F4E3-FC9B-441F-CFA6-3E624EF0A8A4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2525713"/>
            <a:ext cx="5832475" cy="1047750"/>
            <a:chOff x="68" y="1591"/>
            <a:chExt cx="3674" cy="660"/>
          </a:xfrm>
        </p:grpSpPr>
        <p:sp>
          <p:nvSpPr>
            <p:cNvPr id="202813" name="Rectangle 3">
              <a:extLst>
                <a:ext uri="{FF2B5EF4-FFF2-40B4-BE49-F238E27FC236}">
                  <a16:creationId xmlns:a16="http://schemas.microsoft.com/office/drawing/2014/main" id="{DD6A7D79-D288-AA0A-99FA-085CFAA5D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1595"/>
              <a:ext cx="3674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276225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fontAlgn="ctr">
                <a:lnSpc>
                  <a:spcPct val="13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    </a:t>
              </a:r>
              <a:r>
                <a:rPr lang="zh-CN" altLang="en-US">
                  <a:latin typeface="Times New Roman" panose="02020603050405020304" pitchFamily="18" charset="0"/>
                </a:rPr>
                <a:t>假定         时          ；则在时刻 </a:t>
              </a:r>
              <a:r>
                <a:rPr lang="en-US" altLang="zh-CN" i="1">
                  <a:latin typeface="Times New Roman" panose="02020603050405020304" pitchFamily="18" charset="0"/>
                </a:rPr>
                <a:t>t </a:t>
              </a:r>
              <a:r>
                <a:rPr lang="zh-CN" altLang="en-US">
                  <a:latin typeface="Times New Roman" panose="02020603050405020304" pitchFamily="18" charset="0"/>
                </a:rPr>
                <a:t>时，  与</a:t>
              </a:r>
              <a:r>
                <a:rPr lang="en-US" altLang="zh-CN" b="0" i="1">
                  <a:latin typeface="Times New Roman" panose="02020603050405020304" pitchFamily="18" charset="0"/>
                </a:rPr>
                <a:t>y</a:t>
              </a:r>
              <a:r>
                <a:rPr lang="en-US" altLang="zh-CN" i="1"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轴的夹角              ，故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2814" name="Object 4">
              <a:extLst>
                <a:ext uri="{FF2B5EF4-FFF2-40B4-BE49-F238E27FC236}">
                  <a16:creationId xmlns:a16="http://schemas.microsoft.com/office/drawing/2014/main" id="{18429FC4-CAA8-12C3-478F-35845B4299E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05626193"/>
                </p:ext>
              </p:extLst>
            </p:nvPr>
          </p:nvGraphicFramePr>
          <p:xfrm>
            <a:off x="914" y="1694"/>
            <a:ext cx="392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09719" imgH="88946" progId="Equation.DSMT4">
                    <p:embed/>
                  </p:oleObj>
                </mc:Choice>
                <mc:Fallback>
                  <p:oleObj r:id="rId3" imgW="209719" imgH="88946" progId="Equation.DSMT4">
                    <p:embed/>
                    <p:pic>
                      <p:nvPicPr>
                        <p:cNvPr id="202814" name="Object 4">
                          <a:extLst>
                            <a:ext uri="{FF2B5EF4-FFF2-40B4-BE49-F238E27FC236}">
                              <a16:creationId xmlns:a16="http://schemas.microsoft.com/office/drawing/2014/main" id="{18429FC4-CAA8-12C3-478F-35845B4299E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1694"/>
                          <a:ext cx="392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815" name="Object 5">
              <a:extLst>
                <a:ext uri="{FF2B5EF4-FFF2-40B4-BE49-F238E27FC236}">
                  <a16:creationId xmlns:a16="http://schemas.microsoft.com/office/drawing/2014/main" id="{9D2B7381-78F1-7C8A-2D4F-08E8666EC8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8344551"/>
                </p:ext>
              </p:extLst>
            </p:nvPr>
          </p:nvGraphicFramePr>
          <p:xfrm>
            <a:off x="1519" y="1679"/>
            <a:ext cx="453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66726" imgH="88946" progId="Equation.DSMT4">
                    <p:embed/>
                  </p:oleObj>
                </mc:Choice>
                <mc:Fallback>
                  <p:oleObj r:id="rId5" imgW="266726" imgH="88946" progId="Equation.DSMT4">
                    <p:embed/>
                    <p:pic>
                      <p:nvPicPr>
                        <p:cNvPr id="202815" name="Object 5">
                          <a:extLst>
                            <a:ext uri="{FF2B5EF4-FFF2-40B4-BE49-F238E27FC236}">
                              <a16:creationId xmlns:a16="http://schemas.microsoft.com/office/drawing/2014/main" id="{9D2B7381-78F1-7C8A-2D4F-08E8666EC8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1679"/>
                          <a:ext cx="453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816" name="Object 6">
              <a:extLst>
                <a:ext uri="{FF2B5EF4-FFF2-40B4-BE49-F238E27FC236}">
                  <a16:creationId xmlns:a16="http://schemas.microsoft.com/office/drawing/2014/main" id="{657D4FDC-E2F9-BCFC-3BDB-B2B3A5B85D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9404185"/>
                </p:ext>
              </p:extLst>
            </p:nvPr>
          </p:nvGraphicFramePr>
          <p:xfrm>
            <a:off x="3370" y="1591"/>
            <a:ext cx="273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76148" imgH="133419" progId="Equation.DSMT4">
                    <p:embed/>
                  </p:oleObj>
                </mc:Choice>
                <mc:Fallback>
                  <p:oleObj r:id="rId7" imgW="76148" imgH="133419" progId="Equation.DSMT4">
                    <p:embed/>
                    <p:pic>
                      <p:nvPicPr>
                        <p:cNvPr id="202816" name="Object 6">
                          <a:extLst>
                            <a:ext uri="{FF2B5EF4-FFF2-40B4-BE49-F238E27FC236}">
                              <a16:creationId xmlns:a16="http://schemas.microsoft.com/office/drawing/2014/main" id="{657D4FDC-E2F9-BCFC-3BDB-B2B3A5B85D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0" y="1591"/>
                          <a:ext cx="273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817" name="Object 7">
              <a:extLst>
                <a:ext uri="{FF2B5EF4-FFF2-40B4-BE49-F238E27FC236}">
                  <a16:creationId xmlns:a16="http://schemas.microsoft.com/office/drawing/2014/main" id="{A5BCC196-5A6B-6BC7-DA4C-14DCF64678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6695100"/>
                </p:ext>
              </p:extLst>
            </p:nvPr>
          </p:nvGraphicFramePr>
          <p:xfrm>
            <a:off x="1247" y="1979"/>
            <a:ext cx="68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330391" imgH="69827" progId="Equation.DSMT4">
                    <p:embed/>
                  </p:oleObj>
                </mc:Choice>
                <mc:Fallback>
                  <p:oleObj r:id="rId9" imgW="330391" imgH="69827" progId="Equation.DSMT4">
                    <p:embed/>
                    <p:pic>
                      <p:nvPicPr>
                        <p:cNvPr id="202817" name="Object 7">
                          <a:extLst>
                            <a:ext uri="{FF2B5EF4-FFF2-40B4-BE49-F238E27FC236}">
                              <a16:creationId xmlns:a16="http://schemas.microsoft.com/office/drawing/2014/main" id="{A5BCC196-5A6B-6BC7-DA4C-14DCF64678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979"/>
                          <a:ext cx="68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43787" name="Object 11">
            <a:extLst>
              <a:ext uri="{FF2B5EF4-FFF2-40B4-BE49-F238E27FC236}">
                <a16:creationId xmlns:a16="http://schemas.microsoft.com/office/drawing/2014/main" id="{87BE6389-2622-EF20-A998-D4CF719D4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748613"/>
              </p:ext>
            </p:extLst>
          </p:nvPr>
        </p:nvGraphicFramePr>
        <p:xfrm>
          <a:off x="539750" y="5589588"/>
          <a:ext cx="6002338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247822" imgH="279308" progId="Equation.DSMT4">
                  <p:embed/>
                </p:oleObj>
              </mc:Choice>
              <mc:Fallback>
                <p:oleObj r:id="rId11" imgW="2247822" imgH="279308" progId="Equation.DSMT4">
                  <p:embed/>
                  <p:pic>
                    <p:nvPicPr>
                      <p:cNvPr id="843787" name="Object 11">
                        <a:extLst>
                          <a:ext uri="{FF2B5EF4-FFF2-40B4-BE49-F238E27FC236}">
                            <a16:creationId xmlns:a16="http://schemas.microsoft.com/office/drawing/2014/main" id="{87BE6389-2622-EF20-A998-D4CF719D4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589588"/>
                        <a:ext cx="6002338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>
            <a:extLst>
              <a:ext uri="{FF2B5EF4-FFF2-40B4-BE49-F238E27FC236}">
                <a16:creationId xmlns:a16="http://schemas.microsoft.com/office/drawing/2014/main" id="{B7E2D901-06FF-109C-2157-473F70613E67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587375"/>
            <a:ext cx="8928100" cy="1041400"/>
            <a:chOff x="68" y="270"/>
            <a:chExt cx="5624" cy="656"/>
          </a:xfrm>
        </p:grpSpPr>
        <p:sp>
          <p:nvSpPr>
            <p:cNvPr id="202811" name="Rectangle 13">
              <a:extLst>
                <a:ext uri="{FF2B5EF4-FFF2-40B4-BE49-F238E27FC236}">
                  <a16:creationId xmlns:a16="http://schemas.microsoft.com/office/drawing/2014/main" id="{8F4CB800-C322-1829-302D-8E3C12263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270"/>
              <a:ext cx="5624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       </a:t>
              </a:r>
              <a:r>
                <a:rPr lang="zh-CN" altLang="en-US">
                  <a:latin typeface="Times New Roman" panose="02020603050405020304" pitchFamily="18" charset="0"/>
                </a:rPr>
                <a:t>（</a:t>
              </a:r>
              <a:r>
                <a:rPr lang="en-US" altLang="zh-CN">
                  <a:latin typeface="Times New Roman" panose="02020603050405020304" pitchFamily="18" charset="0"/>
                </a:rPr>
                <a:t>2</a:t>
              </a:r>
              <a:r>
                <a:rPr lang="zh-CN" altLang="en-US">
                  <a:latin typeface="Times New Roman" panose="02020603050405020304" pitchFamily="18" charset="0"/>
                </a:rPr>
                <a:t>）线圈绕 </a:t>
              </a:r>
              <a:r>
                <a:rPr lang="en-US" altLang="zh-CN" i="1">
                  <a:latin typeface="Times New Roman" panose="02020603050405020304" pitchFamily="18" charset="0"/>
                </a:rPr>
                <a:t>x </a:t>
              </a:r>
              <a:r>
                <a:rPr lang="zh-CN" altLang="en-US">
                  <a:latin typeface="Times New Roman" panose="02020603050405020304" pitchFamily="18" charset="0"/>
                </a:rPr>
                <a:t>轴旋转时，  的指向将随时间变化。线圈内的感应电动势可以用两种方法计算。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2812" name="Object 14">
              <a:extLst>
                <a:ext uri="{FF2B5EF4-FFF2-40B4-BE49-F238E27FC236}">
                  <a16:creationId xmlns:a16="http://schemas.microsoft.com/office/drawing/2014/main" id="{D6E00443-B99F-9A27-0804-1CBE0BAA57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8027277"/>
                </p:ext>
              </p:extLst>
            </p:nvPr>
          </p:nvGraphicFramePr>
          <p:xfrm>
            <a:off x="2554" y="300"/>
            <a:ext cx="219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76148" imgH="133419" progId="Equation.DSMT4">
                    <p:embed/>
                  </p:oleObj>
                </mc:Choice>
                <mc:Fallback>
                  <p:oleObj r:id="rId13" imgW="76148" imgH="133419" progId="Equation.DSMT4">
                    <p:embed/>
                    <p:pic>
                      <p:nvPicPr>
                        <p:cNvPr id="202812" name="Object 14">
                          <a:extLst>
                            <a:ext uri="{FF2B5EF4-FFF2-40B4-BE49-F238E27FC236}">
                              <a16:creationId xmlns:a16="http://schemas.microsoft.com/office/drawing/2014/main" id="{D6E00443-B99F-9A27-0804-1CBE0BAA57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" y="300"/>
                          <a:ext cx="219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2758" name="AutoShape 17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60C90A7F-C2A4-E155-3677-DF95B75D6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2759" name="AutoShape 1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3DDABBA-F345-05FC-BA81-FEA8ECC68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2760" name="AutoShape 1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04E3245-F7B4-AC88-2219-6CE7BB34D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2761" name="AutoShape 2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EB5D439C-5A5E-BBF5-4C8A-B36DDA0AF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A455B3EF-EFDB-C083-1293-B8EFAFA54B98}"/>
              </a:ext>
            </a:extLst>
          </p:cNvPr>
          <p:cNvGrpSpPr>
            <a:grpSpLocks/>
          </p:cNvGrpSpPr>
          <p:nvPr/>
        </p:nvGrpSpPr>
        <p:grpSpPr bwMode="auto">
          <a:xfrm>
            <a:off x="5976938" y="1773238"/>
            <a:ext cx="2987675" cy="2592387"/>
            <a:chOff x="3832" y="572"/>
            <a:chExt cx="1882" cy="1633"/>
          </a:xfrm>
        </p:grpSpPr>
        <p:sp>
          <p:nvSpPr>
            <p:cNvPr id="202766" name="Rectangle 22">
              <a:extLst>
                <a:ext uri="{FF2B5EF4-FFF2-40B4-BE49-F238E27FC236}">
                  <a16:creationId xmlns:a16="http://schemas.microsoft.com/office/drawing/2014/main" id="{1DF5D5B2-2E50-7BB2-1C23-5B8B52365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572"/>
              <a:ext cx="1859" cy="16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2767" name="Line 23">
              <a:extLst>
                <a:ext uri="{FF2B5EF4-FFF2-40B4-BE49-F238E27FC236}">
                  <a16:creationId xmlns:a16="http://schemas.microsoft.com/office/drawing/2014/main" id="{74CDD2B0-8BFD-AC88-DDC1-59A5686F2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6" y="866"/>
              <a:ext cx="133" cy="523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68" name="Line 24">
              <a:extLst>
                <a:ext uri="{FF2B5EF4-FFF2-40B4-BE49-F238E27FC236}">
                  <a16:creationId xmlns:a16="http://schemas.microsoft.com/office/drawing/2014/main" id="{80D97B7B-2894-1AD0-E3D1-F52B99A00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4" y="1381"/>
              <a:ext cx="594" cy="330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69" name="Line 25">
              <a:extLst>
                <a:ext uri="{FF2B5EF4-FFF2-40B4-BE49-F238E27FC236}">
                  <a16:creationId xmlns:a16="http://schemas.microsoft.com/office/drawing/2014/main" id="{A0308B2C-10DD-2B1C-B985-0F92B3039C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4" y="1034"/>
              <a:ext cx="594" cy="3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0" name="Line 26">
              <a:extLst>
                <a:ext uri="{FF2B5EF4-FFF2-40B4-BE49-F238E27FC236}">
                  <a16:creationId xmlns:a16="http://schemas.microsoft.com/office/drawing/2014/main" id="{D51365D2-8F9F-24D4-7231-595AE1A838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2" y="708"/>
              <a:ext cx="0" cy="62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1" name="Line 27">
              <a:extLst>
                <a:ext uri="{FF2B5EF4-FFF2-40B4-BE49-F238E27FC236}">
                  <a16:creationId xmlns:a16="http://schemas.microsoft.com/office/drawing/2014/main" id="{B2C63B76-E1E1-63C0-C128-836901619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5" y="1343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2" name="Line 28">
              <a:extLst>
                <a:ext uri="{FF2B5EF4-FFF2-40B4-BE49-F238E27FC236}">
                  <a16:creationId xmlns:a16="http://schemas.microsoft.com/office/drawing/2014/main" id="{7164B76E-E6CB-A5BE-0065-92DD58F3E0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90328" flipH="1" flipV="1">
              <a:off x="4412" y="1071"/>
              <a:ext cx="169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3" name="Line 29">
              <a:extLst>
                <a:ext uri="{FF2B5EF4-FFF2-40B4-BE49-F238E27FC236}">
                  <a16:creationId xmlns:a16="http://schemas.microsoft.com/office/drawing/2014/main" id="{D17013BE-CB24-CBEC-886D-E5FC5510C0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90328" flipH="1" flipV="1">
              <a:off x="5030" y="717"/>
              <a:ext cx="170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4" name="Line 30">
              <a:extLst>
                <a:ext uri="{FF2B5EF4-FFF2-40B4-BE49-F238E27FC236}">
                  <a16:creationId xmlns:a16="http://schemas.microsoft.com/office/drawing/2014/main" id="{C103A3BA-FB02-6013-6619-CEECDDD02A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8" y="799"/>
              <a:ext cx="618" cy="3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5" name="Line 31">
              <a:extLst>
                <a:ext uri="{FF2B5EF4-FFF2-40B4-BE49-F238E27FC236}">
                  <a16:creationId xmlns:a16="http://schemas.microsoft.com/office/drawing/2014/main" id="{2BDB7E18-2DB4-7ECC-F9B6-231DD09A2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980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6" name="Line 32">
              <a:extLst>
                <a:ext uri="{FF2B5EF4-FFF2-40B4-BE49-F238E27FC236}">
                  <a16:creationId xmlns:a16="http://schemas.microsoft.com/office/drawing/2014/main" id="{766EC1BF-5F68-2A0D-C313-E111ACAD2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1145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7" name="Line 33">
              <a:extLst>
                <a:ext uri="{FF2B5EF4-FFF2-40B4-BE49-F238E27FC236}">
                  <a16:creationId xmlns:a16="http://schemas.microsoft.com/office/drawing/2014/main" id="{2D42F13B-837D-E14F-2A49-35169C653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1298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8" name="Line 34">
              <a:extLst>
                <a:ext uri="{FF2B5EF4-FFF2-40B4-BE49-F238E27FC236}">
                  <a16:creationId xmlns:a16="http://schemas.microsoft.com/office/drawing/2014/main" id="{11D64748-1F3C-1F6E-C91A-3923C8F4B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1462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79" name="Line 35">
              <a:extLst>
                <a:ext uri="{FF2B5EF4-FFF2-40B4-BE49-F238E27FC236}">
                  <a16:creationId xmlns:a16="http://schemas.microsoft.com/office/drawing/2014/main" id="{BD4D7E42-AE26-95FB-E7A6-54BF34205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1636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80" name="Arc 36">
              <a:extLst>
                <a:ext uri="{FF2B5EF4-FFF2-40B4-BE49-F238E27FC236}">
                  <a16:creationId xmlns:a16="http://schemas.microsoft.com/office/drawing/2014/main" id="{EC4E80C8-4A00-3A47-6FA2-C1D8E0556B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916249">
              <a:off x="4802" y="1350"/>
              <a:ext cx="95" cy="72"/>
            </a:xfrm>
            <a:custGeom>
              <a:avLst/>
              <a:gdLst>
                <a:gd name="T0" fmla="*/ 0 w 21600"/>
                <a:gd name="T1" fmla="*/ 0 h 20989"/>
                <a:gd name="T2" fmla="*/ 0 w 21600"/>
                <a:gd name="T3" fmla="*/ 0 h 20989"/>
                <a:gd name="T4" fmla="*/ 0 w 21600"/>
                <a:gd name="T5" fmla="*/ 0 h 20989"/>
                <a:gd name="T6" fmla="*/ 0 w 21600"/>
                <a:gd name="T7" fmla="*/ 0 h 20989"/>
                <a:gd name="T8" fmla="*/ 0 w 21600"/>
                <a:gd name="T9" fmla="*/ 0 h 20989"/>
                <a:gd name="T10" fmla="*/ 0 w 21600"/>
                <a:gd name="T11" fmla="*/ 0 h 209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0989" fill="none">
                  <a:moveTo>
                    <a:pt x="5101" y="-1"/>
                  </a:moveTo>
                  <a:cubicBezTo>
                    <a:pt x="14783" y="2353"/>
                    <a:pt x="21600" y="11024"/>
                    <a:pt x="21600" y="20989"/>
                  </a:cubicBezTo>
                </a:path>
                <a:path w="21600" h="20989" stroke="0">
                  <a:moveTo>
                    <a:pt x="5101" y="-1"/>
                  </a:moveTo>
                  <a:cubicBezTo>
                    <a:pt x="14783" y="2353"/>
                    <a:pt x="21600" y="11024"/>
                    <a:pt x="21600" y="20989"/>
                  </a:cubicBezTo>
                  <a:lnTo>
                    <a:pt x="0" y="20989"/>
                  </a:lnTo>
                  <a:lnTo>
                    <a:pt x="5101" y="-1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81" name="Text Box 37">
              <a:extLst>
                <a:ext uri="{FF2B5EF4-FFF2-40B4-BE49-F238E27FC236}">
                  <a16:creationId xmlns:a16="http://schemas.microsoft.com/office/drawing/2014/main" id="{87AC5A56-5F87-CC98-8822-3414C9064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1525"/>
              <a:ext cx="25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782" name="Text Box 38">
              <a:extLst>
                <a:ext uri="{FF2B5EF4-FFF2-40B4-BE49-F238E27FC236}">
                  <a16:creationId xmlns:a16="http://schemas.microsoft.com/office/drawing/2014/main" id="{934FEE27-51BF-3382-E5AD-82126063E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8" y="1216"/>
              <a:ext cx="24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783" name="Text Box 39">
              <a:extLst>
                <a:ext uri="{FF2B5EF4-FFF2-40B4-BE49-F238E27FC236}">
                  <a16:creationId xmlns:a16="http://schemas.microsoft.com/office/drawing/2014/main" id="{2D6E7E48-752E-18FC-E4C1-7D95BE4C73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572"/>
              <a:ext cx="2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tx1"/>
                  </a:solidFill>
                </a:rPr>
                <a:t>z</a:t>
              </a:r>
              <a:endParaRPr lang="en-US" altLang="zh-CN" sz="2000" i="1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02784" name="Text Box 40">
              <a:extLst>
                <a:ext uri="{FF2B5EF4-FFF2-40B4-BE49-F238E27FC236}">
                  <a16:creationId xmlns:a16="http://schemas.microsoft.com/office/drawing/2014/main" id="{BB23D7C0-B016-E924-0A6C-1BDE0006C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768" y="708"/>
              <a:ext cx="299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785" name="Text Box 41">
              <a:extLst>
                <a:ext uri="{FF2B5EF4-FFF2-40B4-BE49-F238E27FC236}">
                  <a16:creationId xmlns:a16="http://schemas.microsoft.com/office/drawing/2014/main" id="{10DF0E75-5F52-81A5-3A53-C06D84319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3" y="1207"/>
              <a:ext cx="254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786" name="Text Box 42">
              <a:extLst>
                <a:ext uri="{FF2B5EF4-FFF2-40B4-BE49-F238E27FC236}">
                  <a16:creationId xmlns:a16="http://schemas.microsoft.com/office/drawing/2014/main" id="{FD70156E-841F-B5ED-8CB3-08DBED2A9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5" y="1248"/>
              <a:ext cx="25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2787" name="Text Box 43">
              <a:extLst>
                <a:ext uri="{FF2B5EF4-FFF2-40B4-BE49-F238E27FC236}">
                  <a16:creationId xmlns:a16="http://schemas.microsoft.com/office/drawing/2014/main" id="{E9059140-0DCD-57F2-2DBA-25BCC1A70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7" y="1071"/>
              <a:ext cx="25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788" name="Text Box 44">
              <a:extLst>
                <a:ext uri="{FF2B5EF4-FFF2-40B4-BE49-F238E27FC236}">
                  <a16:creationId xmlns:a16="http://schemas.microsoft.com/office/drawing/2014/main" id="{0FA13AF4-6ED9-93A7-4EDA-AC006FCBA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6" y="1413"/>
              <a:ext cx="256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2789" name="Text Box 45">
              <a:extLst>
                <a:ext uri="{FF2B5EF4-FFF2-40B4-BE49-F238E27FC236}">
                  <a16:creationId xmlns:a16="http://schemas.microsoft.com/office/drawing/2014/main" id="{DBD1323C-977E-E300-5B5B-07407AA3D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2" y="1866"/>
              <a:ext cx="188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时变磁场中的矩形线圈</a:t>
              </a:r>
            </a:p>
          </p:txBody>
        </p:sp>
        <p:sp>
          <p:nvSpPr>
            <p:cNvPr id="202790" name="Line 46">
              <a:extLst>
                <a:ext uri="{FF2B5EF4-FFF2-40B4-BE49-F238E27FC236}">
                  <a16:creationId xmlns:a16="http://schemas.microsoft.com/office/drawing/2014/main" id="{EC49D5B6-1AEC-D067-2BAF-7C3EDA347A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9" y="1199"/>
              <a:ext cx="133" cy="523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91" name="Rectangle 47">
              <a:extLst>
                <a:ext uri="{FF2B5EF4-FFF2-40B4-BE49-F238E27FC236}">
                  <a16:creationId xmlns:a16="http://schemas.microsoft.com/office/drawing/2014/main" id="{E33AF95F-9D4E-F9FD-FEA7-D2C14EDB0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389"/>
              <a:ext cx="85" cy="10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endParaRPr lang="zh-CN" altLang="zh-CN" sz="2800">
                <a:ea typeface="幼圆" panose="02010509060101010101" pitchFamily="49" charset="-122"/>
              </a:endParaRPr>
            </a:p>
          </p:txBody>
        </p:sp>
        <p:sp>
          <p:nvSpPr>
            <p:cNvPr id="202792" name="Line 48">
              <a:extLst>
                <a:ext uri="{FF2B5EF4-FFF2-40B4-BE49-F238E27FC236}">
                  <a16:creationId xmlns:a16="http://schemas.microsoft.com/office/drawing/2014/main" id="{E975D385-0AE5-10D7-72F5-B281F40120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313" y="1525"/>
              <a:ext cx="178" cy="91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FF6600"/>
              </a:extrusionClr>
              <a:contourClr>
                <a:srgbClr val="FF66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2793" name="Line 49">
              <a:extLst>
                <a:ext uri="{FF2B5EF4-FFF2-40B4-BE49-F238E27FC236}">
                  <a16:creationId xmlns:a16="http://schemas.microsoft.com/office/drawing/2014/main" id="{2CEB72B3-355A-C521-599F-0C1E63A7F4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7" y="1343"/>
              <a:ext cx="593" cy="33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94" name="Line 50">
              <a:extLst>
                <a:ext uri="{FF2B5EF4-FFF2-40B4-BE49-F238E27FC236}">
                  <a16:creationId xmlns:a16="http://schemas.microsoft.com/office/drawing/2014/main" id="{CC5C608A-BBC1-0335-6670-6BE0DED8A1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354" y="1402"/>
              <a:ext cx="178" cy="91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FF6600"/>
              </a:extrusionClr>
              <a:contourClr>
                <a:srgbClr val="FF66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2795" name="Line 51">
              <a:extLst>
                <a:ext uri="{FF2B5EF4-FFF2-40B4-BE49-F238E27FC236}">
                  <a16:creationId xmlns:a16="http://schemas.microsoft.com/office/drawing/2014/main" id="{25F1E81A-1C8A-2B05-088A-76802867FC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874"/>
              <a:ext cx="594" cy="330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796" name="Freeform 52">
              <a:extLst>
                <a:ext uri="{FF2B5EF4-FFF2-40B4-BE49-F238E27FC236}">
                  <a16:creationId xmlns:a16="http://schemas.microsoft.com/office/drawing/2014/main" id="{EFA7DFEC-BC93-0063-AF23-93410ECED5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54943" flipV="1">
              <a:off x="4176" y="1538"/>
              <a:ext cx="89" cy="181"/>
            </a:xfrm>
            <a:custGeom>
              <a:avLst/>
              <a:gdLst>
                <a:gd name="T0" fmla="*/ 0 w 885"/>
                <a:gd name="T1" fmla="*/ 13 h 997"/>
                <a:gd name="T2" fmla="*/ 0 w 885"/>
                <a:gd name="T3" fmla="*/ 9 h 997"/>
                <a:gd name="T4" fmla="*/ 1 w 885"/>
                <a:gd name="T5" fmla="*/ 5 h 997"/>
                <a:gd name="T6" fmla="*/ 2 w 885"/>
                <a:gd name="T7" fmla="*/ 2 h 997"/>
                <a:gd name="T8" fmla="*/ 5 w 885"/>
                <a:gd name="T9" fmla="*/ 1 h 997"/>
                <a:gd name="T10" fmla="*/ 7 w 885"/>
                <a:gd name="T11" fmla="*/ 5 h 997"/>
                <a:gd name="T12" fmla="*/ 9 w 885"/>
                <a:gd name="T13" fmla="*/ 15 h 997"/>
                <a:gd name="T14" fmla="*/ 8 w 885"/>
                <a:gd name="T15" fmla="*/ 25 h 997"/>
                <a:gd name="T16" fmla="*/ 6 w 885"/>
                <a:gd name="T17" fmla="*/ 32 h 997"/>
                <a:gd name="T18" fmla="*/ 2 w 885"/>
                <a:gd name="T19" fmla="*/ 30 h 997"/>
                <a:gd name="T20" fmla="*/ 1 w 885"/>
                <a:gd name="T21" fmla="*/ 25 h 9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85" h="997">
                  <a:moveTo>
                    <a:pt x="8" y="378"/>
                  </a:moveTo>
                  <a:cubicBezTo>
                    <a:pt x="4" y="351"/>
                    <a:pt x="0" y="325"/>
                    <a:pt x="8" y="287"/>
                  </a:cubicBezTo>
                  <a:cubicBezTo>
                    <a:pt x="16" y="249"/>
                    <a:pt x="24" y="189"/>
                    <a:pt x="54" y="151"/>
                  </a:cubicBezTo>
                  <a:cubicBezTo>
                    <a:pt x="84" y="113"/>
                    <a:pt x="122" y="83"/>
                    <a:pt x="190" y="60"/>
                  </a:cubicBezTo>
                  <a:cubicBezTo>
                    <a:pt x="258" y="37"/>
                    <a:pt x="371" y="0"/>
                    <a:pt x="462" y="15"/>
                  </a:cubicBezTo>
                  <a:cubicBezTo>
                    <a:pt x="553" y="30"/>
                    <a:pt x="666" y="76"/>
                    <a:pt x="734" y="151"/>
                  </a:cubicBezTo>
                  <a:cubicBezTo>
                    <a:pt x="802" y="226"/>
                    <a:pt x="855" y="370"/>
                    <a:pt x="870" y="468"/>
                  </a:cubicBezTo>
                  <a:cubicBezTo>
                    <a:pt x="885" y="566"/>
                    <a:pt x="878" y="658"/>
                    <a:pt x="825" y="741"/>
                  </a:cubicBezTo>
                  <a:cubicBezTo>
                    <a:pt x="772" y="824"/>
                    <a:pt x="651" y="937"/>
                    <a:pt x="553" y="967"/>
                  </a:cubicBezTo>
                  <a:cubicBezTo>
                    <a:pt x="455" y="997"/>
                    <a:pt x="318" y="960"/>
                    <a:pt x="235" y="922"/>
                  </a:cubicBezTo>
                  <a:cubicBezTo>
                    <a:pt x="152" y="884"/>
                    <a:pt x="84" y="771"/>
                    <a:pt x="54" y="741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 type="triangl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2797" name="Object 53">
              <a:extLst>
                <a:ext uri="{FF2B5EF4-FFF2-40B4-BE49-F238E27FC236}">
                  <a16:creationId xmlns:a16="http://schemas.microsoft.com/office/drawing/2014/main" id="{F6D86982-F44A-BBDC-3597-BCCA44FE12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5081012"/>
                </p:ext>
              </p:extLst>
            </p:nvPr>
          </p:nvGraphicFramePr>
          <p:xfrm>
            <a:off x="4008" y="1434"/>
            <a:ext cx="202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2334" imgH="139639" progId="Equation.DSMT4">
                    <p:embed/>
                  </p:oleObj>
                </mc:Choice>
                <mc:Fallback>
                  <p:oleObj r:id="rId16" imgW="152334" imgH="139639" progId="Equation.DSMT4">
                    <p:embed/>
                    <p:pic>
                      <p:nvPicPr>
                        <p:cNvPr id="202797" name="Object 53">
                          <a:extLst>
                            <a:ext uri="{FF2B5EF4-FFF2-40B4-BE49-F238E27FC236}">
                              <a16:creationId xmlns:a16="http://schemas.microsoft.com/office/drawing/2014/main" id="{F6D86982-F44A-BBDC-3597-BCCA44FE12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" y="1434"/>
                          <a:ext cx="202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798" name="Object 54">
              <a:extLst>
                <a:ext uri="{FF2B5EF4-FFF2-40B4-BE49-F238E27FC236}">
                  <a16:creationId xmlns:a16="http://schemas.microsoft.com/office/drawing/2014/main" id="{432536EB-4DF2-D4C4-91AA-F74FFACA0C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6271464"/>
                </p:ext>
              </p:extLst>
            </p:nvPr>
          </p:nvGraphicFramePr>
          <p:xfrm>
            <a:off x="4862" y="1333"/>
            <a:ext cx="163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52334" imgH="139639" progId="Equation.DSMT4">
                    <p:embed/>
                  </p:oleObj>
                </mc:Choice>
                <mc:Fallback>
                  <p:oleObj r:id="rId18" imgW="152334" imgH="139639" progId="Equation.DSMT4">
                    <p:embed/>
                    <p:pic>
                      <p:nvPicPr>
                        <p:cNvPr id="202798" name="Object 54">
                          <a:extLst>
                            <a:ext uri="{FF2B5EF4-FFF2-40B4-BE49-F238E27FC236}">
                              <a16:creationId xmlns:a16="http://schemas.microsoft.com/office/drawing/2014/main" id="{432536EB-4DF2-D4C4-91AA-F74FFACA0C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2" y="1333"/>
                          <a:ext cx="163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799" name="Object 55">
              <a:extLst>
                <a:ext uri="{FF2B5EF4-FFF2-40B4-BE49-F238E27FC236}">
                  <a16:creationId xmlns:a16="http://schemas.microsoft.com/office/drawing/2014/main" id="{1034F88F-CE0D-18F2-9928-8653BD4348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17851"/>
                </p:ext>
              </p:extLst>
            </p:nvPr>
          </p:nvGraphicFramePr>
          <p:xfrm>
            <a:off x="5023" y="1434"/>
            <a:ext cx="21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76148" imgH="133419" progId="Equation.DSMT4">
                    <p:embed/>
                  </p:oleObj>
                </mc:Choice>
                <mc:Fallback>
                  <p:oleObj r:id="rId20" imgW="76148" imgH="133419" progId="Equation.DSMT4">
                    <p:embed/>
                    <p:pic>
                      <p:nvPicPr>
                        <p:cNvPr id="202799" name="Object 55">
                          <a:extLst>
                            <a:ext uri="{FF2B5EF4-FFF2-40B4-BE49-F238E27FC236}">
                              <a16:creationId xmlns:a16="http://schemas.microsoft.com/office/drawing/2014/main" id="{1034F88F-CE0D-18F2-9928-8653BD4348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3" y="1434"/>
                          <a:ext cx="21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800" name="Line 56">
              <a:extLst>
                <a:ext uri="{FF2B5EF4-FFF2-40B4-BE49-F238E27FC236}">
                  <a16:creationId xmlns:a16="http://schemas.microsoft.com/office/drawing/2014/main" id="{2CC6A175-0638-E108-881D-FA47D447D0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9" y="1244"/>
              <a:ext cx="121" cy="4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801" name="Line 57">
              <a:extLst>
                <a:ext uri="{FF2B5EF4-FFF2-40B4-BE49-F238E27FC236}">
                  <a16:creationId xmlns:a16="http://schemas.microsoft.com/office/drawing/2014/main" id="{5AE2FC20-BFA9-4FFB-E9D9-9A18749CDE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249" y="1735"/>
              <a:ext cx="179" cy="9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2802" name="Line 58">
              <a:extLst>
                <a:ext uri="{FF2B5EF4-FFF2-40B4-BE49-F238E27FC236}">
                  <a16:creationId xmlns:a16="http://schemas.microsoft.com/office/drawing/2014/main" id="{A58A2C6E-E49E-515A-9378-3630EF113B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369" y="1228"/>
              <a:ext cx="178" cy="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000000"/>
              </a:extrusionClr>
              <a:contourClr>
                <a:srgbClr val="0000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2803" name="Line 59">
              <a:extLst>
                <a:ext uri="{FF2B5EF4-FFF2-40B4-BE49-F238E27FC236}">
                  <a16:creationId xmlns:a16="http://schemas.microsoft.com/office/drawing/2014/main" id="{6D32310D-2348-49D1-FC69-2096F9E29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9" y="1797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804" name="Line 60">
              <a:extLst>
                <a:ext uri="{FF2B5EF4-FFF2-40B4-BE49-F238E27FC236}">
                  <a16:creationId xmlns:a16="http://schemas.microsoft.com/office/drawing/2014/main" id="{37D124BA-AE19-161A-723C-B08077E0F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799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805" name="Line 61">
              <a:extLst>
                <a:ext uri="{FF2B5EF4-FFF2-40B4-BE49-F238E27FC236}">
                  <a16:creationId xmlns:a16="http://schemas.microsoft.com/office/drawing/2014/main" id="{4B678C98-DBDB-3D77-34D2-ECA2C70C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9" y="1343"/>
              <a:ext cx="308" cy="227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806" name="Rectangle 62">
              <a:extLst>
                <a:ext uri="{FF2B5EF4-FFF2-40B4-BE49-F238E27FC236}">
                  <a16:creationId xmlns:a16="http://schemas.microsoft.com/office/drawing/2014/main" id="{4FD2719B-D91F-C7C2-14DA-DA3FE7487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104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2807" name="Rectangle 63">
              <a:extLst>
                <a:ext uri="{FF2B5EF4-FFF2-40B4-BE49-F238E27FC236}">
                  <a16:creationId xmlns:a16="http://schemas.microsoft.com/office/drawing/2014/main" id="{DB3B4868-561E-E4F2-2A69-5BAFC8AE3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4" y="70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2808" name="Rectangle 64">
              <a:extLst>
                <a:ext uri="{FF2B5EF4-FFF2-40B4-BE49-F238E27FC236}">
                  <a16:creationId xmlns:a16="http://schemas.microsoft.com/office/drawing/2014/main" id="{403F0037-2718-BCD7-2585-96BE55F56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4" y="70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2809" name="Rectangle 65">
              <a:extLst>
                <a:ext uri="{FF2B5EF4-FFF2-40B4-BE49-F238E27FC236}">
                  <a16:creationId xmlns:a16="http://schemas.microsoft.com/office/drawing/2014/main" id="{943C50BA-A604-B670-AAE5-F832C05D8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129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2810" name="Rectangle 66">
              <a:extLst>
                <a:ext uri="{FF2B5EF4-FFF2-40B4-BE49-F238E27FC236}">
                  <a16:creationId xmlns:a16="http://schemas.microsoft.com/office/drawing/2014/main" id="{1C8E7C1E-D62C-001C-EBDF-BA0773E00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1683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graphicFrame>
        <p:nvGraphicFramePr>
          <p:cNvPr id="843843" name="Object 67">
            <a:extLst>
              <a:ext uri="{FF2B5EF4-FFF2-40B4-BE49-F238E27FC236}">
                <a16:creationId xmlns:a16="http://schemas.microsoft.com/office/drawing/2014/main" id="{FE3D3A88-B3E1-6FAA-F3CA-51EC92EB1422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300604185"/>
              </p:ext>
            </p:extLst>
          </p:nvPr>
        </p:nvGraphicFramePr>
        <p:xfrm>
          <a:off x="539750" y="3770313"/>
          <a:ext cx="7272338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114667" imgH="501673" progId="Equation.3">
                  <p:embed/>
                </p:oleObj>
              </mc:Choice>
              <mc:Fallback>
                <p:oleObj r:id="rId22" imgW="2114667" imgH="501673" progId="Equation.3">
                  <p:embed/>
                  <p:pic>
                    <p:nvPicPr>
                      <p:cNvPr id="843843" name="Object 67">
                        <a:extLst>
                          <a:ext uri="{FF2B5EF4-FFF2-40B4-BE49-F238E27FC236}">
                            <a16:creationId xmlns:a16="http://schemas.microsoft.com/office/drawing/2014/main" id="{FE3D3A88-B3E1-6FAA-F3CA-51EC92EB142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770313"/>
                        <a:ext cx="7272338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3846" name="Rectangle 70">
            <a:extLst>
              <a:ext uri="{FF2B5EF4-FFF2-40B4-BE49-F238E27FC236}">
                <a16:creationId xmlns:a16="http://schemas.microsoft.com/office/drawing/2014/main" id="{8D1B1D5E-9960-65E5-B85B-E017721F3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44675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>
                <a:solidFill>
                  <a:srgbClr val="F8A6A6"/>
                </a:solidFill>
              </a:rPr>
              <a:t>方法一：</a:t>
            </a:r>
            <a:r>
              <a:rPr lang="zh-CN" altLang="en-US"/>
              <a:t>由</a:t>
            </a:r>
          </a:p>
        </p:txBody>
      </p:sp>
      <p:graphicFrame>
        <p:nvGraphicFramePr>
          <p:cNvPr id="843847" name="Object 71">
            <a:extLst>
              <a:ext uri="{FF2B5EF4-FFF2-40B4-BE49-F238E27FC236}">
                <a16:creationId xmlns:a16="http://schemas.microsoft.com/office/drawing/2014/main" id="{FB7191BC-4506-C485-7B1C-D58493BFC3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167136"/>
              </p:ext>
            </p:extLst>
          </p:nvPr>
        </p:nvGraphicFramePr>
        <p:xfrm>
          <a:off x="1908175" y="1630363"/>
          <a:ext cx="2376488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704889" imgH="247719" progId="Equation.3">
                  <p:embed/>
                </p:oleObj>
              </mc:Choice>
              <mc:Fallback>
                <p:oleObj r:id="rId24" imgW="704889" imgH="247719" progId="Equation.3">
                  <p:embed/>
                  <p:pic>
                    <p:nvPicPr>
                      <p:cNvPr id="843847" name="Object 71">
                        <a:extLst>
                          <a:ext uri="{FF2B5EF4-FFF2-40B4-BE49-F238E27FC236}">
                            <a16:creationId xmlns:a16="http://schemas.microsoft.com/office/drawing/2014/main" id="{FB7191BC-4506-C485-7B1C-D58493BFC3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630363"/>
                        <a:ext cx="2376488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灯片编号占位符 3">
            <a:extLst>
              <a:ext uri="{FF2B5EF4-FFF2-40B4-BE49-F238E27FC236}">
                <a16:creationId xmlns:a16="http://schemas.microsoft.com/office/drawing/2014/main" id="{8D72D23C-A443-ACED-1ADA-557A54921A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648302D-E73A-446E-898D-8C3576808162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44802" name="Object 2">
            <a:extLst>
              <a:ext uri="{FF2B5EF4-FFF2-40B4-BE49-F238E27FC236}">
                <a16:creationId xmlns:a16="http://schemas.microsoft.com/office/drawing/2014/main" id="{6509478B-F405-130B-D6A5-8D416208A6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385413"/>
              </p:ext>
            </p:extLst>
          </p:nvPr>
        </p:nvGraphicFramePr>
        <p:xfrm>
          <a:off x="3348038" y="4997450"/>
          <a:ext cx="27463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92287" imgH="133419" progId="Equation.DSMT4">
                  <p:embed/>
                </p:oleObj>
              </mc:Choice>
              <mc:Fallback>
                <p:oleObj r:id="rId3" imgW="1092287" imgH="133419" progId="Equation.DSMT4">
                  <p:embed/>
                  <p:pic>
                    <p:nvPicPr>
                      <p:cNvPr id="844802" name="Object 2">
                        <a:extLst>
                          <a:ext uri="{FF2B5EF4-FFF2-40B4-BE49-F238E27FC236}">
                            <a16:creationId xmlns:a16="http://schemas.microsoft.com/office/drawing/2014/main" id="{6509478B-F405-130B-D6A5-8D416208A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997450"/>
                        <a:ext cx="27463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4804" name="Rectangle 4">
            <a:extLst>
              <a:ext uri="{FF2B5EF4-FFF2-40B4-BE49-F238E27FC236}">
                <a16:creationId xmlns:a16="http://schemas.microsoft.com/office/drawing/2014/main" id="{55C950F1-1EEB-4367-BDAF-35DCE2038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81075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上式右端第二项与</a:t>
            </a:r>
            <a:r>
              <a:rPr lang="en-US" altLang="zh-CN">
                <a:latin typeface="楷体_GB2312" pitchFamily="49" charset="-122"/>
              </a:rPr>
              <a:t>(</a:t>
            </a:r>
            <a:r>
              <a:rPr lang="en-US" altLang="zh-CN">
                <a:latin typeface="Times New Roman" panose="02020603050405020304" pitchFamily="18" charset="0"/>
              </a:rPr>
              <a:t> 1 </a:t>
            </a:r>
            <a:r>
              <a:rPr lang="en-US" altLang="zh-CN">
                <a:latin typeface="楷体_GB2312" pitchFamily="49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相同，第一项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4BB7B90-17D3-3C95-112A-43FF796296A8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989138"/>
            <a:ext cx="2987675" cy="2592387"/>
            <a:chOff x="3832" y="572"/>
            <a:chExt cx="1882" cy="1633"/>
          </a:xfrm>
        </p:grpSpPr>
        <p:sp>
          <p:nvSpPr>
            <p:cNvPr id="204825" name="Rectangle 6">
              <a:extLst>
                <a:ext uri="{FF2B5EF4-FFF2-40B4-BE49-F238E27FC236}">
                  <a16:creationId xmlns:a16="http://schemas.microsoft.com/office/drawing/2014/main" id="{41B60862-2E42-67B2-029D-A570237B2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572"/>
              <a:ext cx="1859" cy="16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4826" name="Line 7">
              <a:extLst>
                <a:ext uri="{FF2B5EF4-FFF2-40B4-BE49-F238E27FC236}">
                  <a16:creationId xmlns:a16="http://schemas.microsoft.com/office/drawing/2014/main" id="{66949589-2A65-7D61-2AB9-6BFA77AED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6" y="866"/>
              <a:ext cx="133" cy="523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27" name="Line 8">
              <a:extLst>
                <a:ext uri="{FF2B5EF4-FFF2-40B4-BE49-F238E27FC236}">
                  <a16:creationId xmlns:a16="http://schemas.microsoft.com/office/drawing/2014/main" id="{777D9089-FB8A-66A9-D69B-FF713E6DB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4" y="1381"/>
              <a:ext cx="594" cy="330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28" name="Line 9">
              <a:extLst>
                <a:ext uri="{FF2B5EF4-FFF2-40B4-BE49-F238E27FC236}">
                  <a16:creationId xmlns:a16="http://schemas.microsoft.com/office/drawing/2014/main" id="{A120F1CC-F5EB-674E-E827-789BF9FEF3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4" y="1034"/>
              <a:ext cx="594" cy="3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29" name="Line 10">
              <a:extLst>
                <a:ext uri="{FF2B5EF4-FFF2-40B4-BE49-F238E27FC236}">
                  <a16:creationId xmlns:a16="http://schemas.microsoft.com/office/drawing/2014/main" id="{1B1652FF-6E28-FCBC-95C2-18E786BDD1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2" y="708"/>
              <a:ext cx="0" cy="62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0" name="Line 11">
              <a:extLst>
                <a:ext uri="{FF2B5EF4-FFF2-40B4-BE49-F238E27FC236}">
                  <a16:creationId xmlns:a16="http://schemas.microsoft.com/office/drawing/2014/main" id="{0A22DB2B-0674-EB5C-1228-F3DF9D858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5" y="1343"/>
              <a:ext cx="72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1" name="Line 12">
              <a:extLst>
                <a:ext uri="{FF2B5EF4-FFF2-40B4-BE49-F238E27FC236}">
                  <a16:creationId xmlns:a16="http://schemas.microsoft.com/office/drawing/2014/main" id="{A97DF10A-EC33-8F71-BE85-F93179A34B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90328" flipH="1" flipV="1">
              <a:off x="4412" y="1071"/>
              <a:ext cx="169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2" name="Line 13">
              <a:extLst>
                <a:ext uri="{FF2B5EF4-FFF2-40B4-BE49-F238E27FC236}">
                  <a16:creationId xmlns:a16="http://schemas.microsoft.com/office/drawing/2014/main" id="{57CB7570-142B-F88E-3993-46A32A0EB3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90328" flipH="1" flipV="1">
              <a:off x="5030" y="717"/>
              <a:ext cx="170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3" name="Line 14">
              <a:extLst>
                <a:ext uri="{FF2B5EF4-FFF2-40B4-BE49-F238E27FC236}">
                  <a16:creationId xmlns:a16="http://schemas.microsoft.com/office/drawing/2014/main" id="{249E7FC0-975C-E858-5933-BB4B856AB4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8" y="799"/>
              <a:ext cx="618" cy="3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4" name="Line 15">
              <a:extLst>
                <a:ext uri="{FF2B5EF4-FFF2-40B4-BE49-F238E27FC236}">
                  <a16:creationId xmlns:a16="http://schemas.microsoft.com/office/drawing/2014/main" id="{DFFCA219-BE2A-9F4A-5680-173C52B4C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980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5" name="Line 16">
              <a:extLst>
                <a:ext uri="{FF2B5EF4-FFF2-40B4-BE49-F238E27FC236}">
                  <a16:creationId xmlns:a16="http://schemas.microsoft.com/office/drawing/2014/main" id="{D870B552-CBD0-55CB-057E-CB4187035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1145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6" name="Line 17">
              <a:extLst>
                <a:ext uri="{FF2B5EF4-FFF2-40B4-BE49-F238E27FC236}">
                  <a16:creationId xmlns:a16="http://schemas.microsoft.com/office/drawing/2014/main" id="{FE5C6744-7038-9823-83CD-ADD1629AA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1298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7" name="Line 18">
              <a:extLst>
                <a:ext uri="{FF2B5EF4-FFF2-40B4-BE49-F238E27FC236}">
                  <a16:creationId xmlns:a16="http://schemas.microsoft.com/office/drawing/2014/main" id="{B5028574-1CEE-3576-5435-DD7A91E25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1462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8" name="Line 19">
              <a:extLst>
                <a:ext uri="{FF2B5EF4-FFF2-40B4-BE49-F238E27FC236}">
                  <a16:creationId xmlns:a16="http://schemas.microsoft.com/office/drawing/2014/main" id="{E83FE344-8F8F-2B1D-E12E-678FCBEA1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1636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9" name="Arc 20">
              <a:extLst>
                <a:ext uri="{FF2B5EF4-FFF2-40B4-BE49-F238E27FC236}">
                  <a16:creationId xmlns:a16="http://schemas.microsoft.com/office/drawing/2014/main" id="{413241E8-9382-672E-CC51-20A487D49B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916249">
              <a:off x="4802" y="1350"/>
              <a:ext cx="95" cy="72"/>
            </a:xfrm>
            <a:custGeom>
              <a:avLst/>
              <a:gdLst>
                <a:gd name="T0" fmla="*/ 0 w 21600"/>
                <a:gd name="T1" fmla="*/ 0 h 20989"/>
                <a:gd name="T2" fmla="*/ 0 w 21600"/>
                <a:gd name="T3" fmla="*/ 0 h 20989"/>
                <a:gd name="T4" fmla="*/ 0 w 21600"/>
                <a:gd name="T5" fmla="*/ 0 h 20989"/>
                <a:gd name="T6" fmla="*/ 0 w 21600"/>
                <a:gd name="T7" fmla="*/ 0 h 20989"/>
                <a:gd name="T8" fmla="*/ 0 w 21600"/>
                <a:gd name="T9" fmla="*/ 0 h 20989"/>
                <a:gd name="T10" fmla="*/ 0 w 21600"/>
                <a:gd name="T11" fmla="*/ 0 h 209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0989" fill="none">
                  <a:moveTo>
                    <a:pt x="5101" y="-1"/>
                  </a:moveTo>
                  <a:cubicBezTo>
                    <a:pt x="14783" y="2353"/>
                    <a:pt x="21600" y="11024"/>
                    <a:pt x="21600" y="20989"/>
                  </a:cubicBezTo>
                </a:path>
                <a:path w="21600" h="20989" stroke="0">
                  <a:moveTo>
                    <a:pt x="5101" y="-1"/>
                  </a:moveTo>
                  <a:cubicBezTo>
                    <a:pt x="14783" y="2353"/>
                    <a:pt x="21600" y="11024"/>
                    <a:pt x="21600" y="20989"/>
                  </a:cubicBezTo>
                  <a:lnTo>
                    <a:pt x="0" y="20989"/>
                  </a:lnTo>
                  <a:lnTo>
                    <a:pt x="5101" y="-1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0" name="Text Box 21">
              <a:extLst>
                <a:ext uri="{FF2B5EF4-FFF2-40B4-BE49-F238E27FC236}">
                  <a16:creationId xmlns:a16="http://schemas.microsoft.com/office/drawing/2014/main" id="{9FF81349-B8FB-226E-A4C3-09B701943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1525"/>
              <a:ext cx="25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841" name="Text Box 22">
              <a:extLst>
                <a:ext uri="{FF2B5EF4-FFF2-40B4-BE49-F238E27FC236}">
                  <a16:creationId xmlns:a16="http://schemas.microsoft.com/office/drawing/2014/main" id="{1554D7DC-2670-627C-E301-D5E387DAD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8" y="1216"/>
              <a:ext cx="24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842" name="Text Box 23">
              <a:extLst>
                <a:ext uri="{FF2B5EF4-FFF2-40B4-BE49-F238E27FC236}">
                  <a16:creationId xmlns:a16="http://schemas.microsoft.com/office/drawing/2014/main" id="{F328C002-FF24-DFC8-FCA5-685D4F642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572"/>
              <a:ext cx="2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tx1"/>
                  </a:solidFill>
                </a:rPr>
                <a:t>z</a:t>
              </a:r>
              <a:endParaRPr lang="en-US" altLang="zh-CN" sz="2000" i="1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04843" name="Text Box 24">
              <a:extLst>
                <a:ext uri="{FF2B5EF4-FFF2-40B4-BE49-F238E27FC236}">
                  <a16:creationId xmlns:a16="http://schemas.microsoft.com/office/drawing/2014/main" id="{3F6E86AA-978A-C3C8-D69C-7E8076DF4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768" y="708"/>
              <a:ext cx="299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844" name="Text Box 25">
              <a:extLst>
                <a:ext uri="{FF2B5EF4-FFF2-40B4-BE49-F238E27FC236}">
                  <a16:creationId xmlns:a16="http://schemas.microsoft.com/office/drawing/2014/main" id="{13301D37-081E-0059-1ACD-A9596E8F6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3" y="1207"/>
              <a:ext cx="254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845" name="Text Box 26">
              <a:extLst>
                <a:ext uri="{FF2B5EF4-FFF2-40B4-BE49-F238E27FC236}">
                  <a16:creationId xmlns:a16="http://schemas.microsoft.com/office/drawing/2014/main" id="{7CA896DB-8287-4DD3-9F82-9DE72D6D9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5" y="1248"/>
              <a:ext cx="25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4846" name="Text Box 27">
              <a:extLst>
                <a:ext uri="{FF2B5EF4-FFF2-40B4-BE49-F238E27FC236}">
                  <a16:creationId xmlns:a16="http://schemas.microsoft.com/office/drawing/2014/main" id="{828659C6-0DEB-8E62-5765-7D0FEF196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7" y="1071"/>
              <a:ext cx="25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847" name="Text Box 28">
              <a:extLst>
                <a:ext uri="{FF2B5EF4-FFF2-40B4-BE49-F238E27FC236}">
                  <a16:creationId xmlns:a16="http://schemas.microsoft.com/office/drawing/2014/main" id="{3410533F-CA1B-5071-5CC9-C50427127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6" y="1413"/>
              <a:ext cx="256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204848" name="Text Box 29">
              <a:extLst>
                <a:ext uri="{FF2B5EF4-FFF2-40B4-BE49-F238E27FC236}">
                  <a16:creationId xmlns:a16="http://schemas.microsoft.com/office/drawing/2014/main" id="{863F1801-A238-3A6B-BCE9-0DF192110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2" y="1866"/>
              <a:ext cx="188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时变磁场中的矩形线圈</a:t>
              </a:r>
            </a:p>
          </p:txBody>
        </p:sp>
        <p:sp>
          <p:nvSpPr>
            <p:cNvPr id="204849" name="Line 30">
              <a:extLst>
                <a:ext uri="{FF2B5EF4-FFF2-40B4-BE49-F238E27FC236}">
                  <a16:creationId xmlns:a16="http://schemas.microsoft.com/office/drawing/2014/main" id="{126096D1-65F6-B926-9E7F-E0A01DB44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9" y="1199"/>
              <a:ext cx="133" cy="523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0" name="Rectangle 31">
              <a:extLst>
                <a:ext uri="{FF2B5EF4-FFF2-40B4-BE49-F238E27FC236}">
                  <a16:creationId xmlns:a16="http://schemas.microsoft.com/office/drawing/2014/main" id="{024192DA-07F5-29DA-4398-5EFF248A0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389"/>
              <a:ext cx="85" cy="10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endParaRPr lang="zh-CN" altLang="zh-CN" sz="2800">
                <a:ea typeface="幼圆" panose="02010509060101010101" pitchFamily="49" charset="-122"/>
              </a:endParaRPr>
            </a:p>
          </p:txBody>
        </p:sp>
        <p:sp>
          <p:nvSpPr>
            <p:cNvPr id="204851" name="Line 32">
              <a:extLst>
                <a:ext uri="{FF2B5EF4-FFF2-40B4-BE49-F238E27FC236}">
                  <a16:creationId xmlns:a16="http://schemas.microsoft.com/office/drawing/2014/main" id="{FFE978A6-D20A-4583-76C9-46D49512CA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313" y="1525"/>
              <a:ext cx="178" cy="91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FF6600"/>
              </a:extrusionClr>
              <a:contourClr>
                <a:srgbClr val="FF66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4852" name="Line 33">
              <a:extLst>
                <a:ext uri="{FF2B5EF4-FFF2-40B4-BE49-F238E27FC236}">
                  <a16:creationId xmlns:a16="http://schemas.microsoft.com/office/drawing/2014/main" id="{E6505FAA-16F4-5F1E-F665-DDF1233BCB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7" y="1343"/>
              <a:ext cx="593" cy="33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3" name="Line 34">
              <a:extLst>
                <a:ext uri="{FF2B5EF4-FFF2-40B4-BE49-F238E27FC236}">
                  <a16:creationId xmlns:a16="http://schemas.microsoft.com/office/drawing/2014/main" id="{99EF25FE-7864-A7D9-4376-A665386055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354" y="1402"/>
              <a:ext cx="178" cy="91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FF6600"/>
              </a:extrusionClr>
              <a:contourClr>
                <a:srgbClr val="FF66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4854" name="Line 35">
              <a:extLst>
                <a:ext uri="{FF2B5EF4-FFF2-40B4-BE49-F238E27FC236}">
                  <a16:creationId xmlns:a16="http://schemas.microsoft.com/office/drawing/2014/main" id="{A2E0EB95-2D4F-BE76-4021-6189BA240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874"/>
              <a:ext cx="594" cy="330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5" name="Freeform 36">
              <a:extLst>
                <a:ext uri="{FF2B5EF4-FFF2-40B4-BE49-F238E27FC236}">
                  <a16:creationId xmlns:a16="http://schemas.microsoft.com/office/drawing/2014/main" id="{365CAE36-A6D1-4943-FD13-8E62933B0B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54943" flipV="1">
              <a:off x="4176" y="1538"/>
              <a:ext cx="89" cy="181"/>
            </a:xfrm>
            <a:custGeom>
              <a:avLst/>
              <a:gdLst>
                <a:gd name="T0" fmla="*/ 0 w 885"/>
                <a:gd name="T1" fmla="*/ 13 h 997"/>
                <a:gd name="T2" fmla="*/ 0 w 885"/>
                <a:gd name="T3" fmla="*/ 9 h 997"/>
                <a:gd name="T4" fmla="*/ 1 w 885"/>
                <a:gd name="T5" fmla="*/ 5 h 997"/>
                <a:gd name="T6" fmla="*/ 2 w 885"/>
                <a:gd name="T7" fmla="*/ 2 h 997"/>
                <a:gd name="T8" fmla="*/ 5 w 885"/>
                <a:gd name="T9" fmla="*/ 1 h 997"/>
                <a:gd name="T10" fmla="*/ 7 w 885"/>
                <a:gd name="T11" fmla="*/ 5 h 997"/>
                <a:gd name="T12" fmla="*/ 9 w 885"/>
                <a:gd name="T13" fmla="*/ 15 h 997"/>
                <a:gd name="T14" fmla="*/ 8 w 885"/>
                <a:gd name="T15" fmla="*/ 25 h 997"/>
                <a:gd name="T16" fmla="*/ 6 w 885"/>
                <a:gd name="T17" fmla="*/ 32 h 997"/>
                <a:gd name="T18" fmla="*/ 2 w 885"/>
                <a:gd name="T19" fmla="*/ 30 h 997"/>
                <a:gd name="T20" fmla="*/ 1 w 885"/>
                <a:gd name="T21" fmla="*/ 25 h 9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85" h="997">
                  <a:moveTo>
                    <a:pt x="8" y="378"/>
                  </a:moveTo>
                  <a:cubicBezTo>
                    <a:pt x="4" y="351"/>
                    <a:pt x="0" y="325"/>
                    <a:pt x="8" y="287"/>
                  </a:cubicBezTo>
                  <a:cubicBezTo>
                    <a:pt x="16" y="249"/>
                    <a:pt x="24" y="189"/>
                    <a:pt x="54" y="151"/>
                  </a:cubicBezTo>
                  <a:cubicBezTo>
                    <a:pt x="84" y="113"/>
                    <a:pt x="122" y="83"/>
                    <a:pt x="190" y="60"/>
                  </a:cubicBezTo>
                  <a:cubicBezTo>
                    <a:pt x="258" y="37"/>
                    <a:pt x="371" y="0"/>
                    <a:pt x="462" y="15"/>
                  </a:cubicBezTo>
                  <a:cubicBezTo>
                    <a:pt x="553" y="30"/>
                    <a:pt x="666" y="76"/>
                    <a:pt x="734" y="151"/>
                  </a:cubicBezTo>
                  <a:cubicBezTo>
                    <a:pt x="802" y="226"/>
                    <a:pt x="855" y="370"/>
                    <a:pt x="870" y="468"/>
                  </a:cubicBezTo>
                  <a:cubicBezTo>
                    <a:pt x="885" y="566"/>
                    <a:pt x="878" y="658"/>
                    <a:pt x="825" y="741"/>
                  </a:cubicBezTo>
                  <a:cubicBezTo>
                    <a:pt x="772" y="824"/>
                    <a:pt x="651" y="937"/>
                    <a:pt x="553" y="967"/>
                  </a:cubicBezTo>
                  <a:cubicBezTo>
                    <a:pt x="455" y="997"/>
                    <a:pt x="318" y="960"/>
                    <a:pt x="235" y="922"/>
                  </a:cubicBezTo>
                  <a:cubicBezTo>
                    <a:pt x="152" y="884"/>
                    <a:pt x="84" y="771"/>
                    <a:pt x="54" y="741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 type="triangl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56" name="Object 37">
              <a:extLst>
                <a:ext uri="{FF2B5EF4-FFF2-40B4-BE49-F238E27FC236}">
                  <a16:creationId xmlns:a16="http://schemas.microsoft.com/office/drawing/2014/main" id="{8C857372-795C-FE51-04EB-68073E9A55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0703039"/>
                </p:ext>
              </p:extLst>
            </p:nvPr>
          </p:nvGraphicFramePr>
          <p:xfrm>
            <a:off x="4008" y="1434"/>
            <a:ext cx="202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2334" imgH="139639" progId="Equation.DSMT4">
                    <p:embed/>
                  </p:oleObj>
                </mc:Choice>
                <mc:Fallback>
                  <p:oleObj r:id="rId5" imgW="152334" imgH="139639" progId="Equation.DSMT4">
                    <p:embed/>
                    <p:pic>
                      <p:nvPicPr>
                        <p:cNvPr id="204856" name="Object 37">
                          <a:extLst>
                            <a:ext uri="{FF2B5EF4-FFF2-40B4-BE49-F238E27FC236}">
                              <a16:creationId xmlns:a16="http://schemas.microsoft.com/office/drawing/2014/main" id="{8C857372-795C-FE51-04EB-68073E9A55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" y="1434"/>
                          <a:ext cx="202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7" name="Object 38">
              <a:extLst>
                <a:ext uri="{FF2B5EF4-FFF2-40B4-BE49-F238E27FC236}">
                  <a16:creationId xmlns:a16="http://schemas.microsoft.com/office/drawing/2014/main" id="{52F0EBED-336F-07E0-3EE8-3B111CCF40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9293823"/>
                </p:ext>
              </p:extLst>
            </p:nvPr>
          </p:nvGraphicFramePr>
          <p:xfrm>
            <a:off x="4862" y="1333"/>
            <a:ext cx="163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52334" imgH="139639" progId="Equation.DSMT4">
                    <p:embed/>
                  </p:oleObj>
                </mc:Choice>
                <mc:Fallback>
                  <p:oleObj r:id="rId7" imgW="152334" imgH="139639" progId="Equation.DSMT4">
                    <p:embed/>
                    <p:pic>
                      <p:nvPicPr>
                        <p:cNvPr id="204857" name="Object 38">
                          <a:extLst>
                            <a:ext uri="{FF2B5EF4-FFF2-40B4-BE49-F238E27FC236}">
                              <a16:creationId xmlns:a16="http://schemas.microsoft.com/office/drawing/2014/main" id="{52F0EBED-336F-07E0-3EE8-3B111CCF40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2" y="1333"/>
                          <a:ext cx="163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8" name="Object 39">
              <a:extLst>
                <a:ext uri="{FF2B5EF4-FFF2-40B4-BE49-F238E27FC236}">
                  <a16:creationId xmlns:a16="http://schemas.microsoft.com/office/drawing/2014/main" id="{BBFA2BF4-4099-E525-9234-7B25BF2AA6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8363297"/>
                </p:ext>
              </p:extLst>
            </p:nvPr>
          </p:nvGraphicFramePr>
          <p:xfrm>
            <a:off x="5023" y="1434"/>
            <a:ext cx="21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76148" imgH="133419" progId="Equation.DSMT4">
                    <p:embed/>
                  </p:oleObj>
                </mc:Choice>
                <mc:Fallback>
                  <p:oleObj r:id="rId9" imgW="76148" imgH="133419" progId="Equation.DSMT4">
                    <p:embed/>
                    <p:pic>
                      <p:nvPicPr>
                        <p:cNvPr id="204858" name="Object 39">
                          <a:extLst>
                            <a:ext uri="{FF2B5EF4-FFF2-40B4-BE49-F238E27FC236}">
                              <a16:creationId xmlns:a16="http://schemas.microsoft.com/office/drawing/2014/main" id="{BBFA2BF4-4099-E525-9234-7B25BF2AA6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3" y="1434"/>
                          <a:ext cx="21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59" name="Line 40">
              <a:extLst>
                <a:ext uri="{FF2B5EF4-FFF2-40B4-BE49-F238E27FC236}">
                  <a16:creationId xmlns:a16="http://schemas.microsoft.com/office/drawing/2014/main" id="{402E895B-AF2D-6A36-4CF7-FE5DA039A2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9" y="1244"/>
              <a:ext cx="121" cy="4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0" name="Line 41">
              <a:extLst>
                <a:ext uri="{FF2B5EF4-FFF2-40B4-BE49-F238E27FC236}">
                  <a16:creationId xmlns:a16="http://schemas.microsoft.com/office/drawing/2014/main" id="{A2D04E73-DC49-E53E-5CA6-FF96180134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249" y="1735"/>
              <a:ext cx="179" cy="9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4861" name="Line 42">
              <a:extLst>
                <a:ext uri="{FF2B5EF4-FFF2-40B4-BE49-F238E27FC236}">
                  <a16:creationId xmlns:a16="http://schemas.microsoft.com/office/drawing/2014/main" id="{47F12553-E818-A05C-D020-09A960D64D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H="1">
              <a:off x="4369" y="1228"/>
              <a:ext cx="178" cy="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scene3d>
              <a:camera prst="legacyObliqueTopRight">
                <a:rot lat="0" lon="19799996" rev="0"/>
              </a:camera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000000"/>
              </a:extrusionClr>
              <a:contourClr>
                <a:srgbClr val="0000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04862" name="Line 43">
              <a:extLst>
                <a:ext uri="{FF2B5EF4-FFF2-40B4-BE49-F238E27FC236}">
                  <a16:creationId xmlns:a16="http://schemas.microsoft.com/office/drawing/2014/main" id="{60C9DC6D-818E-FA52-22ED-E3B477F68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9" y="1797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3" name="Line 44">
              <a:extLst>
                <a:ext uri="{FF2B5EF4-FFF2-40B4-BE49-F238E27FC236}">
                  <a16:creationId xmlns:a16="http://schemas.microsoft.com/office/drawing/2014/main" id="{306A466D-05E2-8952-B7A6-C1798D70E3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799"/>
              <a:ext cx="1697" cy="0"/>
            </a:xfrm>
            <a:prstGeom prst="line">
              <a:avLst/>
            </a:prstGeom>
            <a:noFill/>
            <a:ln w="22225">
              <a:solidFill>
                <a:srgbClr val="99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4" name="Line 45">
              <a:extLst>
                <a:ext uri="{FF2B5EF4-FFF2-40B4-BE49-F238E27FC236}">
                  <a16:creationId xmlns:a16="http://schemas.microsoft.com/office/drawing/2014/main" id="{195F46B8-9C70-B92B-8756-F89B61019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9" y="1343"/>
              <a:ext cx="308" cy="227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5" name="Rectangle 46">
              <a:extLst>
                <a:ext uri="{FF2B5EF4-FFF2-40B4-BE49-F238E27FC236}">
                  <a16:creationId xmlns:a16="http://schemas.microsoft.com/office/drawing/2014/main" id="{F91D6089-0788-495C-401F-F79E770F7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104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4866" name="Rectangle 47">
              <a:extLst>
                <a:ext uri="{FF2B5EF4-FFF2-40B4-BE49-F238E27FC236}">
                  <a16:creationId xmlns:a16="http://schemas.microsoft.com/office/drawing/2014/main" id="{6CAEAA17-FBC5-6FDB-45D7-43B5EADAF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4" y="70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4867" name="Rectangle 48">
              <a:extLst>
                <a:ext uri="{FF2B5EF4-FFF2-40B4-BE49-F238E27FC236}">
                  <a16:creationId xmlns:a16="http://schemas.microsoft.com/office/drawing/2014/main" id="{9E0F0E4C-AD92-F111-A81F-A0EBD5092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4" y="70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4868" name="Rectangle 49">
              <a:extLst>
                <a:ext uri="{FF2B5EF4-FFF2-40B4-BE49-F238E27FC236}">
                  <a16:creationId xmlns:a16="http://schemas.microsoft.com/office/drawing/2014/main" id="{653498AE-D27A-75E2-49A4-E5451991A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1298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4869" name="Rectangle 50">
              <a:extLst>
                <a:ext uri="{FF2B5EF4-FFF2-40B4-BE49-F238E27FC236}">
                  <a16:creationId xmlns:a16="http://schemas.microsoft.com/office/drawing/2014/main" id="{526E9CF4-B272-93D8-1F0B-6A9C25F4F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1683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844851" name="Rectangle 51">
            <a:extLst>
              <a:ext uri="{FF2B5EF4-FFF2-40B4-BE49-F238E27FC236}">
                <a16:creationId xmlns:a16="http://schemas.microsoft.com/office/drawing/2014/main" id="{4A081E60-B886-9E43-B89E-B0F56EA0E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476250"/>
            <a:ext cx="421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en-US" altLang="zh-CN"/>
              <a:t>       </a:t>
            </a:r>
            <a:r>
              <a:rPr lang="zh-CN" altLang="en-US">
                <a:solidFill>
                  <a:srgbClr val="F8A6A6"/>
                </a:solidFill>
              </a:rPr>
              <a:t>方法二：</a:t>
            </a:r>
          </a:p>
        </p:txBody>
      </p:sp>
      <p:graphicFrame>
        <p:nvGraphicFramePr>
          <p:cNvPr id="844852" name="Object 52">
            <a:extLst>
              <a:ext uri="{FF2B5EF4-FFF2-40B4-BE49-F238E27FC236}">
                <a16:creationId xmlns:a16="http://schemas.microsoft.com/office/drawing/2014/main" id="{DE162CFE-266D-AD1E-A7CA-841E776017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817973"/>
              </p:ext>
            </p:extLst>
          </p:nvPr>
        </p:nvGraphicFramePr>
        <p:xfrm>
          <a:off x="3203575" y="1412875"/>
          <a:ext cx="51974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216198" imgH="241485" progId="Equation.3">
                  <p:embed/>
                </p:oleObj>
              </mc:Choice>
              <mc:Fallback>
                <p:oleObj r:id="rId11" imgW="2216198" imgH="241485" progId="Equation.3">
                  <p:embed/>
                  <p:pic>
                    <p:nvPicPr>
                      <p:cNvPr id="844852" name="Object 52">
                        <a:extLst>
                          <a:ext uri="{FF2B5EF4-FFF2-40B4-BE49-F238E27FC236}">
                            <a16:creationId xmlns:a16="http://schemas.microsoft.com/office/drawing/2014/main" id="{DE162CFE-266D-AD1E-A7CA-841E77601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412875"/>
                        <a:ext cx="5197475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53" name="Object 53">
            <a:extLst>
              <a:ext uri="{FF2B5EF4-FFF2-40B4-BE49-F238E27FC236}">
                <a16:creationId xmlns:a16="http://schemas.microsoft.com/office/drawing/2014/main" id="{924539E2-94F2-1EFD-828B-3A06C46A6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685245"/>
              </p:ext>
            </p:extLst>
          </p:nvPr>
        </p:nvGraphicFramePr>
        <p:xfrm>
          <a:off x="3644900" y="2716213"/>
          <a:ext cx="54991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228681" imgH="279308" progId="Equation.3">
                  <p:embed/>
                </p:oleObj>
              </mc:Choice>
              <mc:Fallback>
                <p:oleObj r:id="rId13" imgW="2228681" imgH="279308" progId="Equation.3">
                  <p:embed/>
                  <p:pic>
                    <p:nvPicPr>
                      <p:cNvPr id="844853" name="Object 53">
                        <a:extLst>
                          <a:ext uri="{FF2B5EF4-FFF2-40B4-BE49-F238E27FC236}">
                            <a16:creationId xmlns:a16="http://schemas.microsoft.com/office/drawing/2014/main" id="{924539E2-94F2-1EFD-828B-3A06C46A67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2716213"/>
                        <a:ext cx="54991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9" name="Rectangle 55">
            <a:extLst>
              <a:ext uri="{FF2B5EF4-FFF2-40B4-BE49-F238E27FC236}">
                <a16:creationId xmlns:a16="http://schemas.microsoft.com/office/drawing/2014/main" id="{113C03D4-FB19-C998-48D6-30A2713CC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76250"/>
            <a:ext cx="6408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50000"/>
              </a:spcBef>
            </a:pPr>
            <a:r>
              <a:rPr lang="zh-CN" altLang="en-US"/>
              <a:t>利用式                                              </a:t>
            </a:r>
            <a:r>
              <a:rPr lang="zh-CN" altLang="en-US">
                <a:latin typeface="Times New Roman" panose="02020603050405020304" pitchFamily="18" charset="0"/>
              </a:rPr>
              <a:t>计算。</a:t>
            </a:r>
          </a:p>
        </p:txBody>
      </p:sp>
      <p:graphicFrame>
        <p:nvGraphicFramePr>
          <p:cNvPr id="204810" name="Object 56">
            <a:extLst>
              <a:ext uri="{FF2B5EF4-FFF2-40B4-BE49-F238E27FC236}">
                <a16:creationId xmlns:a16="http://schemas.microsoft.com/office/drawing/2014/main" id="{52C0B3B6-211E-3191-3E2E-6C432AB55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032065"/>
              </p:ext>
            </p:extLst>
          </p:nvPr>
        </p:nvGraphicFramePr>
        <p:xfrm>
          <a:off x="3059113" y="188913"/>
          <a:ext cx="37433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225442" imgH="279308" progId="Equation.3">
                  <p:embed/>
                </p:oleObj>
              </mc:Choice>
              <mc:Fallback>
                <p:oleObj r:id="rId15" imgW="1225442" imgH="279308" progId="Equation.3">
                  <p:embed/>
                  <p:pic>
                    <p:nvPicPr>
                      <p:cNvPr id="204810" name="Object 56">
                        <a:extLst>
                          <a:ext uri="{FF2B5EF4-FFF2-40B4-BE49-F238E27FC236}">
                            <a16:creationId xmlns:a16="http://schemas.microsoft.com/office/drawing/2014/main" id="{52C0B3B6-211E-3191-3E2E-6C432AB554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88913"/>
                        <a:ext cx="374332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1" name="AutoShape 57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488D4558-985F-C13A-3DEB-39E69ADB1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4812" name="AutoShape 5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48BB2E6-30A8-6411-0303-0FDF82DBB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4813" name="AutoShape 5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39C9385-2438-AE75-3FD9-7CBDC94C2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4814" name="AutoShape 6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0B7B1D7C-11D2-A3C7-78B0-CC1B1804C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44864" name="Object 64">
            <a:extLst>
              <a:ext uri="{FF2B5EF4-FFF2-40B4-BE49-F238E27FC236}">
                <a16:creationId xmlns:a16="http://schemas.microsoft.com/office/drawing/2014/main" id="{2F75765D-C4C7-3B04-6D4D-5915DF3009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033718"/>
              </p:ext>
            </p:extLst>
          </p:nvPr>
        </p:nvGraphicFramePr>
        <p:xfrm>
          <a:off x="3419475" y="1989138"/>
          <a:ext cx="51212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184573" imgH="279308" progId="Equation.3">
                  <p:embed/>
                </p:oleObj>
              </mc:Choice>
              <mc:Fallback>
                <p:oleObj r:id="rId18" imgW="2184573" imgH="279308" progId="Equation.3">
                  <p:embed/>
                  <p:pic>
                    <p:nvPicPr>
                      <p:cNvPr id="844864" name="Object 64">
                        <a:extLst>
                          <a:ext uri="{FF2B5EF4-FFF2-40B4-BE49-F238E27FC236}">
                            <a16:creationId xmlns:a16="http://schemas.microsoft.com/office/drawing/2014/main" id="{2F75765D-C4C7-3B04-6D4D-5915DF300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989138"/>
                        <a:ext cx="51212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51" name="Object 67">
            <a:extLst>
              <a:ext uri="{FF2B5EF4-FFF2-40B4-BE49-F238E27FC236}">
                <a16:creationId xmlns:a16="http://schemas.microsoft.com/office/drawing/2014/main" id="{9478311B-657E-498E-7115-968E817F9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851767"/>
              </p:ext>
            </p:extLst>
          </p:nvPr>
        </p:nvGraphicFramePr>
        <p:xfrm>
          <a:off x="3635375" y="4157663"/>
          <a:ext cx="48418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55713" imgH="279308" progId="Equation.3">
                  <p:embed/>
                </p:oleObj>
              </mc:Choice>
              <mc:Fallback>
                <p:oleObj r:id="rId20" imgW="1955713" imgH="279308" progId="Equation.3">
                  <p:embed/>
                  <p:pic>
                    <p:nvPicPr>
                      <p:cNvPr id="93251" name="Object 67">
                        <a:extLst>
                          <a:ext uri="{FF2B5EF4-FFF2-40B4-BE49-F238E27FC236}">
                            <a16:creationId xmlns:a16="http://schemas.microsoft.com/office/drawing/2014/main" id="{9478311B-657E-498E-7115-968E817F93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157663"/>
                        <a:ext cx="48418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52" name="Object 68">
            <a:extLst>
              <a:ext uri="{FF2B5EF4-FFF2-40B4-BE49-F238E27FC236}">
                <a16:creationId xmlns:a16="http://schemas.microsoft.com/office/drawing/2014/main" id="{1745BCD9-46BC-7251-9EDF-E45E6C3D4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047259"/>
              </p:ext>
            </p:extLst>
          </p:nvPr>
        </p:nvGraphicFramePr>
        <p:xfrm>
          <a:off x="3413125" y="3429000"/>
          <a:ext cx="44719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898706" imgH="279308" progId="Equation.3">
                  <p:embed/>
                </p:oleObj>
              </mc:Choice>
              <mc:Fallback>
                <p:oleObj r:id="rId22" imgW="1898706" imgH="279308" progId="Equation.3">
                  <p:embed/>
                  <p:pic>
                    <p:nvPicPr>
                      <p:cNvPr id="93252" name="Object 68">
                        <a:extLst>
                          <a:ext uri="{FF2B5EF4-FFF2-40B4-BE49-F238E27FC236}">
                            <a16:creationId xmlns:a16="http://schemas.microsoft.com/office/drawing/2014/main" id="{1745BCD9-46BC-7251-9EDF-E45E6C3D4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3429000"/>
                        <a:ext cx="44719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8">
            <a:extLst>
              <a:ext uri="{FF2B5EF4-FFF2-40B4-BE49-F238E27FC236}">
                <a16:creationId xmlns:a16="http://schemas.microsoft.com/office/drawing/2014/main" id="{E3C94C60-C9DA-4E67-491B-D949E6C25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689921"/>
              </p:ext>
            </p:extLst>
          </p:nvPr>
        </p:nvGraphicFramePr>
        <p:xfrm>
          <a:off x="6321425" y="933450"/>
          <a:ext cx="1387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90459" imgH="171658" progId="Equation.3">
                  <p:embed/>
                </p:oleObj>
              </mc:Choice>
              <mc:Fallback>
                <p:oleObj name="Equation" r:id="rId24" imgW="590459" imgH="171658" progId="Equation.3">
                  <p:embed/>
                  <p:pic>
                    <p:nvPicPr>
                      <p:cNvPr id="67" name="Object 8">
                        <a:extLst>
                          <a:ext uri="{FF2B5EF4-FFF2-40B4-BE49-F238E27FC236}">
                            <a16:creationId xmlns:a16="http://schemas.microsoft.com/office/drawing/2014/main" id="{E3C94C60-C9DA-4E67-491B-D949E6C250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1425" y="933450"/>
                        <a:ext cx="13874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23" name="Line 40">
            <a:extLst>
              <a:ext uri="{FF2B5EF4-FFF2-40B4-BE49-F238E27FC236}">
                <a16:creationId xmlns:a16="http://schemas.microsoft.com/office/drawing/2014/main" id="{888C6644-E2F0-599C-2F55-81975DD15A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5963" y="1411288"/>
            <a:ext cx="1081087" cy="89852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24" name="Line 40">
            <a:extLst>
              <a:ext uri="{FF2B5EF4-FFF2-40B4-BE49-F238E27FC236}">
                <a16:creationId xmlns:a16="http://schemas.microsoft.com/office/drawing/2014/main" id="{8DE2B456-E96F-918F-CAAA-07476D3961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4413" y="1458913"/>
            <a:ext cx="790575" cy="157797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0F33B7-9B40-6B0E-6126-D1FCD96B48A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173" y="5437910"/>
            <a:ext cx="8178184" cy="1100278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938349BF-0BA0-D74E-B5E5-027CE08B8E45}"/>
              </a:ext>
            </a:extLst>
          </p:cNvPr>
          <p:cNvSpPr/>
          <p:nvPr/>
        </p:nvSpPr>
        <p:spPr bwMode="auto">
          <a:xfrm>
            <a:off x="6321425" y="981075"/>
            <a:ext cx="1490663" cy="418376"/>
          </a:xfrm>
          <a:prstGeom prst="roundRect">
            <a:avLst/>
          </a:prstGeom>
          <a:noFill/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灯片编号占位符 2">
            <a:extLst>
              <a:ext uri="{FF2B5EF4-FFF2-40B4-BE49-F238E27FC236}">
                <a16:creationId xmlns:a16="http://schemas.microsoft.com/office/drawing/2014/main" id="{A88215A0-7A41-E23A-217A-D2C0DADC08B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4E1E31D-EA07-4208-ADC0-A300003CFD0C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8133" name="Text Box 5">
            <a:extLst>
              <a:ext uri="{FF2B5EF4-FFF2-40B4-BE49-F238E27FC236}">
                <a16:creationId xmlns:a16="http://schemas.microsoft.com/office/drawing/2014/main" id="{49642758-7BC6-E121-CC78-0145EF392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628775"/>
            <a:ext cx="280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B7B7"/>
                </a:solidFill>
                <a:latin typeface="Times New Roman" panose="02020603050405020304" pitchFamily="18" charset="0"/>
              </a:rPr>
              <a:t>作业</a:t>
            </a:r>
            <a:r>
              <a:rPr lang="zh-CN" altLang="en-US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206852" name="Rectangle 7">
            <a:extLst>
              <a:ext uri="{FF2B5EF4-FFF2-40B4-BE49-F238E27FC236}">
                <a16:creationId xmlns:a16="http://schemas.microsoft.com/office/drawing/2014/main" id="{EDD8A45A-194D-BBF8-FB4E-9989A03E1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2636838"/>
            <a:ext cx="38893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rPr>
              <a:t>2.22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灯片编号占位符 3">
            <a:extLst>
              <a:ext uri="{FF2B5EF4-FFF2-40B4-BE49-F238E27FC236}">
                <a16:creationId xmlns:a16="http://schemas.microsoft.com/office/drawing/2014/main" id="{461F1567-ACC7-7280-FAD1-EA0BEA076E6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772D766-7299-43B4-8541-2E1E34FA045E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13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45826" name="Rectangle 2">
            <a:extLst>
              <a:ext uri="{FF2B5EF4-FFF2-40B4-BE49-F238E27FC236}">
                <a16:creationId xmlns:a16="http://schemas.microsoft.com/office/drawing/2014/main" id="{5491AF79-6BD7-D8C3-46DA-F09E3C058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476250"/>
            <a:ext cx="8229600" cy="490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2.5.2   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位移电流</a:t>
            </a:r>
          </a:p>
        </p:txBody>
      </p:sp>
      <p:graphicFrame>
        <p:nvGraphicFramePr>
          <p:cNvPr id="845827" name="Object 3">
            <a:extLst>
              <a:ext uri="{FF2B5EF4-FFF2-40B4-BE49-F238E27FC236}">
                <a16:creationId xmlns:a16="http://schemas.microsoft.com/office/drawing/2014/main" id="{BFD8BDB9-0642-67C9-3B0A-495C1424CA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857488"/>
              </p:ext>
            </p:extLst>
          </p:nvPr>
        </p:nvGraphicFramePr>
        <p:xfrm>
          <a:off x="2051050" y="1576388"/>
          <a:ext cx="151288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95170" imgH="139654" progId="Equation.3">
                  <p:embed/>
                </p:oleObj>
              </mc:Choice>
              <mc:Fallback>
                <p:oleObj r:id="rId3" imgW="495170" imgH="139654" progId="Equation.3">
                  <p:embed/>
                  <p:pic>
                    <p:nvPicPr>
                      <p:cNvPr id="845827" name="Object 3">
                        <a:extLst>
                          <a:ext uri="{FF2B5EF4-FFF2-40B4-BE49-F238E27FC236}">
                            <a16:creationId xmlns:a16="http://schemas.microsoft.com/office/drawing/2014/main" id="{BFD8BDB9-0642-67C9-3B0A-495C1424CA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576388"/>
                        <a:ext cx="151288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557C6442-036E-3C44-46F1-989C80D6EF48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12875"/>
            <a:ext cx="2879725" cy="906463"/>
            <a:chOff x="2381" y="845"/>
            <a:chExt cx="1745" cy="526"/>
          </a:xfrm>
        </p:grpSpPr>
        <p:sp>
          <p:nvSpPr>
            <p:cNvPr id="208926" name="Text Box 5">
              <a:extLst>
                <a:ext uri="{FF2B5EF4-FFF2-40B4-BE49-F238E27FC236}">
                  <a16:creationId xmlns:a16="http://schemas.microsoft.com/office/drawing/2014/main" id="{06166A0D-2524-E6ED-E02E-CC2F3EFC5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908"/>
              <a:ext cx="48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400" i="1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</a:t>
              </a:r>
              <a:endParaRPr lang="en-US" altLang="zh-CN" sz="3200" i="1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8927" name="Object 6">
              <a:extLst>
                <a:ext uri="{FF2B5EF4-FFF2-40B4-BE49-F238E27FC236}">
                  <a16:creationId xmlns:a16="http://schemas.microsoft.com/office/drawing/2014/main" id="{E18801FC-00DF-A012-DCDA-781CCB585C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8860824"/>
                </p:ext>
              </p:extLst>
            </p:nvPr>
          </p:nvGraphicFramePr>
          <p:xfrm>
            <a:off x="3061" y="845"/>
            <a:ext cx="1065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660365" imgH="298427" progId="Equation.3">
                    <p:embed/>
                  </p:oleObj>
                </mc:Choice>
                <mc:Fallback>
                  <p:oleObj r:id="rId5" imgW="660365" imgH="298427" progId="Equation.3">
                    <p:embed/>
                    <p:pic>
                      <p:nvPicPr>
                        <p:cNvPr id="208927" name="Object 6">
                          <a:extLst>
                            <a:ext uri="{FF2B5EF4-FFF2-40B4-BE49-F238E27FC236}">
                              <a16:creationId xmlns:a16="http://schemas.microsoft.com/office/drawing/2014/main" id="{E18801FC-00DF-A012-DCDA-781CCB585C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845"/>
                          <a:ext cx="1065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5831" name="Rectangle 7">
            <a:extLst>
              <a:ext uri="{FF2B5EF4-FFF2-40B4-BE49-F238E27FC236}">
                <a16:creationId xmlns:a16="http://schemas.microsoft.com/office/drawing/2014/main" id="{DB00DF8C-72DF-6F53-FA9B-1DB046474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171700"/>
            <a:ext cx="85328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楷体_GB2312" pitchFamily="49" charset="-122"/>
              </a:rPr>
              <a:t>这不仅是方程形式的变化，而是一个本质的变化，其中包含了重要的物理事实，即 </a:t>
            </a: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时变磁场可以激发电场</a:t>
            </a:r>
            <a:r>
              <a:rPr lang="zh-CN" altLang="en-US">
                <a:latin typeface="楷体_GB2312" pitchFamily="49" charset="-122"/>
              </a:rPr>
              <a:t> 。</a:t>
            </a: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D60BA37B-693F-D478-FE6E-598264F6B342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5453063"/>
            <a:ext cx="2303462" cy="928687"/>
            <a:chOff x="1043" y="3388"/>
            <a:chExt cx="1296" cy="497"/>
          </a:xfrm>
        </p:grpSpPr>
        <p:graphicFrame>
          <p:nvGraphicFramePr>
            <p:cNvPr id="208924" name="Object 9">
              <a:extLst>
                <a:ext uri="{FF2B5EF4-FFF2-40B4-BE49-F238E27FC236}">
                  <a16:creationId xmlns:a16="http://schemas.microsoft.com/office/drawing/2014/main" id="{75121133-30BF-0A44-6A70-67FB90E518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4121944"/>
                </p:ext>
              </p:extLst>
            </p:nvPr>
          </p:nvGraphicFramePr>
          <p:xfrm>
            <a:off x="1270" y="3388"/>
            <a:ext cx="839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08069" imgH="120535" progId="Equation.3">
                    <p:embed/>
                  </p:oleObj>
                </mc:Choice>
                <mc:Fallback>
                  <p:oleObj r:id="rId7" imgW="508069" imgH="120535" progId="Equation.3">
                    <p:embed/>
                    <p:pic>
                      <p:nvPicPr>
                        <p:cNvPr id="208924" name="Object 9">
                          <a:extLst>
                            <a:ext uri="{FF2B5EF4-FFF2-40B4-BE49-F238E27FC236}">
                              <a16:creationId xmlns:a16="http://schemas.microsoft.com/office/drawing/2014/main" id="{75121133-30BF-0A44-6A70-67FB90E518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0" y="3388"/>
                          <a:ext cx="839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925" name="Text Box 10">
              <a:extLst>
                <a:ext uri="{FF2B5EF4-FFF2-40B4-BE49-F238E27FC236}">
                  <a16:creationId xmlns:a16="http://schemas.microsoft.com/office/drawing/2014/main" id="{887C5DF0-8EF9-45CC-FA4E-AAB16147C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" y="3641"/>
              <a:ext cx="129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（恒定磁场）</a:t>
              </a:r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6F264BD5-D8F0-46EF-EE4C-6D65459731F2}"/>
              </a:ext>
            </a:extLst>
          </p:cNvPr>
          <p:cNvGrpSpPr>
            <a:grpSpLocks/>
          </p:cNvGrpSpPr>
          <p:nvPr/>
        </p:nvGrpSpPr>
        <p:grpSpPr bwMode="auto">
          <a:xfrm>
            <a:off x="4625975" y="5445125"/>
            <a:ext cx="3529013" cy="1031875"/>
            <a:chOff x="2585" y="3368"/>
            <a:chExt cx="2087" cy="571"/>
          </a:xfrm>
        </p:grpSpPr>
        <p:graphicFrame>
          <p:nvGraphicFramePr>
            <p:cNvPr id="208921" name="Object 12">
              <a:extLst>
                <a:ext uri="{FF2B5EF4-FFF2-40B4-BE49-F238E27FC236}">
                  <a16:creationId xmlns:a16="http://schemas.microsoft.com/office/drawing/2014/main" id="{C942999D-7F06-71FF-7F5D-A486B32DB8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1205964"/>
                </p:ext>
              </p:extLst>
            </p:nvPr>
          </p:nvGraphicFramePr>
          <p:xfrm>
            <a:off x="3515" y="3385"/>
            <a:ext cx="79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69787" imgH="120535" progId="Equation.3">
                    <p:embed/>
                  </p:oleObj>
                </mc:Choice>
                <mc:Fallback>
                  <p:oleObj r:id="rId9" imgW="469787" imgH="120535" progId="Equation.3">
                    <p:embed/>
                    <p:pic>
                      <p:nvPicPr>
                        <p:cNvPr id="208921" name="Object 12">
                          <a:extLst>
                            <a:ext uri="{FF2B5EF4-FFF2-40B4-BE49-F238E27FC236}">
                              <a16:creationId xmlns:a16="http://schemas.microsoft.com/office/drawing/2014/main" id="{C942999D-7F06-71FF-7F5D-A486B32DB8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385"/>
                          <a:ext cx="791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922" name="Text Box 13">
              <a:extLst>
                <a:ext uri="{FF2B5EF4-FFF2-40B4-BE49-F238E27FC236}">
                  <a16:creationId xmlns:a16="http://schemas.microsoft.com/office/drawing/2014/main" id="{9A5C7B94-0453-13D4-D8D3-AD81D3EA1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5" y="3368"/>
              <a:ext cx="480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400" i="1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</a:t>
              </a:r>
              <a:endParaRPr lang="en-US" altLang="zh-CN" sz="3200" i="1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8923" name="Text Box 14">
              <a:extLst>
                <a:ext uri="{FF2B5EF4-FFF2-40B4-BE49-F238E27FC236}">
                  <a16:creationId xmlns:a16="http://schemas.microsoft.com/office/drawing/2014/main" id="{2C13CA90-5204-7D24-D4CC-A3D6E154C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3686"/>
              <a:ext cx="129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（时变场）</a:t>
              </a:r>
            </a:p>
          </p:txBody>
        </p:sp>
      </p:grpSp>
      <p:sp>
        <p:nvSpPr>
          <p:cNvPr id="208905" name="AutoShape 15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36AB6A7E-0FF0-D56F-E616-72A5E9BC0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8906" name="AutoShape 1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604BE54-E4E2-2D0F-C43C-6C549CBCF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8907" name="AutoShape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14E91D1-3BCB-26B2-33FB-101304A2C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08908" name="AutoShape 1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83C6135-06C3-EFFE-B305-F1F293B6A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D69B7793-D21C-286C-6027-8C6D0C626FB9}"/>
              </a:ext>
            </a:extLst>
          </p:cNvPr>
          <p:cNvGrpSpPr>
            <a:grpSpLocks/>
          </p:cNvGrpSpPr>
          <p:nvPr/>
        </p:nvGrpSpPr>
        <p:grpSpPr bwMode="auto">
          <a:xfrm>
            <a:off x="142875" y="990600"/>
            <a:ext cx="8893175" cy="493713"/>
            <a:chOff x="90" y="624"/>
            <a:chExt cx="5602" cy="311"/>
          </a:xfrm>
        </p:grpSpPr>
        <p:sp>
          <p:nvSpPr>
            <p:cNvPr id="208919" name="Text Box 20">
              <a:extLst>
                <a:ext uri="{FF2B5EF4-FFF2-40B4-BE49-F238E27FC236}">
                  <a16:creationId xmlns:a16="http://schemas.microsoft.com/office/drawing/2014/main" id="{2667B3FA-8C19-1786-6444-F3E49A434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" y="624"/>
              <a:ext cx="560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         </a:t>
              </a:r>
              <a:r>
                <a:rPr lang="zh-CN" altLang="en-US">
                  <a:latin typeface="Times New Roman" panose="02020603050405020304" pitchFamily="18" charset="0"/>
                </a:rPr>
                <a:t>静态情况下的电场基本方程在非静态时发生了变化，即</a:t>
              </a:r>
            </a:p>
          </p:txBody>
        </p:sp>
        <p:sp>
          <p:nvSpPr>
            <p:cNvPr id="208920" name="Oval 21">
              <a:extLst>
                <a:ext uri="{FF2B5EF4-FFF2-40B4-BE49-F238E27FC236}">
                  <a16:creationId xmlns:a16="http://schemas.microsoft.com/office/drawing/2014/main" id="{ED3A4447-84D7-AEF1-8859-E269C761FC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4" y="754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id="{B9376F87-D169-A4DE-DB6F-AE328EE0D11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716338"/>
            <a:ext cx="8675687" cy="1041400"/>
            <a:chOff x="295" y="2341"/>
            <a:chExt cx="5170" cy="656"/>
          </a:xfrm>
        </p:grpSpPr>
        <p:sp>
          <p:nvSpPr>
            <p:cNvPr id="208917" name="Text Box 23">
              <a:extLst>
                <a:ext uri="{FF2B5EF4-FFF2-40B4-BE49-F238E27FC236}">
                  <a16:creationId xmlns:a16="http://schemas.microsoft.com/office/drawing/2014/main" id="{47D4B095-4856-3C25-9602-48F571F35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341"/>
              <a:ext cx="4898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楷体_GB2312" pitchFamily="49" charset="-122"/>
                </a:rPr>
                <a:t>随时间变化的磁场要产生电场，那么随时间变化的电场是否会产生磁场？</a:t>
              </a:r>
              <a:endParaRPr lang="zh-CN" altLang="en-US">
                <a:solidFill>
                  <a:schemeClr val="tx1"/>
                </a:solidFill>
                <a:latin typeface="楷体_GB2312" pitchFamily="49" charset="-122"/>
              </a:endParaRPr>
            </a:p>
          </p:txBody>
        </p:sp>
        <p:sp>
          <p:nvSpPr>
            <p:cNvPr id="208918" name="Oval 24">
              <a:extLst>
                <a:ext uri="{FF2B5EF4-FFF2-40B4-BE49-F238E27FC236}">
                  <a16:creationId xmlns:a16="http://schemas.microsoft.com/office/drawing/2014/main" id="{BE71D4D3-406F-6605-E436-F8C825153B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5" y="2488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02469BA2-21D4-1BEA-320E-913E62D7F1A1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764088"/>
            <a:ext cx="8640762" cy="1041400"/>
            <a:chOff x="295" y="3001"/>
            <a:chExt cx="5443" cy="656"/>
          </a:xfrm>
        </p:grpSpPr>
        <p:sp>
          <p:nvSpPr>
            <p:cNvPr id="208915" name="Text Box 26">
              <a:extLst>
                <a:ext uri="{FF2B5EF4-FFF2-40B4-BE49-F238E27FC236}">
                  <a16:creationId xmlns:a16="http://schemas.microsoft.com/office/drawing/2014/main" id="{BB093A75-C250-8189-12EB-8DAFDE8A7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" y="3001"/>
              <a:ext cx="5170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在时变情况下，磁场的安培环路定理是否要发生变化？有什么变 化？ </a:t>
              </a:r>
            </a:p>
          </p:txBody>
        </p:sp>
        <p:sp>
          <p:nvSpPr>
            <p:cNvPr id="208916" name="Oval 27">
              <a:extLst>
                <a:ext uri="{FF2B5EF4-FFF2-40B4-BE49-F238E27FC236}">
                  <a16:creationId xmlns:a16="http://schemas.microsoft.com/office/drawing/2014/main" id="{FEAAE400-CA40-8E3C-302A-97FAD17D3B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5" y="3158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9998F946-4781-7F72-140A-50179B4C4A2C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3213100"/>
            <a:ext cx="5286375" cy="576263"/>
            <a:chOff x="158" y="2024"/>
            <a:chExt cx="3330" cy="363"/>
          </a:xfrm>
        </p:grpSpPr>
        <p:sp>
          <p:nvSpPr>
            <p:cNvPr id="208913" name="Text Box 29">
              <a:extLst>
                <a:ext uri="{FF2B5EF4-FFF2-40B4-BE49-F238E27FC236}">
                  <a16:creationId xmlns:a16="http://schemas.microsoft.com/office/drawing/2014/main" id="{C99E242D-E057-00C9-7FAB-C9623590E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024"/>
              <a:ext cx="290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solidFill>
                    <a:srgbClr val="FFCC66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问题</a:t>
              </a:r>
              <a:r>
                <a:rPr lang="zh-CN" altLang="en-US">
                  <a:solidFill>
                    <a:srgbClr val="FFCC66"/>
                  </a:solidFill>
                  <a:latin typeface="楷体_GB2312" pitchFamily="49" charset="-122"/>
                </a:rPr>
                <a:t>：</a:t>
              </a:r>
            </a:p>
          </p:txBody>
        </p:sp>
        <p:sp>
          <p:nvSpPr>
            <p:cNvPr id="208914" name="Text Box 30">
              <a:extLst>
                <a:ext uri="{FF2B5EF4-FFF2-40B4-BE49-F238E27FC236}">
                  <a16:creationId xmlns:a16="http://schemas.microsoft.com/office/drawing/2014/main" id="{EA74BA09-89AE-CF1A-D715-6E505CF35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2076"/>
              <a:ext cx="333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fontAlgn="ctr" hangingPunct="1">
                <a:lnSpc>
                  <a:spcPct val="110000"/>
                </a:lnSpc>
                <a:spcBef>
                  <a:spcPct val="50000"/>
                </a:spcBef>
                <a:buFontTx/>
                <a:buBlip>
                  <a:blip r:embed="rId12"/>
                </a:buBlip>
              </a:pPr>
              <a:r>
                <a:rPr lang="en-US" altLang="zh-CN"/>
                <a:t>   </a:t>
              </a:r>
              <a:endParaRPr lang="en-US" altLang="zh-CN">
                <a:latin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4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4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4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5826" grpId="0"/>
      <p:bldP spid="8458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灯片编号占位符 3">
            <a:extLst>
              <a:ext uri="{FF2B5EF4-FFF2-40B4-BE49-F238E27FC236}">
                <a16:creationId xmlns:a16="http://schemas.microsoft.com/office/drawing/2014/main" id="{44565E1E-E9E0-91C5-BD6D-C9287939A2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4EA395A-747D-497B-8D38-5C949E60CEF2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46850" name="Text Box 2">
            <a:extLst>
              <a:ext uri="{FF2B5EF4-FFF2-40B4-BE49-F238E27FC236}">
                <a16:creationId xmlns:a16="http://schemas.microsoft.com/office/drawing/2014/main" id="{362DB118-8140-CAED-30AC-760E5EA37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45085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全电流定律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FCE6476F-A2BD-C944-62F2-8FC922E8BB07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060575"/>
            <a:ext cx="2232025" cy="474663"/>
            <a:chOff x="42" y="1525"/>
            <a:chExt cx="1387" cy="272"/>
          </a:xfrm>
        </p:grpSpPr>
        <p:sp>
          <p:nvSpPr>
            <p:cNvPr id="210989" name="Text Box 4">
              <a:extLst>
                <a:ext uri="{FF2B5EF4-FFF2-40B4-BE49-F238E27FC236}">
                  <a16:creationId xmlns:a16="http://schemas.microsoft.com/office/drawing/2014/main" id="{66341035-1979-B1E5-A83B-8C87A9FC0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1525"/>
              <a:ext cx="129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而由</a:t>
              </a:r>
            </a:p>
          </p:txBody>
        </p:sp>
        <p:graphicFrame>
          <p:nvGraphicFramePr>
            <p:cNvPr id="210990" name="Object 5">
              <a:extLst>
                <a:ext uri="{FF2B5EF4-FFF2-40B4-BE49-F238E27FC236}">
                  <a16:creationId xmlns:a16="http://schemas.microsoft.com/office/drawing/2014/main" id="{6D02423D-A699-0FC1-4BDB-EE2646B5C2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40521"/>
                </p:ext>
              </p:extLst>
            </p:nvPr>
          </p:nvGraphicFramePr>
          <p:xfrm>
            <a:off x="589" y="1526"/>
            <a:ext cx="84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08069" imgH="120535" progId="Equation.3">
                    <p:embed/>
                  </p:oleObj>
                </mc:Choice>
                <mc:Fallback>
                  <p:oleObj r:id="rId3" imgW="508069" imgH="120535" progId="Equation.3">
                    <p:embed/>
                    <p:pic>
                      <p:nvPicPr>
                        <p:cNvPr id="210990" name="Object 5">
                          <a:extLst>
                            <a:ext uri="{FF2B5EF4-FFF2-40B4-BE49-F238E27FC236}">
                              <a16:creationId xmlns:a16="http://schemas.microsoft.com/office/drawing/2014/main" id="{6D02423D-A699-0FC1-4BDB-EE2646B5C2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" y="1526"/>
                          <a:ext cx="84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6854" name="Text Box 6">
            <a:extLst>
              <a:ext uri="{FF2B5EF4-FFF2-40B4-BE49-F238E27FC236}">
                <a16:creationId xmlns:a16="http://schemas.microsoft.com/office/drawing/2014/main" id="{E04A15F1-7E8B-E7BA-E8CC-5FE3133BC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765175"/>
            <a:ext cx="885666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fontAlgn="ctr" hangingPunct="1">
              <a:lnSpc>
                <a:spcPct val="130000"/>
              </a:lnSpc>
            </a:pPr>
            <a:r>
              <a:rPr lang="zh-CN" altLang="en-US">
                <a:latin typeface="楷体_GB2312" pitchFamily="49" charset="-122"/>
              </a:rPr>
              <a:t>　时变情况下，电荷分布随时间变化，由电流连续性方程有</a:t>
            </a:r>
            <a:r>
              <a:rPr lang="zh-CN" altLang="en-US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79EC0BFA-572B-D891-8E64-9702A4378158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3716338"/>
            <a:ext cx="3311525" cy="796925"/>
            <a:chOff x="1610" y="2691"/>
            <a:chExt cx="2086" cy="502"/>
          </a:xfrm>
        </p:grpSpPr>
        <p:graphicFrame>
          <p:nvGraphicFramePr>
            <p:cNvPr id="210987" name="Object 8">
              <a:extLst>
                <a:ext uri="{FF2B5EF4-FFF2-40B4-BE49-F238E27FC236}">
                  <a16:creationId xmlns:a16="http://schemas.microsoft.com/office/drawing/2014/main" id="{F05653CF-7FF1-475E-F183-0A8429476F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3198806"/>
                </p:ext>
              </p:extLst>
            </p:nvPr>
          </p:nvGraphicFramePr>
          <p:xfrm>
            <a:off x="2154" y="2691"/>
            <a:ext cx="1542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939991" imgH="279308" progId="Equation.3">
                    <p:embed/>
                  </p:oleObj>
                </mc:Choice>
                <mc:Fallback>
                  <p:oleObj r:id="rId5" imgW="939991" imgH="279308" progId="Equation.3">
                    <p:embed/>
                    <p:pic>
                      <p:nvPicPr>
                        <p:cNvPr id="210987" name="Object 8">
                          <a:extLst>
                            <a:ext uri="{FF2B5EF4-FFF2-40B4-BE49-F238E27FC236}">
                              <a16:creationId xmlns:a16="http://schemas.microsoft.com/office/drawing/2014/main" id="{F05653CF-7FF1-475E-F183-0A8429476F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2691"/>
                          <a:ext cx="1542" cy="5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988" name="AutoShape 9">
              <a:extLst>
                <a:ext uri="{FF2B5EF4-FFF2-40B4-BE49-F238E27FC236}">
                  <a16:creationId xmlns:a16="http://schemas.microsoft.com/office/drawing/2014/main" id="{026C9DF4-6B8D-B29C-A03C-06BB9933A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2875"/>
              <a:ext cx="408" cy="13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E3372EC4-AEF5-704B-9250-B6354F297CAE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1627188"/>
            <a:ext cx="3024188" cy="754062"/>
            <a:chOff x="3334" y="1207"/>
            <a:chExt cx="1905" cy="475"/>
          </a:xfrm>
        </p:grpSpPr>
        <p:sp>
          <p:nvSpPr>
            <p:cNvPr id="210984" name="Text Box 11">
              <a:extLst>
                <a:ext uri="{FF2B5EF4-FFF2-40B4-BE49-F238E27FC236}">
                  <a16:creationId xmlns:a16="http://schemas.microsoft.com/office/drawing/2014/main" id="{E621E8D9-3DE4-8120-BF20-BCAA5092C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207"/>
              <a:ext cx="953" cy="302"/>
            </a:xfrm>
            <a:prstGeom prst="rect">
              <a:avLst/>
            </a:prstGeom>
            <a:noFill/>
            <a:ln w="22225">
              <a:solidFill>
                <a:srgbClr val="FFCC66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FFCC66"/>
                  </a:solidFill>
                  <a:latin typeface="Times New Roman" panose="02020603050405020304" pitchFamily="18" charset="0"/>
                </a:rPr>
                <a:t>发生矛盾</a:t>
              </a:r>
            </a:p>
          </p:txBody>
        </p:sp>
        <p:sp>
          <p:nvSpPr>
            <p:cNvPr id="210985" name="Line 12">
              <a:extLst>
                <a:ext uri="{FF2B5EF4-FFF2-40B4-BE49-F238E27FC236}">
                  <a16:creationId xmlns:a16="http://schemas.microsoft.com/office/drawing/2014/main" id="{2073C2E3-D1C7-72A0-6DE4-404C3C53C3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4" y="1207"/>
              <a:ext cx="907" cy="91"/>
            </a:xfrm>
            <a:prstGeom prst="line">
              <a:avLst/>
            </a:prstGeom>
            <a:noFill/>
            <a:ln w="22225">
              <a:solidFill>
                <a:srgbClr val="FFCC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86" name="Line 13">
              <a:extLst>
                <a:ext uri="{FF2B5EF4-FFF2-40B4-BE49-F238E27FC236}">
                  <a16:creationId xmlns:a16="http://schemas.microsoft.com/office/drawing/2014/main" id="{1318C04A-C781-5AA5-9E58-2D12CF6EA5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78" y="1501"/>
              <a:ext cx="408" cy="181"/>
            </a:xfrm>
            <a:prstGeom prst="line">
              <a:avLst/>
            </a:prstGeom>
            <a:noFill/>
            <a:ln w="22225">
              <a:solidFill>
                <a:srgbClr val="FFCC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5F8E06A8-8340-D046-5CA4-3241A4362038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2419350"/>
            <a:ext cx="3935413" cy="800100"/>
            <a:chOff x="1474" y="1706"/>
            <a:chExt cx="2479" cy="504"/>
          </a:xfrm>
        </p:grpSpPr>
        <p:sp>
          <p:nvSpPr>
            <p:cNvPr id="210982" name="Text Box 15">
              <a:extLst>
                <a:ext uri="{FF2B5EF4-FFF2-40B4-BE49-F238E27FC236}">
                  <a16:creationId xmlns:a16="http://schemas.microsoft.com/office/drawing/2014/main" id="{8616AF58-CEAF-917F-0BFA-AB1D06E29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908"/>
              <a:ext cx="2177" cy="302"/>
            </a:xfrm>
            <a:prstGeom prst="rect">
              <a:avLst/>
            </a:prstGeom>
            <a:noFill/>
            <a:ln w="22225">
              <a:solidFill>
                <a:srgbClr val="FF99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>
                  <a:latin typeface="楷体_GB2312" pitchFamily="49" charset="-122"/>
                </a:rPr>
                <a:t>在时变的情况下不适用</a:t>
              </a:r>
            </a:p>
          </p:txBody>
        </p:sp>
        <p:sp>
          <p:nvSpPr>
            <p:cNvPr id="210983" name="Line 16">
              <a:extLst>
                <a:ext uri="{FF2B5EF4-FFF2-40B4-BE49-F238E27FC236}">
                  <a16:creationId xmlns:a16="http://schemas.microsoft.com/office/drawing/2014/main" id="{F60641EF-EF4B-C048-140C-0EADB0B39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74" y="1706"/>
              <a:ext cx="272" cy="363"/>
            </a:xfrm>
            <a:prstGeom prst="line">
              <a:avLst/>
            </a:prstGeom>
            <a:noFill/>
            <a:ln w="22225">
              <a:solidFill>
                <a:srgbClr val="FF99CC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46865" name="Text Box 17">
            <a:extLst>
              <a:ext uri="{FF2B5EF4-FFF2-40B4-BE49-F238E27FC236}">
                <a16:creationId xmlns:a16="http://schemas.microsoft.com/office/drawing/2014/main" id="{DCC9BBEE-B5CF-DE43-3D26-101AA3BC6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3284538"/>
            <a:ext cx="83820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7"/>
              </a:buBlip>
            </a:pP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D9D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解决办法</a:t>
            </a:r>
            <a:r>
              <a:rPr lang="zh-CN" altLang="en-US">
                <a:solidFill>
                  <a:srgbClr val="F8A6A6"/>
                </a:solidFill>
                <a:latin typeface="楷体_GB2312" pitchFamily="49" charset="-122"/>
              </a:rPr>
              <a:t>：</a:t>
            </a:r>
            <a:r>
              <a:rPr lang="zh-CN" altLang="en-US">
                <a:latin typeface="楷体_GB2312" pitchFamily="49" charset="-122"/>
              </a:rPr>
              <a:t>对安培环路定理进行修正。</a:t>
            </a:r>
            <a:endParaRPr lang="en-US" altLang="zh-CN">
              <a:latin typeface="楷体_GB2312" pitchFamily="49" charset="-122"/>
            </a:endParaRPr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8C82C9F0-A791-8851-119E-A4F2BBD2CF72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771900"/>
            <a:ext cx="2057400" cy="504825"/>
            <a:chOff x="295" y="2739"/>
            <a:chExt cx="1296" cy="318"/>
          </a:xfrm>
        </p:grpSpPr>
        <p:sp>
          <p:nvSpPr>
            <p:cNvPr id="210980" name="Text Box 19">
              <a:extLst>
                <a:ext uri="{FF2B5EF4-FFF2-40B4-BE49-F238E27FC236}">
                  <a16:creationId xmlns:a16="http://schemas.microsoft.com/office/drawing/2014/main" id="{228F2543-947B-2163-CA94-C238F230C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739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由</a:t>
              </a:r>
            </a:p>
          </p:txBody>
        </p:sp>
        <p:graphicFrame>
          <p:nvGraphicFramePr>
            <p:cNvPr id="210981" name="Object 20">
              <a:extLst>
                <a:ext uri="{FF2B5EF4-FFF2-40B4-BE49-F238E27FC236}">
                  <a16:creationId xmlns:a16="http://schemas.microsoft.com/office/drawing/2014/main" id="{3D9B94A3-E4B4-9D52-BB7A-8B81D7ED2D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0784489"/>
                </p:ext>
              </p:extLst>
            </p:nvPr>
          </p:nvGraphicFramePr>
          <p:xfrm>
            <a:off x="657" y="2749"/>
            <a:ext cx="89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50646" imgH="139654" progId="Equation.3">
                    <p:embed/>
                  </p:oleObj>
                </mc:Choice>
                <mc:Fallback>
                  <p:oleObj r:id="rId8" imgW="450646" imgH="139654" progId="Equation.3">
                    <p:embed/>
                    <p:pic>
                      <p:nvPicPr>
                        <p:cNvPr id="210981" name="Object 20">
                          <a:extLst>
                            <a:ext uri="{FF2B5EF4-FFF2-40B4-BE49-F238E27FC236}">
                              <a16:creationId xmlns:a16="http://schemas.microsoft.com/office/drawing/2014/main" id="{3D9B94A3-E4B4-9D52-BB7A-8B81D7ED2D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749"/>
                          <a:ext cx="89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FE09410A-763A-7FE7-DD9A-BB69494F3478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2132013"/>
            <a:ext cx="3600450" cy="481012"/>
            <a:chOff x="1610" y="1525"/>
            <a:chExt cx="2268" cy="303"/>
          </a:xfrm>
        </p:grpSpPr>
        <p:graphicFrame>
          <p:nvGraphicFramePr>
            <p:cNvPr id="210978" name="Object 22">
              <a:extLst>
                <a:ext uri="{FF2B5EF4-FFF2-40B4-BE49-F238E27FC236}">
                  <a16:creationId xmlns:a16="http://schemas.microsoft.com/office/drawing/2014/main" id="{28CDB2A6-FA1A-0823-1B90-0057ABD912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1305776"/>
                </p:ext>
              </p:extLst>
            </p:nvPr>
          </p:nvGraphicFramePr>
          <p:xfrm>
            <a:off x="2166" y="1525"/>
            <a:ext cx="1712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104770" imgH="139654" progId="Equation.3">
                    <p:embed/>
                  </p:oleObj>
                </mc:Choice>
                <mc:Fallback>
                  <p:oleObj r:id="rId10" imgW="1104770" imgH="139654" progId="Equation.3">
                    <p:embed/>
                    <p:pic>
                      <p:nvPicPr>
                        <p:cNvPr id="210978" name="Object 22">
                          <a:extLst>
                            <a:ext uri="{FF2B5EF4-FFF2-40B4-BE49-F238E27FC236}">
                              <a16:creationId xmlns:a16="http://schemas.microsoft.com/office/drawing/2014/main" id="{28CDB2A6-FA1A-0823-1B90-0057ABD912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6" y="1525"/>
                          <a:ext cx="1712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979" name="AutoShape 23">
              <a:extLst>
                <a:ext uri="{FF2B5EF4-FFF2-40B4-BE49-F238E27FC236}">
                  <a16:creationId xmlns:a16="http://schemas.microsoft.com/office/drawing/2014/main" id="{A93FB693-B8F3-2D96-8114-2F3A6EE68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1616"/>
              <a:ext cx="408" cy="13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281C984B-382E-629F-DFDE-9917F5E2AC93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3644900"/>
            <a:ext cx="2843213" cy="847725"/>
            <a:chOff x="3742" y="2659"/>
            <a:chExt cx="1791" cy="534"/>
          </a:xfrm>
        </p:grpSpPr>
        <p:sp>
          <p:nvSpPr>
            <p:cNvPr id="210976" name="AutoShape 25">
              <a:extLst>
                <a:ext uri="{FF2B5EF4-FFF2-40B4-BE49-F238E27FC236}">
                  <a16:creationId xmlns:a16="http://schemas.microsoft.com/office/drawing/2014/main" id="{A1D7750E-3AAA-E949-314B-843F021B0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875"/>
              <a:ext cx="408" cy="13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aphicFrame>
          <p:nvGraphicFramePr>
            <p:cNvPr id="210977" name="Object 26">
              <a:extLst>
                <a:ext uri="{FF2B5EF4-FFF2-40B4-BE49-F238E27FC236}">
                  <a16:creationId xmlns:a16="http://schemas.microsoft.com/office/drawing/2014/main" id="{0C7683CD-D4CF-6BD4-F747-36D52AD8A6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6139705"/>
                </p:ext>
              </p:extLst>
            </p:nvPr>
          </p:nvGraphicFramePr>
          <p:xfrm>
            <a:off x="4195" y="2659"/>
            <a:ext cx="1338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806420" imgH="298427" progId="Equation.3">
                    <p:embed/>
                  </p:oleObj>
                </mc:Choice>
                <mc:Fallback>
                  <p:oleObj r:id="rId12" imgW="806420" imgH="298427" progId="Equation.3">
                    <p:embed/>
                    <p:pic>
                      <p:nvPicPr>
                        <p:cNvPr id="210977" name="Object 26">
                          <a:extLst>
                            <a:ext uri="{FF2B5EF4-FFF2-40B4-BE49-F238E27FC236}">
                              <a16:creationId xmlns:a16="http://schemas.microsoft.com/office/drawing/2014/main" id="{0C7683CD-D4CF-6BD4-F747-36D52AD8A6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2659"/>
                          <a:ext cx="1338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46875" name="Object 27">
            <a:extLst>
              <a:ext uri="{FF2B5EF4-FFF2-40B4-BE49-F238E27FC236}">
                <a16:creationId xmlns:a16="http://schemas.microsoft.com/office/drawing/2014/main" id="{9F654DD3-D3FE-8BC8-B219-711C2EC101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193950"/>
              </p:ext>
            </p:extLst>
          </p:nvPr>
        </p:nvGraphicFramePr>
        <p:xfrm>
          <a:off x="3238500" y="1268413"/>
          <a:ext cx="212566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806420" imgH="279308" progId="Equation.3">
                  <p:embed/>
                </p:oleObj>
              </mc:Choice>
              <mc:Fallback>
                <p:oleObj r:id="rId14" imgW="806420" imgH="279308" progId="Equation.3">
                  <p:embed/>
                  <p:pic>
                    <p:nvPicPr>
                      <p:cNvPr id="846875" name="Object 27">
                        <a:extLst>
                          <a:ext uri="{FF2B5EF4-FFF2-40B4-BE49-F238E27FC236}">
                            <a16:creationId xmlns:a16="http://schemas.microsoft.com/office/drawing/2014/main" id="{9F654DD3-D3FE-8BC8-B219-711C2EC10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1268413"/>
                        <a:ext cx="2125663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8">
            <a:extLst>
              <a:ext uri="{FF2B5EF4-FFF2-40B4-BE49-F238E27FC236}">
                <a16:creationId xmlns:a16="http://schemas.microsoft.com/office/drawing/2014/main" id="{4E663104-8246-56CD-E99B-39A05586002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508500"/>
            <a:ext cx="4679950" cy="457200"/>
            <a:chOff x="295" y="3324"/>
            <a:chExt cx="2948" cy="288"/>
          </a:xfrm>
        </p:grpSpPr>
        <p:sp>
          <p:nvSpPr>
            <p:cNvPr id="210974" name="Text Box 29">
              <a:extLst>
                <a:ext uri="{FF2B5EF4-FFF2-40B4-BE49-F238E27FC236}">
                  <a16:creationId xmlns:a16="http://schemas.microsoft.com/office/drawing/2014/main" id="{5BA55F28-B557-B7B4-A1FE-13E15B596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3324"/>
              <a:ext cx="29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将                   修正为： </a:t>
              </a:r>
            </a:p>
          </p:txBody>
        </p:sp>
        <p:graphicFrame>
          <p:nvGraphicFramePr>
            <p:cNvPr id="210975" name="Object 30">
              <a:extLst>
                <a:ext uri="{FF2B5EF4-FFF2-40B4-BE49-F238E27FC236}">
                  <a16:creationId xmlns:a16="http://schemas.microsoft.com/office/drawing/2014/main" id="{DE5414CF-062D-C2A1-B0A1-38A26CCD8F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7094098"/>
                </p:ext>
              </p:extLst>
            </p:nvPr>
          </p:nvGraphicFramePr>
          <p:xfrm>
            <a:off x="567" y="3339"/>
            <a:ext cx="84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508069" imgH="120535" progId="Equation.3">
                    <p:embed/>
                  </p:oleObj>
                </mc:Choice>
                <mc:Fallback>
                  <p:oleObj r:id="rId16" imgW="508069" imgH="120535" progId="Equation.3">
                    <p:embed/>
                    <p:pic>
                      <p:nvPicPr>
                        <p:cNvPr id="210975" name="Object 30">
                          <a:extLst>
                            <a:ext uri="{FF2B5EF4-FFF2-40B4-BE49-F238E27FC236}">
                              <a16:creationId xmlns:a16="http://schemas.microsoft.com/office/drawing/2014/main" id="{DE5414CF-062D-C2A1-B0A1-38A26CCD8F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339"/>
                          <a:ext cx="84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46879" name="Object 31">
            <a:extLst>
              <a:ext uri="{FF2B5EF4-FFF2-40B4-BE49-F238E27FC236}">
                <a16:creationId xmlns:a16="http://schemas.microsoft.com/office/drawing/2014/main" id="{8B61DE37-33BE-181B-7BD6-2A8879980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759386"/>
              </p:ext>
            </p:extLst>
          </p:nvPr>
        </p:nvGraphicFramePr>
        <p:xfrm>
          <a:off x="3554413" y="4292600"/>
          <a:ext cx="20256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806420" imgH="298427" progId="Equation.3">
                  <p:embed/>
                </p:oleObj>
              </mc:Choice>
              <mc:Fallback>
                <p:oleObj r:id="rId18" imgW="806420" imgH="298427" progId="Equation.3">
                  <p:embed/>
                  <p:pic>
                    <p:nvPicPr>
                      <p:cNvPr id="846879" name="Object 31">
                        <a:extLst>
                          <a:ext uri="{FF2B5EF4-FFF2-40B4-BE49-F238E27FC236}">
                            <a16:creationId xmlns:a16="http://schemas.microsoft.com/office/drawing/2014/main" id="{8B61DE37-33BE-181B-7BD6-2A8879980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413" y="4292600"/>
                        <a:ext cx="20256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32">
            <a:extLst>
              <a:ext uri="{FF2B5EF4-FFF2-40B4-BE49-F238E27FC236}">
                <a16:creationId xmlns:a16="http://schemas.microsoft.com/office/drawing/2014/main" id="{A69777CE-EBC5-E3A2-BDEC-9A98AF56538D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5949950"/>
            <a:ext cx="2735262" cy="762000"/>
            <a:chOff x="3606" y="3294"/>
            <a:chExt cx="1723" cy="480"/>
          </a:xfrm>
        </p:grpSpPr>
        <p:sp>
          <p:nvSpPr>
            <p:cNvPr id="210972" name="Text Box 33">
              <a:extLst>
                <a:ext uri="{FF2B5EF4-FFF2-40B4-BE49-F238E27FC236}">
                  <a16:creationId xmlns:a16="http://schemas.microsoft.com/office/drawing/2014/main" id="{A9C28709-8AB2-A731-54A6-5690C3874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3355"/>
              <a:ext cx="1224" cy="302"/>
            </a:xfrm>
            <a:prstGeom prst="rect">
              <a:avLst/>
            </a:prstGeom>
            <a:noFill/>
            <a:ln w="22225">
              <a:solidFill>
                <a:srgbClr val="CCFF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FFCC66"/>
                  </a:solidFill>
                  <a:latin typeface="Times New Roman" panose="02020603050405020304" pitchFamily="18" charset="0"/>
                </a:rPr>
                <a:t>矛盾被解决</a:t>
              </a:r>
            </a:p>
          </p:txBody>
        </p:sp>
        <p:sp>
          <p:nvSpPr>
            <p:cNvPr id="210973" name="Text Box 34">
              <a:extLst>
                <a:ext uri="{FF2B5EF4-FFF2-40B4-BE49-F238E27FC236}">
                  <a16:creationId xmlns:a16="http://schemas.microsoft.com/office/drawing/2014/main" id="{B1FFC114-DF7A-849A-1312-DA95CBADD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3294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en-US" altLang="zh-CN" sz="4400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</a:t>
              </a:r>
              <a:endPara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961" name="AutoShape 35">
            <a:hlinkClick r:id="rId20" action="ppaction://hlinksldjump" highlightClick="1"/>
            <a:extLst>
              <a:ext uri="{FF2B5EF4-FFF2-40B4-BE49-F238E27FC236}">
                <a16:creationId xmlns:a16="http://schemas.microsoft.com/office/drawing/2014/main" id="{8BD4F99B-E617-A0F4-4852-C3F6C9459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0962" name="AutoShape 3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E27CD9E-E62F-B016-3267-1A30535C7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0963" name="AutoShape 3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0B6DC83-1BCE-E11F-4B30-68C75913D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0964" name="AutoShape 3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C70C4D4-1C5C-4B71-E1EB-E8E217726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46892" name="Oval 44">
            <a:extLst>
              <a:ext uri="{FF2B5EF4-FFF2-40B4-BE49-F238E27FC236}">
                <a16:creationId xmlns:a16="http://schemas.microsoft.com/office/drawing/2014/main" id="{4B6147DB-C709-E6D9-CE79-594D3D8091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850" y="1125538"/>
            <a:ext cx="198438" cy="200025"/>
          </a:xfrm>
          <a:prstGeom prst="ellipse">
            <a:avLst/>
          </a:prstGeom>
          <a:gradFill rotWithShape="1">
            <a:gsLst>
              <a:gs pos="0">
                <a:srgbClr val="F60000"/>
              </a:gs>
              <a:gs pos="100000">
                <a:srgbClr val="FF99CC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46896" name="AutoShape 48">
            <a:extLst>
              <a:ext uri="{FF2B5EF4-FFF2-40B4-BE49-F238E27FC236}">
                <a16:creationId xmlns:a16="http://schemas.microsoft.com/office/drawing/2014/main" id="{0A257F4E-BCA0-A962-29FF-E5491A009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5302250"/>
            <a:ext cx="647700" cy="287338"/>
          </a:xfrm>
          <a:prstGeom prst="rightArrow">
            <a:avLst>
              <a:gd name="adj1" fmla="val 50000"/>
              <a:gd name="adj2" fmla="val 56343"/>
            </a:avLst>
          </a:prstGeom>
          <a:solidFill>
            <a:srgbClr val="FFCC99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46901" name="Object 53">
            <a:extLst>
              <a:ext uri="{FF2B5EF4-FFF2-40B4-BE49-F238E27FC236}">
                <a16:creationId xmlns:a16="http://schemas.microsoft.com/office/drawing/2014/main" id="{D1F63F6E-D91E-844E-B88D-273664F789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596764"/>
              </p:ext>
            </p:extLst>
          </p:nvPr>
        </p:nvGraphicFramePr>
        <p:xfrm>
          <a:off x="879475" y="4991100"/>
          <a:ext cx="4413250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733511" imgH="679565" progId="Equation.3">
                  <p:embed/>
                </p:oleObj>
              </mc:Choice>
              <mc:Fallback>
                <p:oleObj r:id="rId21" imgW="1733511" imgH="679565" progId="Equation.3">
                  <p:embed/>
                  <p:pic>
                    <p:nvPicPr>
                      <p:cNvPr id="846901" name="Object 53">
                        <a:extLst>
                          <a:ext uri="{FF2B5EF4-FFF2-40B4-BE49-F238E27FC236}">
                            <a16:creationId xmlns:a16="http://schemas.microsoft.com/office/drawing/2014/main" id="{D1F63F6E-D91E-844E-B88D-273664F789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4991100"/>
                        <a:ext cx="4413250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9">
            <a:extLst>
              <a:ext uri="{FF2B5EF4-FFF2-40B4-BE49-F238E27FC236}">
                <a16:creationId xmlns:a16="http://schemas.microsoft.com/office/drawing/2014/main" id="{FBE894F8-EF9C-F6F9-FB20-6EAD26C5423C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4508500"/>
            <a:ext cx="4284663" cy="1285875"/>
            <a:chOff x="404" y="1117"/>
            <a:chExt cx="1886" cy="935"/>
          </a:xfrm>
        </p:grpSpPr>
        <p:sp>
          <p:nvSpPr>
            <p:cNvPr id="210969" name="Text Box 60">
              <a:extLst>
                <a:ext uri="{FF2B5EF4-FFF2-40B4-BE49-F238E27FC236}">
                  <a16:creationId xmlns:a16="http://schemas.microsoft.com/office/drawing/2014/main" id="{692D40CD-C575-5C5D-F658-3F6C7D7B2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705"/>
              <a:ext cx="1315" cy="347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990000"/>
                  </a:solidFill>
                </a:rPr>
                <a:t>时变电场会激发磁场</a:t>
              </a:r>
            </a:p>
          </p:txBody>
        </p:sp>
        <p:sp>
          <p:nvSpPr>
            <p:cNvPr id="210970" name="Line 61">
              <a:extLst>
                <a:ext uri="{FF2B5EF4-FFF2-40B4-BE49-F238E27FC236}">
                  <a16:creationId xmlns:a16="http://schemas.microsoft.com/office/drawing/2014/main" id="{38356B2B-7C1A-F611-45D5-BAC302AF5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1480"/>
              <a:ext cx="363" cy="412"/>
            </a:xfrm>
            <a:prstGeom prst="lin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971" name="Oval 62">
              <a:extLst>
                <a:ext uri="{FF2B5EF4-FFF2-40B4-BE49-F238E27FC236}">
                  <a16:creationId xmlns:a16="http://schemas.microsoft.com/office/drawing/2014/main" id="{9EF5A1A6-D5FA-51DF-C719-61A4F6415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" y="1117"/>
              <a:ext cx="317" cy="363"/>
            </a:xfrm>
            <a:prstGeom prst="ellipse">
              <a:avLst/>
            </a:prstGeom>
            <a:noFill/>
            <a:ln w="2222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4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4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4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84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84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0"/>
                                        <p:tgtEl>
                                          <p:spTgt spid="84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84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2000"/>
                                        <p:tgtEl>
                                          <p:spTgt spid="84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850" grpId="0"/>
      <p:bldP spid="846854" grpId="0"/>
      <p:bldP spid="846865" grpId="0"/>
      <p:bldP spid="846892" grpId="0" animBg="1"/>
      <p:bldP spid="84689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灯片编号占位符 3">
            <a:extLst>
              <a:ext uri="{FF2B5EF4-FFF2-40B4-BE49-F238E27FC236}">
                <a16:creationId xmlns:a16="http://schemas.microsoft.com/office/drawing/2014/main" id="{575B48B2-68B7-E6E1-42E8-225AB07D83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5D16C0D-C89A-48F6-8318-EF5AC47CF6F8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47874" name="Text Box 2">
            <a:extLst>
              <a:ext uri="{FF2B5EF4-FFF2-40B4-BE49-F238E27FC236}">
                <a16:creationId xmlns:a16="http://schemas.microsoft.com/office/drawing/2014/main" id="{CC64DEC7-C602-582B-2153-C59F8AFEB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7620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</a:rPr>
              <a:t>全电流定律：</a:t>
            </a:r>
          </a:p>
        </p:txBody>
      </p:sp>
      <p:graphicFrame>
        <p:nvGraphicFramePr>
          <p:cNvPr id="847875" name="Object 3">
            <a:extLst>
              <a:ext uri="{FF2B5EF4-FFF2-40B4-BE49-F238E27FC236}">
                <a16:creationId xmlns:a16="http://schemas.microsoft.com/office/drawing/2014/main" id="{12A90366-45D5-9048-3488-CF3715492A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000430"/>
              </p:ext>
            </p:extLst>
          </p:nvPr>
        </p:nvGraphicFramePr>
        <p:xfrm>
          <a:off x="1476375" y="1285875"/>
          <a:ext cx="26638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06420" imgH="298427" progId="Equation.3">
                  <p:embed/>
                </p:oleObj>
              </mc:Choice>
              <mc:Fallback>
                <p:oleObj r:id="rId3" imgW="806420" imgH="298427" progId="Equation.3">
                  <p:embed/>
                  <p:pic>
                    <p:nvPicPr>
                      <p:cNvPr id="847875" name="Object 3">
                        <a:extLst>
                          <a:ext uri="{FF2B5EF4-FFF2-40B4-BE49-F238E27FC236}">
                            <a16:creationId xmlns:a16="http://schemas.microsoft.com/office/drawing/2014/main" id="{12A90366-45D5-9048-3488-CF3715492A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285875"/>
                        <a:ext cx="266382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7876" name="Rectangle 4">
            <a:extLst>
              <a:ext uri="{FF2B5EF4-FFF2-40B4-BE49-F238E27FC236}">
                <a16:creationId xmlns:a16="http://schemas.microsoft.com/office/drawing/2014/main" id="{9EB8E331-2CEA-7307-BEDC-6BB7A21FE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1531938"/>
            <a:ext cx="3240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000">
                <a:ea typeface="隶书" panose="02010509060101010101" pitchFamily="49" charset="-122"/>
              </a:rPr>
              <a:t>——</a:t>
            </a:r>
            <a:r>
              <a:rPr lang="en-US" altLang="zh-CN" sz="2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微分形式</a:t>
            </a:r>
          </a:p>
        </p:txBody>
      </p:sp>
      <p:graphicFrame>
        <p:nvGraphicFramePr>
          <p:cNvPr id="847877" name="Object 5">
            <a:extLst>
              <a:ext uri="{FF2B5EF4-FFF2-40B4-BE49-F238E27FC236}">
                <a16:creationId xmlns:a16="http://schemas.microsoft.com/office/drawing/2014/main" id="{0258E1D6-D271-29C1-29B8-9D94A18E0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364097"/>
              </p:ext>
            </p:extLst>
          </p:nvPr>
        </p:nvGraphicFramePr>
        <p:xfrm>
          <a:off x="1331913" y="2205038"/>
          <a:ext cx="3744912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66904" imgH="279308" progId="Equation.3">
                  <p:embed/>
                </p:oleObj>
              </mc:Choice>
              <mc:Fallback>
                <p:oleObj r:id="rId5" imgW="1066904" imgH="279308" progId="Equation.3">
                  <p:embed/>
                  <p:pic>
                    <p:nvPicPr>
                      <p:cNvPr id="847877" name="Object 5">
                        <a:extLst>
                          <a:ext uri="{FF2B5EF4-FFF2-40B4-BE49-F238E27FC236}">
                            <a16:creationId xmlns:a16="http://schemas.microsoft.com/office/drawing/2014/main" id="{0258E1D6-D271-29C1-29B8-9D94A18E0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5038"/>
                        <a:ext cx="3744912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7878" name="Text Box 6">
            <a:extLst>
              <a:ext uri="{FF2B5EF4-FFF2-40B4-BE49-F238E27FC236}">
                <a16:creationId xmlns:a16="http://schemas.microsoft.com/office/drawing/2014/main" id="{155A00A2-3E1B-AC99-AD6A-A74063D5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506663"/>
            <a:ext cx="302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000"/>
              <a:t>——</a:t>
            </a:r>
            <a:r>
              <a:rPr lang="en-US" altLang="zh-CN" sz="2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积分形式</a:t>
            </a:r>
          </a:p>
        </p:txBody>
      </p:sp>
      <p:sp>
        <p:nvSpPr>
          <p:cNvPr id="213000" name="AutoShape 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48366DF2-EB10-E5B7-5865-C3F0848EF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3001" name="AutoShape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B957722-3A51-00F1-A088-00063CBB2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3002" name="AutoShap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15746B2-2660-29F6-8944-E8F6FFEE6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3003" name="AutoShape 1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BA00E24-AEE0-510A-E0DD-5E3658B68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47883" name="Rectangle 11">
            <a:extLst>
              <a:ext uri="{FF2B5EF4-FFF2-40B4-BE49-F238E27FC236}">
                <a16:creationId xmlns:a16="http://schemas.microsoft.com/office/drawing/2014/main" id="{C35BC8C5-B474-AAAB-2086-598B1A68D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16338"/>
            <a:ext cx="8280400" cy="1205971"/>
          </a:xfrm>
          <a:prstGeom prst="rect">
            <a:avLst/>
          </a:prstGeom>
          <a:solidFill>
            <a:srgbClr val="E1FFFF">
              <a:alpha val="79999"/>
            </a:srgbClr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25400" prstMaterial="legacyMatte">
            <a:bevelT w="13500" h="13500" prst="angle"/>
            <a:bevelB w="13500" h="13500" prst="angle"/>
            <a:extrusionClr>
              <a:srgbClr val="E1FFFF"/>
            </a:extrusionClr>
            <a:contourClr>
              <a:srgbClr val="E1FFFF"/>
            </a:contourClr>
          </a:sp3d>
        </p:spPr>
        <p:txBody>
          <a:bodyPr>
            <a:spAutoFit/>
            <a:flatTx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dirty="0">
                <a:solidFill>
                  <a:srgbClr val="990000"/>
                </a:solidFill>
                <a:ea typeface="宋体" panose="02010600030101010101" pitchFamily="2" charset="-122"/>
              </a:rPr>
              <a:t>全电流定律揭示不仅传导电流激发磁场，随时间变化的电场</a:t>
            </a:r>
            <a:r>
              <a:rPr lang="zh-CN" altLang="en-US" sz="2000" i="1" u="sng" dirty="0">
                <a:solidFill>
                  <a:srgbClr val="990000"/>
                </a:solidFill>
                <a:ea typeface="宋体" panose="02010600030101010101" pitchFamily="2" charset="-122"/>
              </a:rPr>
              <a:t>（位移电流密度）</a:t>
            </a:r>
            <a:r>
              <a:rPr lang="zh-CN" altLang="en-US" sz="2000" dirty="0">
                <a:solidFill>
                  <a:srgbClr val="990000"/>
                </a:solidFill>
                <a:ea typeface="宋体" panose="02010600030101010101" pitchFamily="2" charset="-122"/>
              </a:rPr>
              <a:t>也可以激发磁场。它与随时间变化的磁场激发电场形成自然界的一个对偶关系。</a:t>
            </a:r>
          </a:p>
        </p:txBody>
      </p:sp>
      <p:sp>
        <p:nvSpPr>
          <p:cNvPr id="213005" name="Oval 14">
            <a:extLst>
              <a:ext uri="{FF2B5EF4-FFF2-40B4-BE49-F238E27FC236}">
                <a16:creationId xmlns:a16="http://schemas.microsoft.com/office/drawing/2014/main" id="{EFD61C94-E460-B294-EF55-B3B53504A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1268413"/>
            <a:ext cx="865188" cy="1008062"/>
          </a:xfrm>
          <a:prstGeom prst="ellips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zh-CN" altLang="en-US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4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4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4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84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4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84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7874" grpId="0"/>
      <p:bldP spid="847876" grpId="0"/>
      <p:bldP spid="847878" grpId="0"/>
      <p:bldP spid="84788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灯片编号占位符 2">
            <a:extLst>
              <a:ext uri="{FF2B5EF4-FFF2-40B4-BE49-F238E27FC236}">
                <a16:creationId xmlns:a16="http://schemas.microsoft.com/office/drawing/2014/main" id="{06585540-E8BE-BF3F-8913-50371EAD2B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4640F58-78DA-48A3-9AF8-DB4825E24E4C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16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48898" name="Object 2">
            <a:extLst>
              <a:ext uri="{FF2B5EF4-FFF2-40B4-BE49-F238E27FC236}">
                <a16:creationId xmlns:a16="http://schemas.microsoft.com/office/drawing/2014/main" id="{3375E5FE-56E6-4C53-8129-45D38623B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060818"/>
              </p:ext>
            </p:extLst>
          </p:nvPr>
        </p:nvGraphicFramePr>
        <p:xfrm>
          <a:off x="2627313" y="404813"/>
          <a:ext cx="1368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2780" imgH="298427" progId="Equation.DSMT4">
                  <p:embed/>
                </p:oleObj>
              </mc:Choice>
              <mc:Fallback>
                <p:oleObj r:id="rId3" imgW="412780" imgH="298427" progId="Equation.DSMT4">
                  <p:embed/>
                  <p:pic>
                    <p:nvPicPr>
                      <p:cNvPr id="848898" name="Object 2">
                        <a:extLst>
                          <a:ext uri="{FF2B5EF4-FFF2-40B4-BE49-F238E27FC236}">
                            <a16:creationId xmlns:a16="http://schemas.microsoft.com/office/drawing/2014/main" id="{3375E5FE-56E6-4C53-8129-45D38623B8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04813"/>
                        <a:ext cx="13684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8899" name="Text Box 3">
            <a:extLst>
              <a:ext uri="{FF2B5EF4-FFF2-40B4-BE49-F238E27FC236}">
                <a16:creationId xmlns:a16="http://schemas.microsoft.com/office/drawing/2014/main" id="{ABF8AD38-2921-C311-709E-EDE76515E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23875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位移电流密度</a:t>
            </a:r>
          </a:p>
        </p:txBody>
      </p:sp>
      <p:sp>
        <p:nvSpPr>
          <p:cNvPr id="848900" name="Rectangle 4">
            <a:extLst>
              <a:ext uri="{FF2B5EF4-FFF2-40B4-BE49-F238E27FC236}">
                <a16:creationId xmlns:a16="http://schemas.microsoft.com/office/drawing/2014/main" id="{5C9B4078-9B20-8E5C-5E70-8814FE732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819400"/>
            <a:ext cx="91440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/>
              <a:t> </a:t>
            </a:r>
            <a:r>
              <a:rPr lang="zh-CN" altLang="en-US"/>
              <a:t>电位移矢量随时间的变化率，能像电流一样产生磁场，故称“</a:t>
            </a:r>
            <a:r>
              <a:rPr lang="zh-CN" altLang="en-US">
                <a:solidFill>
                  <a:srgbClr val="FFD9D9"/>
                </a:solidFill>
              </a:rPr>
              <a:t>位移电流</a:t>
            </a:r>
            <a:r>
              <a:rPr lang="zh-CN" altLang="en-US"/>
              <a:t>”。</a:t>
            </a:r>
          </a:p>
        </p:txBody>
      </p:sp>
      <p:sp>
        <p:nvSpPr>
          <p:cNvPr id="215046" name="AutoShape 1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FCD3895-4E9D-2A0A-DDC3-E9D86E740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5047" name="AutoShape 1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92D8C1D-C9D6-5F2D-ACEB-A32D715EF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5048" name="AutoShape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10F5F18-8501-C21B-5E30-EFD51F57A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5049" name="AutoShape 1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DC9762E-C7B7-D71D-63B1-C03CDC599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6E45FF0C-AC84-4CDB-B510-151FDC56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475163"/>
            <a:ext cx="864076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/>
              <a:t> </a:t>
            </a:r>
            <a:r>
              <a:rPr lang="zh-CN" altLang="en-US">
                <a:solidFill>
                  <a:srgbClr val="FFCC66"/>
                </a:solidFill>
              </a:rPr>
              <a:t>位移电流</a:t>
            </a:r>
            <a:r>
              <a:rPr lang="zh-CN" altLang="en-US"/>
              <a:t>只表示电场的变化率，与传导电流不同，它</a:t>
            </a:r>
            <a:r>
              <a:rPr lang="zh-CN" altLang="en-US">
                <a:solidFill>
                  <a:srgbClr val="FFCC66"/>
                </a:solidFill>
              </a:rPr>
              <a:t>不产生热效应</a:t>
            </a:r>
            <a:r>
              <a:rPr lang="zh-CN" altLang="en-US"/>
              <a:t>。</a:t>
            </a:r>
            <a:endParaRPr lang="zh-CN" altLang="en-US" b="0">
              <a:solidFill>
                <a:schemeClr val="tx1"/>
              </a:solidFill>
            </a:endParaRP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9CCFE914-5958-7C91-1EF4-F4E6CA4F2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450975"/>
            <a:ext cx="87852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/>
              <a:t> </a:t>
            </a:r>
            <a:r>
              <a:rPr lang="zh-CN" altLang="en-US"/>
              <a:t>位移电流的引入是建立麦克斯韦方程组的至关重要的一步，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它揭示了</a:t>
            </a:r>
            <a:r>
              <a:rPr lang="zh-CN" altLang="en-US">
                <a:solidFill>
                  <a:srgbClr val="FFD9D9"/>
                </a:solidFill>
              </a:rPr>
              <a:t>时变电场产生磁场</a:t>
            </a:r>
            <a:r>
              <a:rPr lang="zh-CN" altLang="en-US"/>
              <a:t>这一重要的物理概念。</a:t>
            </a:r>
            <a:endParaRPr lang="zh-CN" altLang="en-US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4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4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4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8899" grpId="0"/>
      <p:bldP spid="848900" grpId="0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灯片编号占位符 2">
            <a:extLst>
              <a:ext uri="{FF2B5EF4-FFF2-40B4-BE49-F238E27FC236}">
                <a16:creationId xmlns:a16="http://schemas.microsoft.com/office/drawing/2014/main" id="{438DEF71-364A-9710-F688-E5580BD183C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BA2E01A-6C61-4F13-81F3-E6235F60F5B4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17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7091" name="AutoShape 1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A8460F9-977A-20BC-9824-45E45E7D7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7092" name="AutoShape 1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5330CF5-38E1-5BE3-443A-C62CE735A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7093" name="AutoShape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0DB822F-22A5-2368-2A7B-3F2B62DAF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7094" name="AutoShape 1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32CC52F-148F-EB9C-738E-D963294D5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225318" name="Group 38">
            <a:extLst>
              <a:ext uri="{FF2B5EF4-FFF2-40B4-BE49-F238E27FC236}">
                <a16:creationId xmlns:a16="http://schemas.microsoft.com/office/drawing/2014/main" id="{A1FC53CE-C416-B906-9542-8A005179422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00344134"/>
              </p:ext>
            </p:extLst>
          </p:nvPr>
        </p:nvGraphicFramePr>
        <p:xfrm>
          <a:off x="36513" y="476250"/>
          <a:ext cx="9144000" cy="4392612"/>
        </p:xfrm>
        <a:graphic>
          <a:graphicData uri="http://schemas.openxmlformats.org/drawingml/2006/table">
            <a:tbl>
              <a:tblPr/>
              <a:tblGrid>
                <a:gridCol w="4103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8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传导电流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位移电流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CC66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0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带电粒子在电场的作用下的定向运动。</a:t>
                      </a:r>
                      <a:r>
                        <a:rPr kumimoji="0" lang="zh-CN" alt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rgbClr val="F8A6A6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真实电流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与带电粒子的定向运动无关。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自由电荷运动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相当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019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具有磁效应，可以产生磁场（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磁场的旋度源）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dirty="0"/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具有热效应，产生焦耳热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不具有热效应（不满足欧姆定律）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31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只存在于导体中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存在于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导体、介质及真空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中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12755" name="Object 19">
            <a:extLst>
              <a:ext uri="{FF2B5EF4-FFF2-40B4-BE49-F238E27FC236}">
                <a16:creationId xmlns:a16="http://schemas.microsoft.com/office/drawing/2014/main" id="{B704F598-606F-FB48-FDF4-EE398BA8C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625587"/>
              </p:ext>
            </p:extLst>
          </p:nvPr>
        </p:nvGraphicFramePr>
        <p:xfrm>
          <a:off x="309563" y="4949825"/>
          <a:ext cx="8597900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44998" imgH="857458" progId="Equation.3">
                  <p:embed/>
                </p:oleObj>
              </mc:Choice>
              <mc:Fallback>
                <p:oleObj name="Equation" r:id="rId4" imgW="4044998" imgH="857458" progId="Equation.3">
                  <p:embed/>
                  <p:pic>
                    <p:nvPicPr>
                      <p:cNvPr id="1012755" name="Object 19">
                        <a:extLst>
                          <a:ext uri="{FF2B5EF4-FFF2-40B4-BE49-F238E27FC236}">
                            <a16:creationId xmlns:a16="http://schemas.microsoft.com/office/drawing/2014/main" id="{B704F598-606F-FB48-FDF4-EE398BA8C2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4949825"/>
                        <a:ext cx="8597900" cy="193992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7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5">
            <a:extLst>
              <a:ext uri="{FF2B5EF4-FFF2-40B4-BE49-F238E27FC236}">
                <a16:creationId xmlns:a16="http://schemas.microsoft.com/office/drawing/2014/main" id="{0D10BB3D-8A5A-5C62-9310-BFD60E5F1B4B}"/>
              </a:ext>
            </a:extLst>
          </p:cNvPr>
          <p:cNvGrpSpPr>
            <a:grpSpLocks/>
          </p:cNvGrpSpPr>
          <p:nvPr/>
        </p:nvGrpSpPr>
        <p:grpSpPr bwMode="auto">
          <a:xfrm>
            <a:off x="4211202" y="1874837"/>
            <a:ext cx="5101454" cy="833438"/>
            <a:chOff x="2843" y="1423"/>
            <a:chExt cx="2500" cy="525"/>
          </a:xfrm>
        </p:grpSpPr>
        <p:sp>
          <p:nvSpPr>
            <p:cNvPr id="217120" name="Text Box 86">
              <a:extLst>
                <a:ext uri="{FF2B5EF4-FFF2-40B4-BE49-F238E27FC236}">
                  <a16:creationId xmlns:a16="http://schemas.microsoft.com/office/drawing/2014/main" id="{582D8347-20E1-C9E1-5958-F27A23715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423"/>
              <a:ext cx="19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zh-CN" altLang="en-US" sz="2200" dirty="0">
                  <a:solidFill>
                    <a:srgbClr val="F03E3E"/>
                  </a:solidFill>
                  <a:latin typeface="Times New Roman" panose="02020603050405020304" pitchFamily="18" charset="0"/>
                </a:rPr>
                <a:t>极化电荷运动（形成极化电流</a:t>
              </a:r>
              <a:r>
                <a:rPr lang="en-US" altLang="zh-CN" sz="2200" dirty="0" err="1">
                  <a:solidFill>
                    <a:srgbClr val="F03E3E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200" baseline="-25000" dirty="0" err="1">
                  <a:solidFill>
                    <a:srgbClr val="F03E3E"/>
                  </a:solidFill>
                  <a:latin typeface="Times New Roman" panose="02020603050405020304" pitchFamily="18" charset="0"/>
                </a:rPr>
                <a:t>P</a:t>
              </a:r>
              <a:r>
                <a:rPr lang="zh-CN" altLang="en-US" sz="2200" dirty="0">
                  <a:solidFill>
                    <a:srgbClr val="F03E3E"/>
                  </a:solidFill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217121" name="Text Box 87">
              <a:extLst>
                <a:ext uri="{FF2B5EF4-FFF2-40B4-BE49-F238E27FC236}">
                  <a16:creationId xmlns:a16="http://schemas.microsoft.com/office/drawing/2014/main" id="{25B18A40-1A63-5A1C-AB77-A07D85A9A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1679"/>
              <a:ext cx="88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zh-CN" altLang="en-US" sz="2200" dirty="0">
                  <a:solidFill>
                    <a:srgbClr val="F03E3E"/>
                  </a:solidFill>
                  <a:latin typeface="Times New Roman" panose="02020603050405020304" pitchFamily="18" charset="0"/>
                </a:rPr>
                <a:t>电场变化</a:t>
              </a:r>
              <a:r>
                <a: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217122" name="Text Box 88">
              <a:extLst>
                <a:ext uri="{FF2B5EF4-FFF2-40B4-BE49-F238E27FC236}">
                  <a16:creationId xmlns:a16="http://schemas.microsoft.com/office/drawing/2014/main" id="{84ECB5D0-E73B-1C38-35D0-EFD12D37E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" y="1549"/>
              <a:ext cx="27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>
                  <a:latin typeface="Times New Roman" panose="02020603050405020304" pitchFamily="18" charset="0"/>
                </a:rPr>
                <a:t>与</a:t>
              </a:r>
            </a:p>
          </p:txBody>
        </p:sp>
        <p:sp>
          <p:nvSpPr>
            <p:cNvPr id="217123" name="Text Box 89">
              <a:extLst>
                <a:ext uri="{FF2B5EF4-FFF2-40B4-BE49-F238E27FC236}">
                  <a16:creationId xmlns:a16="http://schemas.microsoft.com/office/drawing/2014/main" id="{8BFC5B7D-6319-288C-BD90-9E8505C07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7" y="1521"/>
              <a:ext cx="4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>
                  <a:latin typeface="Times New Roman" panose="02020603050405020304" pitchFamily="18" charset="0"/>
                </a:rPr>
                <a:t>相当</a:t>
              </a:r>
            </a:p>
          </p:txBody>
        </p:sp>
        <p:sp>
          <p:nvSpPr>
            <p:cNvPr id="217124" name="AutoShape 90">
              <a:extLst>
                <a:ext uri="{FF2B5EF4-FFF2-40B4-BE49-F238E27FC236}">
                  <a16:creationId xmlns:a16="http://schemas.microsoft.com/office/drawing/2014/main" id="{2DC9E0CE-9C8F-498D-1DC6-E796858CE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1549"/>
              <a:ext cx="10" cy="242"/>
            </a:xfrm>
            <a:prstGeom prst="bracePair">
              <a:avLst>
                <a:gd name="adj" fmla="val 8333"/>
              </a:avLst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01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灯片编号占位符 2">
            <a:extLst>
              <a:ext uri="{FF2B5EF4-FFF2-40B4-BE49-F238E27FC236}">
                <a16:creationId xmlns:a16="http://schemas.microsoft.com/office/drawing/2014/main" id="{4FD0A0F5-DE76-D32E-8FFB-A66F373122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072CF63-6C16-4285-9285-721BCE99F79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18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9139" name="AutoShape 1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4690A6E-FAA6-94C2-70F8-FB3692291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9140" name="AutoShape 1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10823FA-C0C1-65AC-44D5-BA5493E8A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9141" name="AutoShape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2B30A86-E7D7-FDC9-358B-49255C95B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19142" name="AutoShape 1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086C02E-1948-69CC-B9F9-EBE09A041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7075-93D1-1CB4-DD81-6A5204D5979A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1268413"/>
            <a:ext cx="2952750" cy="2592387"/>
            <a:chOff x="3787" y="2205"/>
            <a:chExt cx="1860" cy="1633"/>
          </a:xfrm>
        </p:grpSpPr>
        <p:pic>
          <p:nvPicPr>
            <p:cNvPr id="219157" name="Picture 9" descr="4">
              <a:extLst>
                <a:ext uri="{FF2B5EF4-FFF2-40B4-BE49-F238E27FC236}">
                  <a16:creationId xmlns:a16="http://schemas.microsoft.com/office/drawing/2014/main" id="{C2E11E0A-6280-D02D-D328-51982F4B75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7" y="2205"/>
              <a:ext cx="1860" cy="1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9158" name="Line 10">
              <a:extLst>
                <a:ext uri="{FF2B5EF4-FFF2-40B4-BE49-F238E27FC236}">
                  <a16:creationId xmlns:a16="http://schemas.microsoft.com/office/drawing/2014/main" id="{75D31E85-2632-5C16-EDC4-7AC981E151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432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159" name="Line 11">
              <a:extLst>
                <a:ext uri="{FF2B5EF4-FFF2-40B4-BE49-F238E27FC236}">
                  <a16:creationId xmlns:a16="http://schemas.microsoft.com/office/drawing/2014/main" id="{5BBA7328-D980-3AD8-DFAD-78FDBA17BD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568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160" name="Line 12">
              <a:extLst>
                <a:ext uri="{FF2B5EF4-FFF2-40B4-BE49-F238E27FC236}">
                  <a16:creationId xmlns:a16="http://schemas.microsoft.com/office/drawing/2014/main" id="{35830E5B-D024-01D5-8514-D93B61B30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704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161" name="Line 13">
              <a:extLst>
                <a:ext uri="{FF2B5EF4-FFF2-40B4-BE49-F238E27FC236}">
                  <a16:creationId xmlns:a16="http://schemas.microsoft.com/office/drawing/2014/main" id="{C742B174-FBBE-BBD8-1A99-22FD3BE02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840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162" name="Line 14">
              <a:extLst>
                <a:ext uri="{FF2B5EF4-FFF2-40B4-BE49-F238E27FC236}">
                  <a16:creationId xmlns:a16="http://schemas.microsoft.com/office/drawing/2014/main" id="{AD8CE24F-2B68-0C82-541F-40486AEB4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976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9163" name="Object 15">
              <a:extLst>
                <a:ext uri="{FF2B5EF4-FFF2-40B4-BE49-F238E27FC236}">
                  <a16:creationId xmlns:a16="http://schemas.microsoft.com/office/drawing/2014/main" id="{4100D586-6C5D-9EB2-2318-97E83666FF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8523285"/>
                </p:ext>
              </p:extLst>
            </p:nvPr>
          </p:nvGraphicFramePr>
          <p:xfrm>
            <a:off x="4604" y="2523"/>
            <a:ext cx="272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1531" imgH="152539" progId="Equation.3">
                    <p:embed/>
                  </p:oleObj>
                </mc:Choice>
                <mc:Fallback>
                  <p:oleObj r:id="rId5" imgW="101531" imgH="152539" progId="Equation.3">
                    <p:embed/>
                    <p:pic>
                      <p:nvPicPr>
                        <p:cNvPr id="219163" name="Object 15">
                          <a:extLst>
                            <a:ext uri="{FF2B5EF4-FFF2-40B4-BE49-F238E27FC236}">
                              <a16:creationId xmlns:a16="http://schemas.microsoft.com/office/drawing/2014/main" id="{4100D586-6C5D-9EB2-2318-97E83666FF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2523"/>
                          <a:ext cx="272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36">
            <a:extLst>
              <a:ext uri="{FF2B5EF4-FFF2-40B4-BE49-F238E27FC236}">
                <a16:creationId xmlns:a16="http://schemas.microsoft.com/office/drawing/2014/main" id="{DAFAF2D7-6131-2CB0-2B69-0E24DC4B35A4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040481972"/>
              </p:ext>
            </p:extLst>
          </p:nvPr>
        </p:nvGraphicFramePr>
        <p:xfrm>
          <a:off x="982663" y="4221163"/>
          <a:ext cx="271462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38300" imgH="787400" progId="Equation.3">
                  <p:embed/>
                </p:oleObj>
              </mc:Choice>
              <mc:Fallback>
                <p:oleObj r:id="rId7" imgW="1638300" imgH="787400" progId="Equation.3">
                  <p:embed/>
                  <p:pic>
                    <p:nvPicPr>
                      <p:cNvPr id="17" name="Object 36">
                        <a:extLst>
                          <a:ext uri="{FF2B5EF4-FFF2-40B4-BE49-F238E27FC236}">
                            <a16:creationId xmlns:a16="http://schemas.microsoft.com/office/drawing/2014/main" id="{DAFAF2D7-6131-2CB0-2B69-0E24DC4B35A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4221163"/>
                        <a:ext cx="2714625" cy="1304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22">
            <a:extLst>
              <a:ext uri="{FF2B5EF4-FFF2-40B4-BE49-F238E27FC236}">
                <a16:creationId xmlns:a16="http://schemas.microsoft.com/office/drawing/2014/main" id="{C55AA629-3B6C-91C8-E94F-291C7F399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701800"/>
            <a:ext cx="3168650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AutoShape 48">
            <a:extLst>
              <a:ext uri="{FF2B5EF4-FFF2-40B4-BE49-F238E27FC236}">
                <a16:creationId xmlns:a16="http://schemas.microsoft.com/office/drawing/2014/main" id="{D7F749B9-BCC1-9A2C-5722-B188356A1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725988"/>
            <a:ext cx="647700" cy="287337"/>
          </a:xfrm>
          <a:prstGeom prst="rightArrow">
            <a:avLst>
              <a:gd name="adj1" fmla="val 50000"/>
              <a:gd name="adj2" fmla="val 56343"/>
            </a:avLst>
          </a:prstGeom>
          <a:solidFill>
            <a:srgbClr val="FFCC99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20" name="Object 36">
            <a:extLst>
              <a:ext uri="{FF2B5EF4-FFF2-40B4-BE49-F238E27FC236}">
                <a16:creationId xmlns:a16="http://schemas.microsoft.com/office/drawing/2014/main" id="{81F74AD3-B222-D89D-691D-75B3F3A47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008754"/>
              </p:ext>
            </p:extLst>
          </p:nvPr>
        </p:nvGraphicFramePr>
        <p:xfrm>
          <a:off x="5227638" y="4149725"/>
          <a:ext cx="298767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03400" imgH="787400" progId="Equation.3">
                  <p:embed/>
                </p:oleObj>
              </mc:Choice>
              <mc:Fallback>
                <p:oleObj r:id="rId10" imgW="1803400" imgH="787400" progId="Equation.3">
                  <p:embed/>
                  <p:pic>
                    <p:nvPicPr>
                      <p:cNvPr id="20" name="Object 36">
                        <a:extLst>
                          <a:ext uri="{FF2B5EF4-FFF2-40B4-BE49-F238E27FC236}">
                            <a16:creationId xmlns:a16="http://schemas.microsoft.com/office/drawing/2014/main" id="{81F74AD3-B222-D89D-691D-75B3F3A47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638" y="4149725"/>
                        <a:ext cx="2987675" cy="1304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5">
            <a:extLst>
              <a:ext uri="{FF2B5EF4-FFF2-40B4-BE49-F238E27FC236}">
                <a16:creationId xmlns:a16="http://schemas.microsoft.com/office/drawing/2014/main" id="{CA121EF0-E08E-2DB9-7CD7-CBD575583769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5157788"/>
            <a:ext cx="431800" cy="431800"/>
            <a:chOff x="3016" y="1888"/>
            <a:chExt cx="726" cy="816"/>
          </a:xfrm>
        </p:grpSpPr>
        <p:sp>
          <p:nvSpPr>
            <p:cNvPr id="219155" name="Line 26">
              <a:extLst>
                <a:ext uri="{FF2B5EF4-FFF2-40B4-BE49-F238E27FC236}">
                  <a16:creationId xmlns:a16="http://schemas.microsoft.com/office/drawing/2014/main" id="{09AF3DBC-9992-2926-5D5E-7F1879C06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1888"/>
              <a:ext cx="726" cy="81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156" name="Line 27">
              <a:extLst>
                <a:ext uri="{FF2B5EF4-FFF2-40B4-BE49-F238E27FC236}">
                  <a16:creationId xmlns:a16="http://schemas.microsoft.com/office/drawing/2014/main" id="{4CCAC856-3681-93D9-D403-D37B60A815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1888"/>
              <a:ext cx="726" cy="81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8">
            <a:extLst>
              <a:ext uri="{FF2B5EF4-FFF2-40B4-BE49-F238E27FC236}">
                <a16:creationId xmlns:a16="http://schemas.microsoft.com/office/drawing/2014/main" id="{09863828-935B-24FC-D535-C115B296F315}"/>
              </a:ext>
            </a:extLst>
          </p:cNvPr>
          <p:cNvGrpSpPr>
            <a:grpSpLocks/>
          </p:cNvGrpSpPr>
          <p:nvPr/>
        </p:nvGrpSpPr>
        <p:grpSpPr bwMode="auto">
          <a:xfrm>
            <a:off x="7956550" y="5157788"/>
            <a:ext cx="647700" cy="430212"/>
            <a:chOff x="3198" y="3113"/>
            <a:chExt cx="816" cy="544"/>
          </a:xfrm>
        </p:grpSpPr>
        <p:sp>
          <p:nvSpPr>
            <p:cNvPr id="219153" name="Line 29">
              <a:extLst>
                <a:ext uri="{FF2B5EF4-FFF2-40B4-BE49-F238E27FC236}">
                  <a16:creationId xmlns:a16="http://schemas.microsoft.com/office/drawing/2014/main" id="{84CF7D43-0578-B67E-2966-6AC2A3A05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3249"/>
              <a:ext cx="181" cy="40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154" name="Line 30">
              <a:extLst>
                <a:ext uri="{FF2B5EF4-FFF2-40B4-BE49-F238E27FC236}">
                  <a16:creationId xmlns:a16="http://schemas.microsoft.com/office/drawing/2014/main" id="{6C979534-D8F5-37F3-A85F-E41035A8C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4" y="3113"/>
              <a:ext cx="640" cy="54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9150" name="Oval 26">
            <a:extLst>
              <a:ext uri="{FF2B5EF4-FFF2-40B4-BE49-F238E27FC236}">
                <a16:creationId xmlns:a16="http://schemas.microsoft.com/office/drawing/2014/main" id="{1070A71F-E71A-510E-D32F-B56AA02C9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781300"/>
            <a:ext cx="865187" cy="1079500"/>
          </a:xfrm>
          <a:prstGeom prst="ellipse">
            <a:avLst/>
          </a:prstGeom>
          <a:solidFill>
            <a:schemeClr val="accent1">
              <a:alpha val="3137"/>
            </a:schemeClr>
          </a:solidFill>
          <a:ln w="381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zh-CN" altLang="en-US" b="0"/>
          </a:p>
        </p:txBody>
      </p:sp>
      <p:sp>
        <p:nvSpPr>
          <p:cNvPr id="219151" name="Line 27">
            <a:extLst>
              <a:ext uri="{FF2B5EF4-FFF2-40B4-BE49-F238E27FC236}">
                <a16:creationId xmlns:a16="http://schemas.microsoft.com/office/drawing/2014/main" id="{406A14A0-46B6-A1FC-11F0-97D5010FB6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7675" y="1196975"/>
            <a:ext cx="504825" cy="1727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152" name="Text Box 28">
            <a:extLst>
              <a:ext uri="{FF2B5EF4-FFF2-40B4-BE49-F238E27FC236}">
                <a16:creationId xmlns:a16="http://schemas.microsoft.com/office/drawing/2014/main" id="{3763D754-CFEF-2F6F-A91B-15BAD07B5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692150"/>
            <a:ext cx="1727200" cy="385763"/>
          </a:xfrm>
          <a:prstGeom prst="rect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F03E3E"/>
                </a:solidFill>
                <a:ea typeface="宋体" panose="02010600030101010101" pitchFamily="2" charset="-122"/>
              </a:rPr>
              <a:t>存在变化电场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灯片编号占位符 3">
            <a:extLst>
              <a:ext uri="{FF2B5EF4-FFF2-40B4-BE49-F238E27FC236}">
                <a16:creationId xmlns:a16="http://schemas.microsoft.com/office/drawing/2014/main" id="{BCA7482B-50F3-3EE4-9D96-9B7AD152BE2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756B313-C41C-4F2D-812A-D0B69D39A38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19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A74A9535-F526-82FB-9E70-547E42D4F134}"/>
              </a:ext>
            </a:extLst>
          </p:cNvPr>
          <p:cNvGrpSpPr>
            <a:grpSpLocks/>
          </p:cNvGrpSpPr>
          <p:nvPr/>
        </p:nvGrpSpPr>
        <p:grpSpPr bwMode="auto">
          <a:xfrm>
            <a:off x="80963" y="352746"/>
            <a:ext cx="9042400" cy="1412875"/>
            <a:chOff x="68" y="240"/>
            <a:chExt cx="5625" cy="890"/>
          </a:xfrm>
        </p:grpSpPr>
        <p:sp>
          <p:nvSpPr>
            <p:cNvPr id="221202" name="Rectangle 3">
              <a:extLst>
                <a:ext uri="{FF2B5EF4-FFF2-40B4-BE49-F238E27FC236}">
                  <a16:creationId xmlns:a16="http://schemas.microsoft.com/office/drawing/2014/main" id="{49E9C4E8-F9CA-D5BE-8054-5431EE462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240"/>
              <a:ext cx="5625" cy="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 sz="2200" dirty="0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【</a:t>
              </a:r>
              <a:r>
                <a:rPr lang="zh-CN" altLang="en-US" sz="2200" dirty="0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例 </a:t>
              </a:r>
              <a:r>
                <a:rPr lang="en-US" altLang="zh-CN" sz="2200" dirty="0">
                  <a:solidFill>
                    <a:srgbClr val="FFCC66"/>
                  </a:solidFill>
                  <a:latin typeface="Times New Roman" panose="02020603050405020304" pitchFamily="18" charset="0"/>
                </a:rPr>
                <a:t>2.5.3</a:t>
              </a:r>
              <a:r>
                <a:rPr lang="en-US" altLang="zh-CN" sz="2200" dirty="0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】</a:t>
              </a:r>
              <a:r>
                <a:rPr lang="zh-CN" altLang="en-US" sz="2200" dirty="0">
                  <a:latin typeface="Times New Roman" panose="02020603050405020304" pitchFamily="18" charset="0"/>
                </a:rPr>
                <a:t>铜的电导率                              、相对介电常数           。设铜中的传导电流密度为                                       。试证明：在无线电频率范围内，铜中的位移电流与传导电流相比是可以忽略的。</a:t>
              </a:r>
            </a:p>
          </p:txBody>
        </p:sp>
        <p:graphicFrame>
          <p:nvGraphicFramePr>
            <p:cNvPr id="221203" name="Object 4">
              <a:extLst>
                <a:ext uri="{FF2B5EF4-FFF2-40B4-BE49-F238E27FC236}">
                  <a16:creationId xmlns:a16="http://schemas.microsoft.com/office/drawing/2014/main" id="{55C05B38-6487-1A4B-C425-17CAAAE746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0563483"/>
                </p:ext>
              </p:extLst>
            </p:nvPr>
          </p:nvGraphicFramePr>
          <p:xfrm>
            <a:off x="1910" y="305"/>
            <a:ext cx="1315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63427" imgH="114300" progId="Equation.DSMT4">
                    <p:embed/>
                  </p:oleObj>
                </mc:Choice>
                <mc:Fallback>
                  <p:oleObj r:id="rId2" imgW="863427" imgH="114300" progId="Equation.DSMT4">
                    <p:embed/>
                    <p:pic>
                      <p:nvPicPr>
                        <p:cNvPr id="221203" name="Object 4">
                          <a:extLst>
                            <a:ext uri="{FF2B5EF4-FFF2-40B4-BE49-F238E27FC236}">
                              <a16:creationId xmlns:a16="http://schemas.microsoft.com/office/drawing/2014/main" id="{55C05B38-6487-1A4B-C425-17CAAAE746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0" y="305"/>
                          <a:ext cx="1315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1204" name="Object 5">
              <a:extLst>
                <a:ext uri="{FF2B5EF4-FFF2-40B4-BE49-F238E27FC236}">
                  <a16:creationId xmlns:a16="http://schemas.microsoft.com/office/drawing/2014/main" id="{2CA73FF1-3E35-3BFF-29CC-E0E8777CE3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4452377"/>
                </p:ext>
              </p:extLst>
            </p:nvPr>
          </p:nvGraphicFramePr>
          <p:xfrm>
            <a:off x="4430" y="297"/>
            <a:ext cx="46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53827" imgH="133419" progId="Equation.DSMT4">
                    <p:embed/>
                  </p:oleObj>
                </mc:Choice>
                <mc:Fallback>
                  <p:oleObj r:id="rId4" imgW="253827" imgH="133419" progId="Equation.DSMT4">
                    <p:embed/>
                    <p:pic>
                      <p:nvPicPr>
                        <p:cNvPr id="221204" name="Object 5">
                          <a:extLst>
                            <a:ext uri="{FF2B5EF4-FFF2-40B4-BE49-F238E27FC236}">
                              <a16:creationId xmlns:a16="http://schemas.microsoft.com/office/drawing/2014/main" id="{2CA73FF1-3E35-3BFF-29CC-E0E8777CE3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297"/>
                          <a:ext cx="460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1205" name="Object 6">
              <a:extLst>
                <a:ext uri="{FF2B5EF4-FFF2-40B4-BE49-F238E27FC236}">
                  <a16:creationId xmlns:a16="http://schemas.microsoft.com/office/drawing/2014/main" id="{04998B9E-15CC-77B8-88F7-1A12AB1422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8023691"/>
                </p:ext>
              </p:extLst>
            </p:nvPr>
          </p:nvGraphicFramePr>
          <p:xfrm>
            <a:off x="1510" y="572"/>
            <a:ext cx="1791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155535" imgH="152539" progId="Equation.DSMT4">
                    <p:embed/>
                  </p:oleObj>
                </mc:Choice>
                <mc:Fallback>
                  <p:oleObj r:id="rId6" imgW="1155535" imgH="152539" progId="Equation.DSMT4">
                    <p:embed/>
                    <p:pic>
                      <p:nvPicPr>
                        <p:cNvPr id="221205" name="Object 6">
                          <a:extLst>
                            <a:ext uri="{FF2B5EF4-FFF2-40B4-BE49-F238E27FC236}">
                              <a16:creationId xmlns:a16="http://schemas.microsoft.com/office/drawing/2014/main" id="{04998B9E-15CC-77B8-88F7-1A12AB1422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0" y="572"/>
                          <a:ext cx="1791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51975" name="Object 7">
            <a:extLst>
              <a:ext uri="{FF2B5EF4-FFF2-40B4-BE49-F238E27FC236}">
                <a16:creationId xmlns:a16="http://schemas.microsoft.com/office/drawing/2014/main" id="{C5077DA6-582F-08C0-899C-7244730DE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788919"/>
              </p:ext>
            </p:extLst>
          </p:nvPr>
        </p:nvGraphicFramePr>
        <p:xfrm>
          <a:off x="596256" y="2167599"/>
          <a:ext cx="7776219" cy="787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346350" imgH="298427" progId="Equation.DSMT4">
                  <p:embed/>
                </p:oleObj>
              </mc:Choice>
              <mc:Fallback>
                <p:oleObj r:id="rId8" imgW="3346350" imgH="298427" progId="Equation.DSMT4">
                  <p:embed/>
                  <p:pic>
                    <p:nvPicPr>
                      <p:cNvPr id="851975" name="Object 7">
                        <a:extLst>
                          <a:ext uri="{FF2B5EF4-FFF2-40B4-BE49-F238E27FC236}">
                            <a16:creationId xmlns:a16="http://schemas.microsoft.com/office/drawing/2014/main" id="{C5077DA6-582F-08C0-899C-7244730DE0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56" y="2167599"/>
                        <a:ext cx="7776219" cy="787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6" name="Object 8">
            <a:extLst>
              <a:ext uri="{FF2B5EF4-FFF2-40B4-BE49-F238E27FC236}">
                <a16:creationId xmlns:a16="http://schemas.microsoft.com/office/drawing/2014/main" id="{EFA07180-3DF3-12E7-ABB6-838D9A176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991634"/>
              </p:ext>
            </p:extLst>
          </p:nvPr>
        </p:nvGraphicFramePr>
        <p:xfrm>
          <a:off x="3491880" y="3028103"/>
          <a:ext cx="1872208" cy="460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42755" imgH="133419" progId="Equation.DSMT4">
                  <p:embed/>
                </p:oleObj>
              </mc:Choice>
              <mc:Fallback>
                <p:oleObj r:id="rId10" imgW="742755" imgH="133419" progId="Equation.DSMT4">
                  <p:embed/>
                  <p:pic>
                    <p:nvPicPr>
                      <p:cNvPr id="851976" name="Object 8">
                        <a:extLst>
                          <a:ext uri="{FF2B5EF4-FFF2-40B4-BE49-F238E27FC236}">
                            <a16:creationId xmlns:a16="http://schemas.microsoft.com/office/drawing/2014/main" id="{EFA07180-3DF3-12E7-ABB6-838D9A1765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3028103"/>
                        <a:ext cx="1872208" cy="460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77" name="Rectangle 9">
            <a:extLst>
              <a:ext uri="{FF2B5EF4-FFF2-40B4-BE49-F238E27FC236}">
                <a16:creationId xmlns:a16="http://schemas.microsoft.com/office/drawing/2014/main" id="{D0F20C9E-735E-2B8E-C289-BD21B3E98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15" y="3496090"/>
            <a:ext cx="4608513" cy="53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</a:pPr>
            <a:r>
              <a:rPr lang="zh-CN" altLang="en-US" sz="2200" dirty="0">
                <a:latin typeface="Times New Roman" panose="02020603050405020304" pitchFamily="18" charset="0"/>
              </a:rPr>
              <a:t>而传导电流密度的振幅值为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51978" name="Object 10">
            <a:extLst>
              <a:ext uri="{FF2B5EF4-FFF2-40B4-BE49-F238E27FC236}">
                <a16:creationId xmlns:a16="http://schemas.microsoft.com/office/drawing/2014/main" id="{F415C4A3-A040-DBE0-2CD2-48615B649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001749"/>
              </p:ext>
            </p:extLst>
          </p:nvPr>
        </p:nvGraphicFramePr>
        <p:xfrm>
          <a:off x="3635896" y="3613297"/>
          <a:ext cx="1314775" cy="46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95170" imgH="133419" progId="Equation.DSMT4">
                  <p:embed/>
                </p:oleObj>
              </mc:Choice>
              <mc:Fallback>
                <p:oleObj r:id="rId12" imgW="495170" imgH="133419" progId="Equation.DSMT4">
                  <p:embed/>
                  <p:pic>
                    <p:nvPicPr>
                      <p:cNvPr id="851978" name="Object 10">
                        <a:extLst>
                          <a:ext uri="{FF2B5EF4-FFF2-40B4-BE49-F238E27FC236}">
                            <a16:creationId xmlns:a16="http://schemas.microsoft.com/office/drawing/2014/main" id="{F415C4A3-A040-DBE0-2CD2-48615B649E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3613297"/>
                        <a:ext cx="1314775" cy="463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79" name="Rectangle 11">
            <a:extLst>
              <a:ext uri="{FF2B5EF4-FFF2-40B4-BE49-F238E27FC236}">
                <a16:creationId xmlns:a16="http://schemas.microsoft.com/office/drawing/2014/main" id="{5C1EACB1-72C9-C85F-89B6-6CBC9B8D9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101" y="4970571"/>
            <a:ext cx="9144000" cy="757130"/>
          </a:xfrm>
          <a:prstGeom prst="rect">
            <a:avLst/>
          </a:prstGeom>
          <a:solidFill>
            <a:srgbClr val="FFCC99"/>
          </a:solidFill>
          <a:ln w="15875">
            <a:solidFill>
              <a:srgbClr val="FFD9D9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20000"/>
              </a:lnSpc>
            </a:pPr>
            <a:r>
              <a:rPr lang="zh-CN" altLang="en-US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通常所说的无线电频率是指 </a:t>
            </a:r>
            <a:r>
              <a:rPr lang="en-US" altLang="zh-CN" sz="1800" i="1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300 MHz</a:t>
            </a:r>
            <a:r>
              <a:rPr lang="zh-CN" altLang="en-US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以下的频率范围，即使扩展到极高频段（</a:t>
            </a:r>
            <a:r>
              <a:rPr lang="en-US" altLang="zh-CN" sz="1800" i="1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 </a:t>
            </a:r>
            <a:r>
              <a:rPr lang="en-US" altLang="zh-CN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30</a:t>
            </a:r>
            <a:r>
              <a:rPr lang="zh-CN" altLang="en-US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300 GHz</a:t>
            </a:r>
            <a:r>
              <a:rPr lang="zh-CN" altLang="en-US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），从上面的关系式看出比值 </a:t>
            </a:r>
            <a:r>
              <a:rPr lang="en-US" altLang="zh-CN" sz="1800" i="1" dirty="0" err="1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baseline="-25000" dirty="0" err="1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dm</a:t>
            </a:r>
            <a:r>
              <a:rPr lang="en-US" altLang="zh-CN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800" i="1" dirty="0" err="1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baseline="-25000" dirty="0" err="1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1800" baseline="-250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solidFill>
                  <a:srgbClr val="75090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也是很小的，故可忽略铜中的位移电流。</a:t>
            </a:r>
          </a:p>
        </p:txBody>
      </p:sp>
      <p:sp>
        <p:nvSpPr>
          <p:cNvPr id="851980" name="Rectangle 12">
            <a:extLst>
              <a:ext uri="{FF2B5EF4-FFF2-40B4-BE49-F238E27FC236}">
                <a16:creationId xmlns:a16="http://schemas.microsoft.com/office/drawing/2014/main" id="{0ABDEBF4-3C3E-F7EE-88B1-F1962F6A1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6" y="1662407"/>
            <a:ext cx="8968503" cy="53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ctr">
              <a:lnSpc>
                <a:spcPct val="130000"/>
              </a:lnSpc>
            </a:pPr>
            <a:r>
              <a:rPr lang="en-US" altLang="zh-CN" sz="2200" dirty="0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200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解</a:t>
            </a:r>
            <a:r>
              <a:rPr lang="en-US" altLang="zh-CN" sz="2200" dirty="0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200" dirty="0">
                <a:latin typeface="Times New Roman" panose="02020603050405020304" pitchFamily="18" charset="0"/>
              </a:rPr>
              <a:t>铜中存在时变电磁场时、令                         ），位移电流密度为</a:t>
            </a:r>
          </a:p>
        </p:txBody>
      </p:sp>
      <p:sp>
        <p:nvSpPr>
          <p:cNvPr id="851981" name="Rectangle 13">
            <a:extLst>
              <a:ext uri="{FF2B5EF4-FFF2-40B4-BE49-F238E27FC236}">
                <a16:creationId xmlns:a16="http://schemas.microsoft.com/office/drawing/2014/main" id="{E78725A6-B861-ACB1-633E-1AD386FAF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06725"/>
            <a:ext cx="4176712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200" dirty="0">
                <a:latin typeface="Times New Roman" panose="02020603050405020304" pitchFamily="18" charset="0"/>
              </a:rPr>
              <a:t>位移电流密度的振幅值为</a:t>
            </a:r>
          </a:p>
        </p:txBody>
      </p:sp>
      <p:sp>
        <p:nvSpPr>
          <p:cNvPr id="221196" name="AutoShape 17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DC7102A4-943A-0413-3E68-5C2BFEE2F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21197" name="AutoShape 1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4BA117A-5EB6-6FCD-30DA-558363F19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21198" name="AutoShape 1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1920E24-D278-2DFC-B532-B34CCF6D2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21199" name="AutoShape 2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7CA16B0-99AE-C4B0-E242-BF145D1B2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7EA4EBEE-7DAE-FD7F-5267-2456869FF9A2}"/>
              </a:ext>
            </a:extLst>
          </p:cNvPr>
          <p:cNvSpPr txBox="1"/>
          <p:nvPr/>
        </p:nvSpPr>
        <p:spPr>
          <a:xfrm>
            <a:off x="128877" y="5743840"/>
            <a:ext cx="8946571" cy="131645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媒质的导电性能：不但与电导率有关，还与工作频率密切相关。</a:t>
            </a:r>
            <a:endParaRPr lang="en-US" altLang="zh-CN" sz="20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 见“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4.5.3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复介电常数和复磁导率” ） </a:t>
            </a:r>
          </a:p>
          <a:p>
            <a:pPr algn="just" eaLnBrk="1" hangingPunct="1">
              <a:lnSpc>
                <a:spcPct val="130000"/>
              </a:lnSpc>
            </a:pPr>
            <a:endParaRPr lang="zh-CN" altLang="en-US" dirty="0">
              <a:solidFill>
                <a:schemeClr val="bg1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09658E-5ACD-D2AC-642D-4AE82CE976B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637" y="4059635"/>
            <a:ext cx="8458201" cy="8685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DA8DC8F-6688-C963-59F9-176964D3F5E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7881" y="1793235"/>
            <a:ext cx="1952311" cy="3889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5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85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5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85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85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85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7" grpId="0"/>
      <p:bldP spid="851979" grpId="0" animBg="1"/>
      <p:bldP spid="851980" grpId="0"/>
      <p:bldP spid="851981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BDCD5D5-AD20-FB1F-D10D-0423BCD4D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00" y="5212137"/>
            <a:ext cx="8200000" cy="1714286"/>
          </a:xfrm>
          <a:prstGeom prst="rect">
            <a:avLst/>
          </a:prstGeom>
        </p:spPr>
      </p:pic>
      <p:sp>
        <p:nvSpPr>
          <p:cNvPr id="222210" name="灯片编号占位符 3">
            <a:extLst>
              <a:ext uri="{FF2B5EF4-FFF2-40B4-BE49-F238E27FC236}">
                <a16:creationId xmlns:a16="http://schemas.microsoft.com/office/drawing/2014/main" id="{1802032B-FDC8-02D3-64D6-8139128553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136804D-6507-4EAE-B507-1FE12D5153D9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50946" name="Object 2">
            <a:extLst>
              <a:ext uri="{FF2B5EF4-FFF2-40B4-BE49-F238E27FC236}">
                <a16:creationId xmlns:a16="http://schemas.microsoft.com/office/drawing/2014/main" id="{173B03DB-BB9D-6366-FD12-005DA1FC83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579338"/>
              </p:ext>
            </p:extLst>
          </p:nvPr>
        </p:nvGraphicFramePr>
        <p:xfrm>
          <a:off x="4450020" y="374694"/>
          <a:ext cx="3922455" cy="561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00356" imgH="171658" progId="Equation.DSMT4">
                  <p:embed/>
                </p:oleObj>
              </mc:Choice>
              <mc:Fallback>
                <p:oleObj r:id="rId4" imgW="1600356" imgH="171658" progId="Equation.DSMT4">
                  <p:embed/>
                  <p:pic>
                    <p:nvPicPr>
                      <p:cNvPr id="850946" name="Object 2">
                        <a:extLst>
                          <a:ext uri="{FF2B5EF4-FFF2-40B4-BE49-F238E27FC236}">
                            <a16:creationId xmlns:a16="http://schemas.microsoft.com/office/drawing/2014/main" id="{173B03DB-BB9D-6366-FD12-005DA1FC83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0020" y="374694"/>
                        <a:ext cx="3922455" cy="561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947" name="Object 3">
            <a:extLst>
              <a:ext uri="{FF2B5EF4-FFF2-40B4-BE49-F238E27FC236}">
                <a16:creationId xmlns:a16="http://schemas.microsoft.com/office/drawing/2014/main" id="{F985FC4F-7A18-811B-5AE0-B92AE40CF6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512534"/>
              </p:ext>
            </p:extLst>
          </p:nvPr>
        </p:nvGraphicFramePr>
        <p:xfrm>
          <a:off x="4470231" y="2611081"/>
          <a:ext cx="3558153" cy="532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55832" imgH="171658" progId="Equation.DSMT4">
                  <p:embed/>
                </p:oleObj>
              </mc:Choice>
              <mc:Fallback>
                <p:oleObj r:id="rId6" imgW="1555832" imgH="171658" progId="Equation.DSMT4">
                  <p:embed/>
                  <p:pic>
                    <p:nvPicPr>
                      <p:cNvPr id="850947" name="Object 3">
                        <a:extLst>
                          <a:ext uri="{FF2B5EF4-FFF2-40B4-BE49-F238E27FC236}">
                            <a16:creationId xmlns:a16="http://schemas.microsoft.com/office/drawing/2014/main" id="{F985FC4F-7A18-811B-5AE0-B92AE40CF6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231" y="2611081"/>
                        <a:ext cx="3558153" cy="532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948" name="Object 4">
            <a:extLst>
              <a:ext uri="{FF2B5EF4-FFF2-40B4-BE49-F238E27FC236}">
                <a16:creationId xmlns:a16="http://schemas.microsoft.com/office/drawing/2014/main" id="{BE697813-8E2A-13DD-0F7B-B53BC8571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37829"/>
              </p:ext>
            </p:extLst>
          </p:nvPr>
        </p:nvGraphicFramePr>
        <p:xfrm>
          <a:off x="5916007" y="3250608"/>
          <a:ext cx="4320480" cy="772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03417" imgH="311312" progId="Equation.DSMT4">
                  <p:embed/>
                </p:oleObj>
              </mc:Choice>
              <mc:Fallback>
                <p:oleObj r:id="rId8" imgW="1803417" imgH="311312" progId="Equation.DSMT4">
                  <p:embed/>
                  <p:pic>
                    <p:nvPicPr>
                      <p:cNvPr id="850948" name="Object 4">
                        <a:extLst>
                          <a:ext uri="{FF2B5EF4-FFF2-40B4-BE49-F238E27FC236}">
                            <a16:creationId xmlns:a16="http://schemas.microsoft.com/office/drawing/2014/main" id="{BE697813-8E2A-13DD-0F7B-B53BC8571E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6007" y="3250608"/>
                        <a:ext cx="4320480" cy="772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949" name="Rectangle 5">
            <a:extLst>
              <a:ext uri="{FF2B5EF4-FFF2-40B4-BE49-F238E27FC236}">
                <a16:creationId xmlns:a16="http://schemas.microsoft.com/office/drawing/2014/main" id="{D95C0D5D-90CB-6A11-4C1A-798B86DF1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7" y="854951"/>
            <a:ext cx="882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式中的 </a:t>
            </a:r>
            <a:r>
              <a:rPr lang="en-US" altLang="zh-CN" i="1" dirty="0"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latin typeface="Times New Roman" panose="02020603050405020304" pitchFamily="18" charset="0"/>
              </a:rPr>
              <a:t>为常数。试求：位移电流密度和电场强度。</a:t>
            </a:r>
          </a:p>
        </p:txBody>
      </p:sp>
      <p:sp>
        <p:nvSpPr>
          <p:cNvPr id="850950" name="Rectangle 6">
            <a:extLst>
              <a:ext uri="{FF2B5EF4-FFF2-40B4-BE49-F238E27FC236}">
                <a16:creationId xmlns:a16="http://schemas.microsoft.com/office/drawing/2014/main" id="{3E6112E7-1BEA-635B-638E-E9BA1B935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2" y="423298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en-US" altLang="zh-CN" dirty="0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</a:t>
            </a:r>
            <a:r>
              <a:rPr lang="en-US" altLang="zh-CN" dirty="0">
                <a:solidFill>
                  <a:srgbClr val="FFCC66"/>
                </a:solidFill>
                <a:latin typeface="Times New Roman" panose="02020603050405020304" pitchFamily="18" charset="0"/>
              </a:rPr>
              <a:t>2.5.4</a:t>
            </a:r>
            <a:r>
              <a:rPr lang="en-US" altLang="zh-CN" dirty="0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自由空间的磁场强度为</a:t>
            </a:r>
          </a:p>
        </p:txBody>
      </p:sp>
      <p:sp>
        <p:nvSpPr>
          <p:cNvPr id="222224" name="Rectangle 8">
            <a:extLst>
              <a:ext uri="{FF2B5EF4-FFF2-40B4-BE49-F238E27FC236}">
                <a16:creationId xmlns:a16="http://schemas.microsoft.com/office/drawing/2014/main" id="{7F6B1B0B-528E-3B9A-71C8-7B47C7D55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8323" y="1285047"/>
            <a:ext cx="9123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ctr"/>
            <a:r>
              <a:rPr lang="en-US" altLang="zh-CN" dirty="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en-US" altLang="zh-CN" dirty="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dirty="0">
                <a:solidFill>
                  <a:srgbClr val="F03E3E"/>
                </a:solidFill>
                <a:latin typeface="Times New Roman" panose="02020603050405020304" pitchFamily="18" charset="0"/>
              </a:rPr>
              <a:t>自由空间的传导电流密度为</a:t>
            </a:r>
            <a:r>
              <a:rPr lang="en-US" altLang="zh-CN" dirty="0">
                <a:solidFill>
                  <a:srgbClr val="F03E3E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，故由式           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得</a:t>
            </a:r>
          </a:p>
        </p:txBody>
      </p:sp>
      <p:sp>
        <p:nvSpPr>
          <p:cNvPr id="222217" name="AutoShape 10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EF97A378-1068-F2A0-4BF2-6DBB633C3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22218" name="AutoShape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204E771-621E-7984-CBA4-52A44736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22219" name="AutoShape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A0776C2-3F9B-9A4E-0657-DF78A28AD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22220" name="AutoShape 1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B6151C1-E14C-849C-D46B-45AD21F5E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50958" name="Object 14">
            <a:extLst>
              <a:ext uri="{FF2B5EF4-FFF2-40B4-BE49-F238E27FC236}">
                <a16:creationId xmlns:a16="http://schemas.microsoft.com/office/drawing/2014/main" id="{D6C3573E-59A4-074B-74C0-DA9203C99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417876"/>
              </p:ext>
            </p:extLst>
          </p:nvPr>
        </p:nvGraphicFramePr>
        <p:xfrm>
          <a:off x="178782" y="1739501"/>
          <a:ext cx="573722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476682" imgH="317546" progId="Equation.DSMT4">
                  <p:embed/>
                </p:oleObj>
              </mc:Choice>
              <mc:Fallback>
                <p:oleObj r:id="rId11" imgW="2476682" imgH="317546" progId="Equation.DSMT4">
                  <p:embed/>
                  <p:pic>
                    <p:nvPicPr>
                      <p:cNvPr id="850958" name="Object 14">
                        <a:extLst>
                          <a:ext uri="{FF2B5EF4-FFF2-40B4-BE49-F238E27FC236}">
                            <a16:creationId xmlns:a16="http://schemas.microsoft.com/office/drawing/2014/main" id="{D6C3573E-59A4-074B-74C0-DA9203C99B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82" y="1739501"/>
                        <a:ext cx="573722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959" name="Object 15">
            <a:extLst>
              <a:ext uri="{FF2B5EF4-FFF2-40B4-BE49-F238E27FC236}">
                <a16:creationId xmlns:a16="http://schemas.microsoft.com/office/drawing/2014/main" id="{D6B98536-3DEE-1990-79AC-69567906B4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343949"/>
              </p:ext>
            </p:extLst>
          </p:nvPr>
        </p:nvGraphicFramePr>
        <p:xfrm>
          <a:off x="566606" y="2514778"/>
          <a:ext cx="3903625" cy="720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784276" imgH="279308" progId="Equation.DSMT4">
                  <p:embed/>
                </p:oleObj>
              </mc:Choice>
              <mc:Fallback>
                <p:oleObj r:id="rId13" imgW="1784276" imgH="279308" progId="Equation.DSMT4">
                  <p:embed/>
                  <p:pic>
                    <p:nvPicPr>
                      <p:cNvPr id="850959" name="Object 15">
                        <a:extLst>
                          <a:ext uri="{FF2B5EF4-FFF2-40B4-BE49-F238E27FC236}">
                            <a16:creationId xmlns:a16="http://schemas.microsoft.com/office/drawing/2014/main" id="{D6B98536-3DEE-1990-79AC-69567906B4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606" y="2514778"/>
                        <a:ext cx="3903625" cy="720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960" name="Object 16">
            <a:extLst>
              <a:ext uri="{FF2B5EF4-FFF2-40B4-BE49-F238E27FC236}">
                <a16:creationId xmlns:a16="http://schemas.microsoft.com/office/drawing/2014/main" id="{DB831292-CA5E-8816-0641-E5CA7D9A99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335227"/>
              </p:ext>
            </p:extLst>
          </p:nvPr>
        </p:nvGraphicFramePr>
        <p:xfrm>
          <a:off x="44641" y="3205689"/>
          <a:ext cx="5928403" cy="843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413017" imgH="336665" progId="Equation.DSMT4">
                  <p:embed/>
                </p:oleObj>
              </mc:Choice>
              <mc:Fallback>
                <p:oleObj r:id="rId15" imgW="2413017" imgH="336665" progId="Equation.DSMT4">
                  <p:embed/>
                  <p:pic>
                    <p:nvPicPr>
                      <p:cNvPr id="850960" name="Object 16">
                        <a:extLst>
                          <a:ext uri="{FF2B5EF4-FFF2-40B4-BE49-F238E27FC236}">
                            <a16:creationId xmlns:a16="http://schemas.microsoft.com/office/drawing/2014/main" id="{DB831292-CA5E-8816-0641-E5CA7D9A99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1" y="3205689"/>
                        <a:ext cx="5928403" cy="843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80F8FFA3-2A5E-D52E-7899-BB07E4BB2C1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73044" y="1258703"/>
            <a:ext cx="2312095" cy="636506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046D5F1-94BD-92B1-8D72-3A3C0E8B575F}"/>
              </a:ext>
            </a:extLst>
          </p:cNvPr>
          <p:cNvCxnSpPr>
            <a:cxnSpLocks/>
          </p:cNvCxnSpPr>
          <p:nvPr/>
        </p:nvCxnSpPr>
        <p:spPr bwMode="auto">
          <a:xfrm>
            <a:off x="1435398" y="5842133"/>
            <a:ext cx="0" cy="10432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048FE07-1696-1F24-1DA7-BFCA89FC259C}"/>
              </a:ext>
            </a:extLst>
          </p:cNvPr>
          <p:cNvCxnSpPr>
            <a:cxnSpLocks/>
          </p:cNvCxnSpPr>
          <p:nvPr/>
        </p:nvCxnSpPr>
        <p:spPr bwMode="auto">
          <a:xfrm>
            <a:off x="1331640" y="6766603"/>
            <a:ext cx="10801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4AFC7185-E066-F4A2-F43C-057162A488C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3999736"/>
            <a:ext cx="9144000" cy="1220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5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5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85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0"/>
                                        <p:tgtEl>
                                          <p:spTgt spid="850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0"/>
                                        <p:tgtEl>
                                          <p:spTgt spid="850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0"/>
                                        <p:tgtEl>
                                          <p:spTgt spid="85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0"/>
                                        <p:tgtEl>
                                          <p:spTgt spid="850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3000"/>
                                        <p:tgtEl>
                                          <p:spTgt spid="85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949" grpId="0"/>
      <p:bldP spid="85095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灯片编号占位符 2">
            <a:extLst>
              <a:ext uri="{FF2B5EF4-FFF2-40B4-BE49-F238E27FC236}">
                <a16:creationId xmlns:a16="http://schemas.microsoft.com/office/drawing/2014/main" id="{50949BED-5263-66DB-B677-EA783E2A5C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F8B2BA6-082C-4402-A7B4-D8A9C4B8B66D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8133" name="Text Box 5">
            <a:extLst>
              <a:ext uri="{FF2B5EF4-FFF2-40B4-BE49-F238E27FC236}">
                <a16:creationId xmlns:a16="http://schemas.microsoft.com/office/drawing/2014/main" id="{66E24EA4-A77D-4D80-65DE-4FBCD7CE4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378208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</a:rPr>
              <a:t>作业</a:t>
            </a:r>
            <a:r>
              <a:rPr lang="zh-CN" altLang="en-US" dirty="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224260" name="Rectangle 7">
            <a:extLst>
              <a:ext uri="{FF2B5EF4-FFF2-40B4-BE49-F238E27FC236}">
                <a16:creationId xmlns:a16="http://schemas.microsoft.com/office/drawing/2014/main" id="{328161CA-2410-4C47-3DAC-051D7C877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781300"/>
            <a:ext cx="38893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rPr>
              <a:t>2.24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3D4AC4-9BA6-9618-4768-322B352D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688"/>
            <a:ext cx="9144000" cy="1220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33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4494</TotalTime>
  <Words>1652</Words>
  <Application>Microsoft Office PowerPoint</Application>
  <PresentationFormat>全屏显示(4:3)</PresentationFormat>
  <Paragraphs>284</Paragraphs>
  <Slides>21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-apple-system</vt:lpstr>
      <vt:lpstr>inherit</vt:lpstr>
      <vt:lpstr>黑体</vt:lpstr>
      <vt:lpstr>楷体_GB2312</vt:lpstr>
      <vt:lpstr>隶书</vt:lpstr>
      <vt:lpstr>宋体</vt:lpstr>
      <vt:lpstr>幼圆</vt:lpstr>
      <vt:lpstr>Arial</vt:lpstr>
      <vt:lpstr>MT Extra</vt:lpstr>
      <vt:lpstr>Times New Roman</vt:lpstr>
      <vt:lpstr>Verdana</vt:lpstr>
      <vt:lpstr>Wingdings</vt:lpstr>
      <vt:lpstr>1_默认设计模板</vt:lpstr>
      <vt:lpstr>Equation.3</vt:lpstr>
      <vt:lpstr>Equation.DSMT4</vt:lpstr>
      <vt:lpstr>Equation</vt:lpstr>
      <vt:lpstr>2.5  电磁感应定律和位移电流</vt:lpstr>
      <vt:lpstr>2.5.1   电磁感应定律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2.5.2   位移电流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2385</cp:revision>
  <dcterms:created xsi:type="dcterms:W3CDTF">2004-02-10T07:06:32Z</dcterms:created>
  <dcterms:modified xsi:type="dcterms:W3CDTF">2025-10-28T06:22:11Z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0FF6B3B4C067411E96926C055B61A004</vt:lpwstr>
  </property>
  <property fmtid="{D5CDD505-2E9C-101B-9397-08002B2CF9AE}" pid="3" name="KSOProductBuildVer">
    <vt:lpwstr>2052-11.1.0.10463</vt:lpwstr>
  </property>
</Properties>
</file>