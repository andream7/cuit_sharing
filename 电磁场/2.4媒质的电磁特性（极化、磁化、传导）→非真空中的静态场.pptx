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842" r:id="rId2"/>
    <p:sldId id="637" r:id="rId3"/>
    <p:sldId id="841" r:id="rId4"/>
    <p:sldId id="817" r:id="rId5"/>
    <p:sldId id="738" r:id="rId6"/>
    <p:sldId id="818" r:id="rId7"/>
    <p:sldId id="805" r:id="rId8"/>
    <p:sldId id="804" r:id="rId9"/>
    <p:sldId id="739" r:id="rId10"/>
    <p:sldId id="740" r:id="rId11"/>
    <p:sldId id="675" r:id="rId12"/>
    <p:sldId id="720" r:id="rId13"/>
    <p:sldId id="718" r:id="rId14"/>
    <p:sldId id="588" r:id="rId15"/>
    <p:sldId id="593" r:id="rId16"/>
    <p:sldId id="595" r:id="rId17"/>
    <p:sldId id="596" r:id="rId18"/>
    <p:sldId id="572" r:id="rId19"/>
    <p:sldId id="790" r:id="rId20"/>
    <p:sldId id="726" r:id="rId21"/>
    <p:sldId id="723" r:id="rId22"/>
    <p:sldId id="833" r:id="rId23"/>
    <p:sldId id="795" r:id="rId24"/>
    <p:sldId id="724" r:id="rId25"/>
    <p:sldId id="728" r:id="rId26"/>
    <p:sldId id="729" r:id="rId27"/>
    <p:sldId id="789" r:id="rId28"/>
    <p:sldId id="730" r:id="rId29"/>
    <p:sldId id="731" r:id="rId30"/>
    <p:sldId id="608" r:id="rId31"/>
    <p:sldId id="582" r:id="rId32"/>
    <p:sldId id="541" r:id="rId33"/>
    <p:sldId id="791" r:id="rId34"/>
    <p:sldId id="732" r:id="rId35"/>
    <p:sldId id="736" r:id="rId36"/>
    <p:sldId id="737" r:id="rId37"/>
    <p:sldId id="838" r:id="rId38"/>
    <p:sldId id="840" r:id="rId39"/>
    <p:sldId id="733" r:id="rId40"/>
    <p:sldId id="797" r:id="rId4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bg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00"/>
    <a:srgbClr val="FF66FF"/>
    <a:srgbClr val="D60093"/>
    <a:srgbClr val="FF7C80"/>
    <a:srgbClr val="77C1C7"/>
    <a:srgbClr val="282828"/>
    <a:srgbClr val="FF3300"/>
    <a:srgbClr val="BAF1F4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9" autoAdjust="0"/>
    <p:restoredTop sz="84753" autoAdjust="0"/>
  </p:normalViewPr>
  <p:slideViewPr>
    <p:cSldViewPr>
      <p:cViewPr varScale="1">
        <p:scale>
          <a:sx n="68" d="100"/>
          <a:sy n="68" d="100"/>
        </p:scale>
        <p:origin x="1200" y="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55718582-C99E-0661-2E30-E0147BF80D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80D6E15F-C664-3116-66CE-FD23D12720D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8A6BD1A-3AB5-4CC6-9D29-8EDC4A748354}" type="datetime1">
              <a:rPr lang="zh-CN" altLang="en-US"/>
              <a:pPr>
                <a:defRPr/>
              </a:pPr>
              <a:t>2025/12/2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F7D677A1-55B5-7D8E-61A5-CCE83E1FCCC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2A5216FA-7A4D-65B7-ED93-4F3607904A8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534190-E36B-43DA-8559-619AFF81D21D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B1B28B6C-9F66-6553-78BA-0BAACE0EA3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9B7FF01C-CCF4-2945-C66B-CF6E8F56F43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9C6F435-E508-4CD1-86BF-5A8F77C66126}" type="datetime1">
              <a:rPr lang="zh-CN" altLang="en-US"/>
              <a:pPr>
                <a:defRPr/>
              </a:pPr>
              <a:t>2025/12/2</a:t>
            </a:fld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E476029-3093-BDF0-7F9D-8855CA41B7D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64969551-8F51-A457-1392-8E311915B09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253FBE46-C72A-9CE2-0ECD-DAB55DDC102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95EC9397-CB2A-71EE-CFCB-184D8446F3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5A734A-3362-4E54-BC74-9F9B00AF169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006ACDB9-9134-4F4D-044F-7B44FDE6D9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B7FFD63A-1D14-42F1-548C-6FBB0834DE7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1920338-8D59-462B-AE06-45C52C7E6E38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4692" name="Rectangle 6">
            <a:extLst>
              <a:ext uri="{FF2B5EF4-FFF2-40B4-BE49-F238E27FC236}">
                <a16:creationId xmlns:a16="http://schemas.microsoft.com/office/drawing/2014/main" id="{578DBF16-EB33-0405-5CB1-02B944F985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14693" name="Rectangle 7">
            <a:extLst>
              <a:ext uri="{FF2B5EF4-FFF2-40B4-BE49-F238E27FC236}">
                <a16:creationId xmlns:a16="http://schemas.microsoft.com/office/drawing/2014/main" id="{A5BA5EDA-9554-F771-C597-F53211545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D50363C-F4AD-4FE1-AECC-49476D2602FA}" type="slidenum">
              <a:rPr altLang="zh-CN"/>
              <a:pPr/>
              <a:t>2</a:t>
            </a:fld>
            <a:endParaRPr lang="zh-CN" altLang="zh-CN"/>
          </a:p>
        </p:txBody>
      </p:sp>
      <p:sp>
        <p:nvSpPr>
          <p:cNvPr id="114694" name="Rectangle 2">
            <a:extLst>
              <a:ext uri="{FF2B5EF4-FFF2-40B4-BE49-F238E27FC236}">
                <a16:creationId xmlns:a16="http://schemas.microsoft.com/office/drawing/2014/main" id="{148B41A8-BAC6-E7E8-45D1-C39FB90097A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4695" name="Rectangle 3">
            <a:extLst>
              <a:ext uri="{FF2B5EF4-FFF2-40B4-BE49-F238E27FC236}">
                <a16:creationId xmlns:a16="http://schemas.microsoft.com/office/drawing/2014/main" id="{73CC4995-7A79-76BD-7D3D-7A7B2B4371A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effectLst/>
                <a:latin typeface="-apple-system"/>
              </a:rPr>
              <a:t>在电磁学里，给物质带来“电性”的两种本质不同的物理过程分别叫传导和极化。</a:t>
            </a:r>
            <a:r>
              <a:rPr lang="zh-CN" altLang="en-US" b="0" i="0" u="sng" dirty="0">
                <a:effectLst/>
                <a:latin typeface="-apple-system"/>
              </a:rPr>
              <a:t>“电性”既包含“带电”（净电荷不为零），也包含“可极化”（净电荷为零但偶极矩可改变）</a:t>
            </a:r>
            <a:r>
              <a:rPr lang="zh-CN" altLang="en-US" b="0" i="0" dirty="0">
                <a:effectLst/>
                <a:latin typeface="-apple-system"/>
              </a:rPr>
              <a:t>。</a:t>
            </a:r>
            <a:endParaRPr lang="en-US" altLang="zh-CN" b="0" i="0" dirty="0">
              <a:effectLst/>
              <a:latin typeface="-apple-system"/>
            </a:endParaRPr>
          </a:p>
          <a:p>
            <a:pPr algn="l" fontAlgn="base"/>
            <a:r>
              <a:rPr lang="zh-CN" altLang="en-US" b="0" i="0" dirty="0">
                <a:effectLst/>
                <a:latin typeface="inherit"/>
              </a:rPr>
              <a:t>传导（</a:t>
            </a:r>
            <a:r>
              <a:rPr lang="en-US" altLang="zh-CN" b="0" i="0" dirty="0">
                <a:effectLst/>
                <a:latin typeface="inherit"/>
              </a:rPr>
              <a:t>conduction</a:t>
            </a:r>
            <a:r>
              <a:rPr lang="zh-CN" altLang="en-US" b="0" i="0" dirty="0">
                <a:effectLst/>
                <a:latin typeface="inherit"/>
              </a:rPr>
              <a:t>）：宏观上让物体带上</a:t>
            </a:r>
            <a:r>
              <a:rPr lang="zh-CN" altLang="en-US" b="1" i="0" dirty="0">
                <a:effectLst/>
                <a:latin typeface="inherit"/>
              </a:rPr>
              <a:t>净电荷</a:t>
            </a:r>
            <a:r>
              <a:rPr lang="zh-CN" altLang="en-US" b="0" i="0" dirty="0">
                <a:effectLst/>
                <a:latin typeface="inherit"/>
              </a:rPr>
              <a:t>（可自由移动），对应“使物体带电”。</a:t>
            </a:r>
            <a:endParaRPr lang="en-US" altLang="zh-CN" b="0" i="0" dirty="0">
              <a:effectLst/>
              <a:latin typeface="inherit"/>
            </a:endParaRPr>
          </a:p>
          <a:p>
            <a:pPr algn="l" fontAlgn="base"/>
            <a:r>
              <a:rPr lang="zh-CN" altLang="en-US" b="0" i="0" dirty="0">
                <a:effectLst/>
                <a:latin typeface="inherit"/>
              </a:rPr>
              <a:t>极化（</a:t>
            </a:r>
            <a:r>
              <a:rPr lang="en-US" altLang="zh-CN" b="0" i="0" dirty="0">
                <a:effectLst/>
                <a:latin typeface="inherit"/>
              </a:rPr>
              <a:t>polarization</a:t>
            </a:r>
            <a:r>
              <a:rPr lang="zh-CN" altLang="en-US" b="0" i="0" dirty="0">
                <a:effectLst/>
                <a:latin typeface="inherit"/>
              </a:rPr>
              <a:t>）：在外电场作用下，物体内部出现 </a:t>
            </a:r>
            <a:r>
              <a:rPr lang="zh-CN" altLang="en-US" b="1" i="0" dirty="0">
                <a:effectLst/>
                <a:latin typeface="inherit"/>
              </a:rPr>
              <a:t>取向</a:t>
            </a:r>
            <a:r>
              <a:rPr lang="en-US" altLang="zh-CN" b="1" i="0" dirty="0">
                <a:effectLst/>
                <a:latin typeface="inherit"/>
              </a:rPr>
              <a:t>/</a:t>
            </a:r>
            <a:r>
              <a:rPr lang="zh-CN" altLang="en-US" b="1" i="0" dirty="0">
                <a:effectLst/>
                <a:latin typeface="inherit"/>
              </a:rPr>
              <a:t>感应电偶极矩</a:t>
            </a:r>
            <a:r>
              <a:rPr lang="zh-CN" altLang="en-US" b="0" i="0" dirty="0">
                <a:effectLst/>
                <a:latin typeface="inherit"/>
              </a:rPr>
              <a:t>，但 </a:t>
            </a:r>
            <a:r>
              <a:rPr lang="zh-CN" altLang="en-US" b="1" i="0" dirty="0">
                <a:effectLst/>
                <a:latin typeface="inherit"/>
              </a:rPr>
              <a:t>净电荷仍为零</a:t>
            </a:r>
            <a:r>
              <a:rPr lang="zh-CN" altLang="en-US" b="0" i="0" dirty="0">
                <a:effectLst/>
                <a:latin typeface="inherit"/>
              </a:rPr>
              <a:t>，对应“使电介质产生电极化”。</a:t>
            </a:r>
            <a:endParaRPr lang="en-US" altLang="zh-CN" b="0" i="0" dirty="0">
              <a:effectLst/>
              <a:latin typeface="inherit"/>
            </a:endParaRPr>
          </a:p>
          <a:p>
            <a:pPr algn="l" fontAlgn="base"/>
            <a:endParaRPr lang="en-US" altLang="zh-CN" b="0" i="0" dirty="0">
              <a:effectLst/>
              <a:latin typeface="inherit"/>
            </a:endParaRPr>
          </a:p>
          <a:p>
            <a:pPr algn="l" fontAlgn="base"/>
            <a:r>
              <a:rPr lang="zh-CN" altLang="en-US" b="0" i="0" dirty="0">
                <a:effectLst/>
                <a:latin typeface="-apple-system"/>
              </a:rPr>
              <a:t>为了回答这两个词，必须先分清“宏观可观测的量”和“微观物理机制”，否则会把“带不带电”与“有没有场”混为一谈。</a:t>
            </a:r>
          </a:p>
          <a:p>
            <a:pPr algn="l" fontAlgn="base"/>
            <a:r>
              <a:rPr lang="zh-CN" altLang="en-US" b="0" i="0" dirty="0">
                <a:effectLst/>
                <a:latin typeface="-apple-system"/>
              </a:rPr>
              <a:t>──────────────────</a:t>
            </a:r>
          </a:p>
          <a:p>
            <a:pPr algn="l" fontAlgn="base">
              <a:buFont typeface="+mj-lt"/>
              <a:buAutoNum type="arabicPeriod"/>
            </a:pPr>
            <a:r>
              <a:rPr lang="zh-CN" altLang="en-US" b="0" i="0" dirty="0">
                <a:effectLst/>
                <a:latin typeface="inherit"/>
              </a:rPr>
              <a:t>电性（</a:t>
            </a:r>
            <a:r>
              <a:rPr lang="en-US" altLang="zh-CN" b="0" i="0" dirty="0">
                <a:effectLst/>
                <a:latin typeface="inherit"/>
              </a:rPr>
              <a:t>electrical property</a:t>
            </a:r>
            <a:r>
              <a:rPr lang="zh-CN" altLang="en-US" b="0" i="0" dirty="0">
                <a:effectLst/>
                <a:latin typeface="inherit"/>
              </a:rPr>
              <a:t>）</a:t>
            </a:r>
          </a:p>
          <a:p>
            <a:pPr algn="l" fontAlgn="base"/>
            <a:r>
              <a:rPr lang="en-US" altLang="zh-CN" b="0" i="0" dirty="0">
                <a:effectLst/>
                <a:latin typeface="-apple-system"/>
              </a:rPr>
              <a:t>• </a:t>
            </a:r>
            <a:r>
              <a:rPr lang="zh-CN" altLang="en-US" b="0" i="0" dirty="0">
                <a:effectLst/>
                <a:latin typeface="-apple-system"/>
              </a:rPr>
              <a:t>宏观定义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zh-CN" altLang="en-US" b="0" i="0" dirty="0">
                <a:effectLst/>
                <a:latin typeface="-apple-system"/>
              </a:rPr>
              <a:t>物体表现出的与</a:t>
            </a:r>
            <a:r>
              <a:rPr lang="zh-CN" altLang="en-US" b="1" i="0" dirty="0">
                <a:effectLst/>
                <a:latin typeface="inherit"/>
              </a:rPr>
              <a:t>电荷及其运动</a:t>
            </a:r>
            <a:r>
              <a:rPr lang="zh-CN" altLang="en-US" b="0" i="0" dirty="0">
                <a:effectLst/>
                <a:latin typeface="-apple-system"/>
              </a:rPr>
              <a:t>有关的现象：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– </a:t>
            </a:r>
            <a:r>
              <a:rPr lang="zh-CN" altLang="en-US" b="1" i="0" dirty="0">
                <a:effectLst/>
                <a:latin typeface="inherit"/>
              </a:rPr>
              <a:t>净电荷不为零</a:t>
            </a:r>
            <a:r>
              <a:rPr lang="zh-CN" altLang="en-US" b="0" i="0" dirty="0">
                <a:effectLst/>
                <a:latin typeface="-apple-system"/>
              </a:rPr>
              <a:t>（可观测到吸引小纸片、验电器张开等）；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– </a:t>
            </a:r>
            <a:r>
              <a:rPr lang="zh-CN" altLang="en-US" b="0" i="0" dirty="0">
                <a:effectLst/>
                <a:latin typeface="-apple-system"/>
              </a:rPr>
              <a:t>或虽净电荷为零，但在外电场中能被极化，形成与外场相互作用的</a:t>
            </a:r>
            <a:r>
              <a:rPr lang="zh-CN" altLang="en-US" b="1" i="0" dirty="0">
                <a:effectLst/>
                <a:latin typeface="inherit"/>
              </a:rPr>
              <a:t>电偶极矩分布</a:t>
            </a:r>
            <a:r>
              <a:rPr lang="zh-CN" altLang="en-US" b="0" i="0" dirty="0">
                <a:effectLst/>
                <a:latin typeface="-apple-system"/>
              </a:rPr>
              <a:t>。</a:t>
            </a:r>
          </a:p>
          <a:p>
            <a:pPr algn="l" fontAlgn="base"/>
            <a:r>
              <a:rPr lang="en-US" altLang="zh-CN" b="0" i="0" dirty="0">
                <a:effectLst/>
                <a:latin typeface="-apple-system"/>
              </a:rPr>
              <a:t>• </a:t>
            </a:r>
            <a:r>
              <a:rPr lang="zh-CN" altLang="en-US" b="0" i="0" dirty="0">
                <a:effectLst/>
                <a:latin typeface="-apple-system"/>
              </a:rPr>
              <a:t>微观根源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– </a:t>
            </a:r>
            <a:r>
              <a:rPr lang="zh-CN" altLang="en-US" b="0" i="0" dirty="0">
                <a:effectLst/>
                <a:latin typeface="-apple-system"/>
              </a:rPr>
              <a:t>原子</a:t>
            </a:r>
            <a:r>
              <a:rPr lang="en-US" altLang="zh-CN" b="0" i="0" dirty="0">
                <a:effectLst/>
                <a:latin typeface="-apple-system"/>
              </a:rPr>
              <a:t>/</a:t>
            </a:r>
            <a:r>
              <a:rPr lang="zh-CN" altLang="en-US" b="0" i="0" dirty="0">
                <a:effectLst/>
                <a:latin typeface="-apple-system"/>
              </a:rPr>
              <a:t>分子内存在</a:t>
            </a:r>
            <a:r>
              <a:rPr lang="zh-CN" altLang="en-US" b="1" i="0" dirty="0">
                <a:effectLst/>
                <a:latin typeface="inherit"/>
              </a:rPr>
              <a:t>正负电荷</a:t>
            </a:r>
            <a:r>
              <a:rPr lang="zh-CN" altLang="en-US" b="0" i="0" dirty="0">
                <a:effectLst/>
                <a:latin typeface="-apple-system"/>
              </a:rPr>
              <a:t>，且可以被分离或取向；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– </a:t>
            </a:r>
            <a:r>
              <a:rPr lang="zh-CN" altLang="en-US" b="0" i="0" dirty="0">
                <a:effectLst/>
                <a:latin typeface="-apple-system"/>
              </a:rPr>
              <a:t>载流子（电子、离子、空穴）可在宏观尺度移动或重新分布。</a:t>
            </a:r>
          </a:p>
          <a:p>
            <a:pPr algn="l" fontAlgn="base"/>
            <a:r>
              <a:rPr lang="zh-CN" altLang="en-US" b="0" i="0" dirty="0">
                <a:effectLst/>
                <a:latin typeface="-apple-system"/>
              </a:rPr>
              <a:t>因此“电性”既包含“带电”（净电荷不为零），也包含“可极化”（净电荷为零但偶极矩可改变）。</a:t>
            </a:r>
          </a:p>
          <a:p>
            <a:pPr algn="l" fontAlgn="base"/>
            <a:r>
              <a:rPr lang="zh-CN" altLang="en-US" b="0" i="0" dirty="0">
                <a:effectLst/>
                <a:latin typeface="-apple-system"/>
              </a:rPr>
              <a:t>──────────────────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2. </a:t>
            </a:r>
            <a:r>
              <a:rPr lang="zh-CN" altLang="en-US" b="0" i="0" dirty="0">
                <a:effectLst/>
                <a:latin typeface="-apple-system"/>
              </a:rPr>
              <a:t>磁性（</a:t>
            </a:r>
            <a:r>
              <a:rPr lang="en-US" altLang="zh-CN" b="0" i="0" dirty="0">
                <a:effectLst/>
                <a:latin typeface="-apple-system"/>
              </a:rPr>
              <a:t>magnetic property</a:t>
            </a:r>
            <a:r>
              <a:rPr lang="zh-CN" altLang="en-US" b="0" i="0" dirty="0">
                <a:effectLst/>
                <a:latin typeface="-apple-system"/>
              </a:rPr>
              <a:t>）</a:t>
            </a:r>
          </a:p>
          <a:p>
            <a:pPr algn="l" fontAlgn="base"/>
            <a:r>
              <a:rPr lang="en-US" altLang="zh-CN" b="0" i="0" dirty="0">
                <a:effectLst/>
                <a:latin typeface="-apple-system"/>
              </a:rPr>
              <a:t>• </a:t>
            </a:r>
            <a:r>
              <a:rPr lang="zh-CN" altLang="en-US" b="0" i="0" dirty="0">
                <a:effectLst/>
                <a:latin typeface="-apple-system"/>
              </a:rPr>
              <a:t>宏观定义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zh-CN" altLang="en-US" b="0" i="0" dirty="0">
                <a:effectLst/>
                <a:latin typeface="-apple-system"/>
              </a:rPr>
              <a:t>物体表现出的与</a:t>
            </a:r>
            <a:r>
              <a:rPr lang="zh-CN" altLang="en-US" b="1" i="0" dirty="0">
                <a:effectLst/>
                <a:latin typeface="inherit"/>
              </a:rPr>
              <a:t>磁矩及其运动</a:t>
            </a:r>
            <a:r>
              <a:rPr lang="zh-CN" altLang="en-US" b="0" i="0" dirty="0">
                <a:effectLst/>
                <a:latin typeface="-apple-system"/>
              </a:rPr>
              <a:t>有关的现象：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– </a:t>
            </a:r>
            <a:r>
              <a:rPr lang="zh-CN" altLang="en-US" b="0" i="0" dirty="0">
                <a:effectLst/>
                <a:latin typeface="-apple-system"/>
              </a:rPr>
              <a:t>在外磁场中受到力或力矩（被磁铁吸引、排斥、转向）；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– </a:t>
            </a:r>
            <a:r>
              <a:rPr lang="zh-CN" altLang="en-US" b="0" i="0" dirty="0">
                <a:effectLst/>
                <a:latin typeface="-apple-system"/>
              </a:rPr>
              <a:t>自身能产生磁场（永磁体、通电线圈）。</a:t>
            </a:r>
          </a:p>
          <a:p>
            <a:pPr algn="l" fontAlgn="base"/>
            <a:r>
              <a:rPr lang="en-US" altLang="zh-CN" b="0" i="0" dirty="0">
                <a:effectLst/>
                <a:latin typeface="-apple-system"/>
              </a:rPr>
              <a:t>• </a:t>
            </a:r>
            <a:r>
              <a:rPr lang="zh-CN" altLang="en-US" b="0" i="0" dirty="0">
                <a:effectLst/>
                <a:latin typeface="-apple-system"/>
              </a:rPr>
              <a:t>微观根源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– </a:t>
            </a:r>
            <a:r>
              <a:rPr lang="zh-CN" altLang="en-US" b="0" i="0" dirty="0">
                <a:effectLst/>
                <a:latin typeface="-apple-system"/>
              </a:rPr>
              <a:t>电子的</a:t>
            </a:r>
            <a:r>
              <a:rPr lang="zh-CN" altLang="en-US" b="1" i="0" dirty="0">
                <a:effectLst/>
                <a:latin typeface="inherit"/>
              </a:rPr>
              <a:t>自旋磁矩</a:t>
            </a:r>
            <a:r>
              <a:rPr lang="zh-CN" altLang="en-US" b="0" i="0" dirty="0">
                <a:effectLst/>
                <a:latin typeface="-apple-system"/>
              </a:rPr>
              <a:t>与</a:t>
            </a:r>
            <a:r>
              <a:rPr lang="zh-CN" altLang="en-US" b="1" i="0" dirty="0">
                <a:effectLst/>
                <a:latin typeface="inherit"/>
              </a:rPr>
              <a:t>轨道磁矩</a:t>
            </a:r>
            <a:r>
              <a:rPr lang="zh-CN" altLang="en-US" b="0" i="0" dirty="0">
                <a:effectLst/>
                <a:latin typeface="-apple-system"/>
              </a:rPr>
              <a:t>；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– </a:t>
            </a:r>
            <a:r>
              <a:rPr lang="zh-CN" altLang="en-US" b="0" i="0" dirty="0">
                <a:effectLst/>
                <a:latin typeface="-apple-system"/>
              </a:rPr>
              <a:t>这些微观磁矩在外场或交换作用下发生</a:t>
            </a:r>
            <a:r>
              <a:rPr lang="zh-CN" altLang="en-US" b="1" i="0" dirty="0">
                <a:effectLst/>
                <a:latin typeface="inherit"/>
              </a:rPr>
              <a:t>取向排列</a:t>
            </a:r>
            <a:r>
              <a:rPr lang="zh-CN" altLang="en-US" b="0" i="0" dirty="0">
                <a:effectLst/>
                <a:latin typeface="-apple-system"/>
              </a:rPr>
              <a:t>，产生宏观磁化强度 </a:t>
            </a:r>
            <a:r>
              <a:rPr lang="en-US" altLang="zh-CN" b="1" i="0" dirty="0">
                <a:effectLst/>
                <a:latin typeface="inherit"/>
              </a:rPr>
              <a:t>M</a:t>
            </a:r>
            <a:r>
              <a:rPr lang="zh-CN" altLang="en-US" b="0" i="0" dirty="0">
                <a:effectLst/>
                <a:latin typeface="-apple-system"/>
              </a:rPr>
              <a:t>。</a:t>
            </a:r>
          </a:p>
          <a:p>
            <a:pPr algn="l" fontAlgn="base"/>
            <a:r>
              <a:rPr lang="zh-CN" altLang="en-US" b="0" i="0" dirty="0">
                <a:effectLst/>
                <a:latin typeface="-apple-system"/>
              </a:rPr>
              <a:t>──────────────────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zh-CN" altLang="en-US" b="0" i="0" dirty="0">
                <a:effectLst/>
                <a:latin typeface="-apple-system"/>
              </a:rPr>
              <a:t>一句话总结</a:t>
            </a:r>
          </a:p>
          <a:p>
            <a:pPr algn="l" fontAlgn="base"/>
            <a:r>
              <a:rPr lang="en-US" altLang="zh-CN" b="0" i="0" dirty="0">
                <a:effectLst/>
                <a:latin typeface="-apple-system"/>
              </a:rPr>
              <a:t>• </a:t>
            </a:r>
            <a:r>
              <a:rPr lang="zh-CN" altLang="en-US" b="1" i="0" dirty="0">
                <a:effectLst/>
                <a:latin typeface="inherit"/>
              </a:rPr>
              <a:t>电性</a:t>
            </a:r>
            <a:r>
              <a:rPr lang="zh-CN" altLang="en-US" b="0" i="0" dirty="0">
                <a:effectLst/>
                <a:latin typeface="-apple-system"/>
              </a:rPr>
              <a:t>：源于电荷的存在、分离和运动，表现为电荷相互作用及电场效应。</a:t>
            </a:r>
            <a:br>
              <a:rPr lang="zh-CN" altLang="en-US" b="0" i="0" dirty="0">
                <a:effectLst/>
                <a:latin typeface="-apple-system"/>
              </a:rPr>
            </a:br>
            <a:r>
              <a:rPr lang="en-US" altLang="zh-CN" b="0" i="0" dirty="0">
                <a:effectLst/>
                <a:latin typeface="-apple-system"/>
              </a:rPr>
              <a:t>• </a:t>
            </a:r>
            <a:r>
              <a:rPr lang="zh-CN" altLang="en-US" b="1" i="0" dirty="0">
                <a:effectLst/>
                <a:latin typeface="inherit"/>
              </a:rPr>
              <a:t>磁性</a:t>
            </a:r>
            <a:r>
              <a:rPr lang="zh-CN" altLang="en-US" b="0" i="0" dirty="0">
                <a:effectLst/>
                <a:latin typeface="-apple-system"/>
              </a:rPr>
              <a:t>：源于电流（或等效电流，即磁矩）的存在和排列，表现为磁场相互作用及磁化效应。</a:t>
            </a:r>
          </a:p>
          <a:p>
            <a:pPr algn="l" fontAlgn="base"/>
            <a:endParaRPr lang="zh-CN" altLang="en-US" b="0" i="0" dirty="0">
              <a:effectLst/>
              <a:latin typeface="inherit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磁性：磁体具有吸引铁磁性物质的能力，这种能力为磁性。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effectLst/>
                <a:latin typeface="-apple-system"/>
              </a:rPr>
              <a:t>物体由于内部电荷运动（主要是电子自旋和轨道运动）而具有的、能与外磁场发生相互作用并可被外磁场</a:t>
            </a:r>
            <a:r>
              <a:rPr lang="zh-CN" altLang="en-US" b="1" i="0" dirty="0">
                <a:effectLst/>
                <a:latin typeface="-apple-system"/>
              </a:rPr>
              <a:t>磁化</a:t>
            </a:r>
            <a:r>
              <a:rPr lang="en-US" altLang="zh-CN" b="0" i="0" dirty="0">
                <a:effectLst/>
                <a:latin typeface="-apple-system"/>
              </a:rPr>
              <a:t>——</a:t>
            </a:r>
            <a:r>
              <a:rPr lang="zh-CN" altLang="en-US" b="0" i="0" dirty="0">
                <a:effectLst/>
                <a:latin typeface="-apple-system"/>
              </a:rPr>
              <a:t>即产生或改变自身宏观磁矩</a:t>
            </a:r>
            <a:r>
              <a:rPr lang="en-US" altLang="zh-CN" b="0" i="0" dirty="0">
                <a:effectLst/>
                <a:latin typeface="-apple-system"/>
              </a:rPr>
              <a:t>——</a:t>
            </a:r>
            <a:r>
              <a:rPr lang="zh-CN" altLang="en-US" b="0" i="0" dirty="0">
                <a:effectLst/>
                <a:latin typeface="-apple-system"/>
              </a:rPr>
              <a:t>的属性。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-apple-system"/>
              </a:rPr>
              <a:t>简言之：</a:t>
            </a:r>
            <a:r>
              <a:rPr lang="zh-CN" altLang="en-US" b="1" i="0" dirty="0">
                <a:effectLst/>
                <a:latin typeface="-apple-system"/>
              </a:rPr>
              <a:t>磁性 </a:t>
            </a:r>
            <a:r>
              <a:rPr lang="en-US" altLang="zh-CN" b="1" i="0" dirty="0">
                <a:effectLst/>
                <a:latin typeface="-apple-system"/>
              </a:rPr>
              <a:t>= </a:t>
            </a:r>
            <a:r>
              <a:rPr lang="zh-CN" altLang="en-US" b="1" i="0" dirty="0">
                <a:effectLst/>
                <a:latin typeface="-apple-system"/>
              </a:rPr>
              <a:t>物质在磁场中表现出磁矩（产生或响应磁场）的能力。</a:t>
            </a:r>
            <a:endParaRPr lang="en-US" altLang="zh-CN" b="1" i="0" dirty="0"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i="0" dirty="0"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b="0" i="0" dirty="0">
                <a:effectLst/>
                <a:latin typeface="inherit"/>
              </a:rPr>
              <a:t>导体有</a:t>
            </a:r>
            <a:r>
              <a:rPr lang="el-GR" altLang="zh-CN" b="0" i="0" dirty="0">
                <a:effectLst/>
                <a:latin typeface="inherit"/>
                <a:ea typeface="宋体" panose="02010600030101010101" pitchFamily="2" charset="-122"/>
              </a:rPr>
              <a:t>ε</a:t>
            </a:r>
            <a:r>
              <a:rPr lang="zh-CN" altLang="en-US" b="0" i="0" dirty="0">
                <a:effectLst/>
                <a:latin typeface="inherit"/>
                <a:ea typeface="宋体" panose="02010600030101010101" pitchFamily="2" charset="-122"/>
              </a:rPr>
              <a:t>，</a:t>
            </a:r>
            <a:r>
              <a:rPr lang="zh-CN" altLang="en-US" b="0" i="0" dirty="0">
                <a:effectLst/>
                <a:latin typeface="-apple-system"/>
              </a:rPr>
              <a:t>只不过对金属</a:t>
            </a:r>
            <a:r>
              <a:rPr lang="en-US" altLang="zh-CN" b="1" i="0" dirty="0">
                <a:effectLst/>
                <a:latin typeface="-apple-system"/>
              </a:rPr>
              <a:t>εᵣ ≈ 1</a:t>
            </a:r>
            <a:r>
              <a:rPr lang="zh-CN" altLang="en-US" b="1" i="0" dirty="0">
                <a:effectLst/>
                <a:latin typeface="-apple-system"/>
              </a:rPr>
              <a:t>；</a:t>
            </a:r>
            <a:endParaRPr lang="en-US" altLang="zh-CN" b="1" i="0" dirty="0">
              <a:effectLst/>
              <a:latin typeface="-apple-system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b="0" i="0" dirty="0">
                <a:effectLst/>
                <a:latin typeface="inherit"/>
              </a:rPr>
              <a:t>静电平衡</a:t>
            </a:r>
            <a:r>
              <a:rPr lang="en-US" altLang="zh-CN" b="0" i="0" dirty="0">
                <a:effectLst/>
                <a:latin typeface="inherit"/>
              </a:rPr>
              <a:t>/</a:t>
            </a:r>
            <a:r>
              <a:rPr lang="zh-CN" altLang="en-US" b="0" i="0" dirty="0">
                <a:effectLst/>
                <a:latin typeface="inherit"/>
              </a:rPr>
              <a:t>有外加恒流时它</a:t>
            </a:r>
            <a:r>
              <a:rPr lang="zh-CN" altLang="en-US" b="1" i="0" dirty="0">
                <a:effectLst/>
                <a:latin typeface="inherit"/>
              </a:rPr>
              <a:t>不发挥作用，因为</a:t>
            </a:r>
            <a:r>
              <a:rPr lang="zh-CN" altLang="en-US" b="0" i="0" dirty="0">
                <a:effectLst/>
                <a:latin typeface="inherit"/>
              </a:rPr>
              <a:t>静电平衡体内 </a:t>
            </a:r>
            <a:r>
              <a:rPr lang="en-US" altLang="zh-CN" b="0" i="0" dirty="0">
                <a:effectLst/>
                <a:latin typeface="inherit"/>
              </a:rPr>
              <a:t>E=0</a:t>
            </a:r>
            <a:r>
              <a:rPr lang="en-US" altLang="zh-CN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→D=0</a:t>
            </a:r>
            <a:r>
              <a:rPr lang="zh-CN" altLang="en-US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，无极化；</a:t>
            </a:r>
            <a:endParaRPr lang="en-US" altLang="zh-CN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effectLst/>
                <a:latin typeface="inherit"/>
              </a:rPr>
              <a:t>/</a:t>
            </a:r>
            <a:r>
              <a:rPr lang="zh-CN" altLang="en-US" b="0" i="0" dirty="0">
                <a:effectLst/>
                <a:latin typeface="inherit"/>
              </a:rPr>
              <a:t>有外加恒流时 </a:t>
            </a:r>
            <a:r>
              <a:rPr lang="en-US" altLang="zh-CN" b="0" i="0" dirty="0">
                <a:effectLst/>
                <a:latin typeface="inherit"/>
              </a:rPr>
              <a:t>J=</a:t>
            </a:r>
            <a:r>
              <a:rPr lang="en-US" altLang="zh-CN" b="0" i="0" dirty="0" err="1">
                <a:effectLst/>
                <a:latin typeface="inherit"/>
              </a:rPr>
              <a:t>σE</a:t>
            </a:r>
            <a:r>
              <a:rPr lang="zh-CN" altLang="en-US" b="0" i="0" dirty="0">
                <a:effectLst/>
                <a:latin typeface="inherit"/>
              </a:rPr>
              <a:t>，</a:t>
            </a:r>
            <a:r>
              <a:rPr lang="zh-CN" altLang="en-US" b="0" i="0" dirty="0">
                <a:effectLst/>
                <a:latin typeface="-apple-system"/>
              </a:rPr>
              <a:t>导体的电场由“自由电子的欧姆输运”决定，而极化强度 </a:t>
            </a:r>
            <a:r>
              <a:rPr lang="en-US" altLang="zh-CN" b="0" i="0" dirty="0">
                <a:effectLst/>
                <a:latin typeface="-apple-system"/>
              </a:rPr>
              <a:t>P </a:t>
            </a:r>
            <a:r>
              <a:rPr lang="zh-CN" altLang="en-US" b="0" i="0" dirty="0">
                <a:effectLst/>
                <a:latin typeface="-apple-system"/>
              </a:rPr>
              <a:t>小到可忽略（</a:t>
            </a:r>
            <a:r>
              <a:rPr lang="zh-CN" altLang="en-US" b="0" i="0" dirty="0">
                <a:effectLst/>
                <a:latin typeface="inherit"/>
              </a:rPr>
              <a:t>极化效应可忽略</a:t>
            </a:r>
            <a:r>
              <a:rPr lang="zh-CN" altLang="en-US" b="0" i="0" dirty="0">
                <a:effectLst/>
                <a:latin typeface="-apple-system"/>
              </a:rPr>
              <a:t>），所以介电常数 </a:t>
            </a:r>
            <a:r>
              <a:rPr lang="en-US" altLang="zh-CN" b="0" i="0" dirty="0">
                <a:effectLst/>
                <a:latin typeface="-apple-system"/>
              </a:rPr>
              <a:t>εᵣ </a:t>
            </a:r>
            <a:r>
              <a:rPr lang="zh-CN" altLang="en-US" b="0" i="0" dirty="0">
                <a:effectLst/>
                <a:latin typeface="-apple-system"/>
              </a:rPr>
              <a:t>对宏观场分布没有任何可测影响，自然被扔掉。</a:t>
            </a:r>
            <a:endParaRPr lang="en-US" altLang="zh-CN" b="0" i="0" dirty="0"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effectLst/>
                <a:latin typeface="inherit"/>
              </a:rPr>
              <a:t>所以工程上常直接说“导体 </a:t>
            </a:r>
            <a:r>
              <a:rPr lang="en-US" altLang="zh-CN" b="0" i="0" dirty="0">
                <a:effectLst/>
                <a:latin typeface="inherit"/>
              </a:rPr>
              <a:t>εᵣ=1”</a:t>
            </a:r>
            <a:r>
              <a:rPr lang="zh-CN" altLang="en-US" b="0" i="0" dirty="0">
                <a:effectLst/>
                <a:latin typeface="inherit"/>
              </a:rPr>
              <a:t>或“不考虑”。</a:t>
            </a:r>
            <a:endParaRPr lang="en-US" altLang="zh-CN" b="0" i="0" dirty="0"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effectLst/>
                <a:latin typeface="inherit"/>
              </a:rPr>
              <a:t>【</a:t>
            </a:r>
            <a:r>
              <a:rPr lang="zh-CN" altLang="en-US" b="0" i="0" dirty="0">
                <a:effectLst/>
                <a:latin typeface="inherit"/>
              </a:rPr>
              <a:t>数学角度</a:t>
            </a:r>
            <a:r>
              <a:rPr lang="en-US" altLang="zh-CN" b="0" i="0" dirty="0">
                <a:effectLst/>
                <a:latin typeface="inherit"/>
              </a:rPr>
              <a:t>】</a:t>
            </a:r>
            <a:r>
              <a:rPr lang="zh-CN" altLang="en-US" b="0" i="0" dirty="0">
                <a:effectLst/>
                <a:latin typeface="inherit"/>
              </a:rPr>
              <a:t>按导电性能是可以拉通来看的，无非电导率从小到大变化，相应的导电性能由弱到强。</a:t>
            </a:r>
            <a:endParaRPr lang="en-US" altLang="zh-CN" b="0" i="0" dirty="0"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i="0" dirty="0">
                <a:effectLst/>
                <a:latin typeface="inherit"/>
              </a:rPr>
              <a:t>【</a:t>
            </a:r>
            <a:r>
              <a:rPr lang="zh-CN" altLang="en-US" b="0" i="0" dirty="0">
                <a:effectLst/>
                <a:latin typeface="inherit"/>
              </a:rPr>
              <a:t>物理角度</a:t>
            </a:r>
            <a:r>
              <a:rPr lang="en-US" altLang="zh-CN" b="0" i="0" dirty="0">
                <a:effectLst/>
                <a:latin typeface="inherit"/>
              </a:rPr>
              <a:t>】</a:t>
            </a:r>
            <a:r>
              <a:rPr lang="zh-CN" altLang="en-US" b="0" i="0" dirty="0">
                <a:effectLst/>
                <a:latin typeface="inherit"/>
              </a:rPr>
              <a:t>（按电导率）导电率很小的是绝缘的电介质（甚至是完全绝缘的理想介质），导电率很大的是良导体（甚至理想导体）。</a:t>
            </a:r>
            <a:endParaRPr lang="en-US" altLang="zh-CN" b="0" i="0" dirty="0">
              <a:effectLst/>
              <a:latin typeface="inheri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effectLst/>
                <a:latin typeface="inherit"/>
              </a:rPr>
              <a:t>（按导电性能）绝缘体不导电（但毕竟未完全</a:t>
            </a:r>
            <a:r>
              <a:rPr lang="zh-CN" altLang="en-US" b="0" i="0">
                <a:effectLst/>
                <a:latin typeface="inherit"/>
              </a:rPr>
              <a:t>绝缘，内外导体间加了电压之后，外加电流也会在所以</a:t>
            </a:r>
            <a:r>
              <a:rPr lang="zh-CN" altLang="en-US" b="0" i="0" dirty="0">
                <a:effectLst/>
                <a:latin typeface="inherit"/>
              </a:rPr>
              <a:t>也有很小的</a:t>
            </a:r>
            <a:r>
              <a:rPr lang="el-GR" altLang="zh-CN" dirty="0">
                <a:ea typeface="宋体" panose="02010600030101010101" pitchFamily="2" charset="-122"/>
              </a:rPr>
              <a:t>σ</a:t>
            </a:r>
            <a:r>
              <a:rPr lang="zh-CN" altLang="en-US" dirty="0">
                <a:ea typeface="宋体" panose="02010600030101010101" pitchFamily="2" charset="-122"/>
              </a:rPr>
              <a:t>、从而</a:t>
            </a:r>
            <a:r>
              <a:rPr lang="zh-CN" altLang="en-US" b="0" i="0" dirty="0">
                <a:effectLst/>
                <a:latin typeface="inherit"/>
              </a:rPr>
              <a:t>会存在很微弱的漏电流）；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电流都具有</a:t>
            </a:r>
            <a:r>
              <a:rPr kumimoji="0" lang="zh-CN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磁效应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，可以产生磁场（电流是</a:t>
            </a: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磁场的旋度源）</a:t>
            </a:r>
          </a:p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B9C6F435-E508-4CD1-86BF-5A8F77C66126}" type="datetime1">
              <a:rPr lang="zh-CN" altLang="en-US" smtClean="0"/>
              <a:pPr>
                <a:defRPr/>
              </a:pPr>
              <a:t>2025/12/2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8655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559600CC-2570-F982-3C74-B707E410619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EA70AFFE-5E62-572F-4BBD-D3ABF52EE38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63709E3D-DF11-4272-9142-363514A95800}" type="datetime1">
              <a:rPr lang="zh-CN" altLang="en-US"/>
              <a:pPr algn="r" eaLnBrk="1" hangingPunct="1"/>
              <a:t>2025/12/2</a:t>
            </a:fld>
            <a:endParaRPr lang="zh-CN" altLang="en-US"/>
          </a:p>
        </p:txBody>
      </p:sp>
      <p:sp>
        <p:nvSpPr>
          <p:cNvPr id="169988" name="Rectangle 6">
            <a:extLst>
              <a:ext uri="{FF2B5EF4-FFF2-40B4-BE49-F238E27FC236}">
                <a16:creationId xmlns:a16="http://schemas.microsoft.com/office/drawing/2014/main" id="{2B459237-7D25-A235-6C0D-458BB8BD56E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169989" name="Rectangle 7">
            <a:extLst>
              <a:ext uri="{FF2B5EF4-FFF2-40B4-BE49-F238E27FC236}">
                <a16:creationId xmlns:a16="http://schemas.microsoft.com/office/drawing/2014/main" id="{7E89EB70-A87C-D1BD-FCBD-AFCC91CCB50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811EA390-6495-42D1-A031-2FE4ABD3E45B}" type="slidenum">
              <a:rPr lang="en-US" altLang="zh-CN"/>
              <a:pPr algn="r" eaLnBrk="1" hangingPunct="1"/>
              <a:t>4</a:t>
            </a:fld>
            <a:endParaRPr lang="en-US" altLang="zh-CN"/>
          </a:p>
        </p:txBody>
      </p:sp>
      <p:sp>
        <p:nvSpPr>
          <p:cNvPr id="169990" name="Rectangle 2">
            <a:extLst>
              <a:ext uri="{FF2B5EF4-FFF2-40B4-BE49-F238E27FC236}">
                <a16:creationId xmlns:a16="http://schemas.microsoft.com/office/drawing/2014/main" id="{F6DA1739-6C4F-1126-6630-D111D61177B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69991" name="Rectangle 3">
            <a:extLst>
              <a:ext uri="{FF2B5EF4-FFF2-40B4-BE49-F238E27FC236}">
                <a16:creationId xmlns:a16="http://schemas.microsoft.com/office/drawing/2014/main" id="{95FFFE3D-23CE-29AD-DECF-BC3D6172AE6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marL="228600" indent="-228600" eaLnBrk="1" hangingPunct="1"/>
            <a:endParaRPr lang="zh-CN" altLang="en-US" sz="1000"/>
          </a:p>
          <a:p>
            <a:pPr marL="228600" indent="-228600" eaLnBrk="1" hangingPunct="1"/>
            <a:endParaRPr lang="zh-CN" altLang="en-US" sz="1000"/>
          </a:p>
          <a:p>
            <a:pPr marL="228600" indent="-228600" eaLnBrk="1" hangingPunct="1"/>
            <a:endParaRPr lang="en-US" altLang="zh-CN" sz="10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C90CAADE-8B95-9714-6275-5A9647CF8AA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95FB3FE4-FE7E-CFDF-97DC-07245D86E7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497F4F6-A82D-484B-B995-39181419D836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2036" name="Rectangle 6">
            <a:extLst>
              <a:ext uri="{FF2B5EF4-FFF2-40B4-BE49-F238E27FC236}">
                <a16:creationId xmlns:a16="http://schemas.microsoft.com/office/drawing/2014/main" id="{227B5D8C-7158-6B2C-3942-F821001EC6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72037" name="Rectangle 7">
            <a:extLst>
              <a:ext uri="{FF2B5EF4-FFF2-40B4-BE49-F238E27FC236}">
                <a16:creationId xmlns:a16="http://schemas.microsoft.com/office/drawing/2014/main" id="{A9009DB9-1D9C-A700-9022-C3F38574BF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443E6B2-70F1-4543-A5D8-ED5E0F81E6C9}" type="slidenum">
              <a:rPr altLang="zh-CN"/>
              <a:pPr/>
              <a:t>5</a:t>
            </a:fld>
            <a:endParaRPr lang="zh-CN" altLang="zh-CN"/>
          </a:p>
        </p:txBody>
      </p:sp>
      <p:sp>
        <p:nvSpPr>
          <p:cNvPr id="172038" name="Rectangle 2">
            <a:extLst>
              <a:ext uri="{FF2B5EF4-FFF2-40B4-BE49-F238E27FC236}">
                <a16:creationId xmlns:a16="http://schemas.microsoft.com/office/drawing/2014/main" id="{6544A05C-4EA2-B4B8-6195-57BF17DB724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72039" name="Rectangle 3">
            <a:extLst>
              <a:ext uri="{FF2B5EF4-FFF2-40B4-BE49-F238E27FC236}">
                <a16:creationId xmlns:a16="http://schemas.microsoft.com/office/drawing/2014/main" id="{341CF869-A37C-A2B0-982F-CEB8323B04F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marL="228600" indent="-228600" eaLnBrk="1" hangingPunct="1"/>
            <a:endParaRPr lang="en-US" altLang="zh-CN" sz="10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B13E9362-E962-57B9-29CC-0F6F9C9F7AD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A9440FD6-189A-04CB-7DEE-75E30770729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C8E10228-465A-4EF9-8032-632F35F92323}" type="datetime1">
              <a:rPr lang="zh-CN" altLang="en-US"/>
              <a:pPr algn="r" eaLnBrk="1" hangingPunct="1"/>
              <a:t>2025/12/2</a:t>
            </a:fld>
            <a:endParaRPr lang="zh-CN" altLang="en-US"/>
          </a:p>
        </p:txBody>
      </p:sp>
      <p:sp>
        <p:nvSpPr>
          <p:cNvPr id="174084" name="Rectangle 6">
            <a:extLst>
              <a:ext uri="{FF2B5EF4-FFF2-40B4-BE49-F238E27FC236}">
                <a16:creationId xmlns:a16="http://schemas.microsoft.com/office/drawing/2014/main" id="{5AEC56A1-AE66-6683-9510-0D307340841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174085" name="Rectangle 7">
            <a:extLst>
              <a:ext uri="{FF2B5EF4-FFF2-40B4-BE49-F238E27FC236}">
                <a16:creationId xmlns:a16="http://schemas.microsoft.com/office/drawing/2014/main" id="{4EA58BD2-1C13-71DA-791A-58864FDD873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7D7B6210-8ABC-419F-8FCD-162C816C13F7}" type="slidenum">
              <a:rPr lang="en-US" altLang="zh-CN"/>
              <a:pPr algn="r" eaLnBrk="1" hangingPunct="1"/>
              <a:t>6</a:t>
            </a:fld>
            <a:endParaRPr lang="en-US" altLang="zh-CN"/>
          </a:p>
        </p:txBody>
      </p:sp>
      <p:sp>
        <p:nvSpPr>
          <p:cNvPr id="174086" name="Rectangle 2">
            <a:extLst>
              <a:ext uri="{FF2B5EF4-FFF2-40B4-BE49-F238E27FC236}">
                <a16:creationId xmlns:a16="http://schemas.microsoft.com/office/drawing/2014/main" id="{3670B9BA-2C9C-FBF4-F117-5B2F4FE4F86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74087" name="Rectangle 3">
            <a:extLst>
              <a:ext uri="{FF2B5EF4-FFF2-40B4-BE49-F238E27FC236}">
                <a16:creationId xmlns:a16="http://schemas.microsoft.com/office/drawing/2014/main" id="{D1460424-2EAF-958D-FF99-6F57924B014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marL="228600" indent="-228600" eaLnBrk="1" hangingPunct="1"/>
            <a:endParaRPr lang="en-US" altLang="zh-CN" sz="1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D9AB5503-07AC-1BB3-E9E1-4F5CFB1F34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C81B6BA5-C24C-7605-06F3-2CAFE60122B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0A10F4C-1668-4551-8020-8F5DA90CF12D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6132" name="Rectangle 6">
            <a:extLst>
              <a:ext uri="{FF2B5EF4-FFF2-40B4-BE49-F238E27FC236}">
                <a16:creationId xmlns:a16="http://schemas.microsoft.com/office/drawing/2014/main" id="{B9586122-6922-629E-3F63-A100FC36847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76133" name="Rectangle 7">
            <a:extLst>
              <a:ext uri="{FF2B5EF4-FFF2-40B4-BE49-F238E27FC236}">
                <a16:creationId xmlns:a16="http://schemas.microsoft.com/office/drawing/2014/main" id="{9A38581B-91E5-249D-32E5-17872B6F8E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F2B0B33-C057-4A8E-9726-7BB045954DE4}" type="slidenum">
              <a:rPr altLang="zh-CN"/>
              <a:pPr/>
              <a:t>7</a:t>
            </a:fld>
            <a:endParaRPr lang="zh-CN" altLang="zh-CN"/>
          </a:p>
        </p:txBody>
      </p:sp>
      <p:sp>
        <p:nvSpPr>
          <p:cNvPr id="176134" name="Rectangle 2">
            <a:extLst>
              <a:ext uri="{FF2B5EF4-FFF2-40B4-BE49-F238E27FC236}">
                <a16:creationId xmlns:a16="http://schemas.microsoft.com/office/drawing/2014/main" id="{EB8965C5-B733-1BD2-C895-910EDBB7D58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76135" name="Rectangle 3">
            <a:extLst>
              <a:ext uri="{FF2B5EF4-FFF2-40B4-BE49-F238E27FC236}">
                <a16:creationId xmlns:a16="http://schemas.microsoft.com/office/drawing/2014/main" id="{9B211D38-1DB6-0847-A301-F8EB34955E1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/>
              <a:t>当有外加电场时，导体瞬间进入静电平衡，所以导体内部</a:t>
            </a:r>
            <a:r>
              <a:rPr lang="zh-CN" altLang="en-US" b="1" i="0" dirty="0">
                <a:effectLst/>
                <a:latin typeface="-apple-system"/>
              </a:rPr>
              <a:t>净电荷密度 </a:t>
            </a:r>
            <a:r>
              <a:rPr lang="en-US" altLang="zh-CN" b="1" i="0" dirty="0">
                <a:effectLst/>
                <a:latin typeface="-apple-system"/>
              </a:rPr>
              <a:t>ρ = 0</a:t>
            </a:r>
            <a:r>
              <a:rPr lang="zh-CN" altLang="en-US" b="1" i="0" dirty="0">
                <a:effectLst/>
                <a:latin typeface="-apple-system"/>
              </a:rPr>
              <a:t>，净电荷只能分布在</a:t>
            </a:r>
            <a:r>
              <a:rPr lang="zh-CN" altLang="en-US" b="1" i="0">
                <a:effectLst/>
                <a:latin typeface="-apple-system"/>
              </a:rPr>
              <a:t>导体表面。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FAAB829A-CCD4-0EED-1E81-AA5A005E98F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78179" name="Rectangle 3">
            <a:extLst>
              <a:ext uri="{FF2B5EF4-FFF2-40B4-BE49-F238E27FC236}">
                <a16:creationId xmlns:a16="http://schemas.microsoft.com/office/drawing/2014/main" id="{9BE742B6-0D0C-AB1D-7543-4F4C7AF3BE7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9B8225A-FA88-401A-A8C8-EA87ADC4F170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8180" name="Rectangle 6">
            <a:extLst>
              <a:ext uri="{FF2B5EF4-FFF2-40B4-BE49-F238E27FC236}">
                <a16:creationId xmlns:a16="http://schemas.microsoft.com/office/drawing/2014/main" id="{C19F4486-229B-5DC0-83E4-72EA8CE30ED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78181" name="Rectangle 7">
            <a:extLst>
              <a:ext uri="{FF2B5EF4-FFF2-40B4-BE49-F238E27FC236}">
                <a16:creationId xmlns:a16="http://schemas.microsoft.com/office/drawing/2014/main" id="{391894B3-0524-4427-69FA-99441BEB60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F8E4280-3B5E-45E5-947C-2390D0A2EAEE}" type="slidenum">
              <a:rPr altLang="zh-CN"/>
              <a:pPr/>
              <a:t>8</a:t>
            </a:fld>
            <a:endParaRPr lang="zh-CN" altLang="zh-CN"/>
          </a:p>
        </p:txBody>
      </p:sp>
      <p:sp>
        <p:nvSpPr>
          <p:cNvPr id="178182" name="Rectangle 2">
            <a:extLst>
              <a:ext uri="{FF2B5EF4-FFF2-40B4-BE49-F238E27FC236}">
                <a16:creationId xmlns:a16="http://schemas.microsoft.com/office/drawing/2014/main" id="{536A38AB-E3EC-7ADD-8415-F9E63C4AF0F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78183" name="Rectangle 3">
            <a:extLst>
              <a:ext uri="{FF2B5EF4-FFF2-40B4-BE49-F238E27FC236}">
                <a16:creationId xmlns:a16="http://schemas.microsoft.com/office/drawing/2014/main" id="{C12F4D47-BA80-EDAB-B8DD-F237776D575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r>
              <a:rPr lang="zh-CN" altLang="en-US" sz="1200" dirty="0">
                <a:solidFill>
                  <a:srgbClr val="990000"/>
                </a:solidFill>
                <a:ea typeface="宋体" panose="02010600030101010101" pitchFamily="2" charset="-122"/>
              </a:rPr>
              <a:t>欧姆定律的</a:t>
            </a:r>
            <a:r>
              <a:rPr lang="zh-CN" altLang="en-US" sz="1200" i="0" u="none" dirty="0">
                <a:solidFill>
                  <a:srgbClr val="990000"/>
                </a:solidFill>
                <a:ea typeface="宋体" panose="02010600030101010101" pitchFamily="2" charset="-122"/>
              </a:rPr>
              <a:t>微分形式：需详细研究导体中的电路分布和电场分布，应逐点分析</a:t>
            </a:r>
            <a:r>
              <a:rPr lang="en-US" altLang="zh-CN" sz="1200" i="0" u="none" dirty="0">
                <a:solidFill>
                  <a:srgbClr val="990000"/>
                </a:solidFill>
                <a:ea typeface="宋体" panose="02010600030101010101" pitchFamily="2" charset="-122"/>
              </a:rPr>
              <a:t>J</a:t>
            </a:r>
            <a:r>
              <a:rPr lang="zh-CN" altLang="en-US" sz="1200" i="0" u="none" dirty="0">
                <a:solidFill>
                  <a:srgbClr val="990000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1200" i="0" u="none" dirty="0">
                <a:solidFill>
                  <a:srgbClr val="990000"/>
                </a:solidFill>
                <a:ea typeface="宋体" panose="02010600030101010101" pitchFamily="2" charset="-122"/>
              </a:rPr>
              <a:t>E</a:t>
            </a:r>
            <a:r>
              <a:rPr lang="zh-CN" altLang="en-US" sz="1200" i="0" u="none" dirty="0">
                <a:solidFill>
                  <a:srgbClr val="990000"/>
                </a:solidFill>
                <a:ea typeface="宋体" panose="02010600030101010101" pitchFamily="2" charset="-122"/>
              </a:rPr>
              <a:t>的关系，</a:t>
            </a:r>
            <a:endParaRPr lang="el-GR" altLang="en-US" b="1" i="0" u="none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B6890E17-2829-25C4-8AAE-CECBA8BB14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BA88F336-5C0C-335D-3E04-DA6D6493460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A1BBF22-03F2-467D-8780-3F574EC48259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0228" name="Rectangle 6">
            <a:extLst>
              <a:ext uri="{FF2B5EF4-FFF2-40B4-BE49-F238E27FC236}">
                <a16:creationId xmlns:a16="http://schemas.microsoft.com/office/drawing/2014/main" id="{6CF75CA3-7812-3BBB-2D07-0C46FCB31A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0229" name="Rectangle 7">
            <a:extLst>
              <a:ext uri="{FF2B5EF4-FFF2-40B4-BE49-F238E27FC236}">
                <a16:creationId xmlns:a16="http://schemas.microsoft.com/office/drawing/2014/main" id="{089C4BD5-20A4-D289-3B81-957E56E2AE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5C5D40C-AD46-477F-B7D3-1E55F277DC54}" type="slidenum">
              <a:rPr altLang="zh-CN"/>
              <a:pPr/>
              <a:t>9</a:t>
            </a:fld>
            <a:endParaRPr lang="zh-CN" altLang="zh-CN"/>
          </a:p>
        </p:txBody>
      </p:sp>
      <p:sp>
        <p:nvSpPr>
          <p:cNvPr id="180230" name="Rectangle 2">
            <a:extLst>
              <a:ext uri="{FF2B5EF4-FFF2-40B4-BE49-F238E27FC236}">
                <a16:creationId xmlns:a16="http://schemas.microsoft.com/office/drawing/2014/main" id="{78B19BEA-0E2E-A2C5-58EB-0D18EDD37C1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80231" name="Rectangle 3">
            <a:extLst>
              <a:ext uri="{FF2B5EF4-FFF2-40B4-BE49-F238E27FC236}">
                <a16:creationId xmlns:a16="http://schemas.microsoft.com/office/drawing/2014/main" id="{5A2C842D-D8D7-1232-9B7D-8061D5AD02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C503EB2B-363A-180A-CACF-116C8256D3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0CD3CDD5-3B69-E520-036D-98F34EF08C7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ACDA068-3CFC-4763-BB58-6A6572F596A8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2276" name="Rectangle 6">
            <a:extLst>
              <a:ext uri="{FF2B5EF4-FFF2-40B4-BE49-F238E27FC236}">
                <a16:creationId xmlns:a16="http://schemas.microsoft.com/office/drawing/2014/main" id="{1EC29E90-27B5-611A-62D2-E903D1F7BCC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2277" name="Rectangle 7">
            <a:extLst>
              <a:ext uri="{FF2B5EF4-FFF2-40B4-BE49-F238E27FC236}">
                <a16:creationId xmlns:a16="http://schemas.microsoft.com/office/drawing/2014/main" id="{127619B7-3245-B7CD-933D-B5AAA1770C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977DF8A-9405-42D6-82CE-08D683299F83}" type="slidenum">
              <a:rPr altLang="zh-CN"/>
              <a:pPr/>
              <a:t>10</a:t>
            </a:fld>
            <a:endParaRPr lang="zh-CN" altLang="zh-CN"/>
          </a:p>
        </p:txBody>
      </p:sp>
      <p:sp>
        <p:nvSpPr>
          <p:cNvPr id="182278" name="Rectangle 2">
            <a:extLst>
              <a:ext uri="{FF2B5EF4-FFF2-40B4-BE49-F238E27FC236}">
                <a16:creationId xmlns:a16="http://schemas.microsoft.com/office/drawing/2014/main" id="{B7137964-18ED-C309-603D-0E47F5A9BC9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82279" name="Rectangle 3">
            <a:extLst>
              <a:ext uri="{FF2B5EF4-FFF2-40B4-BE49-F238E27FC236}">
                <a16:creationId xmlns:a16="http://schemas.microsoft.com/office/drawing/2014/main" id="{99903237-A172-C29E-806F-10CE6B60C6B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algn="just" eaLnBrk="1" hangingPunct="1">
              <a:lnSpc>
                <a:spcPct val="130000"/>
              </a:lnSpc>
              <a:spcBef>
                <a:spcPct val="50000"/>
              </a:spcBef>
            </a:pPr>
            <a:endParaRPr lang="zh-CN" altLang="en-US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F5A4709D-BDBA-1B9B-4F02-4F8E87ED27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3F04BE32-90AF-CB09-3CBB-38D1E5F4A6E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092BDC4-58EC-49DE-B5B8-70C79F81E588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6740" name="Rectangle 6">
            <a:extLst>
              <a:ext uri="{FF2B5EF4-FFF2-40B4-BE49-F238E27FC236}">
                <a16:creationId xmlns:a16="http://schemas.microsoft.com/office/drawing/2014/main" id="{AEA33717-113D-294F-1628-AEEA02147A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16741" name="Rectangle 7">
            <a:extLst>
              <a:ext uri="{FF2B5EF4-FFF2-40B4-BE49-F238E27FC236}">
                <a16:creationId xmlns:a16="http://schemas.microsoft.com/office/drawing/2014/main" id="{0D83E6A6-298E-DED9-56CF-2B9BE9D005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4B13F0E-D6D4-4640-BF23-EFF3F5828789}" type="slidenum">
              <a:rPr altLang="zh-CN"/>
              <a:pPr/>
              <a:t>11</a:t>
            </a:fld>
            <a:endParaRPr lang="zh-CN" altLang="zh-CN"/>
          </a:p>
        </p:txBody>
      </p:sp>
      <p:sp>
        <p:nvSpPr>
          <p:cNvPr id="116742" name="Rectangle 2">
            <a:extLst>
              <a:ext uri="{FF2B5EF4-FFF2-40B4-BE49-F238E27FC236}">
                <a16:creationId xmlns:a16="http://schemas.microsoft.com/office/drawing/2014/main" id="{D3C872EC-2D07-4C30-347B-DDE3E9FB338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6743" name="Rectangle 3">
            <a:extLst>
              <a:ext uri="{FF2B5EF4-FFF2-40B4-BE49-F238E27FC236}">
                <a16:creationId xmlns:a16="http://schemas.microsoft.com/office/drawing/2014/main" id="{36C730D0-8591-5937-4500-F98A84A11F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sz="10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15122584-DC8B-7DFE-229E-B78690BD492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69B8BD93-8535-3ECB-3F2C-B36A6ADB021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7E82B02-E4D6-41C8-9C39-CEC82F4DCE83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8788" name="Rectangle 6">
            <a:extLst>
              <a:ext uri="{FF2B5EF4-FFF2-40B4-BE49-F238E27FC236}">
                <a16:creationId xmlns:a16="http://schemas.microsoft.com/office/drawing/2014/main" id="{8FB2686C-CFE1-265A-E518-7BBA389BE35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18789" name="Rectangle 7">
            <a:extLst>
              <a:ext uri="{FF2B5EF4-FFF2-40B4-BE49-F238E27FC236}">
                <a16:creationId xmlns:a16="http://schemas.microsoft.com/office/drawing/2014/main" id="{6181D04C-B32E-1AD0-3DC1-FB8B2BB3B2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DD9693B-B198-46F6-AFEF-76CA5D7744A6}" type="slidenum">
              <a:rPr altLang="zh-CN"/>
              <a:pPr/>
              <a:t>12</a:t>
            </a:fld>
            <a:endParaRPr lang="zh-CN" altLang="zh-CN"/>
          </a:p>
        </p:txBody>
      </p:sp>
      <p:sp>
        <p:nvSpPr>
          <p:cNvPr id="118790" name="Rectangle 2">
            <a:extLst>
              <a:ext uri="{FF2B5EF4-FFF2-40B4-BE49-F238E27FC236}">
                <a16:creationId xmlns:a16="http://schemas.microsoft.com/office/drawing/2014/main" id="{B08C4185-AABD-42BA-EE48-B8036F00AF8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8791" name="Rectangle 3">
            <a:extLst>
              <a:ext uri="{FF2B5EF4-FFF2-40B4-BE49-F238E27FC236}">
                <a16:creationId xmlns:a16="http://schemas.microsoft.com/office/drawing/2014/main" id="{077A29A1-063F-157D-5274-4C6954EB53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b="0" i="0" dirty="0">
                <a:effectLst/>
                <a:latin typeface="-apple-system"/>
              </a:rPr>
              <a:t>n </a:t>
            </a:r>
            <a:r>
              <a:rPr lang="zh-CN" altLang="en-US" b="0" i="0" dirty="0">
                <a:effectLst/>
                <a:latin typeface="-apple-system"/>
              </a:rPr>
              <a:t>是 </a:t>
            </a:r>
            <a:r>
              <a:rPr lang="zh-CN" altLang="en-US" b="1" i="0" dirty="0">
                <a:effectLst/>
                <a:latin typeface="-apple-system"/>
              </a:rPr>
              <a:t>数密度</a:t>
            </a:r>
            <a:r>
              <a:rPr lang="zh-CN" altLang="en-US" b="0" i="0" dirty="0">
                <a:effectLst/>
                <a:latin typeface="-apple-system"/>
              </a:rPr>
              <a:t>（单位体积内的分子数），量纲 </a:t>
            </a:r>
            <a:r>
              <a:rPr lang="en-US" altLang="zh-CN" b="0" i="0" dirty="0">
                <a:effectLst/>
                <a:latin typeface="-apple-system"/>
              </a:rPr>
              <a:t>[m⁻³]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1B0391C5-9470-733C-8B12-11743088F9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B26F5903-BFC2-30DF-7B89-53076BF9755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B0FE6A8-56A9-45F6-A064-B4272AAB558E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0836" name="Rectangle 6">
            <a:extLst>
              <a:ext uri="{FF2B5EF4-FFF2-40B4-BE49-F238E27FC236}">
                <a16:creationId xmlns:a16="http://schemas.microsoft.com/office/drawing/2014/main" id="{8F363A5C-064B-75FD-3AA8-28F314E2A3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0837" name="Rectangle 7">
            <a:extLst>
              <a:ext uri="{FF2B5EF4-FFF2-40B4-BE49-F238E27FC236}">
                <a16:creationId xmlns:a16="http://schemas.microsoft.com/office/drawing/2014/main" id="{4E9D3CD6-8EC2-12E1-0EEE-C8FC38A5C2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E613DD4-9B35-4637-A432-EE4DEDA07CF0}" type="slidenum">
              <a:rPr altLang="zh-CN"/>
              <a:pPr/>
              <a:t>13</a:t>
            </a:fld>
            <a:endParaRPr lang="zh-CN" altLang="zh-CN"/>
          </a:p>
        </p:txBody>
      </p:sp>
      <p:sp>
        <p:nvSpPr>
          <p:cNvPr id="120838" name="Rectangle 2">
            <a:extLst>
              <a:ext uri="{FF2B5EF4-FFF2-40B4-BE49-F238E27FC236}">
                <a16:creationId xmlns:a16="http://schemas.microsoft.com/office/drawing/2014/main" id="{88A80379-8E84-26EE-BA8E-EB59F743C61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0839" name="Rectangle 3">
            <a:extLst>
              <a:ext uri="{FF2B5EF4-FFF2-40B4-BE49-F238E27FC236}">
                <a16:creationId xmlns:a16="http://schemas.microsoft.com/office/drawing/2014/main" id="{FB29A965-D049-64A8-6894-EBE04637701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marL="228600" indent="-228600" eaLnBrk="1" hangingPunct="1">
              <a:lnSpc>
                <a:spcPct val="90000"/>
              </a:lnSpc>
              <a:buFont typeface="Wingdings" panose="05000000000000000000" pitchFamily="2" charset="2"/>
              <a:buChar char="•"/>
            </a:pP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80B42309-F63C-1BCB-3E3A-B30A6F0C2B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EFAFC2CB-C340-47D2-9310-9FCFEE91909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3F48477-660C-4C5D-84E2-63B9E7980E1C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2884" name="Rectangle 6">
            <a:extLst>
              <a:ext uri="{FF2B5EF4-FFF2-40B4-BE49-F238E27FC236}">
                <a16:creationId xmlns:a16="http://schemas.microsoft.com/office/drawing/2014/main" id="{A4F9A1CE-A178-18F6-B47E-FFEFCE9CC0B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2885" name="Rectangle 7">
            <a:extLst>
              <a:ext uri="{FF2B5EF4-FFF2-40B4-BE49-F238E27FC236}">
                <a16:creationId xmlns:a16="http://schemas.microsoft.com/office/drawing/2014/main" id="{94978748-D3A9-1810-7790-FFEA689A2C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194FF6C-0A71-455F-A6C7-0B8FD3937859}" type="slidenum">
              <a:rPr altLang="zh-CN"/>
              <a:pPr/>
              <a:t>14</a:t>
            </a:fld>
            <a:endParaRPr lang="zh-CN" altLang="zh-CN"/>
          </a:p>
        </p:txBody>
      </p:sp>
      <p:sp>
        <p:nvSpPr>
          <p:cNvPr id="122886" name="Rectangle 2">
            <a:extLst>
              <a:ext uri="{FF2B5EF4-FFF2-40B4-BE49-F238E27FC236}">
                <a16:creationId xmlns:a16="http://schemas.microsoft.com/office/drawing/2014/main" id="{16E66FE7-4561-FED6-9505-EBFB10C46CE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2887" name="Rectangle 3">
            <a:extLst>
              <a:ext uri="{FF2B5EF4-FFF2-40B4-BE49-F238E27FC236}">
                <a16:creationId xmlns:a16="http://schemas.microsoft.com/office/drawing/2014/main" id="{02E07A1E-7A25-331E-15D0-67EC3882B8A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2367BE54-C885-3F5E-8FF3-DE2DCF902C9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9FE22B2C-57F4-1BBE-4817-8B490752C4D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E48EA34-227A-40B3-8CFB-F7C2640D3A2C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4932" name="Rectangle 6">
            <a:extLst>
              <a:ext uri="{FF2B5EF4-FFF2-40B4-BE49-F238E27FC236}">
                <a16:creationId xmlns:a16="http://schemas.microsoft.com/office/drawing/2014/main" id="{93CFC59C-F581-BBB6-3346-25453E2CEFD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4933" name="Rectangle 7">
            <a:extLst>
              <a:ext uri="{FF2B5EF4-FFF2-40B4-BE49-F238E27FC236}">
                <a16:creationId xmlns:a16="http://schemas.microsoft.com/office/drawing/2014/main" id="{A99E4982-9DF7-3C45-4B7E-668E87DED5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446D18B-C957-49D7-A208-E080EB862640}" type="slidenum">
              <a:rPr altLang="zh-CN"/>
              <a:pPr/>
              <a:t>15</a:t>
            </a:fld>
            <a:endParaRPr lang="zh-CN" altLang="zh-CN"/>
          </a:p>
        </p:txBody>
      </p:sp>
      <p:sp>
        <p:nvSpPr>
          <p:cNvPr id="124934" name="Rectangle 2">
            <a:extLst>
              <a:ext uri="{FF2B5EF4-FFF2-40B4-BE49-F238E27FC236}">
                <a16:creationId xmlns:a16="http://schemas.microsoft.com/office/drawing/2014/main" id="{FACE675B-FFD5-D680-EA5E-70C9ED05A14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4935" name="Rectangle 3">
            <a:extLst>
              <a:ext uri="{FF2B5EF4-FFF2-40B4-BE49-F238E27FC236}">
                <a16:creationId xmlns:a16="http://schemas.microsoft.com/office/drawing/2014/main" id="{A7518CED-5601-F53A-E79A-45519620AF0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u="none" dirty="0"/>
              <a:t>均匀极化 ⇒ 极化强度 </a:t>
            </a:r>
            <a:r>
              <a:rPr lang="en-US" altLang="zh-CN" u="none" dirty="0"/>
              <a:t>P </a:t>
            </a:r>
            <a:r>
              <a:rPr lang="zh-CN" altLang="en-US" u="none" dirty="0"/>
              <a:t>为常矢量 ⇒ ∇</a:t>
            </a:r>
            <a:r>
              <a:rPr lang="en-US" altLang="zh-CN" u="none" dirty="0"/>
              <a:t>·P ≡ 0 ⇒ </a:t>
            </a:r>
            <a:r>
              <a:rPr lang="zh-CN" altLang="en-US" u="none" dirty="0"/>
              <a:t>极化体电荷密度 </a:t>
            </a:r>
            <a:r>
              <a:rPr lang="en-US" altLang="zh-CN" u="none" dirty="0" err="1"/>
              <a:t>ρ_p</a:t>
            </a:r>
            <a:r>
              <a:rPr lang="en-US" altLang="zh-CN" u="none" dirty="0"/>
              <a:t> = −∇·P = 0</a:t>
            </a:r>
            <a:r>
              <a:rPr lang="zh-CN" altLang="en-US" u="none" dirty="0"/>
              <a:t>，因此体内不出现极化体电荷，只有可能在表面出现极化面电荷。</a:t>
            </a:r>
            <a:endParaRPr lang="en-US" altLang="zh-CN" u="none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F04EBFB4-4CB9-E4F6-F4B7-B747ADA63B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4BC05327-2E47-EB49-D1C9-D58A8CB279C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602653A-BAE1-47EC-A0CE-BB172E3994CD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6980" name="Rectangle 6">
            <a:extLst>
              <a:ext uri="{FF2B5EF4-FFF2-40B4-BE49-F238E27FC236}">
                <a16:creationId xmlns:a16="http://schemas.microsoft.com/office/drawing/2014/main" id="{ABE3AD8E-30BC-21FA-D381-A552F72A76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6981" name="Rectangle 7">
            <a:extLst>
              <a:ext uri="{FF2B5EF4-FFF2-40B4-BE49-F238E27FC236}">
                <a16:creationId xmlns:a16="http://schemas.microsoft.com/office/drawing/2014/main" id="{1716A4E3-409C-CC2C-E6BE-163442F665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CF5D0FA-D2F2-43B7-ACF4-5E991A184ED3}" type="slidenum">
              <a:rPr altLang="zh-CN"/>
              <a:pPr/>
              <a:t>16</a:t>
            </a:fld>
            <a:endParaRPr lang="zh-CN" altLang="zh-CN"/>
          </a:p>
        </p:txBody>
      </p:sp>
      <p:sp>
        <p:nvSpPr>
          <p:cNvPr id="126982" name="Rectangle 2">
            <a:extLst>
              <a:ext uri="{FF2B5EF4-FFF2-40B4-BE49-F238E27FC236}">
                <a16:creationId xmlns:a16="http://schemas.microsoft.com/office/drawing/2014/main" id="{1A700C0C-F0BF-936A-2A31-7F0CA9523B2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6983" name="Rectangle 3">
            <a:extLst>
              <a:ext uri="{FF2B5EF4-FFF2-40B4-BE49-F238E27FC236}">
                <a16:creationId xmlns:a16="http://schemas.microsoft.com/office/drawing/2014/main" id="{05F37F1D-FDD1-E8E2-352B-51170BDC881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u="none" dirty="0">
                <a:latin typeface="Arial" panose="020B0604020202020204" pitchFamily="34" charset="0"/>
                <a:cs typeface="Arial" panose="020B0604020202020204" pitchFamily="34" charset="0"/>
              </a:rPr>
              <a:t>←→</a:t>
            </a:r>
            <a:endParaRPr lang="zh-CN" altLang="en-US" u="none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DE7528B-04FB-39B2-0B19-02586D67BE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80F71B3C-1162-5C49-8967-71DBEF40D62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0CBB397-EE75-45C5-BDF6-0E80962E601E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9028" name="Rectangle 6">
            <a:extLst>
              <a:ext uri="{FF2B5EF4-FFF2-40B4-BE49-F238E27FC236}">
                <a16:creationId xmlns:a16="http://schemas.microsoft.com/office/drawing/2014/main" id="{3C385BE6-40BC-FE9A-6730-D4D1B9FF4C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29029" name="Rectangle 7">
            <a:extLst>
              <a:ext uri="{FF2B5EF4-FFF2-40B4-BE49-F238E27FC236}">
                <a16:creationId xmlns:a16="http://schemas.microsoft.com/office/drawing/2014/main" id="{90904D54-BBD4-2B7B-7185-BFFC1B7330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23D08EE-EA38-4B68-A5DB-4B9ABEB46395}" type="slidenum">
              <a:rPr altLang="zh-CN"/>
              <a:pPr/>
              <a:t>17</a:t>
            </a:fld>
            <a:endParaRPr lang="zh-CN" altLang="zh-CN"/>
          </a:p>
        </p:txBody>
      </p:sp>
      <p:sp>
        <p:nvSpPr>
          <p:cNvPr id="129030" name="Rectangle 2">
            <a:extLst>
              <a:ext uri="{FF2B5EF4-FFF2-40B4-BE49-F238E27FC236}">
                <a16:creationId xmlns:a16="http://schemas.microsoft.com/office/drawing/2014/main" id="{A77B8DAA-6EA6-87D9-D47F-942BC278E82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29031" name="Rectangle 3">
            <a:extLst>
              <a:ext uri="{FF2B5EF4-FFF2-40B4-BE49-F238E27FC236}">
                <a16:creationId xmlns:a16="http://schemas.microsoft.com/office/drawing/2014/main" id="{17C26511-8DE5-F849-D8E2-4B3593F5323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2D57C36B-9DB4-D458-A9E2-F6CD2F4BAE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8CB9E5D2-749C-E338-1303-B8E23E0D67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652C319-3304-4089-A83F-C94D68AD9A07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1076" name="Rectangle 6">
            <a:extLst>
              <a:ext uri="{FF2B5EF4-FFF2-40B4-BE49-F238E27FC236}">
                <a16:creationId xmlns:a16="http://schemas.microsoft.com/office/drawing/2014/main" id="{ED745A30-B868-DA34-FC1A-48BE5164600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31077" name="Rectangle 7">
            <a:extLst>
              <a:ext uri="{FF2B5EF4-FFF2-40B4-BE49-F238E27FC236}">
                <a16:creationId xmlns:a16="http://schemas.microsoft.com/office/drawing/2014/main" id="{702EFA17-3109-0F8A-1DAF-27E663B450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6B81C2C-B356-4F8C-9AEF-47B46131590C}" type="slidenum">
              <a:rPr altLang="zh-CN"/>
              <a:pPr/>
              <a:t>18</a:t>
            </a:fld>
            <a:endParaRPr lang="zh-CN" altLang="zh-CN"/>
          </a:p>
        </p:txBody>
      </p:sp>
      <p:sp>
        <p:nvSpPr>
          <p:cNvPr id="131078" name="Rectangle 2">
            <a:extLst>
              <a:ext uri="{FF2B5EF4-FFF2-40B4-BE49-F238E27FC236}">
                <a16:creationId xmlns:a16="http://schemas.microsoft.com/office/drawing/2014/main" id="{8A48A4F5-D106-E76E-2A31-7CF073EC325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1079" name="Rectangle 3">
            <a:extLst>
              <a:ext uri="{FF2B5EF4-FFF2-40B4-BE49-F238E27FC236}">
                <a16:creationId xmlns:a16="http://schemas.microsoft.com/office/drawing/2014/main" id="{C09BB869-CE1F-0081-6C57-80793FA0CB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56734B38-E0FB-66DE-D11F-7A6197B5D1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A700EEC1-A700-6853-1C3B-16BC73A1E0F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1931AFF-281F-4EB5-B379-31A8236BA079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3124" name="Rectangle 6">
            <a:extLst>
              <a:ext uri="{FF2B5EF4-FFF2-40B4-BE49-F238E27FC236}">
                <a16:creationId xmlns:a16="http://schemas.microsoft.com/office/drawing/2014/main" id="{F8E0219F-45A4-260D-43F5-C657AF21913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33125" name="Rectangle 7">
            <a:extLst>
              <a:ext uri="{FF2B5EF4-FFF2-40B4-BE49-F238E27FC236}">
                <a16:creationId xmlns:a16="http://schemas.microsoft.com/office/drawing/2014/main" id="{4C7493AD-05D6-3511-4A85-2AFA30949C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BC95308-65E3-4B08-BCEE-5B629FFA2A53}" type="slidenum">
              <a:rPr altLang="zh-CN"/>
              <a:pPr/>
              <a:t>19</a:t>
            </a:fld>
            <a:endParaRPr lang="zh-CN" altLang="zh-CN"/>
          </a:p>
        </p:txBody>
      </p:sp>
      <p:sp>
        <p:nvSpPr>
          <p:cNvPr id="133126" name="Rectangle 2">
            <a:extLst>
              <a:ext uri="{FF2B5EF4-FFF2-40B4-BE49-F238E27FC236}">
                <a16:creationId xmlns:a16="http://schemas.microsoft.com/office/drawing/2014/main" id="{91FE3516-758F-2D61-8BF7-5B6C9FFEBF1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3127" name="Rectangle 3">
            <a:extLst>
              <a:ext uri="{FF2B5EF4-FFF2-40B4-BE49-F238E27FC236}">
                <a16:creationId xmlns:a16="http://schemas.microsoft.com/office/drawing/2014/main" id="{C2336E1E-04EB-FAA3-5081-08E3610667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DC96A275-1B71-07D0-3700-F66F61F42E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02B54CCA-464E-1075-EA33-50E6D6E16CB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E7662FD-82BA-40F2-99F9-BB6CF60E46E8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5172" name="Rectangle 6">
            <a:extLst>
              <a:ext uri="{FF2B5EF4-FFF2-40B4-BE49-F238E27FC236}">
                <a16:creationId xmlns:a16="http://schemas.microsoft.com/office/drawing/2014/main" id="{D8E55BCD-3C9E-A2E0-1F56-44493DC65A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35173" name="Rectangle 7">
            <a:extLst>
              <a:ext uri="{FF2B5EF4-FFF2-40B4-BE49-F238E27FC236}">
                <a16:creationId xmlns:a16="http://schemas.microsoft.com/office/drawing/2014/main" id="{AF1EE656-D286-564A-1E21-94F7EE18B4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110A975-CF09-4758-AB9C-CD8F03C3CC9C}" type="slidenum">
              <a:rPr altLang="zh-CN"/>
              <a:pPr/>
              <a:t>20</a:t>
            </a:fld>
            <a:endParaRPr lang="zh-CN" altLang="zh-CN"/>
          </a:p>
        </p:txBody>
      </p:sp>
      <p:sp>
        <p:nvSpPr>
          <p:cNvPr id="135174" name="Rectangle 2">
            <a:extLst>
              <a:ext uri="{FF2B5EF4-FFF2-40B4-BE49-F238E27FC236}">
                <a16:creationId xmlns:a16="http://schemas.microsoft.com/office/drawing/2014/main" id="{383AA738-0107-CE5C-256C-BB78C7BE34C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5175" name="Rectangle 3">
            <a:extLst>
              <a:ext uri="{FF2B5EF4-FFF2-40B4-BE49-F238E27FC236}">
                <a16:creationId xmlns:a16="http://schemas.microsoft.com/office/drawing/2014/main" id="{05971000-DB01-40D0-C210-E9C66481713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F677525E-58A5-FA2A-F85C-FB140B2F8A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17F24630-49D4-3813-21EF-DE2867272C2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63E6ECC-C52C-4E1C-8519-7712FD5D9FD1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7220" name="Rectangle 6">
            <a:extLst>
              <a:ext uri="{FF2B5EF4-FFF2-40B4-BE49-F238E27FC236}">
                <a16:creationId xmlns:a16="http://schemas.microsoft.com/office/drawing/2014/main" id="{FB5E7DD7-498F-8DC1-F69C-1AE61E476A9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37221" name="Rectangle 7">
            <a:extLst>
              <a:ext uri="{FF2B5EF4-FFF2-40B4-BE49-F238E27FC236}">
                <a16:creationId xmlns:a16="http://schemas.microsoft.com/office/drawing/2014/main" id="{4D3B7D3E-780C-B9BB-0B34-1478BF2C7B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EE0A935-66C5-40C3-A14E-664987CFF80F}" type="slidenum">
              <a:rPr altLang="zh-CN"/>
              <a:pPr/>
              <a:t>21</a:t>
            </a:fld>
            <a:endParaRPr lang="zh-CN" altLang="zh-CN"/>
          </a:p>
        </p:txBody>
      </p:sp>
      <p:sp>
        <p:nvSpPr>
          <p:cNvPr id="137222" name="Rectangle 2">
            <a:extLst>
              <a:ext uri="{FF2B5EF4-FFF2-40B4-BE49-F238E27FC236}">
                <a16:creationId xmlns:a16="http://schemas.microsoft.com/office/drawing/2014/main" id="{1C34EBE6-3CBA-005D-CC5C-B3FA328DA4A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7223" name="Rectangle 3">
            <a:extLst>
              <a:ext uri="{FF2B5EF4-FFF2-40B4-BE49-F238E27FC236}">
                <a16:creationId xmlns:a16="http://schemas.microsoft.com/office/drawing/2014/main" id="{1CA678E7-B6D7-765C-CB40-3E996218B40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>
              <a:latin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683C7302-5367-25E4-4669-CA0CDB082F2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738C36B1-AF4C-D9BD-8E4D-0D2973BDE96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5672D07F-947E-4668-8748-B91438019EC5}" type="datetime1">
              <a:rPr lang="zh-CN" altLang="en-US"/>
              <a:pPr algn="r" eaLnBrk="1" hangingPunct="1"/>
              <a:t>2025/12/2</a:t>
            </a:fld>
            <a:endParaRPr lang="zh-CN" altLang="en-US"/>
          </a:p>
        </p:txBody>
      </p:sp>
      <p:sp>
        <p:nvSpPr>
          <p:cNvPr id="139268" name="Rectangle 6">
            <a:extLst>
              <a:ext uri="{FF2B5EF4-FFF2-40B4-BE49-F238E27FC236}">
                <a16:creationId xmlns:a16="http://schemas.microsoft.com/office/drawing/2014/main" id="{BD199472-63C4-B3F2-0073-8BFE2849149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en-US" altLang="zh-CN"/>
              <a:t>第一课</a:t>
            </a:r>
          </a:p>
        </p:txBody>
      </p:sp>
      <p:sp>
        <p:nvSpPr>
          <p:cNvPr id="139269" name="Rectangle 7">
            <a:extLst>
              <a:ext uri="{FF2B5EF4-FFF2-40B4-BE49-F238E27FC236}">
                <a16:creationId xmlns:a16="http://schemas.microsoft.com/office/drawing/2014/main" id="{10E8FD24-D6D1-F44D-4586-F7D584E2987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34ECA976-55B1-4FCA-B33D-2D10BF59B214}" type="slidenum">
              <a:rPr lang="en-US" altLang="zh-CN"/>
              <a:pPr algn="r" eaLnBrk="1" hangingPunct="1"/>
              <a:t>22</a:t>
            </a:fld>
            <a:endParaRPr lang="en-US" altLang="zh-CN"/>
          </a:p>
        </p:txBody>
      </p:sp>
      <p:sp>
        <p:nvSpPr>
          <p:cNvPr id="139270" name="Rectangle 2">
            <a:extLst>
              <a:ext uri="{FF2B5EF4-FFF2-40B4-BE49-F238E27FC236}">
                <a16:creationId xmlns:a16="http://schemas.microsoft.com/office/drawing/2014/main" id="{E31A67A8-EACC-E6D7-9BE8-F9AC7BF1543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9271" name="Rectangle 3">
            <a:extLst>
              <a:ext uri="{FF2B5EF4-FFF2-40B4-BE49-F238E27FC236}">
                <a16:creationId xmlns:a16="http://schemas.microsoft.com/office/drawing/2014/main" id="{C947E0F8-6887-2292-0D1A-302EDC847CB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b="1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6657B4A2-742E-51D6-53C6-CD4A2F01C7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8E66BAF2-517C-E5FC-01D7-1090512ACEA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7560C95-7230-4C69-9D97-0A0625217E4D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3364" name="Rectangle 6">
            <a:extLst>
              <a:ext uri="{FF2B5EF4-FFF2-40B4-BE49-F238E27FC236}">
                <a16:creationId xmlns:a16="http://schemas.microsoft.com/office/drawing/2014/main" id="{A0962510-D7D5-BB79-D38E-FC5362936F9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43365" name="Rectangle 7">
            <a:extLst>
              <a:ext uri="{FF2B5EF4-FFF2-40B4-BE49-F238E27FC236}">
                <a16:creationId xmlns:a16="http://schemas.microsoft.com/office/drawing/2014/main" id="{246A355B-2608-348A-8F92-FF67C2CA0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9589AE5-9670-4D5C-9204-983CE871C75F}" type="slidenum">
              <a:rPr altLang="zh-CN"/>
              <a:pPr/>
              <a:t>25</a:t>
            </a:fld>
            <a:endParaRPr lang="zh-CN" altLang="zh-CN"/>
          </a:p>
        </p:txBody>
      </p:sp>
      <p:sp>
        <p:nvSpPr>
          <p:cNvPr id="143366" name="Rectangle 2">
            <a:extLst>
              <a:ext uri="{FF2B5EF4-FFF2-40B4-BE49-F238E27FC236}">
                <a16:creationId xmlns:a16="http://schemas.microsoft.com/office/drawing/2014/main" id="{57F716BC-0D1F-ECC8-6C18-BD765276D20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67" name="Rectangle 3">
            <a:extLst>
              <a:ext uri="{FF2B5EF4-FFF2-40B4-BE49-F238E27FC236}">
                <a16:creationId xmlns:a16="http://schemas.microsoft.com/office/drawing/2014/main" id="{CABA2085-BE49-8CED-FFE8-E5304658832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b="0" i="0" dirty="0">
                <a:effectLst/>
                <a:latin typeface="-apple-system"/>
              </a:rPr>
              <a:t>物体由于内部电荷运动（主要是电子自旋和轨道运动）而具有的、能与外磁场发生相互作用并可被外磁场</a:t>
            </a:r>
            <a:r>
              <a:rPr lang="zh-CN" altLang="en-US" b="1" i="0" dirty="0">
                <a:effectLst/>
                <a:latin typeface="-apple-system"/>
              </a:rPr>
              <a:t>磁化</a:t>
            </a:r>
            <a:r>
              <a:rPr lang="en-US" altLang="zh-CN" b="0" i="0" dirty="0">
                <a:effectLst/>
                <a:latin typeface="-apple-system"/>
              </a:rPr>
              <a:t>——</a:t>
            </a:r>
            <a:r>
              <a:rPr lang="zh-CN" altLang="en-US" b="0" i="0" dirty="0">
                <a:effectLst/>
                <a:latin typeface="-apple-system"/>
              </a:rPr>
              <a:t>即产生或改变自身宏观磁矩</a:t>
            </a:r>
            <a:r>
              <a:rPr lang="en-US" altLang="zh-CN" b="0" i="0" dirty="0">
                <a:effectLst/>
                <a:latin typeface="-apple-system"/>
              </a:rPr>
              <a:t>——</a:t>
            </a:r>
            <a:r>
              <a:rPr lang="zh-CN" altLang="en-US" b="0" i="0" dirty="0">
                <a:effectLst/>
                <a:latin typeface="-apple-system"/>
              </a:rPr>
              <a:t>的属性。</a:t>
            </a:r>
            <a:br>
              <a:rPr lang="zh-CN" altLang="en-US" dirty="0"/>
            </a:br>
            <a:r>
              <a:rPr lang="zh-CN" altLang="en-US" b="0" i="0" dirty="0">
                <a:effectLst/>
                <a:latin typeface="-apple-system"/>
              </a:rPr>
              <a:t>简言之：</a:t>
            </a:r>
            <a:r>
              <a:rPr lang="zh-CN" altLang="en-US" b="1" i="0" dirty="0">
                <a:effectLst/>
                <a:latin typeface="-apple-system"/>
              </a:rPr>
              <a:t>磁性 </a:t>
            </a:r>
            <a:r>
              <a:rPr lang="en-US" altLang="zh-CN" b="1" i="0" dirty="0">
                <a:effectLst/>
                <a:latin typeface="-apple-system"/>
              </a:rPr>
              <a:t>= </a:t>
            </a:r>
            <a:r>
              <a:rPr lang="zh-CN" altLang="en-US" b="1" i="0" dirty="0">
                <a:effectLst/>
                <a:latin typeface="-apple-system"/>
              </a:rPr>
              <a:t>物质在磁场中表现出</a:t>
            </a:r>
            <a:r>
              <a:rPr lang="zh-CN" altLang="en-US" b="1" i="1" u="sng" dirty="0">
                <a:effectLst/>
                <a:latin typeface="-apple-system"/>
              </a:rPr>
              <a:t>磁矩（产生或响应磁场）</a:t>
            </a:r>
            <a:r>
              <a:rPr lang="zh-CN" altLang="en-US" b="1" i="0" dirty="0">
                <a:effectLst/>
                <a:latin typeface="-apple-system"/>
              </a:rPr>
              <a:t>的能力。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7533F5A6-5251-96DF-E621-4C59057546C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5C1A7D74-6D07-2627-2959-94474D368D5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1DCE543-27BD-4EC5-AAD3-0A32AC512D56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5412" name="Rectangle 6">
            <a:extLst>
              <a:ext uri="{FF2B5EF4-FFF2-40B4-BE49-F238E27FC236}">
                <a16:creationId xmlns:a16="http://schemas.microsoft.com/office/drawing/2014/main" id="{8F7D6077-5FE8-AC95-C81C-87F2AE89736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45413" name="Rectangle 7">
            <a:extLst>
              <a:ext uri="{FF2B5EF4-FFF2-40B4-BE49-F238E27FC236}">
                <a16:creationId xmlns:a16="http://schemas.microsoft.com/office/drawing/2014/main" id="{BE18127A-C7EE-CAC7-DD26-82E6698AEF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5BCFF06-5038-4213-9546-304C3E5FA72D}" type="slidenum">
              <a:rPr altLang="zh-CN"/>
              <a:pPr/>
              <a:t>26</a:t>
            </a:fld>
            <a:endParaRPr lang="zh-CN" altLang="zh-CN"/>
          </a:p>
        </p:txBody>
      </p:sp>
      <p:sp>
        <p:nvSpPr>
          <p:cNvPr id="145414" name="Rectangle 2">
            <a:extLst>
              <a:ext uri="{FF2B5EF4-FFF2-40B4-BE49-F238E27FC236}">
                <a16:creationId xmlns:a16="http://schemas.microsoft.com/office/drawing/2014/main" id="{AB836235-099C-2EAD-857A-9A8B79F563F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5415" name="Rectangle 3">
            <a:extLst>
              <a:ext uri="{FF2B5EF4-FFF2-40B4-BE49-F238E27FC236}">
                <a16:creationId xmlns:a16="http://schemas.microsoft.com/office/drawing/2014/main" id="{4B512227-A94D-EEAB-4A7E-E33738AFC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D6B5C926-8EC4-451D-06B7-EDAE1E9E57D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6B098BE2-5DA4-8590-37EC-6333695EDA3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E1212B7-F9BF-46C6-A1CE-F285B509F2AF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7460" name="Rectangle 6">
            <a:extLst>
              <a:ext uri="{FF2B5EF4-FFF2-40B4-BE49-F238E27FC236}">
                <a16:creationId xmlns:a16="http://schemas.microsoft.com/office/drawing/2014/main" id="{FC63EADC-36FC-3D64-BDB9-2BCBA8AD016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47461" name="Rectangle 7">
            <a:extLst>
              <a:ext uri="{FF2B5EF4-FFF2-40B4-BE49-F238E27FC236}">
                <a16:creationId xmlns:a16="http://schemas.microsoft.com/office/drawing/2014/main" id="{31F7F6F6-DEB1-EBB9-F2DD-2CE4C519C9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03993A0-7E39-4F5A-A80D-C2B15997D5FA}" type="slidenum">
              <a:rPr altLang="zh-CN"/>
              <a:pPr/>
              <a:t>27</a:t>
            </a:fld>
            <a:endParaRPr lang="zh-CN" altLang="zh-CN"/>
          </a:p>
        </p:txBody>
      </p:sp>
      <p:sp>
        <p:nvSpPr>
          <p:cNvPr id="147462" name="Rectangle 2">
            <a:extLst>
              <a:ext uri="{FF2B5EF4-FFF2-40B4-BE49-F238E27FC236}">
                <a16:creationId xmlns:a16="http://schemas.microsoft.com/office/drawing/2014/main" id="{C0ACE423-A080-7576-E082-C469C91A1D5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7463" name="Rectangle 3">
            <a:extLst>
              <a:ext uri="{FF2B5EF4-FFF2-40B4-BE49-F238E27FC236}">
                <a16:creationId xmlns:a16="http://schemas.microsoft.com/office/drawing/2014/main" id="{41522D7F-5949-D8AA-98FA-E3FBF89BD3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5221BC21-6D0A-B087-E177-90D6CC9703C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7002A8B6-7C50-DD25-13E8-D28C231663B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CD44687-E0A0-457E-847E-F5AA213B4C4A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9508" name="Rectangle 6">
            <a:extLst>
              <a:ext uri="{FF2B5EF4-FFF2-40B4-BE49-F238E27FC236}">
                <a16:creationId xmlns:a16="http://schemas.microsoft.com/office/drawing/2014/main" id="{0DAE4186-E5F9-4F78-4931-6D728299D9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49509" name="Rectangle 7">
            <a:extLst>
              <a:ext uri="{FF2B5EF4-FFF2-40B4-BE49-F238E27FC236}">
                <a16:creationId xmlns:a16="http://schemas.microsoft.com/office/drawing/2014/main" id="{BFF9B22D-7EE5-026D-9D9B-1DD9BFBCB6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93DB256-D22B-40F3-8EDC-A669547A5302}" type="slidenum">
              <a:rPr altLang="zh-CN"/>
              <a:pPr/>
              <a:t>28</a:t>
            </a:fld>
            <a:endParaRPr lang="zh-CN" altLang="zh-CN"/>
          </a:p>
        </p:txBody>
      </p:sp>
      <p:sp>
        <p:nvSpPr>
          <p:cNvPr id="149510" name="Rectangle 2">
            <a:extLst>
              <a:ext uri="{FF2B5EF4-FFF2-40B4-BE49-F238E27FC236}">
                <a16:creationId xmlns:a16="http://schemas.microsoft.com/office/drawing/2014/main" id="{70B1120C-096A-517B-ADF4-251AE28965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9511" name="Rectangle 3">
            <a:extLst>
              <a:ext uri="{FF2B5EF4-FFF2-40B4-BE49-F238E27FC236}">
                <a16:creationId xmlns:a16="http://schemas.microsoft.com/office/drawing/2014/main" id="{EE337426-6F95-A9A5-A335-3A20A752B3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4DF9EBAE-735F-C150-0766-F401D5DB47F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CECD8479-BE6F-2850-8790-E73E2A5ECB4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9393F18-D6F3-4F19-8681-298225F53B23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1556" name="Rectangle 6">
            <a:extLst>
              <a:ext uri="{FF2B5EF4-FFF2-40B4-BE49-F238E27FC236}">
                <a16:creationId xmlns:a16="http://schemas.microsoft.com/office/drawing/2014/main" id="{A04936C8-726D-AAD5-9766-3E58A2F706C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1557" name="Rectangle 7">
            <a:extLst>
              <a:ext uri="{FF2B5EF4-FFF2-40B4-BE49-F238E27FC236}">
                <a16:creationId xmlns:a16="http://schemas.microsoft.com/office/drawing/2014/main" id="{1DA4AB29-4E60-1DFF-291A-AEC680470F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12BA222-D27B-4987-877B-B4C75400B899}" type="slidenum">
              <a:rPr altLang="zh-CN"/>
              <a:pPr/>
              <a:t>29</a:t>
            </a:fld>
            <a:endParaRPr lang="zh-CN" altLang="zh-CN"/>
          </a:p>
        </p:txBody>
      </p:sp>
      <p:sp>
        <p:nvSpPr>
          <p:cNvPr id="151558" name="Rectangle 2">
            <a:extLst>
              <a:ext uri="{FF2B5EF4-FFF2-40B4-BE49-F238E27FC236}">
                <a16:creationId xmlns:a16="http://schemas.microsoft.com/office/drawing/2014/main" id="{67D8BC05-3732-5D47-D67B-D825326D00B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1559" name="Rectangle 3">
            <a:extLst>
              <a:ext uri="{FF2B5EF4-FFF2-40B4-BE49-F238E27FC236}">
                <a16:creationId xmlns:a16="http://schemas.microsoft.com/office/drawing/2014/main" id="{BB6E9927-DFC0-F062-178F-12F2FFB7FC5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F43EC3CA-C405-B78A-58D9-2184E3E54E9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03618361-BFFF-E133-442E-C6CB1B86CB9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0BE06E3-CA31-498D-A79F-0EB0E6E59C7F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3604" name="Rectangle 6">
            <a:extLst>
              <a:ext uri="{FF2B5EF4-FFF2-40B4-BE49-F238E27FC236}">
                <a16:creationId xmlns:a16="http://schemas.microsoft.com/office/drawing/2014/main" id="{12361746-31D4-179B-A2C2-3498742AD90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3605" name="Rectangle 7">
            <a:extLst>
              <a:ext uri="{FF2B5EF4-FFF2-40B4-BE49-F238E27FC236}">
                <a16:creationId xmlns:a16="http://schemas.microsoft.com/office/drawing/2014/main" id="{1B70F19E-2355-30FE-F0CA-2C9BF8C411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DA43C80-88C4-4A68-A901-944F8C6CF539}" type="slidenum">
              <a:rPr altLang="zh-CN"/>
              <a:pPr/>
              <a:t>30</a:t>
            </a:fld>
            <a:endParaRPr lang="zh-CN" altLang="zh-CN"/>
          </a:p>
        </p:txBody>
      </p:sp>
      <p:sp>
        <p:nvSpPr>
          <p:cNvPr id="153606" name="Rectangle 2">
            <a:extLst>
              <a:ext uri="{FF2B5EF4-FFF2-40B4-BE49-F238E27FC236}">
                <a16:creationId xmlns:a16="http://schemas.microsoft.com/office/drawing/2014/main" id="{F722140D-4C2B-852B-FFCE-476B64B12F2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3607" name="Rectangle 3">
            <a:extLst>
              <a:ext uri="{FF2B5EF4-FFF2-40B4-BE49-F238E27FC236}">
                <a16:creationId xmlns:a16="http://schemas.microsoft.com/office/drawing/2014/main" id="{C2EE8C24-1305-2879-08D8-A570F08F14A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E6939075-EA7F-059C-1024-203163B0BA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743100D5-2DC5-7106-E2A8-234EC9CB295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85F8C91-6308-4BF4-A072-54254E278EDE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5652" name="Rectangle 6">
            <a:extLst>
              <a:ext uri="{FF2B5EF4-FFF2-40B4-BE49-F238E27FC236}">
                <a16:creationId xmlns:a16="http://schemas.microsoft.com/office/drawing/2014/main" id="{638B3D61-B408-9F61-D139-15A4F73AFFF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5653" name="Rectangle 7">
            <a:extLst>
              <a:ext uri="{FF2B5EF4-FFF2-40B4-BE49-F238E27FC236}">
                <a16:creationId xmlns:a16="http://schemas.microsoft.com/office/drawing/2014/main" id="{A61FB99E-3369-D8FC-9733-82AC657ABE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F75F1FB-467A-4C39-8E70-AECDC6D96189}" type="slidenum">
              <a:rPr altLang="zh-CN"/>
              <a:pPr/>
              <a:t>31</a:t>
            </a:fld>
            <a:endParaRPr lang="zh-CN" altLang="zh-CN"/>
          </a:p>
        </p:txBody>
      </p:sp>
      <p:sp>
        <p:nvSpPr>
          <p:cNvPr id="155654" name="Rectangle 2">
            <a:extLst>
              <a:ext uri="{FF2B5EF4-FFF2-40B4-BE49-F238E27FC236}">
                <a16:creationId xmlns:a16="http://schemas.microsoft.com/office/drawing/2014/main" id="{022F3570-6027-864B-E56E-11689EA586C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5655" name="Rectangle 3">
            <a:extLst>
              <a:ext uri="{FF2B5EF4-FFF2-40B4-BE49-F238E27FC236}">
                <a16:creationId xmlns:a16="http://schemas.microsoft.com/office/drawing/2014/main" id="{4725C384-6F38-52F1-182B-644453CCD50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u="sng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E9093C05-347D-14A0-4F84-F0999EE03F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4887BA5F-0D55-D638-43A7-BF3B972B251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F6B0542-277E-4D19-A7E3-6D7C3065315D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7700" name="Rectangle 6">
            <a:extLst>
              <a:ext uri="{FF2B5EF4-FFF2-40B4-BE49-F238E27FC236}">
                <a16:creationId xmlns:a16="http://schemas.microsoft.com/office/drawing/2014/main" id="{17786864-1009-CFFC-5C46-455222650C9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7701" name="Rectangle 7">
            <a:extLst>
              <a:ext uri="{FF2B5EF4-FFF2-40B4-BE49-F238E27FC236}">
                <a16:creationId xmlns:a16="http://schemas.microsoft.com/office/drawing/2014/main" id="{A64FF2BC-EB8D-6203-6350-E99AF2D32C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C650489-9FBA-426C-941E-713FCE7BBE96}" type="slidenum">
              <a:rPr altLang="zh-CN"/>
              <a:pPr/>
              <a:t>32</a:t>
            </a:fld>
            <a:endParaRPr lang="zh-CN" altLang="zh-CN"/>
          </a:p>
        </p:txBody>
      </p:sp>
      <p:sp>
        <p:nvSpPr>
          <p:cNvPr id="157702" name="Rectangle 2">
            <a:extLst>
              <a:ext uri="{FF2B5EF4-FFF2-40B4-BE49-F238E27FC236}">
                <a16:creationId xmlns:a16="http://schemas.microsoft.com/office/drawing/2014/main" id="{ADB1F390-1F80-21BB-E6A9-9E2A163EA81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7703" name="Rectangle 3">
            <a:extLst>
              <a:ext uri="{FF2B5EF4-FFF2-40B4-BE49-F238E27FC236}">
                <a16:creationId xmlns:a16="http://schemas.microsoft.com/office/drawing/2014/main" id="{8B418F27-B993-C3CA-CE0D-9C3DEB3D2E4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solidFill>
                <a:srgbClr val="000066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C2C5668D-A0EB-3711-5BFD-16589A20BAE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D633C1B3-149D-E65A-3903-CB9F431F4FD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B81A610-D53C-4285-AD5A-FE53499CA3E5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59748" name="Rectangle 6">
            <a:extLst>
              <a:ext uri="{FF2B5EF4-FFF2-40B4-BE49-F238E27FC236}">
                <a16:creationId xmlns:a16="http://schemas.microsoft.com/office/drawing/2014/main" id="{91A84EDE-D1BF-627F-3C4B-30C96AB7CF8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59749" name="Rectangle 7">
            <a:extLst>
              <a:ext uri="{FF2B5EF4-FFF2-40B4-BE49-F238E27FC236}">
                <a16:creationId xmlns:a16="http://schemas.microsoft.com/office/drawing/2014/main" id="{7C607546-B3E7-E55E-9F9E-16057A4B47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F33BA27-0CC7-4C81-9B23-A35DE6DB5294}" type="slidenum">
              <a:rPr altLang="zh-CN"/>
              <a:pPr/>
              <a:t>33</a:t>
            </a:fld>
            <a:endParaRPr lang="zh-CN" altLang="zh-CN"/>
          </a:p>
        </p:txBody>
      </p:sp>
      <p:sp>
        <p:nvSpPr>
          <p:cNvPr id="159750" name="Rectangle 2">
            <a:extLst>
              <a:ext uri="{FF2B5EF4-FFF2-40B4-BE49-F238E27FC236}">
                <a16:creationId xmlns:a16="http://schemas.microsoft.com/office/drawing/2014/main" id="{CC26BE77-6CBD-4E9A-767B-B756572A883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59751" name="Rectangle 3">
            <a:extLst>
              <a:ext uri="{FF2B5EF4-FFF2-40B4-BE49-F238E27FC236}">
                <a16:creationId xmlns:a16="http://schemas.microsoft.com/office/drawing/2014/main" id="{999F5D02-1026-3CCA-B8A1-F58873667F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6A62CD32-D2AC-013A-47CB-43A97E652F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DCE22B4A-B16F-A413-CB5D-84E19623908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BD7177C-44DE-4AE6-98DF-8AF4F51C110B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2820" name="Rectangle 6">
            <a:extLst>
              <a:ext uri="{FF2B5EF4-FFF2-40B4-BE49-F238E27FC236}">
                <a16:creationId xmlns:a16="http://schemas.microsoft.com/office/drawing/2014/main" id="{99D7ABD7-C0B6-8299-DB5F-FD583656DE1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62821" name="Rectangle 7">
            <a:extLst>
              <a:ext uri="{FF2B5EF4-FFF2-40B4-BE49-F238E27FC236}">
                <a16:creationId xmlns:a16="http://schemas.microsoft.com/office/drawing/2014/main" id="{C78FAF06-7A4F-295D-948C-A9DCB0BC89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FC97E6C-4B4E-4857-92D7-3CADFFD82B0F}" type="slidenum">
              <a:rPr altLang="zh-CN"/>
              <a:pPr/>
              <a:t>35</a:t>
            </a:fld>
            <a:endParaRPr lang="zh-CN" altLang="zh-CN"/>
          </a:p>
        </p:txBody>
      </p:sp>
      <p:sp>
        <p:nvSpPr>
          <p:cNvPr id="162822" name="Rectangle 2">
            <a:extLst>
              <a:ext uri="{FF2B5EF4-FFF2-40B4-BE49-F238E27FC236}">
                <a16:creationId xmlns:a16="http://schemas.microsoft.com/office/drawing/2014/main" id="{3BFA08EA-9A54-FB95-251D-9393953E3AB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62823" name="Rectangle 3">
            <a:extLst>
              <a:ext uri="{FF2B5EF4-FFF2-40B4-BE49-F238E27FC236}">
                <a16:creationId xmlns:a16="http://schemas.microsoft.com/office/drawing/2014/main" id="{E31B519A-8982-0096-68B4-740F304F92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E6A2A126-E650-B95C-8698-68B64E356C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A25A9EB5-8F3E-CF6A-E299-7A751C7DFAA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ABF7986-3C66-438A-B6A2-4421606B0867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4868" name="Rectangle 6">
            <a:extLst>
              <a:ext uri="{FF2B5EF4-FFF2-40B4-BE49-F238E27FC236}">
                <a16:creationId xmlns:a16="http://schemas.microsoft.com/office/drawing/2014/main" id="{8718CAEE-6411-8BAC-3174-AA2AB41177C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64869" name="Rectangle 7">
            <a:extLst>
              <a:ext uri="{FF2B5EF4-FFF2-40B4-BE49-F238E27FC236}">
                <a16:creationId xmlns:a16="http://schemas.microsoft.com/office/drawing/2014/main" id="{9C698154-83A4-9AB7-6FBC-2C9BDA78F7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0A3344F-A94B-48DE-AE18-97BBD83C91F7}" type="slidenum">
              <a:rPr altLang="zh-CN"/>
              <a:pPr/>
              <a:t>36</a:t>
            </a:fld>
            <a:endParaRPr lang="zh-CN" altLang="zh-CN"/>
          </a:p>
        </p:txBody>
      </p:sp>
      <p:sp>
        <p:nvSpPr>
          <p:cNvPr id="164870" name="Rectangle 2">
            <a:extLst>
              <a:ext uri="{FF2B5EF4-FFF2-40B4-BE49-F238E27FC236}">
                <a16:creationId xmlns:a16="http://schemas.microsoft.com/office/drawing/2014/main" id="{28DA7EBF-E33D-49F3-6530-1ED0E791E67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64871" name="Rectangle 3">
            <a:extLst>
              <a:ext uri="{FF2B5EF4-FFF2-40B4-BE49-F238E27FC236}">
                <a16:creationId xmlns:a16="http://schemas.microsoft.com/office/drawing/2014/main" id="{6849ED9C-B094-C2C9-16D3-975A3BF0476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8B88BE7C-5B18-2D75-F028-ADD8740D16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第一课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E2FCCD38-A8EC-3858-1220-FEDC2440362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D156F7E-1494-4185-837A-0D7D230728EE}" type="datetime1">
              <a:rPr lang="zh-CN" altLang="en-US" smtClean="0"/>
              <a:pPr>
                <a:spcBef>
                  <a:spcPct val="0"/>
                </a:spcBef>
              </a:pPr>
              <a:t>2025/12/2</a:t>
            </a:fld>
            <a:endParaRPr lang="en-US" altLang="zh-CN"/>
          </a:p>
        </p:txBody>
      </p:sp>
      <p:sp>
        <p:nvSpPr>
          <p:cNvPr id="166916" name="Rectangle 6">
            <a:extLst>
              <a:ext uri="{FF2B5EF4-FFF2-40B4-BE49-F238E27FC236}">
                <a16:creationId xmlns:a16="http://schemas.microsoft.com/office/drawing/2014/main" id="{5F266EBC-7D15-39C6-1A53-49B090FF815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/>
              <a:t>第一课</a:t>
            </a:r>
          </a:p>
        </p:txBody>
      </p:sp>
      <p:sp>
        <p:nvSpPr>
          <p:cNvPr id="166917" name="Rectangle 7">
            <a:extLst>
              <a:ext uri="{FF2B5EF4-FFF2-40B4-BE49-F238E27FC236}">
                <a16:creationId xmlns:a16="http://schemas.microsoft.com/office/drawing/2014/main" id="{799E6297-E55A-51C6-2D93-2829C332B2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6F310B1-BEB6-4697-A8F1-7E3868F05207}" type="slidenum">
              <a:rPr altLang="zh-CN"/>
              <a:pPr>
                <a:spcBef>
                  <a:spcPct val="0"/>
                </a:spcBef>
              </a:pPr>
              <a:t>37</a:t>
            </a:fld>
            <a:endParaRPr lang="zh-CN" altLang="zh-CN"/>
          </a:p>
        </p:txBody>
      </p:sp>
      <p:sp>
        <p:nvSpPr>
          <p:cNvPr id="166918" name="Rectangle 2">
            <a:extLst>
              <a:ext uri="{FF2B5EF4-FFF2-40B4-BE49-F238E27FC236}">
                <a16:creationId xmlns:a16="http://schemas.microsoft.com/office/drawing/2014/main" id="{2298BAE6-7F60-217D-5326-42FC75A757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9" name="Rectangle 3">
            <a:extLst>
              <a:ext uri="{FF2B5EF4-FFF2-40B4-BE49-F238E27FC236}">
                <a16:creationId xmlns:a16="http://schemas.microsoft.com/office/drawing/2014/main" id="{FCDFCBA9-39A4-4AAF-4907-07D5B959A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FF386F89-0CDC-E28B-950A-CC8EC40C033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CF2C108A-F581-65CB-ECB3-310A177F2CA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A5E364CA-6DF3-4232-B917-753CD30321A2}" type="datetime1">
              <a:rPr lang="zh-CN" altLang="en-US" sz="1200" b="0" smtClean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2025/12/2</a:t>
            </a:fld>
            <a:endParaRPr lang="zh-CN" altLang="en-US" sz="12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4324" name="Rectangle 6">
            <a:extLst>
              <a:ext uri="{FF2B5EF4-FFF2-40B4-BE49-F238E27FC236}">
                <a16:creationId xmlns:a16="http://schemas.microsoft.com/office/drawing/2014/main" id="{BB020BE5-03FB-FC00-5383-587993A089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en-US" altLang="zh-CN" sz="1200" b="0">
                <a:solidFill>
                  <a:schemeClr val="tx1"/>
                </a:solidFill>
              </a:rPr>
              <a:t>第一课</a:t>
            </a:r>
          </a:p>
        </p:txBody>
      </p:sp>
      <p:sp>
        <p:nvSpPr>
          <p:cNvPr id="184325" name="Rectangle 7">
            <a:extLst>
              <a:ext uri="{FF2B5EF4-FFF2-40B4-BE49-F238E27FC236}">
                <a16:creationId xmlns:a16="http://schemas.microsoft.com/office/drawing/2014/main" id="{8B53AA01-FF22-2D4A-4F40-914A17EC84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D2AACABD-0254-467D-9372-2F574DB5A86C}" type="slidenum">
              <a:rPr altLang="zh-CN"/>
              <a:pPr/>
              <a:t>40</a:t>
            </a:fld>
            <a:endParaRPr lang="zh-CN" altLang="zh-CN"/>
          </a:p>
        </p:txBody>
      </p:sp>
      <p:sp>
        <p:nvSpPr>
          <p:cNvPr id="184326" name="Rectangle 2">
            <a:extLst>
              <a:ext uri="{FF2B5EF4-FFF2-40B4-BE49-F238E27FC236}">
                <a16:creationId xmlns:a16="http://schemas.microsoft.com/office/drawing/2014/main" id="{121C71B2-8088-E1F8-6451-1E165221E31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84327" name="Rectangle 3">
            <a:extLst>
              <a:ext uri="{FF2B5EF4-FFF2-40B4-BE49-F238E27FC236}">
                <a16:creationId xmlns:a16="http://schemas.microsoft.com/office/drawing/2014/main" id="{126415FE-97A1-C352-9255-7CE92F3FBC6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1576166-F8A8-2BB4-DD70-4DCCC41CD5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DB07C4-D545-4019-999F-2BF1C9F1667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2712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0A496EF-690C-1322-217E-CF93873298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17126-F83D-483A-A81D-FB110B6CC884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1330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C76059A-DCE6-06DB-148D-23EFCAA634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56850-B5A9-4138-96F8-43175F14C54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4620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BFA6E9E-9DC4-3D18-4801-133C430B91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00F768-CF50-45CB-A3B0-2FE34A0E6DE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423316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41E05F3-2439-79E4-F7F5-8F2C2B617C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FA487-D0DA-4C3E-9293-2476D2D3F26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11199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89F1C90-3486-2E05-2147-30D0DE02442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52C24-0ABC-4BA9-9C3A-88D241B835A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28459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E9D1B7D-3B07-509D-50EF-026DB3CDB03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31E09E-C200-45A4-8478-86CF5BDF056D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0330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5F4CA27-994E-AC0C-771F-3EF4C93DDB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4290EF-43E9-4B74-AB16-693B7C0904C9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0739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419DEBC-2523-BBA1-6502-B119703BF9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29BB8-1C94-49D8-A2C5-F57E2411AA7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5114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EC59668-439D-3895-18B9-3DCEC5916B8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51D90-C335-447A-8BA8-1A261C7F0EA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8206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81BBA34-4FB6-72F9-BF3B-5E2C58618AD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BC69E9-5D55-4F66-A766-3326B497F49C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1404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0E47C4B-940B-16F5-F902-B74DC20157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D5263-529B-4DFA-A584-ECBA7568C504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5518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BE66E56F-91DA-FD1C-A07B-339224985A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19E1B-3695-45AD-9E6B-68F3904643D1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490021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31F72C9-FB7F-FB18-0D3D-A796B361CD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88A6E-ED28-4B67-AFFA-044B2EF941D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24291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&#38543;&#26426;&#28857;&#21517;&#21161;&#25163;.exe" TargetMode="Externa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501" name="Rectangle 5">
            <a:extLst>
              <a:ext uri="{FF2B5EF4-FFF2-40B4-BE49-F238E27FC236}">
                <a16:creationId xmlns:a16="http://schemas.microsoft.com/office/drawing/2014/main" id="{469081B0-B31B-A751-8DAF-F86981C33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61913"/>
            <a:ext cx="5256212" cy="3508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 eaLnBrk="1" hangingPunct="1">
              <a:lnSpc>
                <a:spcPct val="60000"/>
              </a:lnSpc>
              <a:defRPr/>
            </a:pPr>
            <a:r>
              <a:rPr lang="zh-CN" altLang="en-US">
                <a:latin typeface="Times New Roman" panose="02020603050405020304" pitchFamily="18" charset="0"/>
                <a:ea typeface="隶书" panose="02010509060101010101" pitchFamily="49" charset="-122"/>
              </a:rPr>
              <a:t>第 </a:t>
            </a:r>
            <a:r>
              <a:rPr lang="en-US" altLang="zh-CN">
                <a:latin typeface="Times New Roman" panose="02020603050405020304" pitchFamily="18" charset="0"/>
                <a:ea typeface="隶书" panose="02010509060101010101" pitchFamily="49" charset="-122"/>
              </a:rPr>
              <a:t>2 </a:t>
            </a:r>
            <a:r>
              <a:rPr lang="zh-CN" altLang="en-US">
                <a:latin typeface="Times New Roman" panose="02020603050405020304" pitchFamily="18" charset="0"/>
                <a:ea typeface="隶书" panose="02010509060101010101" pitchFamily="49" charset="-122"/>
              </a:rPr>
              <a:t>章</a:t>
            </a:r>
            <a:r>
              <a:rPr lang="zh-CN" altLang="en-US"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电磁场的基本规律</a:t>
            </a: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E6921E0D-608C-456E-16D9-D87EE0F58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-26988"/>
            <a:ext cx="2089150" cy="263526"/>
          </a:xfrm>
          <a:prstGeom prst="rect">
            <a:avLst/>
          </a:prstGeom>
          <a:noFill/>
          <a:ln>
            <a:noFill/>
          </a:ln>
        </p:spPr>
        <p:txBody>
          <a:bodyPr tIns="10800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000">
                <a:solidFill>
                  <a:srgbClr val="573CFC"/>
                </a:solidFill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10" descr="深色横线">
            <a:extLst>
              <a:ext uri="{FF2B5EF4-FFF2-40B4-BE49-F238E27FC236}">
                <a16:creationId xmlns:a16="http://schemas.microsoft.com/office/drawing/2014/main" id="{105FFC0F-C995-9B5A-F064-DA7D993A1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6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sp>
        <p:nvSpPr>
          <p:cNvPr id="490507" name="Rectangle 11">
            <a:extLst>
              <a:ext uri="{FF2B5EF4-FFF2-40B4-BE49-F238E27FC236}">
                <a16:creationId xmlns:a16="http://schemas.microsoft.com/office/drawing/2014/main" id="{2BDE0A9D-C8EC-8929-4C60-946F3D72E34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noProof="1" smtClean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A2C5FE4-BC8C-4EF0-8366-115BDD2CE815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490516" name="Rectangle 20">
            <a:extLst>
              <a:ext uri="{FF2B5EF4-FFF2-40B4-BE49-F238E27FC236}">
                <a16:creationId xmlns:a16="http://schemas.microsoft.com/office/drawing/2014/main" id="{23391E95-09F1-6997-0833-928A0604D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2113"/>
            <a:ext cx="9144000" cy="6192837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endParaRPr lang="zh-CN" altLang="zh-CN" sz="2800" b="0">
              <a:effectLst>
                <a:outerShdw blurRad="38100" dist="38100" dir="2700000" algn="tl">
                  <a:srgbClr val="00000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1031" name="Rectangle 21" descr="栎木">
            <a:extLst>
              <a:ext uri="{FF2B5EF4-FFF2-40B4-BE49-F238E27FC236}">
                <a16:creationId xmlns:a16="http://schemas.microsoft.com/office/drawing/2014/main" id="{DE51BE3B-C1ED-DA07-DEFE-69DB2216F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6"/>
            <a:srcRect/>
            <a:tile tx="0" ty="0" sx="100000" sy="100000" flip="none" algn="tl"/>
          </a:blip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sp>
        <p:nvSpPr>
          <p:cNvPr id="1032" name="Rectangle 23" descr="深色横线">
            <a:extLst>
              <a:ext uri="{FF2B5EF4-FFF2-40B4-BE49-F238E27FC236}">
                <a16:creationId xmlns:a16="http://schemas.microsoft.com/office/drawing/2014/main" id="{F7582914-BC2C-28C7-AA83-95E947AF3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</p:spPr>
        <p:txBody>
          <a:bodyPr wrap="none" anchor="ctr"/>
          <a:lstStyle>
            <a:lvl1pPr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algn="ctr">
              <a:spcBef>
                <a:spcPct val="15000"/>
              </a:spcBef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1500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 b="0"/>
          </a:p>
        </p:txBody>
      </p:sp>
      <p:pic>
        <p:nvPicPr>
          <p:cNvPr id="1033" name="Picture 29" descr="听诊器">
            <a:hlinkClick r:id="rId17" action="ppaction://hlinkfile"/>
            <a:extLst>
              <a:ext uri="{FF2B5EF4-FFF2-40B4-BE49-F238E27FC236}">
                <a16:creationId xmlns:a16="http://schemas.microsoft.com/office/drawing/2014/main" id="{48FAD43C-68E2-8588-1892-939F72B65C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5862638"/>
            <a:ext cx="508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slide" Target="slide11.xml"/><Relationship Id="rId7" Type="http://schemas.openxmlformats.org/officeDocument/2006/relationships/oleObject" Target="../embeddings/oleObject2.bin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1.bin"/><Relationship Id="rId10" Type="http://schemas.openxmlformats.org/officeDocument/2006/relationships/image" Target="../media/image5.emf"/><Relationship Id="rId4" Type="http://schemas.openxmlformats.org/officeDocument/2006/relationships/slide" Target="slide12.xml"/><Relationship Id="rId9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slide" Target="slide11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27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4.png"/><Relationship Id="rId3" Type="http://schemas.openxmlformats.org/officeDocument/2006/relationships/oleObject" Target="../embeddings/oleObject6.bin"/><Relationship Id="rId7" Type="http://schemas.openxmlformats.org/officeDocument/2006/relationships/image" Target="../media/image30.emf"/><Relationship Id="rId12" Type="http://schemas.openxmlformats.org/officeDocument/2006/relationships/image" Target="../media/image3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7.bin"/><Relationship Id="rId11" Type="http://schemas.openxmlformats.org/officeDocument/2006/relationships/oleObject" Target="../embeddings/oleObject9.bin"/><Relationship Id="rId5" Type="http://schemas.openxmlformats.org/officeDocument/2006/relationships/slide" Target="slide34.xml"/><Relationship Id="rId10" Type="http://schemas.openxmlformats.org/officeDocument/2006/relationships/image" Target="../media/image32.emf"/><Relationship Id="rId4" Type="http://schemas.openxmlformats.org/officeDocument/2006/relationships/image" Target="../media/image29.emf"/><Relationship Id="rId9" Type="http://schemas.openxmlformats.org/officeDocument/2006/relationships/oleObject" Target="../embeddings/oleObject8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emf"/><Relationship Id="rId18" Type="http://schemas.openxmlformats.org/officeDocument/2006/relationships/oleObject" Target="../embeddings/oleObject17.bin"/><Relationship Id="rId26" Type="http://schemas.openxmlformats.org/officeDocument/2006/relationships/oleObject" Target="../embeddings/oleObject21.bin"/><Relationship Id="rId39" Type="http://schemas.openxmlformats.org/officeDocument/2006/relationships/image" Target="../media/image52.emf"/><Relationship Id="rId21" Type="http://schemas.openxmlformats.org/officeDocument/2006/relationships/image" Target="../media/image43.emf"/><Relationship Id="rId34" Type="http://schemas.openxmlformats.org/officeDocument/2006/relationships/oleObject" Target="../embeddings/oleObject25.bin"/><Relationship Id="rId7" Type="http://schemas.openxmlformats.org/officeDocument/2006/relationships/image" Target="../media/image36.emf"/><Relationship Id="rId2" Type="http://schemas.openxmlformats.org/officeDocument/2006/relationships/notesSlide" Target="../notesSlides/notesSlide8.xml"/><Relationship Id="rId16" Type="http://schemas.openxmlformats.org/officeDocument/2006/relationships/oleObject" Target="../embeddings/oleObject16.bin"/><Relationship Id="rId20" Type="http://schemas.openxmlformats.org/officeDocument/2006/relationships/oleObject" Target="../embeddings/oleObject18.bin"/><Relationship Id="rId29" Type="http://schemas.openxmlformats.org/officeDocument/2006/relationships/image" Target="../media/image47.emf"/><Relationship Id="rId41" Type="http://schemas.openxmlformats.org/officeDocument/2006/relationships/image" Target="../media/image53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38.emf"/><Relationship Id="rId24" Type="http://schemas.openxmlformats.org/officeDocument/2006/relationships/oleObject" Target="../embeddings/oleObject20.bin"/><Relationship Id="rId32" Type="http://schemas.openxmlformats.org/officeDocument/2006/relationships/oleObject" Target="../embeddings/oleObject24.bin"/><Relationship Id="rId37" Type="http://schemas.openxmlformats.org/officeDocument/2006/relationships/image" Target="../media/image51.emf"/><Relationship Id="rId40" Type="http://schemas.openxmlformats.org/officeDocument/2006/relationships/oleObject" Target="../embeddings/oleObject28.bin"/><Relationship Id="rId5" Type="http://schemas.openxmlformats.org/officeDocument/2006/relationships/image" Target="../media/image35.emf"/><Relationship Id="rId15" Type="http://schemas.openxmlformats.org/officeDocument/2006/relationships/image" Target="../media/image40.emf"/><Relationship Id="rId23" Type="http://schemas.openxmlformats.org/officeDocument/2006/relationships/image" Target="../media/image44.emf"/><Relationship Id="rId28" Type="http://schemas.openxmlformats.org/officeDocument/2006/relationships/oleObject" Target="../embeddings/oleObject22.bin"/><Relationship Id="rId36" Type="http://schemas.openxmlformats.org/officeDocument/2006/relationships/oleObject" Target="../embeddings/oleObject26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42.emf"/><Relationship Id="rId31" Type="http://schemas.openxmlformats.org/officeDocument/2006/relationships/image" Target="../media/image48.e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37.emf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19.bin"/><Relationship Id="rId27" Type="http://schemas.openxmlformats.org/officeDocument/2006/relationships/image" Target="../media/image46.emf"/><Relationship Id="rId30" Type="http://schemas.openxmlformats.org/officeDocument/2006/relationships/oleObject" Target="../embeddings/oleObject23.bin"/><Relationship Id="rId35" Type="http://schemas.openxmlformats.org/officeDocument/2006/relationships/image" Target="../media/image50.emf"/><Relationship Id="rId8" Type="http://schemas.openxmlformats.org/officeDocument/2006/relationships/oleObject" Target="../embeddings/oleObject12.bin"/><Relationship Id="rId3" Type="http://schemas.openxmlformats.org/officeDocument/2006/relationships/slide" Target="slide34.xml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41.emf"/><Relationship Id="rId25" Type="http://schemas.openxmlformats.org/officeDocument/2006/relationships/image" Target="../media/image45.emf"/><Relationship Id="rId33" Type="http://schemas.openxmlformats.org/officeDocument/2006/relationships/image" Target="../media/image49.emf"/><Relationship Id="rId38" Type="http://schemas.openxmlformats.org/officeDocument/2006/relationships/oleObject" Target="../embeddings/oleObject2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58.emf"/><Relationship Id="rId18" Type="http://schemas.openxmlformats.org/officeDocument/2006/relationships/oleObject" Target="../embeddings/oleObject36.bin"/><Relationship Id="rId3" Type="http://schemas.openxmlformats.org/officeDocument/2006/relationships/slide" Target="slide34.xml"/><Relationship Id="rId21" Type="http://schemas.openxmlformats.org/officeDocument/2006/relationships/oleObject" Target="../embeddings/oleObject37.bin"/><Relationship Id="rId7" Type="http://schemas.openxmlformats.org/officeDocument/2006/relationships/image" Target="../media/image55.e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60.emf"/><Relationship Id="rId2" Type="http://schemas.openxmlformats.org/officeDocument/2006/relationships/notesSlide" Target="../notesSlides/notesSlide9.xml"/><Relationship Id="rId16" Type="http://schemas.openxmlformats.org/officeDocument/2006/relationships/oleObject" Target="../embeddings/oleObject35.bin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57.emf"/><Relationship Id="rId24" Type="http://schemas.openxmlformats.org/officeDocument/2006/relationships/image" Target="../media/image64.emf"/><Relationship Id="rId5" Type="http://schemas.openxmlformats.org/officeDocument/2006/relationships/image" Target="../media/image54.emf"/><Relationship Id="rId15" Type="http://schemas.openxmlformats.org/officeDocument/2006/relationships/image" Target="../media/image59.emf"/><Relationship Id="rId23" Type="http://schemas.openxmlformats.org/officeDocument/2006/relationships/oleObject" Target="../embeddings/oleObject38.bin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61.e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56.emf"/><Relationship Id="rId14" Type="http://schemas.openxmlformats.org/officeDocument/2006/relationships/oleObject" Target="../embeddings/oleObject34.bin"/><Relationship Id="rId22" Type="http://schemas.openxmlformats.org/officeDocument/2006/relationships/image" Target="../media/image6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6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65.emf"/><Relationship Id="rId4" Type="http://schemas.openxmlformats.org/officeDocument/2006/relationships/oleObject" Target="../embeddings/oleObject3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13" Type="http://schemas.openxmlformats.org/officeDocument/2006/relationships/slide" Target="slide34.xml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71.emf"/><Relationship Id="rId17" Type="http://schemas.openxmlformats.org/officeDocument/2006/relationships/image" Target="../media/image73.emf"/><Relationship Id="rId2" Type="http://schemas.openxmlformats.org/officeDocument/2006/relationships/notesSlide" Target="../notesSlides/notesSlide11.xml"/><Relationship Id="rId16" Type="http://schemas.openxmlformats.org/officeDocument/2006/relationships/oleObject" Target="../embeddings/oleObject47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8.emf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72.emf"/><Relationship Id="rId10" Type="http://schemas.openxmlformats.org/officeDocument/2006/relationships/image" Target="../media/image70.emf"/><Relationship Id="rId4" Type="http://schemas.openxmlformats.org/officeDocument/2006/relationships/image" Target="../media/image67.emf"/><Relationship Id="rId9" Type="http://schemas.openxmlformats.org/officeDocument/2006/relationships/oleObject" Target="../embeddings/oleObject44.bin"/><Relationship Id="rId14" Type="http://schemas.openxmlformats.org/officeDocument/2006/relationships/oleObject" Target="../embeddings/oleObject4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slide" Target="slide2.xml"/><Relationship Id="rId7" Type="http://schemas.openxmlformats.org/officeDocument/2006/relationships/image" Target="../media/image7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74.e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oleObject" Target="../embeddings/oleObject55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82.wmf"/><Relationship Id="rId17" Type="http://schemas.openxmlformats.org/officeDocument/2006/relationships/image" Target="../media/image84.emf"/><Relationship Id="rId2" Type="http://schemas.openxmlformats.org/officeDocument/2006/relationships/notesSlide" Target="../notesSlides/notesSlide13.xml"/><Relationship Id="rId16" Type="http://schemas.openxmlformats.org/officeDocument/2006/relationships/oleObject" Target="../embeddings/oleObject56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54.bin"/><Relationship Id="rId5" Type="http://schemas.openxmlformats.org/officeDocument/2006/relationships/oleObject" Target="../embeddings/oleObject51.bin"/><Relationship Id="rId15" Type="http://schemas.openxmlformats.org/officeDocument/2006/relationships/slide" Target="slide2.xml"/><Relationship Id="rId10" Type="http://schemas.openxmlformats.org/officeDocument/2006/relationships/image" Target="../media/image81.w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8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oleObject" Target="../embeddings/oleObject62.bin"/><Relationship Id="rId18" Type="http://schemas.openxmlformats.org/officeDocument/2006/relationships/oleObject" Target="../embeddings/oleObject64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89.wmf"/><Relationship Id="rId17" Type="http://schemas.openxmlformats.org/officeDocument/2006/relationships/image" Target="../media/image91.emf"/><Relationship Id="rId2" Type="http://schemas.openxmlformats.org/officeDocument/2006/relationships/notesSlide" Target="../notesSlides/notesSlide14.xml"/><Relationship Id="rId16" Type="http://schemas.openxmlformats.org/officeDocument/2006/relationships/oleObject" Target="../embeddings/oleObject63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slide" Target="slide2.xml"/><Relationship Id="rId10" Type="http://schemas.openxmlformats.org/officeDocument/2006/relationships/image" Target="../media/image88.emf"/><Relationship Id="rId19" Type="http://schemas.openxmlformats.org/officeDocument/2006/relationships/image" Target="../media/image92.emf"/><Relationship Id="rId4" Type="http://schemas.openxmlformats.org/officeDocument/2006/relationships/image" Target="../media/image85.e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90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5.bin"/><Relationship Id="rId7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66.bin"/><Relationship Id="rId4" Type="http://schemas.openxmlformats.org/officeDocument/2006/relationships/image" Target="../media/image93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emf"/><Relationship Id="rId13" Type="http://schemas.openxmlformats.org/officeDocument/2006/relationships/image" Target="../media/image99.e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oleObject" Target="../embeddings/oleObject7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6.emf"/><Relationship Id="rId11" Type="http://schemas.openxmlformats.org/officeDocument/2006/relationships/slide" Target="slide2.xml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98.emf"/><Relationship Id="rId4" Type="http://schemas.openxmlformats.org/officeDocument/2006/relationships/image" Target="../media/image95.emf"/><Relationship Id="rId9" Type="http://schemas.openxmlformats.org/officeDocument/2006/relationships/oleObject" Target="../embeddings/oleObject70.bin"/><Relationship Id="rId14" Type="http://schemas.openxmlformats.org/officeDocument/2006/relationships/image" Target="../media/image10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e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2.emf"/><Relationship Id="rId11" Type="http://schemas.openxmlformats.org/officeDocument/2006/relationships/image" Target="../media/image105.emf"/><Relationship Id="rId5" Type="http://schemas.openxmlformats.org/officeDocument/2006/relationships/oleObject" Target="../embeddings/oleObject73.bin"/><Relationship Id="rId10" Type="http://schemas.openxmlformats.org/officeDocument/2006/relationships/oleObject" Target="../embeddings/oleObject75.bin"/><Relationship Id="rId4" Type="http://schemas.openxmlformats.org/officeDocument/2006/relationships/image" Target="../media/image101.emf"/><Relationship Id="rId9" Type="http://schemas.openxmlformats.org/officeDocument/2006/relationships/image" Target="../media/image10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3" Type="http://schemas.openxmlformats.org/officeDocument/2006/relationships/slide" Target="slide2.xml"/><Relationship Id="rId7" Type="http://schemas.openxmlformats.org/officeDocument/2006/relationships/image" Target="../media/image107.emf"/><Relationship Id="rId12" Type="http://schemas.openxmlformats.org/officeDocument/2006/relationships/image" Target="../media/image110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77.bin"/><Relationship Id="rId11" Type="http://schemas.openxmlformats.org/officeDocument/2006/relationships/oleObject" Target="../embeddings/oleObject79.bin"/><Relationship Id="rId5" Type="http://schemas.openxmlformats.org/officeDocument/2006/relationships/image" Target="../media/image106.emf"/><Relationship Id="rId10" Type="http://schemas.openxmlformats.org/officeDocument/2006/relationships/image" Target="../media/image109.png"/><Relationship Id="rId4" Type="http://schemas.openxmlformats.org/officeDocument/2006/relationships/oleObject" Target="../embeddings/oleObject76.bin"/><Relationship Id="rId9" Type="http://schemas.openxmlformats.org/officeDocument/2006/relationships/image" Target="../media/image10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11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81.bin"/><Relationship Id="rId5" Type="http://schemas.openxmlformats.org/officeDocument/2006/relationships/image" Target="../media/image111.emf"/><Relationship Id="rId4" Type="http://schemas.openxmlformats.org/officeDocument/2006/relationships/oleObject" Target="../embeddings/oleObject8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7" Type="http://schemas.openxmlformats.org/officeDocument/2006/relationships/image" Target="../media/image11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3.bin"/><Relationship Id="rId5" Type="http://schemas.openxmlformats.org/officeDocument/2006/relationships/image" Target="../media/image113.emf"/><Relationship Id="rId4" Type="http://schemas.openxmlformats.org/officeDocument/2006/relationships/oleObject" Target="../embeddings/oleObject82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" Target="slide20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6.png"/><Relationship Id="rId4" Type="http://schemas.openxmlformats.org/officeDocument/2006/relationships/image" Target="../media/image117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13" Type="http://schemas.openxmlformats.org/officeDocument/2006/relationships/oleObject" Target="../embeddings/oleObject90.bin"/><Relationship Id="rId18" Type="http://schemas.openxmlformats.org/officeDocument/2006/relationships/image" Target="../media/image126.png"/><Relationship Id="rId3" Type="http://schemas.openxmlformats.org/officeDocument/2006/relationships/image" Target="../media/image118.emf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122.emf"/><Relationship Id="rId17" Type="http://schemas.openxmlformats.org/officeDocument/2006/relationships/image" Target="../media/image125.png"/><Relationship Id="rId2" Type="http://schemas.openxmlformats.org/officeDocument/2006/relationships/oleObject" Target="../embeddings/oleObject85.bin"/><Relationship Id="rId16" Type="http://schemas.openxmlformats.org/officeDocument/2006/relationships/image" Target="../media/image124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9.e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10" Type="http://schemas.openxmlformats.org/officeDocument/2006/relationships/image" Target="../media/image121.emf"/><Relationship Id="rId4" Type="http://schemas.openxmlformats.org/officeDocument/2006/relationships/slide" Target="slide34.xml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123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oleObject" Target="../embeddings/oleObject92.bin"/><Relationship Id="rId7" Type="http://schemas.openxmlformats.org/officeDocument/2006/relationships/slide" Target="slide3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8.emf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131.png"/><Relationship Id="rId4" Type="http://schemas.openxmlformats.org/officeDocument/2006/relationships/image" Target="../media/image127.emf"/><Relationship Id="rId9" Type="http://schemas.openxmlformats.org/officeDocument/2006/relationships/image" Target="../media/image13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emf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135.emf"/><Relationship Id="rId4" Type="http://schemas.openxmlformats.org/officeDocument/2006/relationships/image" Target="../media/image132.emf"/><Relationship Id="rId9" Type="http://schemas.openxmlformats.org/officeDocument/2006/relationships/oleObject" Target="../embeddings/oleObject9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.bin"/><Relationship Id="rId13" Type="http://schemas.openxmlformats.org/officeDocument/2006/relationships/oleObject" Target="../embeddings/oleObject102.bin"/><Relationship Id="rId3" Type="http://schemas.openxmlformats.org/officeDocument/2006/relationships/oleObject" Target="../embeddings/oleObject98.bin"/><Relationship Id="rId7" Type="http://schemas.openxmlformats.org/officeDocument/2006/relationships/image" Target="../media/image138.emf"/><Relationship Id="rId12" Type="http://schemas.openxmlformats.org/officeDocument/2006/relationships/image" Target="../media/image1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9.bin"/><Relationship Id="rId11" Type="http://schemas.openxmlformats.org/officeDocument/2006/relationships/image" Target="../media/image140.emf"/><Relationship Id="rId5" Type="http://schemas.openxmlformats.org/officeDocument/2006/relationships/slide" Target="slide34.xml"/><Relationship Id="rId10" Type="http://schemas.openxmlformats.org/officeDocument/2006/relationships/oleObject" Target="../embeddings/oleObject101.bin"/><Relationship Id="rId4" Type="http://schemas.openxmlformats.org/officeDocument/2006/relationships/image" Target="../media/image137.emf"/><Relationship Id="rId9" Type="http://schemas.openxmlformats.org/officeDocument/2006/relationships/image" Target="../media/image139.emf"/><Relationship Id="rId14" Type="http://schemas.openxmlformats.org/officeDocument/2006/relationships/image" Target="../media/image142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oleObject" Target="../embeddings/oleObject107.bin"/><Relationship Id="rId3" Type="http://schemas.openxmlformats.org/officeDocument/2006/relationships/oleObject" Target="../embeddings/oleObject103.bin"/><Relationship Id="rId7" Type="http://schemas.openxmlformats.org/officeDocument/2006/relationships/slide" Target="slide34.xml"/><Relationship Id="rId12" Type="http://schemas.openxmlformats.org/officeDocument/2006/relationships/image" Target="../media/image147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4.e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4.bin"/><Relationship Id="rId10" Type="http://schemas.openxmlformats.org/officeDocument/2006/relationships/image" Target="../media/image146.png"/><Relationship Id="rId4" Type="http://schemas.openxmlformats.org/officeDocument/2006/relationships/image" Target="../media/image143.emf"/><Relationship Id="rId9" Type="http://schemas.openxmlformats.org/officeDocument/2006/relationships/image" Target="../media/image145.emf"/><Relationship Id="rId14" Type="http://schemas.openxmlformats.org/officeDocument/2006/relationships/image" Target="../media/image148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emf"/><Relationship Id="rId13" Type="http://schemas.openxmlformats.org/officeDocument/2006/relationships/oleObject" Target="../embeddings/oleObject113.bin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53.emf"/><Relationship Id="rId17" Type="http://schemas.openxmlformats.org/officeDocument/2006/relationships/image" Target="../media/image155.emf"/><Relationship Id="rId2" Type="http://schemas.openxmlformats.org/officeDocument/2006/relationships/notesSlide" Target="../notesSlides/notesSlide27.xml"/><Relationship Id="rId16" Type="http://schemas.openxmlformats.org/officeDocument/2006/relationships/oleObject" Target="../embeddings/oleObject114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0.e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slide" Target="slide2.xml"/><Relationship Id="rId10" Type="http://schemas.openxmlformats.org/officeDocument/2006/relationships/image" Target="../media/image152.emf"/><Relationship Id="rId4" Type="http://schemas.openxmlformats.org/officeDocument/2006/relationships/image" Target="../media/image149.e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54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7.bin"/><Relationship Id="rId13" Type="http://schemas.openxmlformats.org/officeDocument/2006/relationships/image" Target="../media/image160.emf"/><Relationship Id="rId3" Type="http://schemas.openxmlformats.org/officeDocument/2006/relationships/oleObject" Target="../embeddings/oleObject115.bin"/><Relationship Id="rId7" Type="http://schemas.openxmlformats.org/officeDocument/2006/relationships/slide" Target="slide2.xml"/><Relationship Id="rId12" Type="http://schemas.openxmlformats.org/officeDocument/2006/relationships/oleObject" Target="../embeddings/oleObject119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emf"/><Relationship Id="rId11" Type="http://schemas.openxmlformats.org/officeDocument/2006/relationships/image" Target="../media/image159.emf"/><Relationship Id="rId5" Type="http://schemas.openxmlformats.org/officeDocument/2006/relationships/oleObject" Target="../embeddings/oleObject116.bin"/><Relationship Id="rId10" Type="http://schemas.openxmlformats.org/officeDocument/2006/relationships/oleObject" Target="../embeddings/oleObject118.bin"/><Relationship Id="rId4" Type="http://schemas.openxmlformats.org/officeDocument/2006/relationships/image" Target="../media/image156.emf"/><Relationship Id="rId9" Type="http://schemas.openxmlformats.org/officeDocument/2006/relationships/image" Target="../media/image158.emf"/><Relationship Id="rId14" Type="http://schemas.openxmlformats.org/officeDocument/2006/relationships/image" Target="../media/image16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55.emf"/><Relationship Id="rId3" Type="http://schemas.openxmlformats.org/officeDocument/2006/relationships/slide" Target="slide2.xml"/><Relationship Id="rId7" Type="http://schemas.openxmlformats.org/officeDocument/2006/relationships/image" Target="../media/image163.emf"/><Relationship Id="rId12" Type="http://schemas.openxmlformats.org/officeDocument/2006/relationships/oleObject" Target="../embeddings/oleObject124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65.emf"/><Relationship Id="rId5" Type="http://schemas.openxmlformats.org/officeDocument/2006/relationships/image" Target="../media/image162.emf"/><Relationship Id="rId10" Type="http://schemas.openxmlformats.org/officeDocument/2006/relationships/oleObject" Target="../embeddings/oleObject123.bin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64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13" Type="http://schemas.openxmlformats.org/officeDocument/2006/relationships/image" Target="../media/image170.emf"/><Relationship Id="rId18" Type="http://schemas.openxmlformats.org/officeDocument/2006/relationships/oleObject" Target="../embeddings/oleObject132.bin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72.emf"/><Relationship Id="rId2" Type="http://schemas.openxmlformats.org/officeDocument/2006/relationships/notesSlide" Target="../notesSlides/notesSlide30.xml"/><Relationship Id="rId16" Type="http://schemas.openxmlformats.org/officeDocument/2006/relationships/oleObject" Target="../embeddings/oleObject131.bin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7.emf"/><Relationship Id="rId11" Type="http://schemas.openxmlformats.org/officeDocument/2006/relationships/image" Target="../media/image169.emf"/><Relationship Id="rId5" Type="http://schemas.openxmlformats.org/officeDocument/2006/relationships/oleObject" Target="../embeddings/oleObject126.bin"/><Relationship Id="rId15" Type="http://schemas.openxmlformats.org/officeDocument/2006/relationships/image" Target="../media/image171.emf"/><Relationship Id="rId10" Type="http://schemas.openxmlformats.org/officeDocument/2006/relationships/oleObject" Target="../embeddings/oleObject128.bin"/><Relationship Id="rId19" Type="http://schemas.openxmlformats.org/officeDocument/2006/relationships/image" Target="../media/image173.emf"/><Relationship Id="rId4" Type="http://schemas.openxmlformats.org/officeDocument/2006/relationships/image" Target="../media/image166.emf"/><Relationship Id="rId9" Type="http://schemas.openxmlformats.org/officeDocument/2006/relationships/slide" Target="slide2.xml"/><Relationship Id="rId14" Type="http://schemas.openxmlformats.org/officeDocument/2006/relationships/oleObject" Target="../embeddings/oleObject130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e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74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13" Type="http://schemas.openxmlformats.org/officeDocument/2006/relationships/image" Target="../media/image180.emf"/><Relationship Id="rId18" Type="http://schemas.openxmlformats.org/officeDocument/2006/relationships/oleObject" Target="../embeddings/oleObject142.bin"/><Relationship Id="rId26" Type="http://schemas.openxmlformats.org/officeDocument/2006/relationships/oleObject" Target="../embeddings/oleObject146.bin"/><Relationship Id="rId3" Type="http://schemas.openxmlformats.org/officeDocument/2006/relationships/slide" Target="slide34.xml"/><Relationship Id="rId21" Type="http://schemas.openxmlformats.org/officeDocument/2006/relationships/image" Target="../media/image184.emf"/><Relationship Id="rId7" Type="http://schemas.openxmlformats.org/officeDocument/2006/relationships/image" Target="../media/image177.emf"/><Relationship Id="rId12" Type="http://schemas.openxmlformats.org/officeDocument/2006/relationships/oleObject" Target="../embeddings/oleObject139.bin"/><Relationship Id="rId17" Type="http://schemas.openxmlformats.org/officeDocument/2006/relationships/image" Target="../media/image182.emf"/><Relationship Id="rId25" Type="http://schemas.openxmlformats.org/officeDocument/2006/relationships/image" Target="../media/image186.emf"/><Relationship Id="rId2" Type="http://schemas.openxmlformats.org/officeDocument/2006/relationships/notesSlide" Target="../notesSlides/notesSlide31.xml"/><Relationship Id="rId16" Type="http://schemas.openxmlformats.org/officeDocument/2006/relationships/oleObject" Target="../embeddings/oleObject141.bin"/><Relationship Id="rId20" Type="http://schemas.openxmlformats.org/officeDocument/2006/relationships/oleObject" Target="../embeddings/oleObject143.bin"/><Relationship Id="rId29" Type="http://schemas.openxmlformats.org/officeDocument/2006/relationships/image" Target="../media/image188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36.bin"/><Relationship Id="rId11" Type="http://schemas.openxmlformats.org/officeDocument/2006/relationships/image" Target="../media/image179.emf"/><Relationship Id="rId24" Type="http://schemas.openxmlformats.org/officeDocument/2006/relationships/oleObject" Target="../embeddings/oleObject145.bin"/><Relationship Id="rId32" Type="http://schemas.openxmlformats.org/officeDocument/2006/relationships/image" Target="../media/image190.emf"/><Relationship Id="rId5" Type="http://schemas.openxmlformats.org/officeDocument/2006/relationships/image" Target="../media/image176.emf"/><Relationship Id="rId15" Type="http://schemas.openxmlformats.org/officeDocument/2006/relationships/image" Target="../media/image181.emf"/><Relationship Id="rId23" Type="http://schemas.openxmlformats.org/officeDocument/2006/relationships/image" Target="../media/image185.emf"/><Relationship Id="rId28" Type="http://schemas.openxmlformats.org/officeDocument/2006/relationships/oleObject" Target="../embeddings/oleObject147.bin"/><Relationship Id="rId10" Type="http://schemas.openxmlformats.org/officeDocument/2006/relationships/oleObject" Target="../embeddings/oleObject138.bin"/><Relationship Id="rId19" Type="http://schemas.openxmlformats.org/officeDocument/2006/relationships/image" Target="../media/image183.emf"/><Relationship Id="rId31" Type="http://schemas.openxmlformats.org/officeDocument/2006/relationships/oleObject" Target="../embeddings/oleObject148.bin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78.emf"/><Relationship Id="rId14" Type="http://schemas.openxmlformats.org/officeDocument/2006/relationships/oleObject" Target="../embeddings/oleObject140.bin"/><Relationship Id="rId22" Type="http://schemas.openxmlformats.org/officeDocument/2006/relationships/oleObject" Target="../embeddings/oleObject144.bin"/><Relationship Id="rId27" Type="http://schemas.openxmlformats.org/officeDocument/2006/relationships/image" Target="../media/image187.emf"/><Relationship Id="rId30" Type="http://schemas.openxmlformats.org/officeDocument/2006/relationships/image" Target="../media/image189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1.bin"/><Relationship Id="rId13" Type="http://schemas.openxmlformats.org/officeDocument/2006/relationships/image" Target="../media/image195.emf"/><Relationship Id="rId3" Type="http://schemas.openxmlformats.org/officeDocument/2006/relationships/slide" Target="slide34.xml"/><Relationship Id="rId7" Type="http://schemas.openxmlformats.org/officeDocument/2006/relationships/image" Target="../media/image192.emf"/><Relationship Id="rId12" Type="http://schemas.openxmlformats.org/officeDocument/2006/relationships/oleObject" Target="../embeddings/oleObject153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0.bin"/><Relationship Id="rId11" Type="http://schemas.openxmlformats.org/officeDocument/2006/relationships/image" Target="../media/image194.emf"/><Relationship Id="rId5" Type="http://schemas.openxmlformats.org/officeDocument/2006/relationships/image" Target="../media/image191.emf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9.bin"/><Relationship Id="rId9" Type="http://schemas.openxmlformats.org/officeDocument/2006/relationships/image" Target="../media/image193.emf"/><Relationship Id="rId14" Type="http://schemas.openxmlformats.org/officeDocument/2006/relationships/image" Target="../media/image19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6.bin"/><Relationship Id="rId13" Type="http://schemas.openxmlformats.org/officeDocument/2006/relationships/oleObject" Target="../embeddings/oleObject158.bin"/><Relationship Id="rId3" Type="http://schemas.openxmlformats.org/officeDocument/2006/relationships/image" Target="../media/image197.png"/><Relationship Id="rId7" Type="http://schemas.openxmlformats.org/officeDocument/2006/relationships/image" Target="../media/image199.emf"/><Relationship Id="rId12" Type="http://schemas.openxmlformats.org/officeDocument/2006/relationships/slide" Target="slide34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55.bin"/><Relationship Id="rId11" Type="http://schemas.openxmlformats.org/officeDocument/2006/relationships/image" Target="../media/image201.emf"/><Relationship Id="rId5" Type="http://schemas.openxmlformats.org/officeDocument/2006/relationships/image" Target="../media/image198.emf"/><Relationship Id="rId15" Type="http://schemas.openxmlformats.org/officeDocument/2006/relationships/image" Target="../media/image203.png"/><Relationship Id="rId10" Type="http://schemas.openxmlformats.org/officeDocument/2006/relationships/oleObject" Target="../embeddings/oleObject157.bin"/><Relationship Id="rId4" Type="http://schemas.openxmlformats.org/officeDocument/2006/relationships/oleObject" Target="../embeddings/oleObject154.bin"/><Relationship Id="rId9" Type="http://schemas.openxmlformats.org/officeDocument/2006/relationships/image" Target="../media/image200.emf"/><Relationship Id="rId14" Type="http://schemas.openxmlformats.org/officeDocument/2006/relationships/image" Target="../media/image202.e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2.bin"/><Relationship Id="rId13" Type="http://schemas.openxmlformats.org/officeDocument/2006/relationships/image" Target="../media/image209.emf"/><Relationship Id="rId18" Type="http://schemas.openxmlformats.org/officeDocument/2006/relationships/oleObject" Target="../embeddings/oleObject167.bin"/><Relationship Id="rId26" Type="http://schemas.openxmlformats.org/officeDocument/2006/relationships/oleObject" Target="../embeddings/oleObject171.bin"/><Relationship Id="rId3" Type="http://schemas.openxmlformats.org/officeDocument/2006/relationships/image" Target="../media/image204.emf"/><Relationship Id="rId21" Type="http://schemas.openxmlformats.org/officeDocument/2006/relationships/image" Target="../media/image213.emf"/><Relationship Id="rId7" Type="http://schemas.openxmlformats.org/officeDocument/2006/relationships/image" Target="../media/image206.emf"/><Relationship Id="rId12" Type="http://schemas.openxmlformats.org/officeDocument/2006/relationships/oleObject" Target="../embeddings/oleObject164.bin"/><Relationship Id="rId17" Type="http://schemas.openxmlformats.org/officeDocument/2006/relationships/image" Target="../media/image211.emf"/><Relationship Id="rId25" Type="http://schemas.openxmlformats.org/officeDocument/2006/relationships/image" Target="../media/image215.emf"/><Relationship Id="rId2" Type="http://schemas.openxmlformats.org/officeDocument/2006/relationships/oleObject" Target="../embeddings/oleObject159.bin"/><Relationship Id="rId16" Type="http://schemas.openxmlformats.org/officeDocument/2006/relationships/oleObject" Target="../embeddings/oleObject166.bin"/><Relationship Id="rId20" Type="http://schemas.openxmlformats.org/officeDocument/2006/relationships/oleObject" Target="../embeddings/oleObject168.bin"/><Relationship Id="rId29" Type="http://schemas.openxmlformats.org/officeDocument/2006/relationships/image" Target="../media/image217.emf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61.bin"/><Relationship Id="rId11" Type="http://schemas.openxmlformats.org/officeDocument/2006/relationships/image" Target="../media/image208.emf"/><Relationship Id="rId24" Type="http://schemas.openxmlformats.org/officeDocument/2006/relationships/oleObject" Target="../embeddings/oleObject170.bin"/><Relationship Id="rId5" Type="http://schemas.openxmlformats.org/officeDocument/2006/relationships/image" Target="../media/image205.emf"/><Relationship Id="rId15" Type="http://schemas.openxmlformats.org/officeDocument/2006/relationships/image" Target="../media/image210.emf"/><Relationship Id="rId23" Type="http://schemas.openxmlformats.org/officeDocument/2006/relationships/image" Target="../media/image214.emf"/><Relationship Id="rId28" Type="http://schemas.openxmlformats.org/officeDocument/2006/relationships/oleObject" Target="../embeddings/oleObject172.bin"/><Relationship Id="rId10" Type="http://schemas.openxmlformats.org/officeDocument/2006/relationships/oleObject" Target="../embeddings/oleObject163.bin"/><Relationship Id="rId19" Type="http://schemas.openxmlformats.org/officeDocument/2006/relationships/image" Target="../media/image212.emf"/><Relationship Id="rId4" Type="http://schemas.openxmlformats.org/officeDocument/2006/relationships/oleObject" Target="../embeddings/oleObject160.bin"/><Relationship Id="rId9" Type="http://schemas.openxmlformats.org/officeDocument/2006/relationships/image" Target="../media/image207.emf"/><Relationship Id="rId14" Type="http://schemas.openxmlformats.org/officeDocument/2006/relationships/oleObject" Target="../embeddings/oleObject165.bin"/><Relationship Id="rId22" Type="http://schemas.openxmlformats.org/officeDocument/2006/relationships/oleObject" Target="../embeddings/oleObject169.bin"/><Relationship Id="rId27" Type="http://schemas.openxmlformats.org/officeDocument/2006/relationships/image" Target="../media/image216.e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emf"/><Relationship Id="rId13" Type="http://schemas.openxmlformats.org/officeDocument/2006/relationships/image" Target="../media/image223.png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222.emf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e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0" Type="http://schemas.openxmlformats.org/officeDocument/2006/relationships/image" Target="../media/image221.emf"/><Relationship Id="rId4" Type="http://schemas.openxmlformats.org/officeDocument/2006/relationships/image" Target="../media/image218.emf"/><Relationship Id="rId9" Type="http://schemas.openxmlformats.org/officeDocument/2006/relationships/oleObject" Target="../embeddings/oleObject176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image" Target="../media/image22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5.png"/><Relationship Id="rId5" Type="http://schemas.openxmlformats.org/officeDocument/2006/relationships/image" Target="../media/image224.emf"/><Relationship Id="rId4" Type="http://schemas.openxmlformats.org/officeDocument/2006/relationships/oleObject" Target="../embeddings/oleObject17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8" name="Rectangle 5">
            <a:extLst>
              <a:ext uri="{FF2B5EF4-FFF2-40B4-BE49-F238E27FC236}">
                <a16:creationId xmlns:a16="http://schemas.microsoft.com/office/drawing/2014/main" id="{711FECAB-65F9-51C3-50EA-578159F81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7" y="1556792"/>
            <a:ext cx="7848872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              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本节内容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b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2.4.3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u="sng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导电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2" action="ppaction://hlinksldjump"/>
              </a:rPr>
              <a:t>媒质的传导特</a:t>
            </a:r>
            <a:r>
              <a:rPr lang="zh-CN" altLang="en-US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2" action="ppaction://hlinksldjump"/>
              </a:rPr>
              <a:t>性</a:t>
            </a:r>
            <a:r>
              <a:rPr lang="zh-CN" altLang="en-US" u="sng" dirty="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传导电流密度矢量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2.4.1 </a:t>
            </a:r>
            <a:r>
              <a:rPr lang="en-US" altLang="zh-CN" b="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电介质的极化  电位移矢量</a:t>
            </a:r>
            <a:endParaRPr lang="en-US" altLang="zh-CN" dirty="0">
              <a:solidFill>
                <a:srgbClr val="009999"/>
              </a:solidFill>
              <a:latin typeface="Times New Roman" panose="02020603050405020304" pitchFamily="18" charset="0"/>
              <a:ea typeface="宋体" panose="02010600030101010101" pitchFamily="2" charset="-122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eaLnBrk="1" hangingPunct="1">
              <a:lnSpc>
                <a:spcPct val="150000"/>
              </a:lnSpc>
            </a:pPr>
            <a:br>
              <a:rPr lang="zh-CN" altLang="en-US" dirty="0"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2.4.2 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hlinkClick r:id="rId4" action="ppaction://hlinksldjump"/>
              </a:rPr>
              <a:t>磁介质的磁化  磁场强度</a:t>
            </a:r>
            <a:b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endParaRPr lang="zh-CN" altLang="en-US" u="sng" dirty="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6DA0C3-9DBC-1208-5B1C-AAF50335C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520" y="2230744"/>
            <a:ext cx="46799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FFC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静电场中的导体和电介质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FD4E4E6-70AA-CCC5-276E-0DBDAED22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6520" y="3885885"/>
            <a:ext cx="46799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marL="342900" indent="-342900" eaLnBrk="1" hangingPunct="1"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FF66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恒定磁场中的磁介质</a:t>
            </a:r>
          </a:p>
        </p:txBody>
      </p:sp>
      <p:graphicFrame>
        <p:nvGraphicFramePr>
          <p:cNvPr id="415766" name="Object 22">
            <a:extLst>
              <a:ext uri="{FF2B5EF4-FFF2-40B4-BE49-F238E27FC236}">
                <a16:creationId xmlns:a16="http://schemas.microsoft.com/office/drawing/2014/main" id="{52764E38-D442-CA53-FAF1-C3E1D64760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393452"/>
              </p:ext>
            </p:extLst>
          </p:nvPr>
        </p:nvGraphicFramePr>
        <p:xfrm>
          <a:off x="7164288" y="2926917"/>
          <a:ext cx="6810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6726" imgH="114300" progId="Equation.3">
                  <p:embed/>
                </p:oleObj>
              </mc:Choice>
              <mc:Fallback>
                <p:oleObj r:id="rId5" imgW="266726" imgH="114300" progId="Equation.3">
                  <p:embed/>
                  <p:pic>
                    <p:nvPicPr>
                      <p:cNvPr id="415766" name="Object 22">
                        <a:extLst>
                          <a:ext uri="{FF2B5EF4-FFF2-40B4-BE49-F238E27FC236}">
                            <a16:creationId xmlns:a16="http://schemas.microsoft.com/office/drawing/2014/main" id="{52764E38-D442-CA53-FAF1-C3E1D64760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2926917"/>
                        <a:ext cx="681037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2">
            <a:extLst>
              <a:ext uri="{FF2B5EF4-FFF2-40B4-BE49-F238E27FC236}">
                <a16:creationId xmlns:a16="http://schemas.microsoft.com/office/drawing/2014/main" id="{62FD27D4-AC68-1D51-B8B7-7DDFF36FB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0569276"/>
              </p:ext>
            </p:extLst>
          </p:nvPr>
        </p:nvGraphicFramePr>
        <p:xfrm>
          <a:off x="4914893" y="4359100"/>
          <a:ext cx="681038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66726" imgH="253954" progId="Equation.3">
                  <p:embed/>
                </p:oleObj>
              </mc:Choice>
              <mc:Fallback>
                <p:oleObj r:id="rId7" imgW="266726" imgH="253954" progId="Equation.3">
                  <p:embed/>
                  <p:pic>
                    <p:nvPicPr>
                      <p:cNvPr id="2" name="Object 22">
                        <a:extLst>
                          <a:ext uri="{FF2B5EF4-FFF2-40B4-BE49-F238E27FC236}">
                            <a16:creationId xmlns:a16="http://schemas.microsoft.com/office/drawing/2014/main" id="{62FD27D4-AC68-1D51-B8B7-7DDFF36FBF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4893" y="4359100"/>
                        <a:ext cx="681038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2">
            <a:extLst>
              <a:ext uri="{FF2B5EF4-FFF2-40B4-BE49-F238E27FC236}">
                <a16:creationId xmlns:a16="http://schemas.microsoft.com/office/drawing/2014/main" id="{EB301156-5850-AC7A-53F8-D5756F3077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1277376"/>
              </p:ext>
            </p:extLst>
          </p:nvPr>
        </p:nvGraphicFramePr>
        <p:xfrm>
          <a:off x="5228659" y="3474012"/>
          <a:ext cx="681038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66726" imgH="114300" progId="Equation.3">
                  <p:embed/>
                </p:oleObj>
              </mc:Choice>
              <mc:Fallback>
                <p:oleObj r:id="rId9" imgW="266726" imgH="114300" progId="Equation.3">
                  <p:embed/>
                  <p:pic>
                    <p:nvPicPr>
                      <p:cNvPr id="3" name="Object 22">
                        <a:extLst>
                          <a:ext uri="{FF2B5EF4-FFF2-40B4-BE49-F238E27FC236}">
                            <a16:creationId xmlns:a16="http://schemas.microsoft.com/office/drawing/2014/main" id="{EB301156-5850-AC7A-53F8-D5756F3077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8659" y="3474012"/>
                        <a:ext cx="681038" cy="357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FDC1F2C9-44F1-81D5-CED0-C0962D529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213" y="1076300"/>
            <a:ext cx="8229600" cy="43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2.4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媒质的电磁特性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（非真空中的静态场）</a:t>
            </a:r>
            <a:r>
              <a:rPr lang="zh-CN" altLang="en-US" sz="18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9714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灯片编号占位符 3">
            <a:extLst>
              <a:ext uri="{FF2B5EF4-FFF2-40B4-BE49-F238E27FC236}">
                <a16:creationId xmlns:a16="http://schemas.microsoft.com/office/drawing/2014/main" id="{F46D2843-ADD7-2412-C294-8037EA7441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A01823D-CFE0-47FF-A815-2600E5A18EFB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3671" name="AutoShape 52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28BE29E-A8D9-5688-FA4F-8F426F6EC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3672" name="AutoShape 52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B9F8BEC-7081-D5CB-50AD-3C53A49D5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3673" name="AutoShape 52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EC2EA12-9136-4867-CB85-500278646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3674" name="AutoShape 52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5B629A03-FC94-327E-A631-34D562C6D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3675" name="Text Box 530">
            <a:extLst>
              <a:ext uri="{FF2B5EF4-FFF2-40B4-BE49-F238E27FC236}">
                <a16:creationId xmlns:a16="http://schemas.microsoft.com/office/drawing/2014/main" id="{DBCBA924-E33E-88D2-4DE5-888672778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6164263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zh-CN" b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B872C03-CB16-9E68-4B3D-65F8264E4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607452"/>
              </p:ext>
            </p:extLst>
          </p:nvPr>
        </p:nvGraphicFramePr>
        <p:xfrm>
          <a:off x="38044" y="3429000"/>
          <a:ext cx="9085319" cy="220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5764">
                  <a:extLst>
                    <a:ext uri="{9D8B030D-6E8A-4147-A177-3AD203B41FA5}">
                      <a16:colId xmlns:a16="http://schemas.microsoft.com/office/drawing/2014/main" val="2003806836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13538849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3083775540"/>
                    </a:ext>
                  </a:extLst>
                </a:gridCol>
                <a:gridCol w="2031083">
                  <a:extLst>
                    <a:ext uri="{9D8B030D-6E8A-4147-A177-3AD203B41FA5}">
                      <a16:colId xmlns:a16="http://schemas.microsoft.com/office/drawing/2014/main" val="932953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9900"/>
                          </a:solidFill>
                        </a:rPr>
                        <a:t>导电媒质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FF9900"/>
                          </a:solidFill>
                        </a:rPr>
                        <a:t>电介质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磁介质中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7099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zh-CN" altLang="en-US" dirty="0"/>
                        <a:t>媒质中的静态场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dirty="0">
                          <a:solidFill>
                            <a:schemeClr val="tx1"/>
                          </a:solidFill>
                        </a:rPr>
                        <a:t>恒定电场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静电场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恒定磁场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49402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引入的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新场量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传导电流体密度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电位移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磁场强度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40906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媒质的本构关系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255529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latin typeface="楷体_GB2312" pitchFamily="49" charset="-122"/>
                        </a:rPr>
                        <a:t>媒质对电磁场的响应</a:t>
                      </a:r>
                      <a:endParaRPr lang="zh-CN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传导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极化</a:t>
                      </a:r>
                      <a:r>
                        <a:rPr lang="zh-CN" altLang="en-US" dirty="0"/>
                        <a:t>（极化强度     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/>
                        <a:t>磁化</a:t>
                      </a:r>
                      <a:r>
                        <a:rPr lang="zh-CN" altLang="en-US" dirty="0"/>
                        <a:t>（磁化强度   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010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楷体_GB2312" pitchFamily="49" charset="-122"/>
                        </a:rPr>
                        <a:t>描述媒质电磁特性的参数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电导率</a:t>
                      </a:r>
                      <a:r>
                        <a:rPr lang="el-GR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介电常数</a:t>
                      </a:r>
                      <a:r>
                        <a:rPr lang="el-GR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磁导率</a:t>
                      </a:r>
                      <a:r>
                        <a:rPr lang="el-GR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μ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41535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069601B-5535-FDDB-F6CA-C59736EF7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25769"/>
              </p:ext>
            </p:extLst>
          </p:nvPr>
        </p:nvGraphicFramePr>
        <p:xfrm>
          <a:off x="40624" y="1441584"/>
          <a:ext cx="9082739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3184">
                  <a:extLst>
                    <a:ext uri="{9D8B030D-6E8A-4147-A177-3AD203B41FA5}">
                      <a16:colId xmlns:a16="http://schemas.microsoft.com/office/drawing/2014/main" val="2003806836"/>
                    </a:ext>
                  </a:extLst>
                </a:gridCol>
                <a:gridCol w="1982850">
                  <a:extLst>
                    <a:ext uri="{9D8B030D-6E8A-4147-A177-3AD203B41FA5}">
                      <a16:colId xmlns:a16="http://schemas.microsoft.com/office/drawing/2014/main" val="2135388491"/>
                    </a:ext>
                  </a:extLst>
                </a:gridCol>
                <a:gridCol w="2193614">
                  <a:extLst>
                    <a:ext uri="{9D8B030D-6E8A-4147-A177-3AD203B41FA5}">
                      <a16:colId xmlns:a16="http://schemas.microsoft.com/office/drawing/2014/main" val="3083775540"/>
                    </a:ext>
                  </a:extLst>
                </a:gridCol>
                <a:gridCol w="2103091">
                  <a:extLst>
                    <a:ext uri="{9D8B030D-6E8A-4147-A177-3AD203B41FA5}">
                      <a16:colId xmlns:a16="http://schemas.microsoft.com/office/drawing/2014/main" val="9329532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真空中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7099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zh-CN" altLang="en-US" dirty="0"/>
                        <a:t>真空中的静态场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静电场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恒定磁场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2494027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r>
                        <a:rPr lang="zh-CN" altLang="en-US" dirty="0"/>
                        <a:t>真空的本构关系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404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楷体_GB2312" pitchFamily="49" charset="-122"/>
                        </a:rPr>
                        <a:t>真空对电磁场的响应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无传导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无极化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无磁化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2555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楷体_GB2312" pitchFamily="49" charset="-122"/>
                        </a:rPr>
                        <a:t>描述真空电磁特性的参数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电导率</a:t>
                      </a:r>
                      <a:r>
                        <a:rPr lang="el-GR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σ</a:t>
                      </a:r>
                      <a:r>
                        <a:rPr lang="en-US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介电常数</a:t>
                      </a:r>
                      <a:r>
                        <a:rPr lang="el-GR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ε</a:t>
                      </a:r>
                      <a:r>
                        <a:rPr lang="en-US" altLang="zh-CN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磁导率</a:t>
                      </a:r>
                      <a:r>
                        <a:rPr lang="el-GR" altLang="zh-C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μ</a:t>
                      </a:r>
                      <a:r>
                        <a:rPr lang="en-US" altLang="zh-CN" baseline="-25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zh-CN" altLang="en-US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415351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F4B84CF8-980E-7918-5B67-D41DC3735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1817451"/>
            <a:ext cx="288032" cy="36346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D6F864B-BE79-FB8A-5DF9-CB666FA758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513" y="1841508"/>
            <a:ext cx="272602" cy="36347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D91973B-F7E2-A38C-7154-6A9781CFD1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761" y="4160780"/>
            <a:ext cx="198973" cy="35815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3CA5D08-6AA0-0FD3-85A4-FCAA3C8021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2120" y="4184001"/>
            <a:ext cx="258026" cy="29488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A009F28-4506-CF65-811E-9FCE6FCBAC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0422" y="4195781"/>
            <a:ext cx="198972" cy="27132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7DEB9AC-5D5F-C895-1A92-A72DAC41B3A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6853" y="3790563"/>
            <a:ext cx="584313" cy="29488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ED844DBA-F6B2-D5CA-AAC6-AFADFE6FFD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9848" y="3814124"/>
            <a:ext cx="510733" cy="271326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33C2B6B4-CE40-9384-D6DA-DAA2F352A7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4142" y="3807570"/>
            <a:ext cx="492708" cy="291975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D54690DB-6AB3-D1F5-B150-09C8173BAB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8224" y="4941168"/>
            <a:ext cx="212550" cy="224359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B57B7B6B-7A17-5AA4-5886-04D1B44B4E6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80268" y="4908915"/>
            <a:ext cx="172398" cy="250761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01A9AA71-1C2D-85EC-B5C3-F64F72111B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7150" y="2566083"/>
            <a:ext cx="544016" cy="291437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156F221B-E0EE-4D7F-85C0-A4B6FA65A78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27674" y="2556940"/>
            <a:ext cx="544801" cy="300580"/>
          </a:xfrm>
          <a:prstGeom prst="rect">
            <a:avLst/>
          </a:prstGeom>
        </p:spPr>
      </p:pic>
      <p:sp>
        <p:nvSpPr>
          <p:cNvPr id="38" name="Rectangle 3">
            <a:extLst>
              <a:ext uri="{FF2B5EF4-FFF2-40B4-BE49-F238E27FC236}">
                <a16:creationId xmlns:a16="http://schemas.microsoft.com/office/drawing/2014/main" id="{90F6CF9E-53CB-3A43-6F14-2B74CEAE3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7320" y="404664"/>
            <a:ext cx="61926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1800" dirty="0">
                <a:solidFill>
                  <a:srgbClr val="FFC000"/>
                </a:solidFill>
              </a:rPr>
              <a:t>（</a:t>
            </a:r>
            <a:r>
              <a:rPr lang="zh-CN" altLang="en-US" sz="1800" b="1" i="0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真空</a:t>
            </a:r>
            <a:r>
              <a:rPr lang="zh-CN" altLang="en-US" sz="1800" b="0" i="0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不导电，但在高频电磁场下真空可以支持电磁波传播，此时用</a:t>
            </a:r>
            <a:r>
              <a:rPr lang="zh-CN" altLang="en-US" sz="1800" b="1" i="0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介电常数 </a:t>
            </a:r>
            <a:r>
              <a:rPr lang="en-US" altLang="zh-CN" sz="1800" b="1" i="0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ε₀ </a:t>
            </a:r>
            <a:r>
              <a:rPr lang="zh-CN" altLang="en-US" sz="1800" b="1" i="0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和磁导率 </a:t>
            </a:r>
            <a:r>
              <a:rPr lang="en-US" altLang="zh-CN" sz="1800" b="1" i="0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μ₀</a:t>
            </a:r>
            <a:r>
              <a:rPr lang="zh-CN" altLang="en-US" sz="1800" b="0" i="0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 描述其电磁特性</a:t>
            </a:r>
            <a:r>
              <a:rPr lang="zh-CN" altLang="en-US" sz="1800" dirty="0">
                <a:solidFill>
                  <a:srgbClr val="FFC000"/>
                </a:solidFill>
              </a:rPr>
              <a:t>）</a:t>
            </a:r>
            <a:endParaRPr lang="zh-CN" altLang="en-US" sz="1800" dirty="0">
              <a:solidFill>
                <a:srgbClr val="FFC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31CB9B6-9ECC-C6E8-22AF-5A0700C78F7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10745" y="4518932"/>
            <a:ext cx="881055" cy="3581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5B90A65-0005-CF11-F2E5-051C91C68BA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47093" y="4480583"/>
            <a:ext cx="833379" cy="37502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A8F950F-C7D4-1253-D80A-346225FAE81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82902" y="2161638"/>
            <a:ext cx="1027244" cy="357302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1451630-716E-6602-F571-16E2EC4F75A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96144" y="2180920"/>
            <a:ext cx="1065558" cy="321678"/>
          </a:xfrm>
          <a:prstGeom prst="rect">
            <a:avLst/>
          </a:prstGeom>
        </p:spPr>
      </p:pic>
      <p:sp>
        <p:nvSpPr>
          <p:cNvPr id="20" name="Rectangle 3">
            <a:extLst>
              <a:ext uri="{FF2B5EF4-FFF2-40B4-BE49-F238E27FC236}">
                <a16:creationId xmlns:a16="http://schemas.microsoft.com/office/drawing/2014/main" id="{F8A45005-446B-D044-CE14-D178806A5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497" y="5789238"/>
            <a:ext cx="500024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1800" b="1" i="0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给物质带来</a:t>
            </a:r>
            <a:r>
              <a:rPr lang="zh-CN" altLang="en-US" sz="1800" b="1" i="0" u="sng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电性</a:t>
            </a:r>
            <a:r>
              <a:rPr lang="zh-CN" altLang="en-US" sz="1800" b="1" i="0" kern="1200" dirty="0">
                <a:solidFill>
                  <a:srgbClr val="FFC000"/>
                </a:solidFill>
                <a:effectLst/>
                <a:latin typeface="+mn-lt"/>
                <a:ea typeface="+mn-ea"/>
                <a:cs typeface="+mn-cs"/>
              </a:rPr>
              <a:t>的两种本质不同的物理过程</a:t>
            </a:r>
            <a:endParaRPr lang="zh-CN" altLang="en-US" sz="1800" dirty="0">
              <a:solidFill>
                <a:srgbClr val="FFC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3D34CB64-185D-14F2-67C5-F17C58CB2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472" y="5766683"/>
            <a:ext cx="337415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18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使物质具有</a:t>
            </a:r>
            <a:r>
              <a:rPr lang="zh-CN" altLang="en-US" sz="1800" b="1" i="0" u="sng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磁性</a:t>
            </a:r>
            <a:r>
              <a:rPr lang="zh-CN" altLang="en-US" sz="1800" b="1" i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的物理过程</a:t>
            </a:r>
            <a:endParaRPr lang="zh-CN" altLang="en-US" sz="18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18F69C5-3D92-BE11-5F7B-1A200D6FAED9}"/>
              </a:ext>
            </a:extLst>
          </p:cNvPr>
          <p:cNvCxnSpPr>
            <a:cxnSpLocks/>
          </p:cNvCxnSpPr>
          <p:nvPr/>
        </p:nvCxnSpPr>
        <p:spPr bwMode="auto">
          <a:xfrm flipV="1">
            <a:off x="7380312" y="5200950"/>
            <a:ext cx="157138" cy="588288"/>
          </a:xfrm>
          <a:prstGeom prst="straightConnector1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FF05AE0F-ECE1-BF0A-D49A-2BE95BE37B89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1800" y="5200950"/>
            <a:ext cx="432048" cy="588288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48FDA74E-7161-9BC1-C6B0-80915B2A6A1E}"/>
              </a:ext>
            </a:extLst>
          </p:cNvPr>
          <p:cNvCxnSpPr>
            <a:cxnSpLocks/>
          </p:cNvCxnSpPr>
          <p:nvPr/>
        </p:nvCxnSpPr>
        <p:spPr bwMode="auto">
          <a:xfrm flipV="1">
            <a:off x="2771800" y="5200950"/>
            <a:ext cx="2376264" cy="588288"/>
          </a:xfrm>
          <a:prstGeom prst="straightConnector1">
            <a:avLst/>
          </a:prstGeom>
          <a:noFill/>
          <a:ln w="25400" cap="flat" cmpd="sng" algn="ctr">
            <a:solidFill>
              <a:srgbClr val="FF9900"/>
            </a:solidFill>
            <a:prstDash val="solid"/>
            <a:round/>
            <a:headEnd type="none" w="med" len="med"/>
            <a:tailEnd type="triangle"/>
          </a:ln>
        </p:spPr>
      </p:cxnSp>
      <p:pic>
        <p:nvPicPr>
          <p:cNvPr id="47" name="图片 46">
            <a:extLst>
              <a:ext uri="{FF2B5EF4-FFF2-40B4-BE49-F238E27FC236}">
                <a16:creationId xmlns:a16="http://schemas.microsoft.com/office/drawing/2014/main" id="{34D5A146-8097-52B4-6724-B784F2C0F16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09006" y="4518932"/>
            <a:ext cx="967160" cy="3750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B72F2E8F-9BFF-0478-702E-846C09611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" y="757066"/>
            <a:ext cx="907381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不同物质具有不同的电性质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（给物质带来“电性”的两种本质不同的物理过程分别叫</a:t>
            </a:r>
            <a:r>
              <a:rPr lang="zh-CN" altLang="en-US" sz="2000" u="sng" dirty="0">
                <a:solidFill>
                  <a:srgbClr val="FF9900"/>
                </a:solidFill>
                <a:latin typeface="Times New Roman" panose="02020603050405020304" pitchFamily="18" charset="0"/>
              </a:rPr>
              <a:t>传导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和</a:t>
            </a:r>
            <a:r>
              <a:rPr lang="zh-CN" altLang="en-US" sz="2000" u="sng" dirty="0">
                <a:solidFill>
                  <a:srgbClr val="FF9900"/>
                </a:solidFill>
                <a:latin typeface="Times New Roman" panose="02020603050405020304" pitchFamily="18" charset="0"/>
              </a:rPr>
              <a:t>极化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）</a:t>
            </a:r>
            <a:r>
              <a:rPr lang="zh-CN" altLang="en-US" sz="2000" dirty="0">
                <a:latin typeface="Times New Roman" panose="02020603050405020304" pitchFamily="18" charset="0"/>
              </a:rPr>
              <a:t>，按</a:t>
            </a:r>
            <a:r>
              <a:rPr lang="zh-CN" altLang="en-US" sz="2000" dirty="0">
                <a:solidFill>
                  <a:srgbClr val="F8A6A6"/>
                </a:solidFill>
                <a:latin typeface="Times New Roman" panose="02020603050405020304" pitchFamily="18" charset="0"/>
              </a:rPr>
              <a:t>电荷在物质中的移动难易程度</a:t>
            </a:r>
            <a:r>
              <a:rPr lang="en-US" altLang="zh-CN" sz="2000" dirty="0">
                <a:solidFill>
                  <a:srgbClr val="F8A6A6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F8A6A6"/>
                </a:solidFill>
                <a:latin typeface="Times New Roman" panose="02020603050405020304" pitchFamily="18" charset="0"/>
              </a:rPr>
              <a:t>导电性能强弱</a:t>
            </a:r>
            <a:r>
              <a:rPr lang="zh-CN" altLang="en-US" sz="2000" dirty="0">
                <a:latin typeface="Times New Roman" panose="02020603050405020304" pitchFamily="18" charset="0"/>
              </a:rPr>
              <a:t>分类：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endParaRPr lang="zh-CN" altLang="en-US" dirty="0">
              <a:solidFill>
                <a:srgbClr val="F8A6A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标题 19">
            <a:extLst>
              <a:ext uri="{FF2B5EF4-FFF2-40B4-BE49-F238E27FC236}">
                <a16:creationId xmlns:a16="http://schemas.microsoft.com/office/drawing/2014/main" id="{F9584140-4DC1-F0DC-72B9-FF23FA8E2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9" y="5661248"/>
            <a:ext cx="9197593" cy="561975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u"/>
            </a:pPr>
            <a:r>
              <a:rPr kumimoji="0" lang="zh-CN" altLang="en-US" sz="22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Arial"/>
              </a:rPr>
              <a:t>非真空中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Arial"/>
              </a:rPr>
              <a:t>的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/>
              </a:rPr>
              <a:t>恒定磁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Arial"/>
              </a:rPr>
              <a:t>场：</a:t>
            </a:r>
            <a:r>
              <a:rPr kumimoji="0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Arial"/>
              </a:rPr>
              <a:t>研究恒定磁场对物质内电流的影响和作用。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  <p:sp>
        <p:nvSpPr>
          <p:cNvPr id="26" name="标题 19">
            <a:extLst>
              <a:ext uri="{FF2B5EF4-FFF2-40B4-BE49-F238E27FC236}">
                <a16:creationId xmlns:a16="http://schemas.microsoft.com/office/drawing/2014/main" id="{277C0B90-5E3D-37C4-ABD6-943A3F51F919}"/>
              </a:ext>
            </a:extLst>
          </p:cNvPr>
          <p:cNvSpPr txBox="1">
            <a:spLocks/>
          </p:cNvSpPr>
          <p:nvPr/>
        </p:nvSpPr>
        <p:spPr>
          <a:xfrm>
            <a:off x="5413" y="404664"/>
            <a:ext cx="9379667" cy="5619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200" b="1" u="sng" kern="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/>
              </a:rPr>
              <a:t>非真空中</a:t>
            </a:r>
            <a:r>
              <a:rPr lang="zh-CN" altLang="en-US" sz="22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/>
              </a:rPr>
              <a:t>的静电场：</a:t>
            </a:r>
            <a:r>
              <a:rPr lang="zh-CN" altLang="en-US" sz="22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/>
              </a:rPr>
              <a:t>研究静电场对物质内电荷分布的影响和相互作用</a:t>
            </a:r>
            <a:r>
              <a:rPr lang="zh-CN" altLang="en-US" sz="2400" b="1" kern="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cs typeface="Arial"/>
              </a:rPr>
              <a:t>。</a:t>
            </a:r>
            <a:endParaRPr lang="zh-CN" altLang="en-US" sz="2400" b="0" kern="0" dirty="0">
              <a:solidFill>
                <a:schemeClr val="bg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7BDA8CA-78FF-01C7-5BC0-E803A755B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68" y="6027937"/>
            <a:ext cx="857148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</a:rPr>
              <a:t>使物质具有磁性的物理过程叫</a:t>
            </a:r>
            <a:r>
              <a:rPr lang="zh-CN" altLang="en-US" sz="2000" u="sng" dirty="0">
                <a:latin typeface="Times New Roman" panose="02020603050405020304" pitchFamily="18" charset="0"/>
              </a:rPr>
              <a:t>磁化</a:t>
            </a:r>
            <a:r>
              <a:rPr lang="zh-CN" altLang="en-US" sz="2000" dirty="0">
                <a:latin typeface="Times New Roman" panose="02020603050405020304" pitchFamily="18" charset="0"/>
              </a:rPr>
              <a:t>。一切能磁化的物质称为</a:t>
            </a:r>
            <a:r>
              <a:rPr lang="zh-CN" altLang="en-US" sz="2000" dirty="0">
                <a:solidFill>
                  <a:srgbClr val="FF66FF"/>
                </a:solidFill>
                <a:latin typeface="Times New Roman" panose="02020603050405020304" pitchFamily="18" charset="0"/>
              </a:rPr>
              <a:t>磁介质</a:t>
            </a:r>
            <a:r>
              <a:rPr lang="zh-CN" altLang="en-US" sz="2000" dirty="0">
                <a:latin typeface="Times New Roman" panose="02020603050405020304" pitchFamily="18" charset="0"/>
              </a:rPr>
              <a:t>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endParaRPr lang="zh-CN" altLang="en-US" dirty="0">
              <a:solidFill>
                <a:srgbClr val="F8A6A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6984A21-06EE-1EF8-00A1-8E8D9354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299" y="2924083"/>
            <a:ext cx="3891427" cy="14422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AF753D9-8E68-73B9-86C3-FAF56F8312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39" y="1757113"/>
            <a:ext cx="5186360" cy="390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39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灯片编号占位符 4">
            <a:extLst>
              <a:ext uri="{FF2B5EF4-FFF2-40B4-BE49-F238E27FC236}">
                <a16:creationId xmlns:a16="http://schemas.microsoft.com/office/drawing/2014/main" id="{5B88C5D6-B513-EC9C-C500-2A3688614CB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9848B634-C452-4FAB-AB14-13FABD569AF8}" type="slidenum"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4</a:t>
            </a:fld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32514" name="Rectangle 2">
            <a:extLst>
              <a:ext uri="{FF2B5EF4-FFF2-40B4-BE49-F238E27FC236}">
                <a16:creationId xmlns:a16="http://schemas.microsoft.com/office/drawing/2014/main" id="{D36732FA-C022-4477-1CAA-412952BA2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95300"/>
            <a:ext cx="8207375" cy="55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幼圆" panose="02010509060101010101" pitchFamily="49" charset="-122"/>
              </a:rPr>
              <a:t>2.4.3  </a:t>
            </a:r>
            <a:r>
              <a:rPr lang="zh-CN" altLang="en-US" dirty="0">
                <a:latin typeface="Times New Roman" panose="02020603050405020304" pitchFamily="18" charset="0"/>
                <a:ea typeface="幼圆" panose="02010509060101010101" pitchFamily="49" charset="-122"/>
              </a:rPr>
              <a:t>媒质的传导特性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3.2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导电媒质中的恒定电场）</a:t>
            </a:r>
          </a:p>
        </p:txBody>
      </p:sp>
      <p:pic>
        <p:nvPicPr>
          <p:cNvPr id="168964" name="Picture 53">
            <a:extLst>
              <a:ext uri="{FF2B5EF4-FFF2-40B4-BE49-F238E27FC236}">
                <a16:creationId xmlns:a16="http://schemas.microsoft.com/office/drawing/2014/main" id="{8F996A38-8EEA-6A59-F356-62EBB1CED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054100"/>
            <a:ext cx="7056437" cy="482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灯片编号占位符 4">
            <a:extLst>
              <a:ext uri="{FF2B5EF4-FFF2-40B4-BE49-F238E27FC236}">
                <a16:creationId xmlns:a16="http://schemas.microsoft.com/office/drawing/2014/main" id="{2D8D2890-1A34-8CDE-2D19-298BC5176E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775F978-4184-4596-8EB8-3C63146B2CA5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5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1011" name="AutoShape 3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6716795-C624-4420-7B92-9501F3382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1012" name="AutoShape 4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BF87D9A-48D2-2C58-5A89-BC3CD37517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1013" name="AutoShape 4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C9F74B7-1C0C-445C-AE6D-3B6952809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1014" name="AutoShape 4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BB29C4F-A5B3-DA60-BF60-9275F1464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pic>
        <p:nvPicPr>
          <p:cNvPr id="171015" name="Picture 53">
            <a:extLst>
              <a:ext uri="{FF2B5EF4-FFF2-40B4-BE49-F238E27FC236}">
                <a16:creationId xmlns:a16="http://schemas.microsoft.com/office/drawing/2014/main" id="{9B61F707-9FAD-9470-959C-E7B90DAEE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981075"/>
            <a:ext cx="6767512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灯片编号占位符 4">
            <a:extLst>
              <a:ext uri="{FF2B5EF4-FFF2-40B4-BE49-F238E27FC236}">
                <a16:creationId xmlns:a16="http://schemas.microsoft.com/office/drawing/2014/main" id="{088946A6-0F4E-C234-714C-761F01080CA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9CE05CCA-31FC-495B-987F-43B61C5A99D9}" type="slidenum"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6</a:t>
            </a:fld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C9C128AF-38A3-B2AC-757C-6C7128CA285F}"/>
              </a:ext>
            </a:extLst>
          </p:cNvPr>
          <p:cNvGrpSpPr>
            <a:grpSpLocks/>
          </p:cNvGrpSpPr>
          <p:nvPr/>
        </p:nvGrpSpPr>
        <p:grpSpPr bwMode="auto">
          <a:xfrm>
            <a:off x="2681288" y="1773238"/>
            <a:ext cx="3816350" cy="1223962"/>
            <a:chOff x="1689" y="1389"/>
            <a:chExt cx="2404" cy="771"/>
          </a:xfrm>
        </p:grpSpPr>
        <p:sp>
          <p:nvSpPr>
            <p:cNvPr id="173082" name="Rectangle 8">
              <a:extLst>
                <a:ext uri="{FF2B5EF4-FFF2-40B4-BE49-F238E27FC236}">
                  <a16:creationId xmlns:a16="http://schemas.microsoft.com/office/drawing/2014/main" id="{F307CE99-BD24-C613-1E0C-36CB85D72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9" y="1389"/>
              <a:ext cx="2404" cy="77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83" name="Oval 9">
              <a:extLst>
                <a:ext uri="{FF2B5EF4-FFF2-40B4-BE49-F238E27FC236}">
                  <a16:creationId xmlns:a16="http://schemas.microsoft.com/office/drawing/2014/main" id="{02B32366-40BC-3738-A662-8693B449E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" y="1571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84" name="Oval 10">
              <a:extLst>
                <a:ext uri="{FF2B5EF4-FFF2-40B4-BE49-F238E27FC236}">
                  <a16:creationId xmlns:a16="http://schemas.microsoft.com/office/drawing/2014/main" id="{3BC85CF2-8C2A-1AB1-A1AF-11DD552DA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" y="1571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85" name="Oval 11">
              <a:extLst>
                <a:ext uri="{FF2B5EF4-FFF2-40B4-BE49-F238E27FC236}">
                  <a16:creationId xmlns:a16="http://schemas.microsoft.com/office/drawing/2014/main" id="{91116F3B-EA46-38BB-CDD9-D0CEA380FF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571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86" name="Oval 12">
              <a:extLst>
                <a:ext uri="{FF2B5EF4-FFF2-40B4-BE49-F238E27FC236}">
                  <a16:creationId xmlns:a16="http://schemas.microsoft.com/office/drawing/2014/main" id="{F8ACDFC3-EB84-F015-EA7B-48C0A4BD6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1571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87" name="Oval 13">
              <a:extLst>
                <a:ext uri="{FF2B5EF4-FFF2-40B4-BE49-F238E27FC236}">
                  <a16:creationId xmlns:a16="http://schemas.microsoft.com/office/drawing/2014/main" id="{D02AC08A-E527-05A0-CDC9-2446AD4BE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5" y="1571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88" name="Oval 14">
              <a:extLst>
                <a:ext uri="{FF2B5EF4-FFF2-40B4-BE49-F238E27FC236}">
                  <a16:creationId xmlns:a16="http://schemas.microsoft.com/office/drawing/2014/main" id="{4EAFD1B3-C11F-63E4-8469-04701B797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1" y="1888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89" name="Oval 15">
              <a:extLst>
                <a:ext uri="{FF2B5EF4-FFF2-40B4-BE49-F238E27FC236}">
                  <a16:creationId xmlns:a16="http://schemas.microsoft.com/office/drawing/2014/main" id="{053EEC00-0881-11B6-56FA-5444CE6F8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" y="1888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90" name="Oval 16">
              <a:extLst>
                <a:ext uri="{FF2B5EF4-FFF2-40B4-BE49-F238E27FC236}">
                  <a16:creationId xmlns:a16="http://schemas.microsoft.com/office/drawing/2014/main" id="{3E33F464-C679-BAA7-0ACB-863EF2BD7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3" y="1888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91" name="Oval 17">
              <a:extLst>
                <a:ext uri="{FF2B5EF4-FFF2-40B4-BE49-F238E27FC236}">
                  <a16:creationId xmlns:a16="http://schemas.microsoft.com/office/drawing/2014/main" id="{FCE82574-C4DC-5416-C7E8-855EA0467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1888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92" name="Oval 18">
              <a:extLst>
                <a:ext uri="{FF2B5EF4-FFF2-40B4-BE49-F238E27FC236}">
                  <a16:creationId xmlns:a16="http://schemas.microsoft.com/office/drawing/2014/main" id="{26020EE9-4E7C-03B3-BAFE-1743A85CE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5" y="1888"/>
              <a:ext cx="91" cy="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93" name="Oval 19">
              <a:extLst>
                <a:ext uri="{FF2B5EF4-FFF2-40B4-BE49-F238E27FC236}">
                  <a16:creationId xmlns:a16="http://schemas.microsoft.com/office/drawing/2014/main" id="{2853FEF3-3B16-52B6-2B05-F935A1BB4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5" y="1843"/>
              <a:ext cx="45" cy="46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94" name="Line 20">
              <a:extLst>
                <a:ext uri="{FF2B5EF4-FFF2-40B4-BE49-F238E27FC236}">
                  <a16:creationId xmlns:a16="http://schemas.microsoft.com/office/drawing/2014/main" id="{25E3F841-1B19-A642-266B-DF81B93715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0" y="1661"/>
              <a:ext cx="181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95" name="Oval 21">
              <a:extLst>
                <a:ext uri="{FF2B5EF4-FFF2-40B4-BE49-F238E27FC236}">
                  <a16:creationId xmlns:a16="http://schemas.microsoft.com/office/drawing/2014/main" id="{15168E12-F53C-9343-D87E-FE94B5237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3" y="1707"/>
              <a:ext cx="45" cy="46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96" name="Line 22">
              <a:extLst>
                <a:ext uri="{FF2B5EF4-FFF2-40B4-BE49-F238E27FC236}">
                  <a16:creationId xmlns:a16="http://schemas.microsoft.com/office/drawing/2014/main" id="{FD4D1DB2-D254-7B95-2211-A11CBFBA1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8" y="1752"/>
              <a:ext cx="182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97" name="Oval 23">
              <a:extLst>
                <a:ext uri="{FF2B5EF4-FFF2-40B4-BE49-F238E27FC236}">
                  <a16:creationId xmlns:a16="http://schemas.microsoft.com/office/drawing/2014/main" id="{A9F99EB0-176C-C718-60D2-9D7F5CB16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6" y="1752"/>
              <a:ext cx="45" cy="46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98" name="Oval 24">
              <a:extLst>
                <a:ext uri="{FF2B5EF4-FFF2-40B4-BE49-F238E27FC236}">
                  <a16:creationId xmlns:a16="http://schemas.microsoft.com/office/drawing/2014/main" id="{0D74C1F3-3AF7-8772-6F9D-DF44DAC2E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0" y="1752"/>
              <a:ext cx="45" cy="46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73099" name="Line 25">
              <a:extLst>
                <a:ext uri="{FF2B5EF4-FFF2-40B4-BE49-F238E27FC236}">
                  <a16:creationId xmlns:a16="http://schemas.microsoft.com/office/drawing/2014/main" id="{34D6D65A-AAA2-0E77-6517-69DD49008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6" y="1843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100" name="Line 26">
              <a:extLst>
                <a:ext uri="{FF2B5EF4-FFF2-40B4-BE49-F238E27FC236}">
                  <a16:creationId xmlns:a16="http://schemas.microsoft.com/office/drawing/2014/main" id="{20080EE2-10F3-BD81-E185-C50ABBBCA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2" y="1616"/>
              <a:ext cx="18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101" name="Line 27">
              <a:extLst>
                <a:ext uri="{FF2B5EF4-FFF2-40B4-BE49-F238E27FC236}">
                  <a16:creationId xmlns:a16="http://schemas.microsoft.com/office/drawing/2014/main" id="{37CA684D-1D99-4CAE-4B4D-7CC9DBBEC8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5" y="1798"/>
              <a:ext cx="182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102" name="Line 28">
              <a:extLst>
                <a:ext uri="{FF2B5EF4-FFF2-40B4-BE49-F238E27FC236}">
                  <a16:creationId xmlns:a16="http://schemas.microsoft.com/office/drawing/2014/main" id="{D267EC76-834A-F27D-9AB8-F40A38378B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9" y="1843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103" name="Line 29">
              <a:extLst>
                <a:ext uri="{FF2B5EF4-FFF2-40B4-BE49-F238E27FC236}">
                  <a16:creationId xmlns:a16="http://schemas.microsoft.com/office/drawing/2014/main" id="{73327240-83A6-ACCB-1441-6A5984A8D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9" y="1843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104" name="Line 30">
              <a:extLst>
                <a:ext uri="{FF2B5EF4-FFF2-40B4-BE49-F238E27FC236}">
                  <a16:creationId xmlns:a16="http://schemas.microsoft.com/office/drawing/2014/main" id="{05281CA6-0D64-E6CF-81C3-15A27D94DC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4" y="1843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105" name="Line 31">
              <a:extLst>
                <a:ext uri="{FF2B5EF4-FFF2-40B4-BE49-F238E27FC236}">
                  <a16:creationId xmlns:a16="http://schemas.microsoft.com/office/drawing/2014/main" id="{F3A3DF8B-36A2-FABD-57FD-600151FC4B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" y="1843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106" name="Line 32">
              <a:extLst>
                <a:ext uri="{FF2B5EF4-FFF2-40B4-BE49-F238E27FC236}">
                  <a16:creationId xmlns:a16="http://schemas.microsoft.com/office/drawing/2014/main" id="{4792EEA1-60EC-3099-7B91-0735229E0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" y="1843"/>
              <a:ext cx="27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3">
            <a:extLst>
              <a:ext uri="{FF2B5EF4-FFF2-40B4-BE49-F238E27FC236}">
                <a16:creationId xmlns:a16="http://schemas.microsoft.com/office/drawing/2014/main" id="{B3517616-6BA6-260F-5049-6572DF632A2E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2095500"/>
            <a:ext cx="2060575" cy="406400"/>
            <a:chOff x="3833" y="1592"/>
            <a:chExt cx="1298" cy="256"/>
          </a:xfrm>
        </p:grpSpPr>
        <p:sp>
          <p:nvSpPr>
            <p:cNvPr id="173080" name="Text Box 34">
              <a:extLst>
                <a:ext uri="{FF2B5EF4-FFF2-40B4-BE49-F238E27FC236}">
                  <a16:creationId xmlns:a16="http://schemas.microsoft.com/office/drawing/2014/main" id="{CC2FF587-B27A-D216-9F0E-5645ADA72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6" y="1592"/>
              <a:ext cx="545" cy="25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/>
                <a:t>晶格</a:t>
              </a:r>
            </a:p>
          </p:txBody>
        </p:sp>
        <p:sp>
          <p:nvSpPr>
            <p:cNvPr id="173081" name="Line 35">
              <a:extLst>
                <a:ext uri="{FF2B5EF4-FFF2-40B4-BE49-F238E27FC236}">
                  <a16:creationId xmlns:a16="http://schemas.microsoft.com/office/drawing/2014/main" id="{D19F0F17-CB61-56E5-7620-331D58E0B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3" y="1603"/>
              <a:ext cx="725" cy="104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36">
            <a:extLst>
              <a:ext uri="{FF2B5EF4-FFF2-40B4-BE49-F238E27FC236}">
                <a16:creationId xmlns:a16="http://schemas.microsoft.com/office/drawing/2014/main" id="{1B982D31-A746-89E9-EC7D-2C23AC969DC6}"/>
              </a:ext>
            </a:extLst>
          </p:cNvPr>
          <p:cNvGrpSpPr>
            <a:grpSpLocks/>
          </p:cNvGrpSpPr>
          <p:nvPr/>
        </p:nvGrpSpPr>
        <p:grpSpPr bwMode="auto">
          <a:xfrm>
            <a:off x="806450" y="2452688"/>
            <a:ext cx="2100263" cy="406400"/>
            <a:chOff x="508" y="1680"/>
            <a:chExt cx="1323" cy="256"/>
          </a:xfrm>
        </p:grpSpPr>
        <p:sp>
          <p:nvSpPr>
            <p:cNvPr id="173078" name="Line 37">
              <a:extLst>
                <a:ext uri="{FF2B5EF4-FFF2-40B4-BE49-F238E27FC236}">
                  <a16:creationId xmlns:a16="http://schemas.microsoft.com/office/drawing/2014/main" id="{2214D697-61D7-A24A-F3F2-A12360A1FC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4" y="1843"/>
              <a:ext cx="357" cy="29"/>
            </a:xfrm>
            <a:prstGeom prst="line">
              <a:avLst/>
            </a:prstGeom>
            <a:noFill/>
            <a:ln w="9525">
              <a:solidFill>
                <a:srgbClr val="FF99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079" name="Text Box 38">
              <a:extLst>
                <a:ext uri="{FF2B5EF4-FFF2-40B4-BE49-F238E27FC236}">
                  <a16:creationId xmlns:a16="http://schemas.microsoft.com/office/drawing/2014/main" id="{EB8B0730-12DA-6571-556B-7903CA8D1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" y="1680"/>
              <a:ext cx="953" cy="256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000"/>
                <a:t>带电粒子</a:t>
              </a:r>
            </a:p>
          </p:txBody>
        </p:sp>
      </p:grpSp>
      <p:sp>
        <p:nvSpPr>
          <p:cNvPr id="173062" name="AutoShape 3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821AA34-1301-1DDF-F8C2-7132A3B5E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3063" name="AutoShape 4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6A7B66AB-DDBC-8B5B-E56B-78EA284B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3064" name="AutoShape 4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975FEB1-8D24-C0CC-195E-AA344B44C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3065" name="AutoShape 4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C47DCA9A-EB55-0CF9-392D-B18D4449C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5" name="Group 46">
            <a:extLst>
              <a:ext uri="{FF2B5EF4-FFF2-40B4-BE49-F238E27FC236}">
                <a16:creationId xmlns:a16="http://schemas.microsoft.com/office/drawing/2014/main" id="{E93EAFE8-6E46-18B5-7214-5D80E56D2857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693738"/>
            <a:ext cx="8713788" cy="1079500"/>
            <a:chOff x="158" y="664"/>
            <a:chExt cx="5489" cy="680"/>
          </a:xfrm>
        </p:grpSpPr>
        <p:sp>
          <p:nvSpPr>
            <p:cNvPr id="173076" name="Rectangle 47">
              <a:extLst>
                <a:ext uri="{FF2B5EF4-FFF2-40B4-BE49-F238E27FC236}">
                  <a16:creationId xmlns:a16="http://schemas.microsoft.com/office/drawing/2014/main" id="{137E3077-B99E-D070-9A58-66229E8B1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664"/>
              <a:ext cx="5307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</a:rPr>
                <a:t>存在可以自由移动带电粒子的媒质称为</a:t>
              </a:r>
              <a:r>
                <a:rPr lang="zh-CN" altLang="en-US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导电媒质</a:t>
              </a:r>
              <a:r>
                <a:rPr lang="zh-CN" altLang="en-US">
                  <a:latin typeface="Times New Roman" panose="02020603050405020304" pitchFamily="18" charset="0"/>
                </a:rPr>
                <a:t>。</a:t>
              </a:r>
              <a:endParaRPr lang="zh-CN" altLang="en-US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73077" name="Oval 48">
              <a:extLst>
                <a:ext uri="{FF2B5EF4-FFF2-40B4-BE49-F238E27FC236}">
                  <a16:creationId xmlns:a16="http://schemas.microsoft.com/office/drawing/2014/main" id="{5DB21188-61E9-0288-F83B-0ACE90A47AE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6" name="Group 69">
            <a:extLst>
              <a:ext uri="{FF2B5EF4-FFF2-40B4-BE49-F238E27FC236}">
                <a16:creationId xmlns:a16="http://schemas.microsoft.com/office/drawing/2014/main" id="{94FE4F6A-0B15-EDB9-A8EE-BD41B0FCA8D5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125538"/>
            <a:ext cx="8713788" cy="1079500"/>
            <a:chOff x="158" y="664"/>
            <a:chExt cx="5489" cy="680"/>
          </a:xfrm>
        </p:grpSpPr>
        <p:sp>
          <p:nvSpPr>
            <p:cNvPr id="173074" name="Rectangle 70">
              <a:extLst>
                <a:ext uri="{FF2B5EF4-FFF2-40B4-BE49-F238E27FC236}">
                  <a16:creationId xmlns:a16="http://schemas.microsoft.com/office/drawing/2014/main" id="{3483DE98-0B7F-0C8B-9F7F-7E5A86A0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664"/>
              <a:ext cx="5307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solidFill>
                    <a:srgbClr val="F8A6A6"/>
                  </a:solidFill>
                </a:rPr>
                <a:t>导电媒质</a:t>
              </a:r>
              <a:r>
                <a:rPr lang="zh-CN" altLang="en-US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特点：</a:t>
              </a:r>
              <a:r>
                <a:rPr lang="zh-CN" altLang="en-US"/>
                <a:t>正离子的晶格点阵，外层价电子结构。</a:t>
              </a:r>
              <a:r>
                <a:rPr lang="zh-CN" altLang="en-US">
                  <a:latin typeface="Times New Roman" panose="02020603050405020304" pitchFamily="18" charset="0"/>
                </a:rPr>
                <a:t>存在自由电荷。</a:t>
              </a:r>
              <a:r>
                <a:rPr lang="zh-CN" altLang="en-US">
                  <a:latin typeface="幼圆" panose="02010509060101010101" pitchFamily="49" charset="-122"/>
                  <a:ea typeface="幼圆" panose="02010509060101010101" pitchFamily="49" charset="-122"/>
                </a:rPr>
                <a:t>  </a:t>
              </a:r>
            </a:p>
          </p:txBody>
        </p:sp>
        <p:sp>
          <p:nvSpPr>
            <p:cNvPr id="173075" name="Oval 71">
              <a:extLst>
                <a:ext uri="{FF2B5EF4-FFF2-40B4-BE49-F238E27FC236}">
                  <a16:creationId xmlns:a16="http://schemas.microsoft.com/office/drawing/2014/main" id="{91132641-BCB6-8E2C-BC8C-AA4DCCEC46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7" name="Group 69">
            <a:extLst>
              <a:ext uri="{FF2B5EF4-FFF2-40B4-BE49-F238E27FC236}">
                <a16:creationId xmlns:a16="http://schemas.microsoft.com/office/drawing/2014/main" id="{C6313E01-2339-9DE1-E0B9-35159878E8B5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2852738"/>
            <a:ext cx="8713788" cy="1079500"/>
            <a:chOff x="158" y="664"/>
            <a:chExt cx="5489" cy="680"/>
          </a:xfrm>
        </p:grpSpPr>
        <p:sp>
          <p:nvSpPr>
            <p:cNvPr id="173072" name="Rectangle 70">
              <a:extLst>
                <a:ext uri="{FF2B5EF4-FFF2-40B4-BE49-F238E27FC236}">
                  <a16:creationId xmlns:a16="http://schemas.microsoft.com/office/drawing/2014/main" id="{E0A9B8E6-E824-D626-4565-211C8FB13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664"/>
              <a:ext cx="5307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solidFill>
                    <a:srgbClr val="FFCC66"/>
                  </a:solidFill>
                </a:rPr>
                <a:t>当导电媒质不带电、也不受外加电场作用时</a:t>
              </a:r>
              <a:r>
                <a:rPr lang="zh-CN" altLang="en-US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：</a:t>
              </a:r>
              <a:r>
                <a:rPr lang="zh-CN" altLang="en-US"/>
                <a:t>金属导体中的自由电子</a:t>
              </a:r>
              <a:r>
                <a:rPr lang="zh-CN" altLang="en-US" u="sng"/>
                <a:t>只有无规则的</a:t>
              </a:r>
              <a:r>
                <a:rPr lang="zh-CN" altLang="en-US" u="sng">
                  <a:solidFill>
                    <a:srgbClr val="FF3300"/>
                  </a:solidFill>
                </a:rPr>
                <a:t>热运动</a:t>
              </a:r>
              <a:r>
                <a:rPr lang="zh-CN" altLang="en-US"/>
                <a:t>，没有宏观的定向运动，此时导体内正、负电荷均匀分布，整个导体</a:t>
              </a:r>
              <a:r>
                <a:rPr lang="zh-CN" altLang="en-US" u="sng">
                  <a:solidFill>
                    <a:srgbClr val="F8A6A6"/>
                  </a:solidFill>
                </a:rPr>
                <a:t>宏观上呈现电中性状态</a:t>
              </a:r>
              <a:r>
                <a:rPr lang="zh-CN" altLang="en-US"/>
                <a:t>。</a:t>
              </a:r>
            </a:p>
          </p:txBody>
        </p:sp>
        <p:sp>
          <p:nvSpPr>
            <p:cNvPr id="173073" name="Oval 71">
              <a:extLst>
                <a:ext uri="{FF2B5EF4-FFF2-40B4-BE49-F238E27FC236}">
                  <a16:creationId xmlns:a16="http://schemas.microsoft.com/office/drawing/2014/main" id="{588B6B36-B6A1-80A8-1E66-5FF51F973CF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8" name="Group 69">
            <a:extLst>
              <a:ext uri="{FF2B5EF4-FFF2-40B4-BE49-F238E27FC236}">
                <a16:creationId xmlns:a16="http://schemas.microsoft.com/office/drawing/2014/main" id="{95FAF3E9-17F8-105C-EA54-9A11663EEE16}"/>
              </a:ext>
            </a:extLst>
          </p:cNvPr>
          <p:cNvGrpSpPr>
            <a:grpSpLocks/>
          </p:cNvGrpSpPr>
          <p:nvPr/>
        </p:nvGrpSpPr>
        <p:grpSpPr bwMode="auto">
          <a:xfrm>
            <a:off x="322263" y="4292600"/>
            <a:ext cx="8713787" cy="1079500"/>
            <a:chOff x="158" y="664"/>
            <a:chExt cx="5489" cy="680"/>
          </a:xfrm>
        </p:grpSpPr>
        <p:sp>
          <p:nvSpPr>
            <p:cNvPr id="173070" name="Rectangle 70">
              <a:extLst>
                <a:ext uri="{FF2B5EF4-FFF2-40B4-BE49-F238E27FC236}">
                  <a16:creationId xmlns:a16="http://schemas.microsoft.com/office/drawing/2014/main" id="{751F1B8B-5BE6-5B56-B3CE-D80F36701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664"/>
              <a:ext cx="5307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r>
                <a:rPr lang="zh-CN" altLang="en-US">
                  <a:solidFill>
                    <a:srgbClr val="FFCC66"/>
                  </a:solidFill>
                </a:rPr>
                <a:t>当导电媒质置于外加电场中</a:t>
              </a:r>
              <a:r>
                <a:rPr lang="zh-CN" altLang="en-US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：</a:t>
              </a:r>
              <a:r>
                <a:rPr lang="zh-CN" altLang="en-US"/>
                <a:t>由于电流对电子的加速作用，金属中的自由电子除了</a:t>
              </a:r>
              <a:r>
                <a:rPr lang="zh-CN" altLang="en-US">
                  <a:solidFill>
                    <a:srgbClr val="FF3300"/>
                  </a:solidFill>
                </a:rPr>
                <a:t>热运动</a:t>
              </a:r>
              <a:r>
                <a:rPr lang="zh-CN" altLang="en-US"/>
                <a:t>外，平均说来还会发生沿电场反方向的附加的定向运动</a:t>
              </a:r>
              <a:r>
                <a:rPr lang="en-US" altLang="zh-CN"/>
                <a:t>——</a:t>
              </a:r>
              <a:r>
                <a:rPr lang="zh-CN" altLang="en-US">
                  <a:solidFill>
                    <a:srgbClr val="FF3300"/>
                  </a:solidFill>
                </a:rPr>
                <a:t>漂移运动</a:t>
              </a:r>
              <a:r>
                <a:rPr lang="zh-CN" altLang="en-US"/>
                <a:t>，由此</a:t>
              </a:r>
              <a:r>
                <a:rPr lang="zh-CN" altLang="en-US" u="sng"/>
                <a:t>形成了电流</a:t>
              </a:r>
              <a:r>
                <a:rPr lang="zh-CN" altLang="en-US"/>
                <a:t>。</a:t>
              </a:r>
            </a:p>
            <a:p>
              <a:r>
                <a:rPr lang="zh-CN" altLang="en-US"/>
                <a:t>运动的电子经常与原子核或晶格点阵发生碰撞，碰撞过程使电子改变运动方向，并将部分能量转嫁给原子核或晶格，转变为</a:t>
              </a:r>
              <a:r>
                <a:rPr lang="zh-CN" altLang="en-US">
                  <a:solidFill>
                    <a:srgbClr val="FF3300"/>
                  </a:solidFill>
                </a:rPr>
                <a:t>热效应</a:t>
              </a:r>
              <a:r>
                <a:rPr lang="zh-CN" altLang="en-US"/>
                <a:t>。</a:t>
              </a:r>
            </a:p>
          </p:txBody>
        </p:sp>
        <p:sp>
          <p:nvSpPr>
            <p:cNvPr id="173071" name="Oval 71">
              <a:extLst>
                <a:ext uri="{FF2B5EF4-FFF2-40B4-BE49-F238E27FC236}">
                  <a16:creationId xmlns:a16="http://schemas.microsoft.com/office/drawing/2014/main" id="{91521AA8-DCFA-F6C2-80E3-56F478875EC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灯片编号占位符 4">
            <a:extLst>
              <a:ext uri="{FF2B5EF4-FFF2-40B4-BE49-F238E27FC236}">
                <a16:creationId xmlns:a16="http://schemas.microsoft.com/office/drawing/2014/main" id="{0EE3DF0E-1B0A-1BD5-C948-56B22600A7F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3406D16-786E-4899-A5EE-A5F4652AEF79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7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5107" name="AutoShape 3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C1AD3CD-A6BF-C085-3008-66011B4E5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626225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5108" name="AutoShape 3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2B5670C-A6BE-AA7F-7662-D5FD06264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626225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5109" name="AutoShape 3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B388C37-37EC-4ACA-D554-DF401053B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626225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5110" name="AutoShape 3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5FBA938-7039-EB9C-C112-53EBF082A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626225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981034" name="Object 42">
            <a:extLst>
              <a:ext uri="{FF2B5EF4-FFF2-40B4-BE49-F238E27FC236}">
                <a16:creationId xmlns:a16="http://schemas.microsoft.com/office/drawing/2014/main" id="{76A2EB8F-DF0B-D2C6-E9D8-F4E02367447E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395288" y="1771650"/>
          <a:ext cx="8497887" cy="249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511747" imgH="1910486" progId="Visio.Drawing.11">
                  <p:embed/>
                </p:oleObj>
              </mc:Choice>
              <mc:Fallback>
                <p:oleObj r:id="rId4" imgW="6511747" imgH="1910486" progId="Visio.Drawing.11">
                  <p:embed/>
                  <p:pic>
                    <p:nvPicPr>
                      <p:cNvPr id="0" name="Object 4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771650"/>
                        <a:ext cx="8497887" cy="24923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1035" name="Object 43">
            <a:extLst>
              <a:ext uri="{FF2B5EF4-FFF2-40B4-BE49-F238E27FC236}">
                <a16:creationId xmlns:a16="http://schemas.microsoft.com/office/drawing/2014/main" id="{1B8BA338-2B5F-D131-1577-9D3F2CD39990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372225" y="5168900"/>
          <a:ext cx="2520950" cy="171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76095" imgH="1142086" progId="Visio.Drawing.11">
                  <p:embed/>
                </p:oleObj>
              </mc:Choice>
              <mc:Fallback>
                <p:oleObj r:id="rId6" imgW="1676095" imgH="1142086" progId="Visio.Drawing.11">
                  <p:embed/>
                  <p:pic>
                    <p:nvPicPr>
                      <p:cNvPr id="0" name="Object 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168900"/>
                        <a:ext cx="2520950" cy="17160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5">
            <a:extLst>
              <a:ext uri="{FF2B5EF4-FFF2-40B4-BE49-F238E27FC236}">
                <a16:creationId xmlns:a16="http://schemas.microsoft.com/office/drawing/2014/main" id="{0F0A5B3A-E746-6B7A-0ED9-80D03127DD9D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941888"/>
            <a:ext cx="8713788" cy="1079500"/>
            <a:chOff x="158" y="664"/>
            <a:chExt cx="5489" cy="680"/>
          </a:xfrm>
        </p:grpSpPr>
        <p:sp>
          <p:nvSpPr>
            <p:cNvPr id="175126" name="Rectangle 46">
              <a:extLst>
                <a:ext uri="{FF2B5EF4-FFF2-40B4-BE49-F238E27FC236}">
                  <a16:creationId xmlns:a16="http://schemas.microsoft.com/office/drawing/2014/main" id="{6C12BF77-804B-642F-88E5-3C9E856B3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664"/>
              <a:ext cx="5307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  <a:ea typeface="幼圆" panose="02010509060101010101" pitchFamily="49" charset="-122"/>
                </a:rPr>
                <a:t>内部电场为</a:t>
              </a:r>
              <a:r>
                <a:rPr lang="en-US" altLang="zh-CN">
                  <a:latin typeface="Times New Roman" panose="02020603050405020304" pitchFamily="18" charset="0"/>
                  <a:ea typeface="幼圆" panose="02010509060101010101" pitchFamily="49" charset="-122"/>
                </a:rPr>
                <a:t>0</a:t>
              </a:r>
              <a:r>
                <a:rPr lang="zh-CN" altLang="en-US">
                  <a:latin typeface="Times New Roman" panose="02020603050405020304" pitchFamily="18" charset="0"/>
                </a:rPr>
                <a:t>。</a:t>
              </a:r>
              <a:r>
                <a:rPr lang="zh-CN" altLang="en-US">
                  <a:latin typeface="幼圆" panose="02010509060101010101" pitchFamily="49" charset="-122"/>
                  <a:ea typeface="幼圆" panose="02010509060101010101" pitchFamily="49" charset="-122"/>
                </a:rPr>
                <a:t>    </a:t>
              </a:r>
            </a:p>
          </p:txBody>
        </p:sp>
        <p:sp>
          <p:nvSpPr>
            <p:cNvPr id="175127" name="Oval 47">
              <a:extLst>
                <a:ext uri="{FF2B5EF4-FFF2-40B4-BE49-F238E27FC236}">
                  <a16:creationId xmlns:a16="http://schemas.microsoft.com/office/drawing/2014/main" id="{6B25348D-9B51-1F44-616A-3D7E81AC5E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3" name="Group 48">
            <a:extLst>
              <a:ext uri="{FF2B5EF4-FFF2-40B4-BE49-F238E27FC236}">
                <a16:creationId xmlns:a16="http://schemas.microsoft.com/office/drawing/2014/main" id="{F0D24D9F-D315-D12F-626A-0AE5B83CCC9B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6021388"/>
            <a:ext cx="8713788" cy="908050"/>
            <a:chOff x="158" y="664"/>
            <a:chExt cx="5489" cy="680"/>
          </a:xfrm>
        </p:grpSpPr>
        <p:sp>
          <p:nvSpPr>
            <p:cNvPr id="175124" name="Rectangle 49">
              <a:extLst>
                <a:ext uri="{FF2B5EF4-FFF2-40B4-BE49-F238E27FC236}">
                  <a16:creationId xmlns:a16="http://schemas.microsoft.com/office/drawing/2014/main" id="{AFABCC04-C3AE-D162-963F-DF1B0C44A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664"/>
              <a:ext cx="5307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  <a:ea typeface="幼圆" panose="02010509060101010101" pitchFamily="49" charset="-122"/>
                </a:rPr>
                <a:t>导体是一个等势体，导体表面是等势面。</a:t>
              </a:r>
              <a:endParaRPr lang="zh-CN" altLang="en-US">
                <a:latin typeface="幼圆" panose="02010509060101010101" pitchFamily="49" charset="-122"/>
                <a:ea typeface="幼圆" panose="02010509060101010101" pitchFamily="49" charset="-122"/>
              </a:endParaRPr>
            </a:p>
          </p:txBody>
        </p:sp>
        <p:sp>
          <p:nvSpPr>
            <p:cNvPr id="175125" name="Oval 50">
              <a:extLst>
                <a:ext uri="{FF2B5EF4-FFF2-40B4-BE49-F238E27FC236}">
                  <a16:creationId xmlns:a16="http://schemas.microsoft.com/office/drawing/2014/main" id="{3C98DA6F-8EF1-67A5-8455-3FE6228729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4" name="Group 51">
            <a:extLst>
              <a:ext uri="{FF2B5EF4-FFF2-40B4-BE49-F238E27FC236}">
                <a16:creationId xmlns:a16="http://schemas.microsoft.com/office/drawing/2014/main" id="{2BC94A12-854A-A73E-10AE-FB561A826405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5445125"/>
            <a:ext cx="8713788" cy="1079500"/>
            <a:chOff x="158" y="664"/>
            <a:chExt cx="5489" cy="680"/>
          </a:xfrm>
        </p:grpSpPr>
        <p:sp>
          <p:nvSpPr>
            <p:cNvPr id="175122" name="Rectangle 52">
              <a:extLst>
                <a:ext uri="{FF2B5EF4-FFF2-40B4-BE49-F238E27FC236}">
                  <a16:creationId xmlns:a16="http://schemas.microsoft.com/office/drawing/2014/main" id="{A5CC560C-07DD-5A56-4817-4F2DEC418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664"/>
              <a:ext cx="5307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  <a:ea typeface="幼圆" panose="02010509060101010101" pitchFamily="49" charset="-122"/>
                </a:rPr>
                <a:t>导体表面处场强与表面垂直。</a:t>
              </a:r>
              <a:r>
                <a:rPr lang="zh-CN" altLang="en-US">
                  <a:latin typeface="幼圆" panose="02010509060101010101" pitchFamily="49" charset="-122"/>
                  <a:ea typeface="幼圆" panose="02010509060101010101" pitchFamily="49" charset="-122"/>
                </a:rPr>
                <a:t>    </a:t>
              </a:r>
            </a:p>
          </p:txBody>
        </p:sp>
        <p:sp>
          <p:nvSpPr>
            <p:cNvPr id="175123" name="Oval 53">
              <a:extLst>
                <a:ext uri="{FF2B5EF4-FFF2-40B4-BE49-F238E27FC236}">
                  <a16:creationId xmlns:a16="http://schemas.microsoft.com/office/drawing/2014/main" id="{2EFD4DE3-50D0-55B9-D154-94CDD34954C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981046" name="Rectangle 54">
            <a:extLst>
              <a:ext uri="{FF2B5EF4-FFF2-40B4-BE49-F238E27FC236}">
                <a16:creationId xmlns:a16="http://schemas.microsoft.com/office/drawing/2014/main" id="{A6B6C1E8-3A04-0BA5-194A-77BF428C7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13" y="4508500"/>
            <a:ext cx="417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en-US" altLang="zh-CN">
                <a:solidFill>
                  <a:srgbClr val="F8A6A6"/>
                </a:solidFill>
                <a:ea typeface="幼圆" panose="02010509060101010101" pitchFamily="49" charset="-122"/>
              </a:rPr>
              <a:t>2. </a:t>
            </a:r>
            <a:r>
              <a:rPr lang="zh-CN" altLang="en-US">
                <a:solidFill>
                  <a:srgbClr val="F8A6A6"/>
                </a:solidFill>
                <a:ea typeface="幼圆" panose="02010509060101010101" pitchFamily="49" charset="-122"/>
              </a:rPr>
              <a:t>处于静电平衡状态的导体：</a:t>
            </a:r>
          </a:p>
        </p:txBody>
      </p:sp>
      <p:sp>
        <p:nvSpPr>
          <p:cNvPr id="981047" name="Rectangle 55">
            <a:extLst>
              <a:ext uri="{FF2B5EF4-FFF2-40B4-BE49-F238E27FC236}">
                <a16:creationId xmlns:a16="http://schemas.microsoft.com/office/drawing/2014/main" id="{5C3144D5-5AD7-CD3E-D2AE-230A14423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268413"/>
            <a:ext cx="8137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en-US" altLang="zh-CN">
                <a:solidFill>
                  <a:srgbClr val="F8A6A6"/>
                </a:solidFill>
                <a:ea typeface="幼圆" panose="02010509060101010101" pitchFamily="49" charset="-122"/>
              </a:rPr>
              <a:t>1. </a:t>
            </a:r>
            <a:r>
              <a:rPr lang="zh-CN" altLang="en-US">
                <a:solidFill>
                  <a:srgbClr val="F8A6A6"/>
                </a:solidFill>
                <a:ea typeface="幼圆" panose="02010509060101010101" pitchFamily="49" charset="-122"/>
              </a:rPr>
              <a:t>导体处于</a:t>
            </a:r>
            <a:r>
              <a:rPr lang="zh-CN" altLang="en-US" sz="2800">
                <a:solidFill>
                  <a:srgbClr val="F8A6A6"/>
                </a:solidFill>
                <a:ea typeface="幼圆" panose="02010509060101010101" pitchFamily="49" charset="-122"/>
              </a:rPr>
              <a:t>静电场</a:t>
            </a:r>
            <a:r>
              <a:rPr lang="zh-CN" altLang="en-US">
                <a:solidFill>
                  <a:srgbClr val="F8A6A6"/>
                </a:solidFill>
                <a:ea typeface="幼圆" panose="02010509060101010101" pitchFamily="49" charset="-122"/>
              </a:rPr>
              <a:t>中，瞬间进入静电平衡。</a:t>
            </a:r>
          </a:p>
        </p:txBody>
      </p:sp>
      <p:sp>
        <p:nvSpPr>
          <p:cNvPr id="92174" name="AutoShape 56">
            <a:extLst>
              <a:ext uri="{FF2B5EF4-FFF2-40B4-BE49-F238E27FC236}">
                <a16:creationId xmlns:a16="http://schemas.microsoft.com/office/drawing/2014/main" id="{38DF7797-34C4-984F-2958-E05B4CB8015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272338" y="4545012"/>
            <a:ext cx="647700" cy="288925"/>
          </a:xfrm>
          <a:prstGeom prst="rightArrow">
            <a:avLst>
              <a:gd name="adj1" fmla="val 50000"/>
              <a:gd name="adj2" fmla="val 56034"/>
            </a:avLst>
          </a:prstGeom>
          <a:solidFill>
            <a:srgbClr val="FFCCCC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rot="10800000" vert="eaVert"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7" name="Group 72">
            <a:extLst>
              <a:ext uri="{FF2B5EF4-FFF2-40B4-BE49-F238E27FC236}">
                <a16:creationId xmlns:a16="http://schemas.microsoft.com/office/drawing/2014/main" id="{8A8061A8-9BA7-A575-890E-EFDC70DFD9C7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88913"/>
            <a:ext cx="8713788" cy="1079500"/>
            <a:chOff x="158" y="664"/>
            <a:chExt cx="5489" cy="680"/>
          </a:xfrm>
        </p:grpSpPr>
        <p:sp>
          <p:nvSpPr>
            <p:cNvPr id="175120" name="Rectangle 73">
              <a:extLst>
                <a:ext uri="{FF2B5EF4-FFF2-40B4-BE49-F238E27FC236}">
                  <a16:creationId xmlns:a16="http://schemas.microsoft.com/office/drawing/2014/main" id="{1C68768B-4030-DE89-A985-E64A098D9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664"/>
              <a:ext cx="5307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u="sng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在</a:t>
              </a:r>
              <a:r>
                <a:rPr lang="zh-CN" altLang="en-US" sz="2800" u="sng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静电场</a:t>
              </a:r>
              <a:r>
                <a:rPr lang="zh-CN" altLang="en-US" u="sng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作用下</a:t>
              </a:r>
              <a:r>
                <a:rPr lang="zh-CN" altLang="en-US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的金属导体：</a:t>
              </a:r>
              <a:r>
                <a:rPr lang="zh-CN" altLang="en-US">
                  <a:latin typeface="Times New Roman" panose="02020603050405020304" pitchFamily="18" charset="0"/>
                </a:rPr>
                <a:t>导体内电荷会重新分布，全部空间的电场分布会改变，达到新的平衡。</a:t>
              </a:r>
              <a:r>
                <a:rPr lang="zh-CN" altLang="en-US">
                  <a:latin typeface="幼圆" panose="02010509060101010101" pitchFamily="49" charset="-122"/>
                  <a:ea typeface="幼圆" panose="02010509060101010101" pitchFamily="49" charset="-122"/>
                </a:rPr>
                <a:t>   </a:t>
              </a:r>
            </a:p>
          </p:txBody>
        </p:sp>
        <p:sp>
          <p:nvSpPr>
            <p:cNvPr id="175121" name="Oval 74">
              <a:extLst>
                <a:ext uri="{FF2B5EF4-FFF2-40B4-BE49-F238E27FC236}">
                  <a16:creationId xmlns:a16="http://schemas.microsoft.com/office/drawing/2014/main" id="{37CDBD37-5232-A303-03FA-C1ECB67B709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灯片编号占位符 2">
            <a:extLst>
              <a:ext uri="{FF2B5EF4-FFF2-40B4-BE49-F238E27FC236}">
                <a16:creationId xmlns:a16="http://schemas.microsoft.com/office/drawing/2014/main" id="{D1C418EA-A9B3-6D3B-307C-4C7E6F7149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0838E55-AE9D-4208-9D4A-77535F7DFABC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8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26F71E58-8D4E-998C-9E73-EE5E9DEEDF00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3933825"/>
            <a:ext cx="8064500" cy="576263"/>
            <a:chOff x="385" y="3521"/>
            <a:chExt cx="5080" cy="363"/>
          </a:xfrm>
        </p:grpSpPr>
        <p:graphicFrame>
          <p:nvGraphicFramePr>
            <p:cNvPr id="177171" name="Object 4">
              <a:extLst>
                <a:ext uri="{FF2B5EF4-FFF2-40B4-BE49-F238E27FC236}">
                  <a16:creationId xmlns:a16="http://schemas.microsoft.com/office/drawing/2014/main" id="{586422F7-D4E5-A19E-8B19-250A9B7553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3658"/>
            <a:ext cx="176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9906" imgH="50708" progId="Equation.3">
                    <p:embed/>
                  </p:oleObj>
                </mc:Choice>
                <mc:Fallback>
                  <p:oleObj r:id="rId3" imgW="69906" imgH="50708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658"/>
                          <a:ext cx="176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7172" name="Rectangle 5">
              <a:extLst>
                <a:ext uri="{FF2B5EF4-FFF2-40B4-BE49-F238E27FC236}">
                  <a16:creationId xmlns:a16="http://schemas.microsoft.com/office/drawing/2014/main" id="{6B23AA2C-FFE7-4668-B1F4-B46564C5E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3521"/>
              <a:ext cx="508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</a:rPr>
                <a:t>式中    </a:t>
              </a:r>
              <a:r>
                <a:rPr lang="zh-CN" altLang="en-US"/>
                <a:t>： </a:t>
              </a:r>
              <a:r>
                <a:rPr lang="zh-CN" altLang="en-US">
                  <a:latin typeface="Times New Roman" panose="02020603050405020304" pitchFamily="18" charset="0"/>
                </a:rPr>
                <a:t>媒质的电导率，单位是</a:t>
              </a:r>
              <a:r>
                <a:rPr lang="en-US" altLang="zh-CN">
                  <a:latin typeface="Times New Roman" panose="02020603050405020304" pitchFamily="18" charset="0"/>
                </a:rPr>
                <a:t>S </a:t>
              </a:r>
              <a:r>
                <a:rPr lang="en-US" altLang="zh-CN"/>
                <a:t>/ </a:t>
              </a:r>
              <a:r>
                <a:rPr lang="en-US" altLang="zh-CN">
                  <a:latin typeface="Times New Roman" panose="02020603050405020304" pitchFamily="18" charset="0"/>
                </a:rPr>
                <a:t>m</a:t>
              </a:r>
              <a:r>
                <a:rPr lang="zh-CN" altLang="en-US">
                  <a:latin typeface="Times New Roman" panose="02020603050405020304" pitchFamily="18" charset="0"/>
                </a:rPr>
                <a:t>（西 </a:t>
              </a:r>
              <a:r>
                <a:rPr lang="en-US" altLang="zh-CN"/>
                <a:t>/ </a:t>
              </a:r>
              <a:r>
                <a:rPr lang="zh-CN" altLang="en-US">
                  <a:latin typeface="Times New Roman" panose="02020603050405020304" pitchFamily="18" charset="0"/>
                </a:rPr>
                <a:t>米）。</a:t>
              </a:r>
            </a:p>
          </p:txBody>
        </p:sp>
      </p:grpSp>
      <p:sp>
        <p:nvSpPr>
          <p:cNvPr id="177156" name="AutoShape 3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F52D3B9-8E6C-A1A9-8B52-71630E4B3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7157" name="AutoShape 3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464B8A8-EBE1-D3BB-4DEA-0438D14F5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7158" name="AutoShape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54D4C7E-704E-611F-9A3B-C448E9FF6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7159" name="AutoShape 4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09402BE0-5664-D8B4-F36B-54495AFD5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3" name="Group 42">
            <a:extLst>
              <a:ext uri="{FF2B5EF4-FFF2-40B4-BE49-F238E27FC236}">
                <a16:creationId xmlns:a16="http://schemas.microsoft.com/office/drawing/2014/main" id="{5AF130C3-75A5-A34D-1FC7-1CED17424AD4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765175"/>
            <a:ext cx="8712200" cy="955675"/>
            <a:chOff x="204" y="2374"/>
            <a:chExt cx="5488" cy="602"/>
          </a:xfrm>
        </p:grpSpPr>
        <p:sp>
          <p:nvSpPr>
            <p:cNvPr id="177169" name="Rectangle 43">
              <a:extLst>
                <a:ext uri="{FF2B5EF4-FFF2-40B4-BE49-F238E27FC236}">
                  <a16:creationId xmlns:a16="http://schemas.microsoft.com/office/drawing/2014/main" id="{B1934AF1-C5BC-5349-FA47-4AFEF9408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2374"/>
              <a:ext cx="5261" cy="6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dirty="0">
                  <a:latin typeface="Times New Roman" panose="02020603050405020304" pitchFamily="18" charset="0"/>
                </a:rPr>
                <a:t>对于线性和各向同性导电媒质，导电媒质内任一点的电流密度矢量 </a:t>
              </a:r>
              <a:r>
                <a:rPr lang="en-US" altLang="zh-CN" i="1" dirty="0">
                  <a:latin typeface="Times New Roman" panose="02020603050405020304" pitchFamily="18" charset="0"/>
                </a:rPr>
                <a:t>J </a:t>
              </a:r>
              <a:r>
                <a:rPr lang="zh-CN" altLang="en-US" dirty="0">
                  <a:latin typeface="Times New Roman" panose="02020603050405020304" pitchFamily="18" charset="0"/>
                </a:rPr>
                <a:t>和电场强度 </a:t>
              </a:r>
              <a:r>
                <a:rPr lang="en-US" altLang="zh-CN" i="1" dirty="0">
                  <a:latin typeface="Times New Roman" panose="02020603050405020304" pitchFamily="18" charset="0"/>
                </a:rPr>
                <a:t>E </a:t>
              </a:r>
              <a:r>
                <a:rPr lang="zh-CN" altLang="en-US" dirty="0">
                  <a:latin typeface="Times New Roman" panose="02020603050405020304" pitchFamily="18" charset="0"/>
                </a:rPr>
                <a:t>成正比，表示为</a:t>
              </a:r>
            </a:p>
          </p:txBody>
        </p:sp>
        <p:sp>
          <p:nvSpPr>
            <p:cNvPr id="177170" name="Oval 44">
              <a:extLst>
                <a:ext uri="{FF2B5EF4-FFF2-40B4-BE49-F238E27FC236}">
                  <a16:creationId xmlns:a16="http://schemas.microsoft.com/office/drawing/2014/main" id="{3103041D-57AD-EF81-CD76-C4532120A5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4" y="2523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177167" name="Rectangle 49">
            <a:extLst>
              <a:ext uri="{FF2B5EF4-FFF2-40B4-BE49-F238E27FC236}">
                <a16:creationId xmlns:a16="http://schemas.microsoft.com/office/drawing/2014/main" id="{EFE7180E-585D-4542-6D55-1923514BE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2811" y="2991342"/>
            <a:ext cx="5376264" cy="1015663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990000"/>
                </a:solidFill>
                <a:ea typeface="宋体" panose="02010600030101010101" pitchFamily="2" charset="-122"/>
              </a:rPr>
              <a:t>欧姆定律的</a:t>
            </a:r>
            <a:r>
              <a:rPr lang="zh-CN" altLang="en-US" sz="2000" i="1" u="sng" dirty="0">
                <a:solidFill>
                  <a:srgbClr val="990000"/>
                </a:solidFill>
                <a:ea typeface="宋体" panose="02010600030101010101" pitchFamily="2" charset="-122"/>
              </a:rPr>
              <a:t>微分形式（更为细致的描述了导体的导电规律，便于说明导体导电的微观机制，便于用场的观点阐述稳恒电路的基本原理）</a:t>
            </a:r>
          </a:p>
        </p:txBody>
      </p:sp>
      <p:graphicFrame>
        <p:nvGraphicFramePr>
          <p:cNvPr id="976947" name="Object 51">
            <a:extLst>
              <a:ext uri="{FF2B5EF4-FFF2-40B4-BE49-F238E27FC236}">
                <a16:creationId xmlns:a16="http://schemas.microsoft.com/office/drawing/2014/main" id="{046F6686-F394-3948-CF4B-5876B0321453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693783785"/>
              </p:ext>
            </p:extLst>
          </p:nvPr>
        </p:nvGraphicFramePr>
        <p:xfrm>
          <a:off x="179388" y="1795463"/>
          <a:ext cx="4876800" cy="208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09778" imgH="584385" progId="Equation.3">
                  <p:embed/>
                </p:oleObj>
              </mc:Choice>
              <mc:Fallback>
                <p:oleObj r:id="rId6" imgW="1409778" imgH="584385" progId="Equation.3">
                  <p:embed/>
                  <p:pic>
                    <p:nvPicPr>
                      <p:cNvPr id="0" name="Object 5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1795463"/>
                        <a:ext cx="4876800" cy="208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76948" name="Picture 52">
            <a:extLst>
              <a:ext uri="{FF2B5EF4-FFF2-40B4-BE49-F238E27FC236}">
                <a16:creationId xmlns:a16="http://schemas.microsoft.com/office/drawing/2014/main" id="{EF71447F-6233-86A4-9A82-019341981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323975"/>
            <a:ext cx="2881312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7304" name="Rectangle 8">
            <a:extLst>
              <a:ext uri="{FF2B5EF4-FFF2-40B4-BE49-F238E27FC236}">
                <a16:creationId xmlns:a16="http://schemas.microsoft.com/office/drawing/2014/main" id="{8F640491-28EE-5D9C-1E19-52EC2655A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7813"/>
            <a:ext cx="914400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dirty="0">
                <a:solidFill>
                  <a:srgbClr val="F8A6A6"/>
                </a:solidFill>
                <a:latin typeface="Times New Roman" panose="02020603050405020304" pitchFamily="18" charset="0"/>
              </a:rPr>
              <a:t>3.   </a:t>
            </a:r>
            <a:r>
              <a:rPr lang="zh-CN" altLang="en-US" dirty="0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导电媒质的本构关系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（欧姆定律的微分形式：比积分形式适用范围更广）</a:t>
            </a:r>
          </a:p>
        </p:txBody>
      </p:sp>
      <p:graphicFrame>
        <p:nvGraphicFramePr>
          <p:cNvPr id="177165" name="Object 20">
            <a:extLst>
              <a:ext uri="{FF2B5EF4-FFF2-40B4-BE49-F238E27FC236}">
                <a16:creationId xmlns:a16="http://schemas.microsoft.com/office/drawing/2014/main" id="{C41A7EF4-5438-4013-919E-DD615A128B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488964"/>
              </p:ext>
            </p:extLst>
          </p:nvPr>
        </p:nvGraphicFramePr>
        <p:xfrm>
          <a:off x="5837831" y="4406478"/>
          <a:ext cx="3195637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356560" imgH="1022040" progId="Visio.Drawing.11">
                  <p:embed/>
                </p:oleObj>
              </mc:Choice>
              <mc:Fallback>
                <p:oleObj r:id="rId9" imgW="2356560" imgH="1022040" progId="Visio.Drawing.11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831" y="4406478"/>
                        <a:ext cx="3195637" cy="13858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1">
            <a:extLst>
              <a:ext uri="{FF2B5EF4-FFF2-40B4-BE49-F238E27FC236}">
                <a16:creationId xmlns:a16="http://schemas.microsoft.com/office/drawing/2014/main" id="{2FFAD8C9-D6AE-8BE2-5099-2ABB103570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240700"/>
              </p:ext>
            </p:extLst>
          </p:nvPr>
        </p:nvGraphicFramePr>
        <p:xfrm>
          <a:off x="323850" y="4489773"/>
          <a:ext cx="4178300" cy="199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390637" imgH="628858" progId="Equation.3">
                  <p:embed/>
                </p:oleObj>
              </mc:Choice>
              <mc:Fallback>
                <p:oleObj r:id="rId11" imgW="1390637" imgH="628858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4489773"/>
                        <a:ext cx="4178300" cy="199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9">
            <a:extLst>
              <a:ext uri="{FF2B5EF4-FFF2-40B4-BE49-F238E27FC236}">
                <a16:creationId xmlns:a16="http://schemas.microsoft.com/office/drawing/2014/main" id="{55BDE7DA-DA79-7F5D-ABAC-728682A9B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44" y="5738882"/>
            <a:ext cx="4752206" cy="707886"/>
          </a:xfrm>
          <a:prstGeom prst="rect">
            <a:avLst/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000" dirty="0">
                <a:solidFill>
                  <a:srgbClr val="990000"/>
                </a:solidFill>
                <a:ea typeface="宋体" panose="02010600030101010101" pitchFamily="2" charset="-122"/>
              </a:rPr>
              <a:t>欧姆定律的</a:t>
            </a:r>
            <a:r>
              <a:rPr lang="zh-CN" altLang="en-US" sz="2000" i="1" u="sng" dirty="0">
                <a:solidFill>
                  <a:srgbClr val="990000"/>
                </a:solidFill>
                <a:ea typeface="宋体" panose="02010600030101010101" pitchFamily="2" charset="-122"/>
              </a:rPr>
              <a:t>积分形式（直流、交流电路中）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1B6C083-75D7-AD98-5BDA-3E1A9712FBB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8831" y="4731915"/>
            <a:ext cx="8382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灯片编号占位符 3">
            <a:extLst>
              <a:ext uri="{FF2B5EF4-FFF2-40B4-BE49-F238E27FC236}">
                <a16:creationId xmlns:a16="http://schemas.microsoft.com/office/drawing/2014/main" id="{608AF1FA-E34A-61C7-7E22-EFF2B62C715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79D74EF-79E4-4D33-8258-1A0AF544BBEB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9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79203" name="AutoShap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67AFDFF-F4B9-1252-4AF2-4D56DEEEA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9204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1055153-2EE9-31C8-6B4F-9B3DD8D56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9205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566020F-BD62-9BB6-015D-F1EDE6939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79206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0EBD3A37-7268-8E75-A0FE-5882C70A3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833542" name="Group 6">
            <a:extLst>
              <a:ext uri="{FF2B5EF4-FFF2-40B4-BE49-F238E27FC236}">
                <a16:creationId xmlns:a16="http://schemas.microsoft.com/office/drawing/2014/main" id="{5FC916B1-2CD2-7D2A-5919-C3D9ED75CC99}"/>
              </a:ext>
            </a:extLst>
          </p:cNvPr>
          <p:cNvGraphicFramePr>
            <a:graphicFrameLocks noGrp="1"/>
          </p:cNvGraphicFramePr>
          <p:nvPr/>
        </p:nvGraphicFramePr>
        <p:xfrm>
          <a:off x="504825" y="1465263"/>
          <a:ext cx="8027988" cy="4843466"/>
        </p:xfrm>
        <a:graphic>
          <a:graphicData uri="http://schemas.openxmlformats.org/drawingml/2006/table">
            <a:tbl>
              <a:tblPr/>
              <a:tblGrid>
                <a:gridCol w="129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6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4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材料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电导率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楷体_GB2312" pitchFamily="49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材料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电导率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海水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铁氧体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锡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黄铜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774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石墨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锌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铸铁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钨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汞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铝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不锈钢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康铜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18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硅钢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银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79264" name="Group 63">
            <a:extLst>
              <a:ext uri="{FF2B5EF4-FFF2-40B4-BE49-F238E27FC236}">
                <a16:creationId xmlns:a16="http://schemas.microsoft.com/office/drawing/2014/main" id="{73AD1909-3953-FC6F-C829-A3BC29C5B9DC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1484313"/>
            <a:ext cx="5832475" cy="4824412"/>
            <a:chOff x="1429" y="935"/>
            <a:chExt cx="3674" cy="3039"/>
          </a:xfrm>
        </p:grpSpPr>
        <p:graphicFrame>
          <p:nvGraphicFramePr>
            <p:cNvPr id="179266" name="Object 64">
              <a:extLst>
                <a:ext uri="{FF2B5EF4-FFF2-40B4-BE49-F238E27FC236}">
                  <a16:creationId xmlns:a16="http://schemas.microsoft.com/office/drawing/2014/main" id="{1D4ECC27-154C-67C1-8838-615C996429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4" y="935"/>
            <a:ext cx="499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85867" imgH="152539" progId="Equation.DSMT4">
                    <p:embed/>
                  </p:oleObj>
                </mc:Choice>
                <mc:Fallback>
                  <p:oleObj r:id="rId4" imgW="285867" imgH="152539" progId="Equation.DSMT4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935"/>
                          <a:ext cx="499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67" name="Object 65">
              <a:extLst>
                <a:ext uri="{FF2B5EF4-FFF2-40B4-BE49-F238E27FC236}">
                  <a16:creationId xmlns:a16="http://schemas.microsoft.com/office/drawing/2014/main" id="{7C71B177-87CD-D381-9CCF-0955B1535B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1207"/>
            <a:ext cx="645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298350" imgH="114300" progId="Equation.DSMT4">
                    <p:embed/>
                  </p:oleObj>
                </mc:Choice>
                <mc:Fallback>
                  <p:oleObj r:id="rId6" imgW="298350" imgH="114300" progId="Equation.DSMT4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1207"/>
                          <a:ext cx="645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68" name="Object 66">
              <a:extLst>
                <a:ext uri="{FF2B5EF4-FFF2-40B4-BE49-F238E27FC236}">
                  <a16:creationId xmlns:a16="http://schemas.microsoft.com/office/drawing/2014/main" id="{14F9C4A6-E83D-808F-9668-A58E8CF30CB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1525"/>
            <a:ext cx="35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33155" imgH="114300" progId="Equation.DSMT4">
                    <p:embed/>
                  </p:oleObj>
                </mc:Choice>
                <mc:Fallback>
                  <p:oleObj r:id="rId8" imgW="133155" imgH="114300" progId="Equation.DSMT4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1525"/>
                          <a:ext cx="35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69" name="Object 67">
              <a:extLst>
                <a:ext uri="{FF2B5EF4-FFF2-40B4-BE49-F238E27FC236}">
                  <a16:creationId xmlns:a16="http://schemas.microsoft.com/office/drawing/2014/main" id="{85E12988-3CA9-A99B-E3E4-5D7BCE26C0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1525"/>
            <a:ext cx="645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298350" imgH="114300" progId="Equation.DSMT4">
                    <p:embed/>
                  </p:oleObj>
                </mc:Choice>
                <mc:Fallback>
                  <p:oleObj r:id="rId10" imgW="298350" imgH="114300" progId="Equation.DSMT4">
                    <p:embed/>
                    <p:pic>
                      <p:nvPicPr>
                        <p:cNvPr id="0" name="Object 6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1525"/>
                          <a:ext cx="645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0" name="Object 68">
              <a:extLst>
                <a:ext uri="{FF2B5EF4-FFF2-40B4-BE49-F238E27FC236}">
                  <a16:creationId xmlns:a16="http://schemas.microsoft.com/office/drawing/2014/main" id="{D49C67FB-048C-3D81-16CE-A5F7DF8575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9" y="1842"/>
            <a:ext cx="82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399881" imgH="114300" progId="Equation.DSMT4">
                    <p:embed/>
                  </p:oleObj>
                </mc:Choice>
                <mc:Fallback>
                  <p:oleObj r:id="rId12" imgW="399881" imgH="114300" progId="Equation.DSMT4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1842"/>
                          <a:ext cx="82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1" name="Object 69">
              <a:extLst>
                <a:ext uri="{FF2B5EF4-FFF2-40B4-BE49-F238E27FC236}">
                  <a16:creationId xmlns:a16="http://schemas.microsoft.com/office/drawing/2014/main" id="{E07D446F-5E8F-FD77-BD3D-D8172FA8011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23" y="1842"/>
            <a:ext cx="92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450646" imgH="114300" progId="Equation.DSMT4">
                    <p:embed/>
                  </p:oleObj>
                </mc:Choice>
                <mc:Fallback>
                  <p:oleObj r:id="rId14" imgW="450646" imgH="114300" progId="Equation.DSMT4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1842"/>
                          <a:ext cx="92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2" name="Object 70">
              <a:extLst>
                <a:ext uri="{FF2B5EF4-FFF2-40B4-BE49-F238E27FC236}">
                  <a16:creationId xmlns:a16="http://schemas.microsoft.com/office/drawing/2014/main" id="{3EA48BCC-A0FE-19D4-5917-0513769B4C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01" y="2115"/>
            <a:ext cx="35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33155" imgH="114300" progId="Equation.DSMT4">
                    <p:embed/>
                  </p:oleObj>
                </mc:Choice>
                <mc:Fallback>
                  <p:oleObj r:id="rId16" imgW="133155" imgH="114300" progId="Equation.DSMT4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2115"/>
                          <a:ext cx="35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3" name="Object 71">
              <a:extLst>
                <a:ext uri="{FF2B5EF4-FFF2-40B4-BE49-F238E27FC236}">
                  <a16:creationId xmlns:a16="http://schemas.microsoft.com/office/drawing/2014/main" id="{0B7DBB70-B951-02B5-3DAB-70012C8617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09" y="2124"/>
            <a:ext cx="82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399881" imgH="114300" progId="Equation.DSMT4">
                    <p:embed/>
                  </p:oleObj>
                </mc:Choice>
                <mc:Fallback>
                  <p:oleObj r:id="rId18" imgW="399881" imgH="1143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09" y="2124"/>
                          <a:ext cx="82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4" name="Object 72">
              <a:extLst>
                <a:ext uri="{FF2B5EF4-FFF2-40B4-BE49-F238E27FC236}">
                  <a16:creationId xmlns:a16="http://schemas.microsoft.com/office/drawing/2014/main" id="{AAA12878-1DEE-DCF9-29DF-3CE8C754E8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2750"/>
            <a:ext cx="92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450646" imgH="114300" progId="Equation.DSMT4">
                    <p:embed/>
                  </p:oleObj>
                </mc:Choice>
                <mc:Fallback>
                  <p:oleObj r:id="rId20" imgW="450646" imgH="114300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2750"/>
                          <a:ext cx="92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5" name="Object 73">
              <a:extLst>
                <a:ext uri="{FF2B5EF4-FFF2-40B4-BE49-F238E27FC236}">
                  <a16:creationId xmlns:a16="http://schemas.microsoft.com/office/drawing/2014/main" id="{10F13C7A-5FEB-D04C-2797-2BC66E6F65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69" y="2750"/>
            <a:ext cx="938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463546" imgH="114300" progId="Equation.DSMT4">
                    <p:embed/>
                  </p:oleObj>
                </mc:Choice>
                <mc:Fallback>
                  <p:oleObj r:id="rId22" imgW="463546" imgH="114300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9" y="2750"/>
                          <a:ext cx="938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6" name="Object 74">
              <a:extLst>
                <a:ext uri="{FF2B5EF4-FFF2-40B4-BE49-F238E27FC236}">
                  <a16:creationId xmlns:a16="http://schemas.microsoft.com/office/drawing/2014/main" id="{0B7CA32B-FFE8-F824-3631-8DBE0FB26A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01" y="2432"/>
            <a:ext cx="35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33155" imgH="114300" progId="Equation.DSMT4">
                    <p:embed/>
                  </p:oleObj>
                </mc:Choice>
                <mc:Fallback>
                  <p:oleObj r:id="rId24" imgW="133155" imgH="114300" progId="Equation.DSMT4">
                    <p:embed/>
                    <p:pic>
                      <p:nvPicPr>
                        <p:cNvPr id="0" name="Object 7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2432"/>
                          <a:ext cx="35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7" name="Object 75">
              <a:extLst>
                <a:ext uri="{FF2B5EF4-FFF2-40B4-BE49-F238E27FC236}">
                  <a16:creationId xmlns:a16="http://schemas.microsoft.com/office/drawing/2014/main" id="{CFBFB763-4C2B-4A07-60F4-5AEC6A6E018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9" y="3339"/>
            <a:ext cx="95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469787" imgH="114300" progId="Equation.DSMT4">
                    <p:embed/>
                  </p:oleObj>
                </mc:Choice>
                <mc:Fallback>
                  <p:oleObj r:id="rId26" imgW="469787" imgH="114300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3339"/>
                          <a:ext cx="95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8" name="Object 76">
              <a:extLst>
                <a:ext uri="{FF2B5EF4-FFF2-40B4-BE49-F238E27FC236}">
                  <a16:creationId xmlns:a16="http://schemas.microsoft.com/office/drawing/2014/main" id="{360FAB30-6CCF-60B7-9124-CF4B5C47E31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19" y="3657"/>
            <a:ext cx="771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305008" imgH="114300" progId="Equation.DSMT4">
                    <p:embed/>
                  </p:oleObj>
                </mc:Choice>
                <mc:Fallback>
                  <p:oleObj r:id="rId28" imgW="305008" imgH="114300" progId="Equation.DSMT4">
                    <p:embed/>
                    <p:pic>
                      <p:nvPicPr>
                        <p:cNvPr id="0" name="Object 7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9" y="3657"/>
                          <a:ext cx="771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79" name="Object 77">
              <a:extLst>
                <a:ext uri="{FF2B5EF4-FFF2-40B4-BE49-F238E27FC236}">
                  <a16:creationId xmlns:a16="http://schemas.microsoft.com/office/drawing/2014/main" id="{A942B7AE-9976-5712-10D8-73D795E739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3657"/>
            <a:ext cx="86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406539" imgH="114300" progId="Equation.DSMT4">
                    <p:embed/>
                  </p:oleObj>
                </mc:Choice>
                <mc:Fallback>
                  <p:oleObj r:id="rId30" imgW="406539" imgH="114300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3657"/>
                          <a:ext cx="86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80" name="Object 78">
              <a:extLst>
                <a:ext uri="{FF2B5EF4-FFF2-40B4-BE49-F238E27FC236}">
                  <a16:creationId xmlns:a16="http://schemas.microsoft.com/office/drawing/2014/main" id="{247FC9A1-1697-9DE3-17AD-B6BF3C1D7F7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3067"/>
            <a:ext cx="81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399881" imgH="114300" progId="Equation.DSMT4">
                    <p:embed/>
                  </p:oleObj>
                </mc:Choice>
                <mc:Fallback>
                  <p:oleObj r:id="rId32" imgW="399881" imgH="11430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3067"/>
                          <a:ext cx="81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81" name="Object 79">
              <a:extLst>
                <a:ext uri="{FF2B5EF4-FFF2-40B4-BE49-F238E27FC236}">
                  <a16:creationId xmlns:a16="http://schemas.microsoft.com/office/drawing/2014/main" id="{E20C1F56-9989-6DAC-F1F8-A9E0B8CA059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3339"/>
            <a:ext cx="81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399881" imgH="114300" progId="Equation.DSMT4">
                    <p:embed/>
                  </p:oleObj>
                </mc:Choice>
                <mc:Fallback>
                  <p:oleObj r:id="rId34" imgW="399881" imgH="114300" progId="Equation.DSMT4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3339"/>
                          <a:ext cx="81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82" name="Object 80">
              <a:extLst>
                <a:ext uri="{FF2B5EF4-FFF2-40B4-BE49-F238E27FC236}">
                  <a16:creationId xmlns:a16="http://schemas.microsoft.com/office/drawing/2014/main" id="{5ABE7E72-BF9F-1E33-19B4-7879F7DA2DA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2432"/>
            <a:ext cx="796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381156" imgH="114300" progId="Equation.DSMT4">
                    <p:embed/>
                  </p:oleObj>
                </mc:Choice>
                <mc:Fallback>
                  <p:oleObj r:id="rId36" imgW="381156" imgH="114300" progId="Equation.DSMT4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2432"/>
                          <a:ext cx="796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83" name="Object 81">
              <a:extLst>
                <a:ext uri="{FF2B5EF4-FFF2-40B4-BE49-F238E27FC236}">
                  <a16:creationId xmlns:a16="http://schemas.microsoft.com/office/drawing/2014/main" id="{81CDDE98-DCBC-CC08-9DCA-844BCAA49C8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73" y="940"/>
            <a:ext cx="499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8" imgW="285867" imgH="152539" progId="Equation.DSMT4">
                    <p:embed/>
                  </p:oleObj>
                </mc:Choice>
                <mc:Fallback>
                  <p:oleObj r:id="rId38" imgW="285867" imgH="152539" progId="Equation.DSMT4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3" y="940"/>
                          <a:ext cx="499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284" name="Object 82">
              <a:extLst>
                <a:ext uri="{FF2B5EF4-FFF2-40B4-BE49-F238E27FC236}">
                  <a16:creationId xmlns:a16="http://schemas.microsoft.com/office/drawing/2014/main" id="{8038A9E8-2C72-0AD6-790C-CCCFDF4F77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3022"/>
            <a:ext cx="352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0" imgW="133155" imgH="114300" progId="Equation.DSMT4">
                    <p:embed/>
                  </p:oleObj>
                </mc:Choice>
                <mc:Fallback>
                  <p:oleObj r:id="rId40" imgW="133155" imgH="114300" progId="Equation.DSMT4">
                    <p:embed/>
                    <p:pic>
                      <p:nvPicPr>
                        <p:cNvPr id="0" name="Object 8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3022"/>
                          <a:ext cx="352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9265" name="Rectangle 83">
            <a:extLst>
              <a:ext uri="{FF2B5EF4-FFF2-40B4-BE49-F238E27FC236}">
                <a16:creationId xmlns:a16="http://schemas.microsoft.com/office/drawing/2014/main" id="{ECF3B8A3-588B-9B54-034D-7DC1E55B5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668338"/>
            <a:ext cx="5184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表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2.4.3  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材料的电导率</a:t>
            </a:r>
            <a:r>
              <a:rPr lang="zh-CN" altLang="en-US" sz="1800" b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灯片编号占位符 2">
            <a:extLst>
              <a:ext uri="{FF2B5EF4-FFF2-40B4-BE49-F238E27FC236}">
                <a16:creationId xmlns:a16="http://schemas.microsoft.com/office/drawing/2014/main" id="{E70583C6-194C-6283-F0AB-F4E44E2FD4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851C635-16E4-417C-BE63-EEB1B8EC4D66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10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1251" name="AutoShap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7FED772-4B9A-3804-FB69-EB76D0908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1252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28E159A6-C679-212F-1695-009E1DDC1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1253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FB11779-E215-7CB4-9B36-495CDABD1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1254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5FDB53E-D993-9D76-81FB-6FA481ABA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34567" name="Rectangle 7">
            <a:extLst>
              <a:ext uri="{FF2B5EF4-FFF2-40B4-BE49-F238E27FC236}">
                <a16:creationId xmlns:a16="http://schemas.microsoft.com/office/drawing/2014/main" id="{F11EB248-B610-B59C-5AF1-3ECD73C2B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836613"/>
            <a:ext cx="7634288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</a:pP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在导电媒质中，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</a:rPr>
              <a:t>电场力</a:t>
            </a:r>
            <a:r>
              <a:rPr lang="zh-CN" altLang="en-US">
                <a:latin typeface="Times New Roman" panose="02020603050405020304" pitchFamily="18" charset="0"/>
              </a:rPr>
              <a:t>要对运动电荷做功。</a:t>
            </a:r>
            <a:endParaRPr lang="zh-CN" altLang="en-US" b="0">
              <a:ea typeface="宋体" panose="02010600030101010101" pitchFamily="2" charset="-122"/>
            </a:endParaRPr>
          </a:p>
        </p:txBody>
      </p:sp>
      <p:sp>
        <p:nvSpPr>
          <p:cNvPr id="834568" name="Rectangle 8">
            <a:extLst>
              <a:ext uri="{FF2B5EF4-FFF2-40B4-BE49-F238E27FC236}">
                <a16:creationId xmlns:a16="http://schemas.microsoft.com/office/drawing/2014/main" id="{2224DD9A-A15D-24D2-ACE9-2D9D61B97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284538"/>
            <a:ext cx="5545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>
                <a:latin typeface="Times New Roman" panose="02020603050405020304" pitchFamily="18" charset="0"/>
              </a:rPr>
              <a:t>体积元 </a:t>
            </a:r>
            <a:r>
              <a:rPr lang="en-US" altLang="zh-CN">
                <a:latin typeface="Times New Roman" panose="02020603050405020304" pitchFamily="18" charset="0"/>
              </a:rPr>
              <a:t>d</a:t>
            </a:r>
            <a:r>
              <a:rPr lang="en-US" altLang="zh-CN" i="1">
                <a:latin typeface="Times New Roman" panose="02020603050405020304" pitchFamily="18" charset="0"/>
              </a:rPr>
              <a:t>V </a:t>
            </a:r>
            <a:r>
              <a:rPr lang="zh-CN" altLang="en-US">
                <a:latin typeface="Times New Roman" panose="02020603050405020304" pitchFamily="18" charset="0"/>
              </a:rPr>
              <a:t>中的热损耗功率</a:t>
            </a:r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4569" name="Rectangle 9">
            <a:extLst>
              <a:ext uri="{FF2B5EF4-FFF2-40B4-BE49-F238E27FC236}">
                <a16:creationId xmlns:a16="http://schemas.microsoft.com/office/drawing/2014/main" id="{9A6C40B3-01BF-A1B1-B901-9F64C7556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856464"/>
            <a:ext cx="55435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热功率密度</a:t>
            </a:r>
          </a:p>
          <a:p>
            <a:pPr eaLnBrk="1" fontAlgn="ctr" hangingPunct="1"/>
            <a:r>
              <a:rPr lang="zh-CN" altLang="en-US" dirty="0">
                <a:latin typeface="Times New Roman" panose="02020603050405020304" pitchFamily="18" charset="0"/>
              </a:rPr>
              <a:t>（单位体积内的热损耗功率）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4572" name="Rectangle 12">
            <a:extLst>
              <a:ext uri="{FF2B5EF4-FFF2-40B4-BE49-F238E27FC236}">
                <a16:creationId xmlns:a16="http://schemas.microsoft.com/office/drawing/2014/main" id="{31C798C1-CCB7-ADD2-1029-B0AF164D9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868863"/>
            <a:ext cx="5329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体积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V 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中的热损耗功率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34574" name="Object 14">
            <a:extLst>
              <a:ext uri="{FF2B5EF4-FFF2-40B4-BE49-F238E27FC236}">
                <a16:creationId xmlns:a16="http://schemas.microsoft.com/office/drawing/2014/main" id="{150C51FF-F833-8682-DAB2-D246BBA606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6113" y="5661025"/>
          <a:ext cx="24923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895467" imgH="139654" progId="Equation.DSMT4">
                  <p:embed/>
                </p:oleObj>
              </mc:Choice>
              <mc:Fallback>
                <p:oleObj r:id="rId4" imgW="895467" imgH="139654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6113" y="5661025"/>
                        <a:ext cx="2492375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4576" name="Rectangle 16">
            <a:extLst>
              <a:ext uri="{FF2B5EF4-FFF2-40B4-BE49-F238E27FC236}">
                <a16:creationId xmlns:a16="http://schemas.microsoft.com/office/drawing/2014/main" id="{4D53E626-1C36-081B-5158-E419CDFA8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661025"/>
            <a:ext cx="5329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对于线性、各向同性导电媒质</a:t>
            </a:r>
          </a:p>
        </p:txBody>
      </p:sp>
      <p:sp>
        <p:nvSpPr>
          <p:cNvPr id="834577" name="Rectangle 17">
            <a:extLst>
              <a:ext uri="{FF2B5EF4-FFF2-40B4-BE49-F238E27FC236}">
                <a16:creationId xmlns:a16="http://schemas.microsoft.com/office/drawing/2014/main" id="{EFEED1D4-575F-72CC-5F49-54106E73A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65400"/>
            <a:ext cx="5329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>
                <a:latin typeface="Times New Roman" panose="02020603050405020304" pitchFamily="18" charset="0"/>
              </a:rPr>
              <a:t>单位时间内电场力所做的功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D41A2B68-BD40-9871-45F9-7779E38DCFAE}"/>
              </a:ext>
            </a:extLst>
          </p:cNvPr>
          <p:cNvGrpSpPr>
            <a:grpSpLocks/>
          </p:cNvGrpSpPr>
          <p:nvPr/>
        </p:nvGrpSpPr>
        <p:grpSpPr bwMode="auto">
          <a:xfrm>
            <a:off x="4260850" y="3141663"/>
            <a:ext cx="4559300" cy="1655762"/>
            <a:chOff x="2526" y="2115"/>
            <a:chExt cx="2872" cy="1043"/>
          </a:xfrm>
        </p:grpSpPr>
        <p:sp>
          <p:nvSpPr>
            <p:cNvPr id="181285" name="Rectangle 19">
              <a:extLst>
                <a:ext uri="{FF2B5EF4-FFF2-40B4-BE49-F238E27FC236}">
                  <a16:creationId xmlns:a16="http://schemas.microsoft.com/office/drawing/2014/main" id="{94E859FB-2A85-1158-3A35-446C295F9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115"/>
              <a:ext cx="885" cy="41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CC3300"/>
                  </a:solidFill>
                  <a:ea typeface="宋体" panose="02010600030101010101" pitchFamily="2" charset="-122"/>
                </a:rPr>
                <a:t>焦耳定律的</a:t>
              </a:r>
            </a:p>
            <a:p>
              <a:pPr algn="ctr" eaLnBrk="1" hangingPunct="1"/>
              <a:r>
                <a:rPr lang="zh-CN" altLang="en-US" sz="1800">
                  <a:solidFill>
                    <a:srgbClr val="CC3300"/>
                  </a:solidFill>
                  <a:ea typeface="宋体" panose="02010600030101010101" pitchFamily="2" charset="-122"/>
                </a:rPr>
                <a:t>微分形式</a:t>
              </a:r>
            </a:p>
          </p:txBody>
        </p:sp>
        <p:sp>
          <p:nvSpPr>
            <p:cNvPr id="181286" name="Oval 20">
              <a:extLst>
                <a:ext uri="{FF2B5EF4-FFF2-40B4-BE49-F238E27FC236}">
                  <a16:creationId xmlns:a16="http://schemas.microsoft.com/office/drawing/2014/main" id="{121BB9DE-EB68-3BE5-30E3-2E120F922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6" y="2568"/>
              <a:ext cx="1361" cy="590"/>
            </a:xfrm>
            <a:prstGeom prst="ellipse">
              <a:avLst/>
            </a:prstGeom>
            <a:noFill/>
            <a:ln w="15875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81287" name="Line 21">
              <a:extLst>
                <a:ext uri="{FF2B5EF4-FFF2-40B4-BE49-F238E27FC236}">
                  <a16:creationId xmlns:a16="http://schemas.microsoft.com/office/drawing/2014/main" id="{A1DBE38C-F05A-A59A-C23F-41C6A8109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3" y="2387"/>
              <a:ext cx="680" cy="363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EFBDDD09-2AB8-C28D-1DB8-E574FEA4FF3E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4149725"/>
            <a:ext cx="4248150" cy="1587500"/>
            <a:chOff x="3016" y="2657"/>
            <a:chExt cx="2676" cy="1000"/>
          </a:xfrm>
        </p:grpSpPr>
        <p:sp>
          <p:nvSpPr>
            <p:cNvPr id="181282" name="Rectangle 23">
              <a:extLst>
                <a:ext uri="{FF2B5EF4-FFF2-40B4-BE49-F238E27FC236}">
                  <a16:creationId xmlns:a16="http://schemas.microsoft.com/office/drawing/2014/main" id="{9088AA96-3488-A864-11BE-42BDC5DFF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2657"/>
              <a:ext cx="907" cy="41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CC3300"/>
                  </a:solidFill>
                  <a:ea typeface="宋体" panose="02010600030101010101" pitchFamily="2" charset="-122"/>
                </a:rPr>
                <a:t>焦耳定律的积分形式</a:t>
              </a:r>
            </a:p>
          </p:txBody>
        </p:sp>
        <p:sp>
          <p:nvSpPr>
            <p:cNvPr id="181283" name="Oval 24">
              <a:extLst>
                <a:ext uri="{FF2B5EF4-FFF2-40B4-BE49-F238E27FC236}">
                  <a16:creationId xmlns:a16="http://schemas.microsoft.com/office/drawing/2014/main" id="{40E3B35A-E0E1-173C-0899-EDA1B8BC8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" y="3113"/>
              <a:ext cx="2177" cy="544"/>
            </a:xfrm>
            <a:prstGeom prst="ellips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81284" name="Line 25">
              <a:extLst>
                <a:ext uri="{FF2B5EF4-FFF2-40B4-BE49-F238E27FC236}">
                  <a16:creationId xmlns:a16="http://schemas.microsoft.com/office/drawing/2014/main" id="{867A390B-4E0C-9460-4415-2238A31EEB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5" y="2840"/>
              <a:ext cx="590" cy="273"/>
            </a:xfrm>
            <a:prstGeom prst="line">
              <a:avLst/>
            </a:prstGeom>
            <a:noFill/>
            <a:ln w="1905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EC5FF56C-A294-175C-0970-8CA186BB3784}"/>
              </a:ext>
            </a:extLst>
          </p:cNvPr>
          <p:cNvGrpSpPr>
            <a:grpSpLocks/>
          </p:cNvGrpSpPr>
          <p:nvPr/>
        </p:nvGrpSpPr>
        <p:grpSpPr bwMode="auto">
          <a:xfrm>
            <a:off x="36513" y="476251"/>
            <a:ext cx="7196902" cy="461963"/>
            <a:chOff x="113" y="300"/>
            <a:chExt cx="3053" cy="291"/>
          </a:xfrm>
        </p:grpSpPr>
        <p:sp>
          <p:nvSpPr>
            <p:cNvPr id="181280" name="Rectangle 27">
              <a:extLst>
                <a:ext uri="{FF2B5EF4-FFF2-40B4-BE49-F238E27FC236}">
                  <a16:creationId xmlns:a16="http://schemas.microsoft.com/office/drawing/2014/main" id="{127731AA-99D7-13E7-D816-F16A4CBAC2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" y="300"/>
              <a:ext cx="294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/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 sz="2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导电媒质中的损耗功率</a:t>
              </a:r>
              <a:r>
                <a:rPr lang="zh-CN" altLang="en-US" sz="2000" dirty="0">
                  <a:solidFill>
                    <a:srgbClr val="F03E3E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（“</a:t>
              </a:r>
              <a:r>
                <a:rPr lang="en-US" altLang="zh-CN" sz="2000" dirty="0">
                  <a:solidFill>
                    <a:srgbClr val="F03E3E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4.3</a:t>
              </a:r>
              <a:r>
                <a:rPr lang="zh-CN" altLang="en-US" sz="2000" dirty="0">
                  <a:solidFill>
                    <a:srgbClr val="F03E3E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坡印廷定理”中的一项）</a:t>
              </a:r>
              <a:endParaRPr lang="zh-CN" altLang="en-US" sz="2000" dirty="0">
                <a:solidFill>
                  <a:srgbClr val="F03E3E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81281" name="Rectangle 28">
              <a:extLst>
                <a:ext uri="{FF2B5EF4-FFF2-40B4-BE49-F238E27FC236}">
                  <a16:creationId xmlns:a16="http://schemas.microsoft.com/office/drawing/2014/main" id="{29902A1B-8D2B-FBAD-8E1C-4084107DE63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3" y="368"/>
              <a:ext cx="159" cy="159"/>
            </a:xfrm>
            <a:prstGeom prst="rect">
              <a:avLst/>
            </a:prstGeom>
            <a:gradFill rotWithShape="1">
              <a:gsLst>
                <a:gs pos="0">
                  <a:srgbClr val="5C1515"/>
                </a:gs>
                <a:gs pos="100000">
                  <a:srgbClr val="FF3B3B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5" name="Group 29">
            <a:extLst>
              <a:ext uri="{FF2B5EF4-FFF2-40B4-BE49-F238E27FC236}">
                <a16:creationId xmlns:a16="http://schemas.microsoft.com/office/drawing/2014/main" id="{43A041A4-D79F-CA6C-B2DA-24D86D8BD2BD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1341438"/>
            <a:ext cx="6842125" cy="576262"/>
            <a:chOff x="158" y="799"/>
            <a:chExt cx="4310" cy="363"/>
          </a:xfrm>
        </p:grpSpPr>
        <p:graphicFrame>
          <p:nvGraphicFramePr>
            <p:cNvPr id="181277" name="Object 30">
              <a:extLst>
                <a:ext uri="{FF2B5EF4-FFF2-40B4-BE49-F238E27FC236}">
                  <a16:creationId xmlns:a16="http://schemas.microsoft.com/office/drawing/2014/main" id="{60E0E772-EF7C-C6E9-681E-6347EF2EB3F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02" y="890"/>
            <a:ext cx="21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69906" imgH="82712" progId="Equation.DSMT4">
                    <p:embed/>
                  </p:oleObj>
                </mc:Choice>
                <mc:Fallback>
                  <p:oleObj r:id="rId6" imgW="69906" imgH="82712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890"/>
                          <a:ext cx="214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1278" name="Object 31">
              <a:extLst>
                <a:ext uri="{FF2B5EF4-FFF2-40B4-BE49-F238E27FC236}">
                  <a16:creationId xmlns:a16="http://schemas.microsoft.com/office/drawing/2014/main" id="{0DBB0CBB-42B7-FA49-916B-070451C4272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08" y="890"/>
            <a:ext cx="189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4524" imgH="88946" progId="Equation.DSMT4">
                    <p:embed/>
                  </p:oleObj>
                </mc:Choice>
                <mc:Fallback>
                  <p:oleObj r:id="rId8" imgW="44524" imgH="88946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8" y="890"/>
                          <a:ext cx="189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1279" name="Rectangle 32">
              <a:extLst>
                <a:ext uri="{FF2B5EF4-FFF2-40B4-BE49-F238E27FC236}">
                  <a16:creationId xmlns:a16="http://schemas.microsoft.com/office/drawing/2014/main" id="{25906072-AC82-9F98-1FA7-CE6FA1693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799"/>
              <a:ext cx="431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</a:rPr>
                <a:t>设体密度为     、运动速度为</a:t>
              </a:r>
              <a:endParaRPr lang="zh-CN" altLang="en-US" b="0"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33">
            <a:extLst>
              <a:ext uri="{FF2B5EF4-FFF2-40B4-BE49-F238E27FC236}">
                <a16:creationId xmlns:a16="http://schemas.microsoft.com/office/drawing/2014/main" id="{65CFF775-C79F-933F-C6CA-7068D1A4936E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1916113"/>
            <a:ext cx="7129462" cy="576262"/>
            <a:chOff x="113" y="1253"/>
            <a:chExt cx="4491" cy="363"/>
          </a:xfrm>
        </p:grpSpPr>
        <p:graphicFrame>
          <p:nvGraphicFramePr>
            <p:cNvPr id="181274" name="Object 34">
              <a:extLst>
                <a:ext uri="{FF2B5EF4-FFF2-40B4-BE49-F238E27FC236}">
                  <a16:creationId xmlns:a16="http://schemas.microsoft.com/office/drawing/2014/main" id="{CD5C6447-5B5F-D4D9-DA1E-6826BFC797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6" y="1298"/>
            <a:ext cx="998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577976" imgH="139654" progId="Equation.DSMT4">
                    <p:embed/>
                  </p:oleObj>
                </mc:Choice>
                <mc:Fallback>
                  <p:oleObj r:id="rId10" imgW="577976" imgH="139654" progId="Equation.DSMT4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6" y="1298"/>
                          <a:ext cx="998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1275" name="Rectangle 35">
              <a:extLst>
                <a:ext uri="{FF2B5EF4-FFF2-40B4-BE49-F238E27FC236}">
                  <a16:creationId xmlns:a16="http://schemas.microsoft.com/office/drawing/2014/main" id="{6B6E1958-C8BE-E255-485A-8F33D1AF9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1253"/>
              <a:ext cx="431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fontAlgn="ctr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</a:rPr>
                <a:t>体积元 </a:t>
              </a:r>
              <a:r>
                <a:rPr lang="en-US" altLang="zh-CN">
                  <a:latin typeface="Times New Roman" panose="02020603050405020304" pitchFamily="18" charset="0"/>
                </a:rPr>
                <a:t>d</a:t>
              </a:r>
              <a:r>
                <a:rPr lang="en-US" altLang="zh-CN" i="1">
                  <a:latin typeface="Times New Roman" panose="02020603050405020304" pitchFamily="18" charset="0"/>
                </a:rPr>
                <a:t>V </a:t>
              </a:r>
              <a:r>
                <a:rPr lang="zh-CN" altLang="en-US">
                  <a:latin typeface="Times New Roman" panose="02020603050405020304" pitchFamily="18" charset="0"/>
                </a:rPr>
                <a:t>内的电荷         受到的电场力</a:t>
              </a:r>
              <a:endParaRPr lang="zh-CN" altLang="en-US" b="0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81276" name="Object 36">
              <a:extLst>
                <a:ext uri="{FF2B5EF4-FFF2-40B4-BE49-F238E27FC236}">
                  <a16:creationId xmlns:a16="http://schemas.microsoft.com/office/drawing/2014/main" id="{9FD9CB20-2C48-663A-DC19-C048E04CB6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47" y="1344"/>
            <a:ext cx="457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235102" imgH="114300" progId="Equation.DSMT4">
                    <p:embed/>
                  </p:oleObj>
                </mc:Choice>
                <mc:Fallback>
                  <p:oleObj r:id="rId12" imgW="235102" imgH="114300" progId="Equation.DSMT4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7" y="1344"/>
                          <a:ext cx="457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34597" name="Object 37">
            <a:extLst>
              <a:ext uri="{FF2B5EF4-FFF2-40B4-BE49-F238E27FC236}">
                <a16:creationId xmlns:a16="http://schemas.microsoft.com/office/drawing/2014/main" id="{5C4171AD-34F8-1ADF-E3BC-32A54125BE12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3995738" y="2565400"/>
          <a:ext cx="5148262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961955" imgH="139654" progId="Equation.3">
                  <p:embed/>
                </p:oleObj>
              </mc:Choice>
              <mc:Fallback>
                <p:oleObj r:id="rId14" imgW="1961955" imgH="139654" progId="Equation.3">
                  <p:embed/>
                  <p:pic>
                    <p:nvPicPr>
                      <p:cNvPr id="0" name="Object 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565400"/>
                        <a:ext cx="5148262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4599" name="Object 39">
            <a:extLst>
              <a:ext uri="{FF2B5EF4-FFF2-40B4-BE49-F238E27FC236}">
                <a16:creationId xmlns:a16="http://schemas.microsoft.com/office/drawing/2014/main" id="{B0E7E2B3-BBA9-DE8E-3009-909B5EAA66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3068638"/>
          <a:ext cx="27305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990756" imgH="279308" progId="Equation.3">
                  <p:embed/>
                </p:oleObj>
              </mc:Choice>
              <mc:Fallback>
                <p:oleObj r:id="rId16" imgW="990756" imgH="279308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068638"/>
                        <a:ext cx="27305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4600" name="Object 40">
            <a:extLst>
              <a:ext uri="{FF2B5EF4-FFF2-40B4-BE49-F238E27FC236}">
                <a16:creationId xmlns:a16="http://schemas.microsoft.com/office/drawing/2014/main" id="{12FD251C-91FE-4416-0CFD-0667A37D79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3933825"/>
          <a:ext cx="2133600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761896" imgH="279308" progId="Equation.3">
                  <p:embed/>
                </p:oleObj>
              </mc:Choice>
              <mc:Fallback>
                <p:oleObj r:id="rId18" imgW="761896" imgH="279308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3933825"/>
                        <a:ext cx="2133600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34601" name="Picture 41">
            <a:extLst>
              <a:ext uri="{FF2B5EF4-FFF2-40B4-BE49-F238E27FC236}">
                <a16:creationId xmlns:a16="http://schemas.microsoft.com/office/drawing/2014/main" id="{75CBEA6C-C346-A535-CE1C-8D40790AB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050" y="404813"/>
            <a:ext cx="22669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1271" name="Rectangle 40">
            <a:extLst>
              <a:ext uri="{FF2B5EF4-FFF2-40B4-BE49-F238E27FC236}">
                <a16:creationId xmlns:a16="http://schemas.microsoft.com/office/drawing/2014/main" id="{79B6EBC8-A13C-643B-1EF1-D61EFA96D1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" y="6140450"/>
            <a:ext cx="9023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电场提供的功率以热的形式（焦耳热）消耗在导电媒质的电阻上。</a:t>
            </a:r>
          </a:p>
        </p:txBody>
      </p:sp>
      <p:graphicFrame>
        <p:nvGraphicFramePr>
          <p:cNvPr id="181272" name="Object 8">
            <a:extLst>
              <a:ext uri="{FF2B5EF4-FFF2-40B4-BE49-F238E27FC236}">
                <a16:creationId xmlns:a16="http://schemas.microsoft.com/office/drawing/2014/main" id="{35E89896-E7D3-FBAC-2913-07A894D15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5738" y="4941888"/>
          <a:ext cx="348138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047763" imgH="234835" progId="Equation.3">
                  <p:embed/>
                </p:oleObj>
              </mc:Choice>
              <mc:Fallback>
                <p:oleObj r:id="rId21" imgW="1047763" imgH="2348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941888"/>
                        <a:ext cx="3481387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73" name="Object 8">
            <a:extLst>
              <a:ext uri="{FF2B5EF4-FFF2-40B4-BE49-F238E27FC236}">
                <a16:creationId xmlns:a16="http://schemas.microsoft.com/office/drawing/2014/main" id="{100712E7-AD7E-0CA8-5B6F-026A4FCB22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7050" y="5565775"/>
          <a:ext cx="2381250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704889" imgH="247719" progId="Equation.3">
                  <p:embed/>
                </p:oleObj>
              </mc:Choice>
              <mc:Fallback>
                <p:oleObj r:id="rId23" imgW="704889" imgH="24771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5565775"/>
                        <a:ext cx="2381250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3">
            <a:extLst>
              <a:ext uri="{FF2B5EF4-FFF2-40B4-BE49-F238E27FC236}">
                <a16:creationId xmlns:a16="http://schemas.microsoft.com/office/drawing/2014/main" id="{13051085-8E36-63BA-B5B6-E4C8277DFA6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FDB451E-8AF5-4CC4-8AF7-13505DDB6C50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48194" name="Rectangle 2">
            <a:extLst>
              <a:ext uri="{FF2B5EF4-FFF2-40B4-BE49-F238E27FC236}">
                <a16:creationId xmlns:a16="http://schemas.microsoft.com/office/drawing/2014/main" id="{63A6CD0A-5CEC-A079-3931-3FAFEC07C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476250"/>
            <a:ext cx="8229600" cy="431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2.4.1 </a:t>
            </a:r>
            <a:r>
              <a:rPr lang="zh-CN" altLang="en-US" sz="2400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电介质的极化 电位移矢量</a:t>
            </a:r>
          </a:p>
        </p:txBody>
      </p:sp>
      <p:sp>
        <p:nvSpPr>
          <p:cNvPr id="648195" name="Rectangle 3">
            <a:extLst>
              <a:ext uri="{FF2B5EF4-FFF2-40B4-BE49-F238E27FC236}">
                <a16:creationId xmlns:a16="http://schemas.microsoft.com/office/drawing/2014/main" id="{D82F442B-EFAB-EC80-250A-EADD98558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836613"/>
            <a:ext cx="467995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1. 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电介质的极化机理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C078A7EF-6A53-0AF6-A0CD-F2E4C594F5A6}"/>
              </a:ext>
            </a:extLst>
          </p:cNvPr>
          <p:cNvGrpSpPr>
            <a:grpSpLocks/>
          </p:cNvGrpSpPr>
          <p:nvPr/>
        </p:nvGrpSpPr>
        <p:grpSpPr bwMode="auto">
          <a:xfrm>
            <a:off x="4608513" y="404813"/>
            <a:ext cx="4356100" cy="2305050"/>
            <a:chOff x="2971" y="845"/>
            <a:chExt cx="2744" cy="1452"/>
          </a:xfrm>
        </p:grpSpPr>
        <p:sp>
          <p:nvSpPr>
            <p:cNvPr id="115932" name="Rectangle 7">
              <a:extLst>
                <a:ext uri="{FF2B5EF4-FFF2-40B4-BE49-F238E27FC236}">
                  <a16:creationId xmlns:a16="http://schemas.microsoft.com/office/drawing/2014/main" id="{05EDBD0D-B357-4338-AE48-8CDDDC776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845"/>
              <a:ext cx="2744" cy="145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15933" name="Text Box 8">
              <a:extLst>
                <a:ext uri="{FF2B5EF4-FFF2-40B4-BE49-F238E27FC236}">
                  <a16:creationId xmlns:a16="http://schemas.microsoft.com/office/drawing/2014/main" id="{FDB1CF07-F11F-3556-77D6-4BA8B5A5C1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4" y="1888"/>
              <a:ext cx="706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无极分子</a:t>
              </a:r>
            </a:p>
          </p:txBody>
        </p:sp>
        <p:grpSp>
          <p:nvGrpSpPr>
            <p:cNvPr id="115934" name="Group 9">
              <a:extLst>
                <a:ext uri="{FF2B5EF4-FFF2-40B4-BE49-F238E27FC236}">
                  <a16:creationId xmlns:a16="http://schemas.microsoft.com/office/drawing/2014/main" id="{96CD1755-E0B3-A8AD-C281-98ED70060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" y="1013"/>
              <a:ext cx="1188" cy="907"/>
              <a:chOff x="431" y="2659"/>
              <a:chExt cx="1188" cy="907"/>
            </a:xfrm>
          </p:grpSpPr>
          <p:sp>
            <p:nvSpPr>
              <p:cNvPr id="115995" name="Text Box 10">
                <a:extLst>
                  <a:ext uri="{FF2B5EF4-FFF2-40B4-BE49-F238E27FC236}">
                    <a16:creationId xmlns:a16="http://schemas.microsoft.com/office/drawing/2014/main" id="{31D7A5AB-866C-791B-87EE-F40D69F724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3" y="3145"/>
                <a:ext cx="296" cy="2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996" name="Rectangle 11">
                <a:extLst>
                  <a:ext uri="{FF2B5EF4-FFF2-40B4-BE49-F238E27FC236}">
                    <a16:creationId xmlns:a16="http://schemas.microsoft.com/office/drawing/2014/main" id="{76D65784-1782-29CD-6A53-05A918CB5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" y="2659"/>
                <a:ext cx="1179" cy="907"/>
              </a:xfrm>
              <a:prstGeom prst="rect">
                <a:avLst/>
              </a:prstGeom>
              <a:solidFill>
                <a:srgbClr val="008080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008080"/>
                </a:extrusionClr>
                <a:contourClr>
                  <a:srgbClr val="008080"/>
                </a:contourClr>
              </a:sp3d>
            </p:spPr>
            <p:txBody>
              <a:bodyPr anchor="ctr">
                <a:spAutoFit/>
                <a:flatTx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15997" name="Group 12">
                <a:extLst>
                  <a:ext uri="{FF2B5EF4-FFF2-40B4-BE49-F238E27FC236}">
                    <a16:creationId xmlns:a16="http://schemas.microsoft.com/office/drawing/2014/main" id="{328D2652-908D-64AE-F284-1357BE212D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1" y="2750"/>
                <a:ext cx="204" cy="204"/>
                <a:chOff x="839" y="2795"/>
                <a:chExt cx="204" cy="204"/>
              </a:xfrm>
            </p:grpSpPr>
            <p:sp>
              <p:nvSpPr>
                <p:cNvPr id="648205" name="Oval 13">
                  <a:extLst>
                    <a:ext uri="{FF2B5EF4-FFF2-40B4-BE49-F238E27FC236}">
                      <a16:creationId xmlns:a16="http://schemas.microsoft.com/office/drawing/2014/main" id="{7F72E404-B26C-39FB-B949-3AFBEC6901E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83" name="Line 14">
                  <a:extLst>
                    <a:ext uri="{FF2B5EF4-FFF2-40B4-BE49-F238E27FC236}">
                      <a16:creationId xmlns:a16="http://schemas.microsoft.com/office/drawing/2014/main" id="{4ED9CC7C-6D24-2730-072E-3823F0EBA8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84" name="Group 15">
                  <a:extLst>
                    <a:ext uri="{FF2B5EF4-FFF2-40B4-BE49-F238E27FC236}">
                      <a16:creationId xmlns:a16="http://schemas.microsoft.com/office/drawing/2014/main" id="{A4AB3DEF-0488-B57C-9C4B-5A186EE8EC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85" name="Line 16">
                    <a:extLst>
                      <a:ext uri="{FF2B5EF4-FFF2-40B4-BE49-F238E27FC236}">
                        <a16:creationId xmlns:a16="http://schemas.microsoft.com/office/drawing/2014/main" id="{A4CB5446-E56D-F99D-0FC5-C17558FC39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86" name="Line 17">
                    <a:extLst>
                      <a:ext uri="{FF2B5EF4-FFF2-40B4-BE49-F238E27FC236}">
                        <a16:creationId xmlns:a16="http://schemas.microsoft.com/office/drawing/2014/main" id="{A35348A5-8DCD-CD6F-21F3-EF0DD8E9A93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998" name="Group 18">
                <a:extLst>
                  <a:ext uri="{FF2B5EF4-FFF2-40B4-BE49-F238E27FC236}">
                    <a16:creationId xmlns:a16="http://schemas.microsoft.com/office/drawing/2014/main" id="{AC2F552E-DCED-8C37-2129-C2D34494E3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9" y="2704"/>
                <a:ext cx="204" cy="204"/>
                <a:chOff x="839" y="2795"/>
                <a:chExt cx="204" cy="204"/>
              </a:xfrm>
            </p:grpSpPr>
            <p:sp>
              <p:nvSpPr>
                <p:cNvPr id="648211" name="Oval 19">
                  <a:extLst>
                    <a:ext uri="{FF2B5EF4-FFF2-40B4-BE49-F238E27FC236}">
                      <a16:creationId xmlns:a16="http://schemas.microsoft.com/office/drawing/2014/main" id="{ADD104D7-9282-AC6B-6C30-E51125E6B8F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78" name="Line 20">
                  <a:extLst>
                    <a:ext uri="{FF2B5EF4-FFF2-40B4-BE49-F238E27FC236}">
                      <a16:creationId xmlns:a16="http://schemas.microsoft.com/office/drawing/2014/main" id="{9242E185-836D-FA90-DAC3-07FF15B46A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79" name="Group 21">
                  <a:extLst>
                    <a:ext uri="{FF2B5EF4-FFF2-40B4-BE49-F238E27FC236}">
                      <a16:creationId xmlns:a16="http://schemas.microsoft.com/office/drawing/2014/main" id="{D30C01A5-9178-7252-9458-8AD84272E9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80" name="Line 22">
                    <a:extLst>
                      <a:ext uri="{FF2B5EF4-FFF2-40B4-BE49-F238E27FC236}">
                        <a16:creationId xmlns:a16="http://schemas.microsoft.com/office/drawing/2014/main" id="{8DAC1295-56FF-5B24-874C-268CB1E454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81" name="Line 23">
                    <a:extLst>
                      <a:ext uri="{FF2B5EF4-FFF2-40B4-BE49-F238E27FC236}">
                        <a16:creationId xmlns:a16="http://schemas.microsoft.com/office/drawing/2014/main" id="{D5070729-0F77-B779-7494-1E5D7EF6F1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999" name="Group 24">
                <a:extLst>
                  <a:ext uri="{FF2B5EF4-FFF2-40B4-BE49-F238E27FC236}">
                    <a16:creationId xmlns:a16="http://schemas.microsoft.com/office/drawing/2014/main" id="{DAC0DD97-65C6-3E9F-4D1E-D9EC5715E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03" y="2931"/>
                <a:ext cx="204" cy="204"/>
                <a:chOff x="839" y="2795"/>
                <a:chExt cx="204" cy="204"/>
              </a:xfrm>
            </p:grpSpPr>
            <p:sp>
              <p:nvSpPr>
                <p:cNvPr id="648217" name="Oval 25">
                  <a:extLst>
                    <a:ext uri="{FF2B5EF4-FFF2-40B4-BE49-F238E27FC236}">
                      <a16:creationId xmlns:a16="http://schemas.microsoft.com/office/drawing/2014/main" id="{0778957C-46BC-3599-7838-57DD596C45A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73" name="Line 26">
                  <a:extLst>
                    <a:ext uri="{FF2B5EF4-FFF2-40B4-BE49-F238E27FC236}">
                      <a16:creationId xmlns:a16="http://schemas.microsoft.com/office/drawing/2014/main" id="{C798D346-C4D2-CCBA-5480-A9C8CA6258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74" name="Group 27">
                  <a:extLst>
                    <a:ext uri="{FF2B5EF4-FFF2-40B4-BE49-F238E27FC236}">
                      <a16:creationId xmlns:a16="http://schemas.microsoft.com/office/drawing/2014/main" id="{8186105F-ADBA-B394-2A2D-C53467A822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75" name="Line 28">
                    <a:extLst>
                      <a:ext uri="{FF2B5EF4-FFF2-40B4-BE49-F238E27FC236}">
                        <a16:creationId xmlns:a16="http://schemas.microsoft.com/office/drawing/2014/main" id="{48DF600F-F4BE-69F1-8187-BB1FA78C7D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76" name="Line 29">
                    <a:extLst>
                      <a:ext uri="{FF2B5EF4-FFF2-40B4-BE49-F238E27FC236}">
                        <a16:creationId xmlns:a16="http://schemas.microsoft.com/office/drawing/2014/main" id="{DD3BD9BC-FCFC-0DA1-1F5C-9012ED33FD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0" name="Group 30">
                <a:extLst>
                  <a:ext uri="{FF2B5EF4-FFF2-40B4-BE49-F238E27FC236}">
                    <a16:creationId xmlns:a16="http://schemas.microsoft.com/office/drawing/2014/main" id="{DDE98630-E956-5F9B-E86B-A51D7D4443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6" y="3022"/>
                <a:ext cx="204" cy="204"/>
                <a:chOff x="839" y="2795"/>
                <a:chExt cx="204" cy="204"/>
              </a:xfrm>
            </p:grpSpPr>
            <p:sp>
              <p:nvSpPr>
                <p:cNvPr id="648223" name="Oval 31">
                  <a:extLst>
                    <a:ext uri="{FF2B5EF4-FFF2-40B4-BE49-F238E27FC236}">
                      <a16:creationId xmlns:a16="http://schemas.microsoft.com/office/drawing/2014/main" id="{C7B86B48-D63F-0C66-BCFF-4AE5CF9C6DD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68" name="Line 32">
                  <a:extLst>
                    <a:ext uri="{FF2B5EF4-FFF2-40B4-BE49-F238E27FC236}">
                      <a16:creationId xmlns:a16="http://schemas.microsoft.com/office/drawing/2014/main" id="{BE9E189F-EFCB-CF69-4206-02B005B074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69" name="Group 33">
                  <a:extLst>
                    <a:ext uri="{FF2B5EF4-FFF2-40B4-BE49-F238E27FC236}">
                      <a16:creationId xmlns:a16="http://schemas.microsoft.com/office/drawing/2014/main" id="{76BBA6F0-1197-BF31-22EF-B0BBF92598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70" name="Line 34">
                    <a:extLst>
                      <a:ext uri="{FF2B5EF4-FFF2-40B4-BE49-F238E27FC236}">
                        <a16:creationId xmlns:a16="http://schemas.microsoft.com/office/drawing/2014/main" id="{B1F0CE84-CC48-E0AD-2F74-30D4BF7479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71" name="Line 35">
                    <a:extLst>
                      <a:ext uri="{FF2B5EF4-FFF2-40B4-BE49-F238E27FC236}">
                        <a16:creationId xmlns:a16="http://schemas.microsoft.com/office/drawing/2014/main" id="{587DA460-AE86-05DE-4142-27E1534BA1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1" name="Group 36">
                <a:extLst>
                  <a:ext uri="{FF2B5EF4-FFF2-40B4-BE49-F238E27FC236}">
                    <a16:creationId xmlns:a16="http://schemas.microsoft.com/office/drawing/2014/main" id="{E7157FA3-3106-C0B4-7170-7F11064FE2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99" y="2750"/>
                <a:ext cx="204" cy="204"/>
                <a:chOff x="839" y="2795"/>
                <a:chExt cx="204" cy="204"/>
              </a:xfrm>
            </p:grpSpPr>
            <p:sp>
              <p:nvSpPr>
                <p:cNvPr id="648229" name="Oval 37">
                  <a:extLst>
                    <a:ext uri="{FF2B5EF4-FFF2-40B4-BE49-F238E27FC236}">
                      <a16:creationId xmlns:a16="http://schemas.microsoft.com/office/drawing/2014/main" id="{0E2F15FC-A5B5-A83E-FC11-776C9C3039F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63" name="Line 38">
                  <a:extLst>
                    <a:ext uri="{FF2B5EF4-FFF2-40B4-BE49-F238E27FC236}">
                      <a16:creationId xmlns:a16="http://schemas.microsoft.com/office/drawing/2014/main" id="{3F60C8C0-DF95-64B5-91EB-AA62246686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64" name="Group 39">
                  <a:extLst>
                    <a:ext uri="{FF2B5EF4-FFF2-40B4-BE49-F238E27FC236}">
                      <a16:creationId xmlns:a16="http://schemas.microsoft.com/office/drawing/2014/main" id="{953C46CF-3DC3-2EE2-9B31-CA91AF9DDB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65" name="Line 40">
                    <a:extLst>
                      <a:ext uri="{FF2B5EF4-FFF2-40B4-BE49-F238E27FC236}">
                        <a16:creationId xmlns:a16="http://schemas.microsoft.com/office/drawing/2014/main" id="{7EA10D28-8EA4-DDE6-8D63-20923C5EC10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66" name="Line 41">
                    <a:extLst>
                      <a:ext uri="{FF2B5EF4-FFF2-40B4-BE49-F238E27FC236}">
                        <a16:creationId xmlns:a16="http://schemas.microsoft.com/office/drawing/2014/main" id="{07DEE08C-6DC1-4B5A-307E-4C96865C8B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2" name="Group 42">
                <a:extLst>
                  <a:ext uri="{FF2B5EF4-FFF2-40B4-BE49-F238E27FC236}">
                    <a16:creationId xmlns:a16="http://schemas.microsoft.com/office/drawing/2014/main" id="{885B66F3-D466-5C85-A316-F4A16949B9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0" y="2976"/>
                <a:ext cx="204" cy="204"/>
                <a:chOff x="839" y="2795"/>
                <a:chExt cx="204" cy="204"/>
              </a:xfrm>
            </p:grpSpPr>
            <p:sp>
              <p:nvSpPr>
                <p:cNvPr id="648235" name="Oval 43">
                  <a:extLst>
                    <a:ext uri="{FF2B5EF4-FFF2-40B4-BE49-F238E27FC236}">
                      <a16:creationId xmlns:a16="http://schemas.microsoft.com/office/drawing/2014/main" id="{6EE0E60B-FB48-9329-D96A-5B7D52EA068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58" name="Line 44">
                  <a:extLst>
                    <a:ext uri="{FF2B5EF4-FFF2-40B4-BE49-F238E27FC236}">
                      <a16:creationId xmlns:a16="http://schemas.microsoft.com/office/drawing/2014/main" id="{199F6A87-4F4B-5B31-AA29-4EFBBC77FB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59" name="Group 45">
                  <a:extLst>
                    <a:ext uri="{FF2B5EF4-FFF2-40B4-BE49-F238E27FC236}">
                      <a16:creationId xmlns:a16="http://schemas.microsoft.com/office/drawing/2014/main" id="{915370A3-B5E6-5F04-5588-A19F17E7F8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60" name="Line 46">
                    <a:extLst>
                      <a:ext uri="{FF2B5EF4-FFF2-40B4-BE49-F238E27FC236}">
                        <a16:creationId xmlns:a16="http://schemas.microsoft.com/office/drawing/2014/main" id="{B4F55A31-7932-DFFE-F1D2-DEA1DEB0BE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61" name="Line 47">
                    <a:extLst>
                      <a:ext uri="{FF2B5EF4-FFF2-40B4-BE49-F238E27FC236}">
                        <a16:creationId xmlns:a16="http://schemas.microsoft.com/office/drawing/2014/main" id="{93E9EA0A-E85B-5CB4-33A8-011D2C490EC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3" name="Group 48">
                <a:extLst>
                  <a:ext uri="{FF2B5EF4-FFF2-40B4-BE49-F238E27FC236}">
                    <a16:creationId xmlns:a16="http://schemas.microsoft.com/office/drawing/2014/main" id="{EDB3B211-7BA5-1B7E-E831-D88CF5A5C3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5" y="3181"/>
                <a:ext cx="204" cy="204"/>
                <a:chOff x="839" y="2795"/>
                <a:chExt cx="204" cy="204"/>
              </a:xfrm>
            </p:grpSpPr>
            <p:sp>
              <p:nvSpPr>
                <p:cNvPr id="648241" name="Oval 49">
                  <a:extLst>
                    <a:ext uri="{FF2B5EF4-FFF2-40B4-BE49-F238E27FC236}">
                      <a16:creationId xmlns:a16="http://schemas.microsoft.com/office/drawing/2014/main" id="{2D4401F0-4960-6CE0-B28F-1FE562098B4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53" name="Line 50">
                  <a:extLst>
                    <a:ext uri="{FF2B5EF4-FFF2-40B4-BE49-F238E27FC236}">
                      <a16:creationId xmlns:a16="http://schemas.microsoft.com/office/drawing/2014/main" id="{7E59E566-BE1D-EF3E-05B0-4A08E73517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54" name="Group 51">
                  <a:extLst>
                    <a:ext uri="{FF2B5EF4-FFF2-40B4-BE49-F238E27FC236}">
                      <a16:creationId xmlns:a16="http://schemas.microsoft.com/office/drawing/2014/main" id="{83DD8786-D1A6-75A8-B0C8-38EC7AB361B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55" name="Line 52">
                    <a:extLst>
                      <a:ext uri="{FF2B5EF4-FFF2-40B4-BE49-F238E27FC236}">
                        <a16:creationId xmlns:a16="http://schemas.microsoft.com/office/drawing/2014/main" id="{6D62BFEB-5387-C01E-FD27-77E3BF9C92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56" name="Line 53">
                    <a:extLst>
                      <a:ext uri="{FF2B5EF4-FFF2-40B4-BE49-F238E27FC236}">
                        <a16:creationId xmlns:a16="http://schemas.microsoft.com/office/drawing/2014/main" id="{C06D9D5C-8320-C402-C283-7173D482C7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4" name="Group 54">
                <a:extLst>
                  <a:ext uri="{FF2B5EF4-FFF2-40B4-BE49-F238E27FC236}">
                    <a16:creationId xmlns:a16="http://schemas.microsoft.com/office/drawing/2014/main" id="{7F8F6649-ED0D-D2B0-6D26-41702AD3EE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0" y="3226"/>
                <a:ext cx="204" cy="204"/>
                <a:chOff x="839" y="2795"/>
                <a:chExt cx="204" cy="204"/>
              </a:xfrm>
            </p:grpSpPr>
            <p:sp>
              <p:nvSpPr>
                <p:cNvPr id="648247" name="Oval 55">
                  <a:extLst>
                    <a:ext uri="{FF2B5EF4-FFF2-40B4-BE49-F238E27FC236}">
                      <a16:creationId xmlns:a16="http://schemas.microsoft.com/office/drawing/2014/main" id="{DC88DB76-A646-CA1A-3C78-08F704ACBB2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48" name="Line 56">
                  <a:extLst>
                    <a:ext uri="{FF2B5EF4-FFF2-40B4-BE49-F238E27FC236}">
                      <a16:creationId xmlns:a16="http://schemas.microsoft.com/office/drawing/2014/main" id="{DDEF128C-F390-98F6-CC1E-736D8316CF2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49" name="Group 57">
                  <a:extLst>
                    <a:ext uri="{FF2B5EF4-FFF2-40B4-BE49-F238E27FC236}">
                      <a16:creationId xmlns:a16="http://schemas.microsoft.com/office/drawing/2014/main" id="{87733FE0-39BE-BF32-D944-13C90FB5A64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50" name="Line 58">
                    <a:extLst>
                      <a:ext uri="{FF2B5EF4-FFF2-40B4-BE49-F238E27FC236}">
                        <a16:creationId xmlns:a16="http://schemas.microsoft.com/office/drawing/2014/main" id="{E14960BE-1D1F-8202-0936-4E111FAD66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51" name="Line 59">
                    <a:extLst>
                      <a:ext uri="{FF2B5EF4-FFF2-40B4-BE49-F238E27FC236}">
                        <a16:creationId xmlns:a16="http://schemas.microsoft.com/office/drawing/2014/main" id="{B4267B2F-E0BF-0F4E-F476-406CD7DC8E1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5" name="Group 60">
                <a:extLst>
                  <a:ext uri="{FF2B5EF4-FFF2-40B4-BE49-F238E27FC236}">
                    <a16:creationId xmlns:a16="http://schemas.microsoft.com/office/drawing/2014/main" id="{1715125F-C72F-9CBD-5C60-B9FC89143F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6" y="3294"/>
                <a:ext cx="204" cy="204"/>
                <a:chOff x="839" y="2795"/>
                <a:chExt cx="204" cy="204"/>
              </a:xfrm>
            </p:grpSpPr>
            <p:sp>
              <p:nvSpPr>
                <p:cNvPr id="648253" name="Oval 61">
                  <a:extLst>
                    <a:ext uri="{FF2B5EF4-FFF2-40B4-BE49-F238E27FC236}">
                      <a16:creationId xmlns:a16="http://schemas.microsoft.com/office/drawing/2014/main" id="{3922E1F7-3983-A4E7-938F-C8F2340B3BB2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43" name="Line 62">
                  <a:extLst>
                    <a:ext uri="{FF2B5EF4-FFF2-40B4-BE49-F238E27FC236}">
                      <a16:creationId xmlns:a16="http://schemas.microsoft.com/office/drawing/2014/main" id="{CFE69982-7E18-5CAD-F66A-E68AE876CA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44" name="Group 63">
                  <a:extLst>
                    <a:ext uri="{FF2B5EF4-FFF2-40B4-BE49-F238E27FC236}">
                      <a16:creationId xmlns:a16="http://schemas.microsoft.com/office/drawing/2014/main" id="{9724E0A2-9B2D-BE3B-4E7C-EE42D58433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45" name="Line 64">
                    <a:extLst>
                      <a:ext uri="{FF2B5EF4-FFF2-40B4-BE49-F238E27FC236}">
                        <a16:creationId xmlns:a16="http://schemas.microsoft.com/office/drawing/2014/main" id="{FB90AEC7-B785-36BE-0BA4-3656922030B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46" name="Line 65">
                    <a:extLst>
                      <a:ext uri="{FF2B5EF4-FFF2-40B4-BE49-F238E27FC236}">
                        <a16:creationId xmlns:a16="http://schemas.microsoft.com/office/drawing/2014/main" id="{A5ED65D6-2847-8861-E2AE-FA41C5D94AC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6" name="Group 66">
                <a:extLst>
                  <a:ext uri="{FF2B5EF4-FFF2-40B4-BE49-F238E27FC236}">
                    <a16:creationId xmlns:a16="http://schemas.microsoft.com/office/drawing/2014/main" id="{76232CFD-833C-3472-9F9A-4C961E5B7B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2" y="2704"/>
                <a:ext cx="204" cy="204"/>
                <a:chOff x="839" y="2795"/>
                <a:chExt cx="204" cy="204"/>
              </a:xfrm>
            </p:grpSpPr>
            <p:sp>
              <p:nvSpPr>
                <p:cNvPr id="648259" name="Oval 67">
                  <a:extLst>
                    <a:ext uri="{FF2B5EF4-FFF2-40B4-BE49-F238E27FC236}">
                      <a16:creationId xmlns:a16="http://schemas.microsoft.com/office/drawing/2014/main" id="{26F46640-CA87-DB17-E07B-EC2ED728AB1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38" name="Line 68">
                  <a:extLst>
                    <a:ext uri="{FF2B5EF4-FFF2-40B4-BE49-F238E27FC236}">
                      <a16:creationId xmlns:a16="http://schemas.microsoft.com/office/drawing/2014/main" id="{7389AF8E-02EC-62E8-B152-BB4D9CE7AC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39" name="Group 69">
                  <a:extLst>
                    <a:ext uri="{FF2B5EF4-FFF2-40B4-BE49-F238E27FC236}">
                      <a16:creationId xmlns:a16="http://schemas.microsoft.com/office/drawing/2014/main" id="{FC732E6B-0854-29A2-0C81-BE2AA4FC2B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40" name="Line 70">
                    <a:extLst>
                      <a:ext uri="{FF2B5EF4-FFF2-40B4-BE49-F238E27FC236}">
                        <a16:creationId xmlns:a16="http://schemas.microsoft.com/office/drawing/2014/main" id="{8F2ADA6B-1507-418F-0C56-625B238D9E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41" name="Line 71">
                    <a:extLst>
                      <a:ext uri="{FF2B5EF4-FFF2-40B4-BE49-F238E27FC236}">
                        <a16:creationId xmlns:a16="http://schemas.microsoft.com/office/drawing/2014/main" id="{94840003-511E-413A-A755-41442E3F34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7" name="Group 72">
                <a:extLst>
                  <a:ext uri="{FF2B5EF4-FFF2-40B4-BE49-F238E27FC236}">
                    <a16:creationId xmlns:a16="http://schemas.microsoft.com/office/drawing/2014/main" id="{DCB16712-2381-7C32-97A9-3917C57FA6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79" y="2886"/>
                <a:ext cx="204" cy="204"/>
                <a:chOff x="839" y="2795"/>
                <a:chExt cx="204" cy="204"/>
              </a:xfrm>
            </p:grpSpPr>
            <p:sp>
              <p:nvSpPr>
                <p:cNvPr id="648265" name="Oval 73">
                  <a:extLst>
                    <a:ext uri="{FF2B5EF4-FFF2-40B4-BE49-F238E27FC236}">
                      <a16:creationId xmlns:a16="http://schemas.microsoft.com/office/drawing/2014/main" id="{69620380-A774-070A-0A10-063CD440098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33" name="Line 74">
                  <a:extLst>
                    <a:ext uri="{FF2B5EF4-FFF2-40B4-BE49-F238E27FC236}">
                      <a16:creationId xmlns:a16="http://schemas.microsoft.com/office/drawing/2014/main" id="{DDCDC80D-F523-02A1-8562-1235798AC2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34" name="Group 75">
                  <a:extLst>
                    <a:ext uri="{FF2B5EF4-FFF2-40B4-BE49-F238E27FC236}">
                      <a16:creationId xmlns:a16="http://schemas.microsoft.com/office/drawing/2014/main" id="{E6BCDADE-1775-A643-12BA-E6DAC378A2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35" name="Line 76">
                    <a:extLst>
                      <a:ext uri="{FF2B5EF4-FFF2-40B4-BE49-F238E27FC236}">
                        <a16:creationId xmlns:a16="http://schemas.microsoft.com/office/drawing/2014/main" id="{B0B57DF7-6CA9-C21F-4A67-01C37C77775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36" name="Line 77">
                    <a:extLst>
                      <a:ext uri="{FF2B5EF4-FFF2-40B4-BE49-F238E27FC236}">
                        <a16:creationId xmlns:a16="http://schemas.microsoft.com/office/drawing/2014/main" id="{9095FD49-A9DD-8F93-87DA-9EE30B572E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8" name="Group 78">
                <a:extLst>
                  <a:ext uri="{FF2B5EF4-FFF2-40B4-BE49-F238E27FC236}">
                    <a16:creationId xmlns:a16="http://schemas.microsoft.com/office/drawing/2014/main" id="{3BD97B51-501D-30F0-B989-527714D665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1" y="3090"/>
                <a:ext cx="204" cy="204"/>
                <a:chOff x="839" y="2795"/>
                <a:chExt cx="204" cy="204"/>
              </a:xfrm>
            </p:grpSpPr>
            <p:sp>
              <p:nvSpPr>
                <p:cNvPr id="648271" name="Oval 79">
                  <a:extLst>
                    <a:ext uri="{FF2B5EF4-FFF2-40B4-BE49-F238E27FC236}">
                      <a16:creationId xmlns:a16="http://schemas.microsoft.com/office/drawing/2014/main" id="{F49B3FDE-A6B8-806C-E1C9-812EEAE8526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28" name="Line 80">
                  <a:extLst>
                    <a:ext uri="{FF2B5EF4-FFF2-40B4-BE49-F238E27FC236}">
                      <a16:creationId xmlns:a16="http://schemas.microsoft.com/office/drawing/2014/main" id="{B972FCFA-884B-80A9-2B87-E49B16570B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29" name="Group 81">
                  <a:extLst>
                    <a:ext uri="{FF2B5EF4-FFF2-40B4-BE49-F238E27FC236}">
                      <a16:creationId xmlns:a16="http://schemas.microsoft.com/office/drawing/2014/main" id="{5ACF860A-52BD-3FC5-23AE-A5D57F13A8B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30" name="Line 82">
                    <a:extLst>
                      <a:ext uri="{FF2B5EF4-FFF2-40B4-BE49-F238E27FC236}">
                        <a16:creationId xmlns:a16="http://schemas.microsoft.com/office/drawing/2014/main" id="{B0D59496-D767-3F10-12C0-378288F88AF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31" name="Line 83">
                    <a:extLst>
                      <a:ext uri="{FF2B5EF4-FFF2-40B4-BE49-F238E27FC236}">
                        <a16:creationId xmlns:a16="http://schemas.microsoft.com/office/drawing/2014/main" id="{FC222278-92F2-29DA-AB90-541A41DBC2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09" name="Group 84">
                <a:extLst>
                  <a:ext uri="{FF2B5EF4-FFF2-40B4-BE49-F238E27FC236}">
                    <a16:creationId xmlns:a16="http://schemas.microsoft.com/office/drawing/2014/main" id="{A488309D-2A8A-01EA-72D6-036E4F3083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269076">
                <a:off x="1361" y="2999"/>
                <a:ext cx="204" cy="204"/>
                <a:chOff x="839" y="2795"/>
                <a:chExt cx="204" cy="204"/>
              </a:xfrm>
            </p:grpSpPr>
            <p:sp>
              <p:nvSpPr>
                <p:cNvPr id="648277" name="Oval 85">
                  <a:extLst>
                    <a:ext uri="{FF2B5EF4-FFF2-40B4-BE49-F238E27FC236}">
                      <a16:creationId xmlns:a16="http://schemas.microsoft.com/office/drawing/2014/main" id="{7BCCF077-0030-59E0-ACB0-9BD7B39CF42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23" name="Line 86">
                  <a:extLst>
                    <a:ext uri="{FF2B5EF4-FFF2-40B4-BE49-F238E27FC236}">
                      <a16:creationId xmlns:a16="http://schemas.microsoft.com/office/drawing/2014/main" id="{7A82EC1E-49B7-1487-449C-D1FCE18D10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24" name="Group 87">
                  <a:extLst>
                    <a:ext uri="{FF2B5EF4-FFF2-40B4-BE49-F238E27FC236}">
                      <a16:creationId xmlns:a16="http://schemas.microsoft.com/office/drawing/2014/main" id="{E60A88BF-8620-6B13-6AED-C16777B518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25" name="Line 88">
                    <a:extLst>
                      <a:ext uri="{FF2B5EF4-FFF2-40B4-BE49-F238E27FC236}">
                        <a16:creationId xmlns:a16="http://schemas.microsoft.com/office/drawing/2014/main" id="{B04EEDC8-20F3-E5EA-9CA7-47084A3358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26" name="Line 89">
                    <a:extLst>
                      <a:ext uri="{FF2B5EF4-FFF2-40B4-BE49-F238E27FC236}">
                        <a16:creationId xmlns:a16="http://schemas.microsoft.com/office/drawing/2014/main" id="{18D20B03-51F2-956E-063F-7CFCD906CE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10" name="Group 90">
                <a:extLst>
                  <a:ext uri="{FF2B5EF4-FFF2-40B4-BE49-F238E27FC236}">
                    <a16:creationId xmlns:a16="http://schemas.microsoft.com/office/drawing/2014/main" id="{206A943B-8A12-8C8D-32A5-3D2D8AB664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18" y="3317"/>
                <a:ext cx="204" cy="204"/>
                <a:chOff x="839" y="2795"/>
                <a:chExt cx="204" cy="204"/>
              </a:xfrm>
            </p:grpSpPr>
            <p:sp>
              <p:nvSpPr>
                <p:cNvPr id="648283" name="Oval 91">
                  <a:extLst>
                    <a:ext uri="{FF2B5EF4-FFF2-40B4-BE49-F238E27FC236}">
                      <a16:creationId xmlns:a16="http://schemas.microsoft.com/office/drawing/2014/main" id="{E7B98130-9032-915E-CA3E-DC50933D106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18" name="Line 92">
                  <a:extLst>
                    <a:ext uri="{FF2B5EF4-FFF2-40B4-BE49-F238E27FC236}">
                      <a16:creationId xmlns:a16="http://schemas.microsoft.com/office/drawing/2014/main" id="{3AE39532-CF09-BBA1-40A6-408C1E052C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19" name="Group 93">
                  <a:extLst>
                    <a:ext uri="{FF2B5EF4-FFF2-40B4-BE49-F238E27FC236}">
                      <a16:creationId xmlns:a16="http://schemas.microsoft.com/office/drawing/2014/main" id="{324BCFFA-990D-B6B5-532A-7936550B6A0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20" name="Line 94">
                    <a:extLst>
                      <a:ext uri="{FF2B5EF4-FFF2-40B4-BE49-F238E27FC236}">
                        <a16:creationId xmlns:a16="http://schemas.microsoft.com/office/drawing/2014/main" id="{E73136D2-4CCD-4F89-8D00-CCA8549692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21" name="Line 95">
                    <a:extLst>
                      <a:ext uri="{FF2B5EF4-FFF2-40B4-BE49-F238E27FC236}">
                        <a16:creationId xmlns:a16="http://schemas.microsoft.com/office/drawing/2014/main" id="{FE20144B-0741-BD26-014C-D11A9AC4F69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6011" name="Group 96">
                <a:extLst>
                  <a:ext uri="{FF2B5EF4-FFF2-40B4-BE49-F238E27FC236}">
                    <a16:creationId xmlns:a16="http://schemas.microsoft.com/office/drawing/2014/main" id="{B039ED55-20EB-37ED-E744-784B318AD2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15" y="3226"/>
                <a:ext cx="204" cy="204"/>
                <a:chOff x="839" y="2795"/>
                <a:chExt cx="204" cy="204"/>
              </a:xfrm>
            </p:grpSpPr>
            <p:sp>
              <p:nvSpPr>
                <p:cNvPr id="648289" name="Oval 97">
                  <a:extLst>
                    <a:ext uri="{FF2B5EF4-FFF2-40B4-BE49-F238E27FC236}">
                      <a16:creationId xmlns:a16="http://schemas.microsoft.com/office/drawing/2014/main" id="{7203CA84-1E10-ACCB-E97C-6185659A900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839" y="2795"/>
                  <a:ext cx="204" cy="204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6013" name="Line 98">
                  <a:extLst>
                    <a:ext uri="{FF2B5EF4-FFF2-40B4-BE49-F238E27FC236}">
                      <a16:creationId xmlns:a16="http://schemas.microsoft.com/office/drawing/2014/main" id="{6D81C130-17CD-69DD-68F0-8DD6B9D5B11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92" y="2944"/>
                  <a:ext cx="91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6014" name="Group 99">
                  <a:extLst>
                    <a:ext uri="{FF2B5EF4-FFF2-40B4-BE49-F238E27FC236}">
                      <a16:creationId xmlns:a16="http://schemas.microsoft.com/office/drawing/2014/main" id="{486501BA-DAAC-2E67-1717-CA9330C7DE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2" y="2832"/>
                  <a:ext cx="91" cy="91"/>
                  <a:chOff x="892" y="2832"/>
                  <a:chExt cx="91" cy="91"/>
                </a:xfrm>
              </p:grpSpPr>
              <p:sp>
                <p:nvSpPr>
                  <p:cNvPr id="116015" name="Line 100">
                    <a:extLst>
                      <a:ext uri="{FF2B5EF4-FFF2-40B4-BE49-F238E27FC236}">
                        <a16:creationId xmlns:a16="http://schemas.microsoft.com/office/drawing/2014/main" id="{6AC3951C-4C96-5256-4383-E714786D33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016" name="Line 101">
                    <a:extLst>
                      <a:ext uri="{FF2B5EF4-FFF2-40B4-BE49-F238E27FC236}">
                        <a16:creationId xmlns:a16="http://schemas.microsoft.com/office/drawing/2014/main" id="{EBFD85D3-C7C7-D644-F91E-C49DF296243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</p:grpSp>
        <p:grpSp>
          <p:nvGrpSpPr>
            <p:cNvPr id="115935" name="Group 102">
              <a:extLst>
                <a:ext uri="{FF2B5EF4-FFF2-40B4-BE49-F238E27FC236}">
                  <a16:creationId xmlns:a16="http://schemas.microsoft.com/office/drawing/2014/main" id="{63AC6E1C-756A-06DA-C56C-AE0C477A9B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7" y="968"/>
              <a:ext cx="1262" cy="1035"/>
              <a:chOff x="1701" y="2614"/>
              <a:chExt cx="1262" cy="1035"/>
            </a:xfrm>
          </p:grpSpPr>
          <p:sp>
            <p:nvSpPr>
              <p:cNvPr id="115938" name="Rectangle 103">
                <a:extLst>
                  <a:ext uri="{FF2B5EF4-FFF2-40B4-BE49-F238E27FC236}">
                    <a16:creationId xmlns:a16="http://schemas.microsoft.com/office/drawing/2014/main" id="{9C250F38-8878-2D90-7FA7-06FA3AEB96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2" y="2659"/>
                <a:ext cx="1179" cy="907"/>
              </a:xfrm>
              <a:prstGeom prst="rect">
                <a:avLst/>
              </a:prstGeom>
              <a:solidFill>
                <a:srgbClr val="33CCCC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33CCCC"/>
                </a:extrusionClr>
                <a:contourClr>
                  <a:srgbClr val="33CCCC"/>
                </a:contourClr>
              </a:sp3d>
            </p:spPr>
            <p:txBody>
              <a:bodyPr anchor="ctr">
                <a:spAutoFit/>
                <a:flatTx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15939" name="Group 104">
                <a:extLst>
                  <a:ext uri="{FF2B5EF4-FFF2-40B4-BE49-F238E27FC236}">
                    <a16:creationId xmlns:a16="http://schemas.microsoft.com/office/drawing/2014/main" id="{4C08A9BD-0C68-3834-DDC4-7E168D3570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629801">
                <a:off x="2324" y="2712"/>
                <a:ext cx="308" cy="446"/>
                <a:chOff x="2154" y="2688"/>
                <a:chExt cx="308" cy="417"/>
              </a:xfrm>
            </p:grpSpPr>
            <p:sp>
              <p:nvSpPr>
                <p:cNvPr id="648297" name="Oval 105">
                  <a:extLst>
                    <a:ext uri="{FF2B5EF4-FFF2-40B4-BE49-F238E27FC236}">
                      <a16:creationId xmlns:a16="http://schemas.microsoft.com/office/drawing/2014/main" id="{D5121F79-D63E-D5F9-B17B-7C02040157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2751"/>
                  <a:ext cx="136" cy="2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93" name="Text Box 106">
                  <a:extLst>
                    <a:ext uri="{FF2B5EF4-FFF2-40B4-BE49-F238E27FC236}">
                      <a16:creationId xmlns:a16="http://schemas.microsoft.com/office/drawing/2014/main" id="{0D8EC878-4AEB-6380-4F5D-FB4C0A89CD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94" name="Text Box 107">
                  <a:extLst>
                    <a:ext uri="{FF2B5EF4-FFF2-40B4-BE49-F238E27FC236}">
                      <a16:creationId xmlns:a16="http://schemas.microsoft.com/office/drawing/2014/main" id="{918F86E0-2C80-737F-D0E1-564F797C8B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0" name="Group 108">
                <a:extLst>
                  <a:ext uri="{FF2B5EF4-FFF2-40B4-BE49-F238E27FC236}">
                    <a16:creationId xmlns:a16="http://schemas.microsoft.com/office/drawing/2014/main" id="{FF785741-C2FB-EC65-94F2-33252E249E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35320">
                <a:off x="2594" y="2840"/>
                <a:ext cx="308" cy="446"/>
                <a:chOff x="2154" y="2688"/>
                <a:chExt cx="308" cy="417"/>
              </a:xfrm>
            </p:grpSpPr>
            <p:sp>
              <p:nvSpPr>
                <p:cNvPr id="648301" name="Oval 109">
                  <a:extLst>
                    <a:ext uri="{FF2B5EF4-FFF2-40B4-BE49-F238E27FC236}">
                      <a16:creationId xmlns:a16="http://schemas.microsoft.com/office/drawing/2014/main" id="{9F8BDE69-4C89-F720-F599-543C923C58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6" y="2733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90" name="Text Box 110">
                  <a:extLst>
                    <a:ext uri="{FF2B5EF4-FFF2-40B4-BE49-F238E27FC236}">
                      <a16:creationId xmlns:a16="http://schemas.microsoft.com/office/drawing/2014/main" id="{EFC7079C-E772-F6F5-4B68-D94650002D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91" name="Text Box 111">
                  <a:extLst>
                    <a:ext uri="{FF2B5EF4-FFF2-40B4-BE49-F238E27FC236}">
                      <a16:creationId xmlns:a16="http://schemas.microsoft.com/office/drawing/2014/main" id="{A4945B7E-31AB-1DCA-263F-53E5FC0F70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1" name="Group 112">
                <a:extLst>
                  <a:ext uri="{FF2B5EF4-FFF2-40B4-BE49-F238E27FC236}">
                    <a16:creationId xmlns:a16="http://schemas.microsoft.com/office/drawing/2014/main" id="{234C4FF1-2C91-25C1-4244-2DE1B6FA6F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4806886">
                <a:off x="2359" y="2931"/>
                <a:ext cx="308" cy="446"/>
                <a:chOff x="2154" y="2688"/>
                <a:chExt cx="308" cy="417"/>
              </a:xfrm>
            </p:grpSpPr>
            <p:sp>
              <p:nvSpPr>
                <p:cNvPr id="648305" name="Oval 113">
                  <a:extLst>
                    <a:ext uri="{FF2B5EF4-FFF2-40B4-BE49-F238E27FC236}">
                      <a16:creationId xmlns:a16="http://schemas.microsoft.com/office/drawing/2014/main" id="{E7CD5632-02AA-6563-D931-658B22C2F9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2" y="2726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87" name="Text Box 114">
                  <a:extLst>
                    <a:ext uri="{FF2B5EF4-FFF2-40B4-BE49-F238E27FC236}">
                      <a16:creationId xmlns:a16="http://schemas.microsoft.com/office/drawing/2014/main" id="{3F8E6DC4-CF0F-30B6-06ED-D3981440708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88" name="Text Box 115">
                  <a:extLst>
                    <a:ext uri="{FF2B5EF4-FFF2-40B4-BE49-F238E27FC236}">
                      <a16:creationId xmlns:a16="http://schemas.microsoft.com/office/drawing/2014/main" id="{1BAF30CA-F02E-F1AA-643C-613FB04A306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2" name="Group 116">
                <a:extLst>
                  <a:ext uri="{FF2B5EF4-FFF2-40B4-BE49-F238E27FC236}">
                    <a16:creationId xmlns:a16="http://schemas.microsoft.com/office/drawing/2014/main" id="{2DE57C9C-1BAB-3B20-05A9-FD29AFA987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541892">
                <a:off x="2602" y="3120"/>
                <a:ext cx="308" cy="446"/>
                <a:chOff x="2154" y="2688"/>
                <a:chExt cx="308" cy="417"/>
              </a:xfrm>
            </p:grpSpPr>
            <p:sp>
              <p:nvSpPr>
                <p:cNvPr id="648309" name="Oval 117">
                  <a:extLst>
                    <a:ext uri="{FF2B5EF4-FFF2-40B4-BE49-F238E27FC236}">
                      <a16:creationId xmlns:a16="http://schemas.microsoft.com/office/drawing/2014/main" id="{3A821206-FC57-BC80-A8D1-F3C1B0C305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7" y="2733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84" name="Text Box 118">
                  <a:extLst>
                    <a:ext uri="{FF2B5EF4-FFF2-40B4-BE49-F238E27FC236}">
                      <a16:creationId xmlns:a16="http://schemas.microsoft.com/office/drawing/2014/main" id="{3351681C-B5B8-15A5-4C02-2FE0E4198B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85" name="Text Box 119">
                  <a:extLst>
                    <a:ext uri="{FF2B5EF4-FFF2-40B4-BE49-F238E27FC236}">
                      <a16:creationId xmlns:a16="http://schemas.microsoft.com/office/drawing/2014/main" id="{39FCC0A3-BBF0-AD8A-BC13-79474E0E0A0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3" name="Group 120">
                <a:extLst>
                  <a:ext uri="{FF2B5EF4-FFF2-40B4-BE49-F238E27FC236}">
                    <a16:creationId xmlns:a16="http://schemas.microsoft.com/office/drawing/2014/main" id="{F8B2E9CD-1611-D73A-A5B0-2563FC1D44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629801">
                <a:off x="1701" y="2848"/>
                <a:ext cx="308" cy="446"/>
                <a:chOff x="2154" y="2688"/>
                <a:chExt cx="308" cy="417"/>
              </a:xfrm>
            </p:grpSpPr>
            <p:sp>
              <p:nvSpPr>
                <p:cNvPr id="648313" name="Oval 121">
                  <a:extLst>
                    <a:ext uri="{FF2B5EF4-FFF2-40B4-BE49-F238E27FC236}">
                      <a16:creationId xmlns:a16="http://schemas.microsoft.com/office/drawing/2014/main" id="{103262AC-194C-F25F-5008-686124B286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2751"/>
                  <a:ext cx="136" cy="2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81" name="Text Box 122">
                  <a:extLst>
                    <a:ext uri="{FF2B5EF4-FFF2-40B4-BE49-F238E27FC236}">
                      <a16:creationId xmlns:a16="http://schemas.microsoft.com/office/drawing/2014/main" id="{C69CF135-6A6E-6D2E-D6C0-DE334F38AA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82" name="Text Box 123">
                  <a:extLst>
                    <a:ext uri="{FF2B5EF4-FFF2-40B4-BE49-F238E27FC236}">
                      <a16:creationId xmlns:a16="http://schemas.microsoft.com/office/drawing/2014/main" id="{67783A27-E4A4-FE4C-2C67-C88CDA023C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4" name="Group 124">
                <a:extLst>
                  <a:ext uri="{FF2B5EF4-FFF2-40B4-BE49-F238E27FC236}">
                    <a16:creationId xmlns:a16="http://schemas.microsoft.com/office/drawing/2014/main" id="{3E0A4A1D-A94F-B351-7BC9-1A262D9B4E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35320">
                <a:off x="1951" y="2984"/>
                <a:ext cx="308" cy="446"/>
                <a:chOff x="2154" y="2688"/>
                <a:chExt cx="308" cy="417"/>
              </a:xfrm>
            </p:grpSpPr>
            <p:sp>
              <p:nvSpPr>
                <p:cNvPr id="648317" name="Oval 125">
                  <a:extLst>
                    <a:ext uri="{FF2B5EF4-FFF2-40B4-BE49-F238E27FC236}">
                      <a16:creationId xmlns:a16="http://schemas.microsoft.com/office/drawing/2014/main" id="{12411068-8B05-AFE0-84D8-290E6D320A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6" y="2733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78" name="Text Box 126">
                  <a:extLst>
                    <a:ext uri="{FF2B5EF4-FFF2-40B4-BE49-F238E27FC236}">
                      <a16:creationId xmlns:a16="http://schemas.microsoft.com/office/drawing/2014/main" id="{16A562E5-8387-074B-A68E-82136E7443C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79" name="Text Box 127">
                  <a:extLst>
                    <a:ext uri="{FF2B5EF4-FFF2-40B4-BE49-F238E27FC236}">
                      <a16:creationId xmlns:a16="http://schemas.microsoft.com/office/drawing/2014/main" id="{89E19248-4A6C-ED18-3671-86D0C8B7FFA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5" name="Group 128">
                <a:extLst>
                  <a:ext uri="{FF2B5EF4-FFF2-40B4-BE49-F238E27FC236}">
                    <a16:creationId xmlns:a16="http://schemas.microsoft.com/office/drawing/2014/main" id="{A56AC69A-7D45-3EC7-01EB-D5EB117E7D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4806886">
                <a:off x="1815" y="3128"/>
                <a:ext cx="308" cy="446"/>
                <a:chOff x="2154" y="2688"/>
                <a:chExt cx="308" cy="417"/>
              </a:xfrm>
            </p:grpSpPr>
            <p:sp>
              <p:nvSpPr>
                <p:cNvPr id="648321" name="Oval 129">
                  <a:extLst>
                    <a:ext uri="{FF2B5EF4-FFF2-40B4-BE49-F238E27FC236}">
                      <a16:creationId xmlns:a16="http://schemas.microsoft.com/office/drawing/2014/main" id="{C162DA3B-D0C1-FB6A-0AD6-29A98AFBE0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2" y="2726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75" name="Text Box 130">
                  <a:extLst>
                    <a:ext uri="{FF2B5EF4-FFF2-40B4-BE49-F238E27FC236}">
                      <a16:creationId xmlns:a16="http://schemas.microsoft.com/office/drawing/2014/main" id="{6EBE5F5D-9897-96CB-F652-381E455685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76" name="Text Box 131">
                  <a:extLst>
                    <a:ext uri="{FF2B5EF4-FFF2-40B4-BE49-F238E27FC236}">
                      <a16:creationId xmlns:a16="http://schemas.microsoft.com/office/drawing/2014/main" id="{0C41F922-7994-CAB1-835C-66CFA95526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6" name="Group 132">
                <a:extLst>
                  <a:ext uri="{FF2B5EF4-FFF2-40B4-BE49-F238E27FC236}">
                    <a16:creationId xmlns:a16="http://schemas.microsoft.com/office/drawing/2014/main" id="{DD99D3E7-167B-A419-D522-A72845938E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541892">
                <a:off x="2071" y="3203"/>
                <a:ext cx="308" cy="446"/>
                <a:chOff x="2154" y="2688"/>
                <a:chExt cx="308" cy="417"/>
              </a:xfrm>
            </p:grpSpPr>
            <p:sp>
              <p:nvSpPr>
                <p:cNvPr id="648325" name="Oval 133">
                  <a:extLst>
                    <a:ext uri="{FF2B5EF4-FFF2-40B4-BE49-F238E27FC236}">
                      <a16:creationId xmlns:a16="http://schemas.microsoft.com/office/drawing/2014/main" id="{1597E9EC-9646-E483-8B94-2F1BDCE452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7" y="2733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72" name="Text Box 134">
                  <a:extLst>
                    <a:ext uri="{FF2B5EF4-FFF2-40B4-BE49-F238E27FC236}">
                      <a16:creationId xmlns:a16="http://schemas.microsoft.com/office/drawing/2014/main" id="{025862CF-7EAD-E403-05F3-422247C1E89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73" name="Text Box 135">
                  <a:extLst>
                    <a:ext uri="{FF2B5EF4-FFF2-40B4-BE49-F238E27FC236}">
                      <a16:creationId xmlns:a16="http://schemas.microsoft.com/office/drawing/2014/main" id="{CB1A068A-7E98-8E64-3642-C906142ECC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7" name="Group 136">
                <a:extLst>
                  <a:ext uri="{FF2B5EF4-FFF2-40B4-BE49-F238E27FC236}">
                    <a16:creationId xmlns:a16="http://schemas.microsoft.com/office/drawing/2014/main" id="{EFDC4913-CA82-CA3D-2912-1F2B6BB1C0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629801">
                <a:off x="1937" y="2621"/>
                <a:ext cx="308" cy="446"/>
                <a:chOff x="2154" y="2688"/>
                <a:chExt cx="308" cy="417"/>
              </a:xfrm>
            </p:grpSpPr>
            <p:sp>
              <p:nvSpPr>
                <p:cNvPr id="648329" name="Oval 137">
                  <a:extLst>
                    <a:ext uri="{FF2B5EF4-FFF2-40B4-BE49-F238E27FC236}">
                      <a16:creationId xmlns:a16="http://schemas.microsoft.com/office/drawing/2014/main" id="{58BAFB65-7FA1-D330-9C9E-7C1E3ACF18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8" y="2751"/>
                  <a:ext cx="136" cy="2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69" name="Text Box 138">
                  <a:extLst>
                    <a:ext uri="{FF2B5EF4-FFF2-40B4-BE49-F238E27FC236}">
                      <a16:creationId xmlns:a16="http://schemas.microsoft.com/office/drawing/2014/main" id="{9A79A198-93EF-70A7-8E46-A4B5A22359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70" name="Text Box 139">
                  <a:extLst>
                    <a:ext uri="{FF2B5EF4-FFF2-40B4-BE49-F238E27FC236}">
                      <a16:creationId xmlns:a16="http://schemas.microsoft.com/office/drawing/2014/main" id="{29D5182C-C263-A83C-8010-DFFD73DAE3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8" name="Group 140">
                <a:extLst>
                  <a:ext uri="{FF2B5EF4-FFF2-40B4-BE49-F238E27FC236}">
                    <a16:creationId xmlns:a16="http://schemas.microsoft.com/office/drawing/2014/main" id="{8C158F14-5889-73E1-98A7-5C7B3F1661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35320">
                <a:off x="2209" y="2629"/>
                <a:ext cx="308" cy="446"/>
                <a:chOff x="2154" y="2688"/>
                <a:chExt cx="308" cy="417"/>
              </a:xfrm>
            </p:grpSpPr>
            <p:sp>
              <p:nvSpPr>
                <p:cNvPr id="648333" name="Oval 141">
                  <a:extLst>
                    <a:ext uri="{FF2B5EF4-FFF2-40B4-BE49-F238E27FC236}">
                      <a16:creationId xmlns:a16="http://schemas.microsoft.com/office/drawing/2014/main" id="{CA49D223-D712-DAF8-446F-D95E531B42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6" y="2733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66" name="Text Box 142">
                  <a:extLst>
                    <a:ext uri="{FF2B5EF4-FFF2-40B4-BE49-F238E27FC236}">
                      <a16:creationId xmlns:a16="http://schemas.microsoft.com/office/drawing/2014/main" id="{7325D2B2-E64C-0754-9754-F66ABAC008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67" name="Text Box 143">
                  <a:extLst>
                    <a:ext uri="{FF2B5EF4-FFF2-40B4-BE49-F238E27FC236}">
                      <a16:creationId xmlns:a16="http://schemas.microsoft.com/office/drawing/2014/main" id="{EE6EA3A3-138D-5EFA-3986-BB5C998E4F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49" name="Group 144">
                <a:extLst>
                  <a:ext uri="{FF2B5EF4-FFF2-40B4-BE49-F238E27FC236}">
                    <a16:creationId xmlns:a16="http://schemas.microsoft.com/office/drawing/2014/main" id="{8C8E57B0-EF1B-40C6-2D03-4A230A9200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4806886">
                <a:off x="1770" y="2590"/>
                <a:ext cx="308" cy="446"/>
                <a:chOff x="2154" y="2688"/>
                <a:chExt cx="308" cy="417"/>
              </a:xfrm>
            </p:grpSpPr>
            <p:sp>
              <p:nvSpPr>
                <p:cNvPr id="648337" name="Oval 145">
                  <a:extLst>
                    <a:ext uri="{FF2B5EF4-FFF2-40B4-BE49-F238E27FC236}">
                      <a16:creationId xmlns:a16="http://schemas.microsoft.com/office/drawing/2014/main" id="{4E746845-B682-5BA6-CCD3-ACAEB86D68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2" y="2726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63" name="Text Box 146">
                  <a:extLst>
                    <a:ext uri="{FF2B5EF4-FFF2-40B4-BE49-F238E27FC236}">
                      <a16:creationId xmlns:a16="http://schemas.microsoft.com/office/drawing/2014/main" id="{FBE156E0-ACEB-6C5F-6F7C-419CA7EEA7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64" name="Text Box 147">
                  <a:extLst>
                    <a:ext uri="{FF2B5EF4-FFF2-40B4-BE49-F238E27FC236}">
                      <a16:creationId xmlns:a16="http://schemas.microsoft.com/office/drawing/2014/main" id="{468E5A5E-2FA2-3DAC-996C-EA158A820CE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50" name="Group 148">
                <a:extLst>
                  <a:ext uri="{FF2B5EF4-FFF2-40B4-BE49-F238E27FC236}">
                    <a16:creationId xmlns:a16="http://schemas.microsoft.com/office/drawing/2014/main" id="{EB4D8FB8-E252-8B63-8134-1AB6CCF914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541892">
                <a:off x="2199" y="2848"/>
                <a:ext cx="308" cy="446"/>
                <a:chOff x="2154" y="2688"/>
                <a:chExt cx="308" cy="417"/>
              </a:xfrm>
            </p:grpSpPr>
            <p:sp>
              <p:nvSpPr>
                <p:cNvPr id="648341" name="Oval 149">
                  <a:extLst>
                    <a:ext uri="{FF2B5EF4-FFF2-40B4-BE49-F238E27FC236}">
                      <a16:creationId xmlns:a16="http://schemas.microsoft.com/office/drawing/2014/main" id="{67865FC2-6BF5-8B23-41BF-59574C4D26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7" y="2733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60" name="Text Box 150">
                  <a:extLst>
                    <a:ext uri="{FF2B5EF4-FFF2-40B4-BE49-F238E27FC236}">
                      <a16:creationId xmlns:a16="http://schemas.microsoft.com/office/drawing/2014/main" id="{5B097D26-5B97-2CAB-1C1F-4CF5EFEF17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61" name="Text Box 151">
                  <a:extLst>
                    <a:ext uri="{FF2B5EF4-FFF2-40B4-BE49-F238E27FC236}">
                      <a16:creationId xmlns:a16="http://schemas.microsoft.com/office/drawing/2014/main" id="{DCBADB06-9F4D-4CAE-2AEF-7E83DCF73F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51" name="Group 152">
                <a:extLst>
                  <a:ext uri="{FF2B5EF4-FFF2-40B4-BE49-F238E27FC236}">
                    <a16:creationId xmlns:a16="http://schemas.microsoft.com/office/drawing/2014/main" id="{ABACED0D-F8E7-CAE3-4E44-706938AFC7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4806886">
                <a:off x="2586" y="2545"/>
                <a:ext cx="308" cy="446"/>
                <a:chOff x="2154" y="2688"/>
                <a:chExt cx="308" cy="417"/>
              </a:xfrm>
            </p:grpSpPr>
            <p:sp>
              <p:nvSpPr>
                <p:cNvPr id="648345" name="Oval 153">
                  <a:extLst>
                    <a:ext uri="{FF2B5EF4-FFF2-40B4-BE49-F238E27FC236}">
                      <a16:creationId xmlns:a16="http://schemas.microsoft.com/office/drawing/2014/main" id="{3546F96C-4C6E-5D6C-BF91-507DE6CAF7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2" y="2726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57" name="Text Box 154">
                  <a:extLst>
                    <a:ext uri="{FF2B5EF4-FFF2-40B4-BE49-F238E27FC236}">
                      <a16:creationId xmlns:a16="http://schemas.microsoft.com/office/drawing/2014/main" id="{7CE09133-42AE-5614-7C19-5E324AF9914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58" name="Text Box 155">
                  <a:extLst>
                    <a:ext uri="{FF2B5EF4-FFF2-40B4-BE49-F238E27FC236}">
                      <a16:creationId xmlns:a16="http://schemas.microsoft.com/office/drawing/2014/main" id="{580F7E4E-C749-EC07-0623-46C231877D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952" name="Group 156">
                <a:extLst>
                  <a:ext uri="{FF2B5EF4-FFF2-40B4-BE49-F238E27FC236}">
                    <a16:creationId xmlns:a16="http://schemas.microsoft.com/office/drawing/2014/main" id="{F7A67C3B-377C-7B50-8D72-38D57D5365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7496936">
                <a:off x="2322" y="3235"/>
                <a:ext cx="308" cy="446"/>
                <a:chOff x="2154" y="2688"/>
                <a:chExt cx="308" cy="417"/>
              </a:xfrm>
            </p:grpSpPr>
            <p:sp>
              <p:nvSpPr>
                <p:cNvPr id="648349" name="Oval 157">
                  <a:extLst>
                    <a:ext uri="{FF2B5EF4-FFF2-40B4-BE49-F238E27FC236}">
                      <a16:creationId xmlns:a16="http://schemas.microsoft.com/office/drawing/2014/main" id="{2FE575C3-BB1A-C7DB-035A-74132DF6F7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1" y="2753"/>
                  <a:ext cx="136" cy="270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954" name="Text Box 158">
                  <a:extLst>
                    <a:ext uri="{FF2B5EF4-FFF2-40B4-BE49-F238E27FC236}">
                      <a16:creationId xmlns:a16="http://schemas.microsoft.com/office/drawing/2014/main" id="{D09924BF-AF92-5CB4-4C1F-E5CA2325452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955" name="Text Box 159">
                  <a:extLst>
                    <a:ext uri="{FF2B5EF4-FFF2-40B4-BE49-F238E27FC236}">
                      <a16:creationId xmlns:a16="http://schemas.microsoft.com/office/drawing/2014/main" id="{F6A80E3F-6C90-A46E-F80A-85F991708EC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15936" name="Text Box 160">
              <a:extLst>
                <a:ext uri="{FF2B5EF4-FFF2-40B4-BE49-F238E27FC236}">
                  <a16:creationId xmlns:a16="http://schemas.microsoft.com/office/drawing/2014/main" id="{F384F688-D0CB-D360-934A-465707E60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9" y="1888"/>
              <a:ext cx="706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有极分子</a:t>
              </a:r>
            </a:p>
          </p:txBody>
        </p:sp>
        <p:sp>
          <p:nvSpPr>
            <p:cNvPr id="115937" name="Text Box 161">
              <a:extLst>
                <a:ext uri="{FF2B5EF4-FFF2-40B4-BE49-F238E27FC236}">
                  <a16:creationId xmlns:a16="http://schemas.microsoft.com/office/drawing/2014/main" id="{28D05307-283D-E008-59AB-0973395F4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2069"/>
              <a:ext cx="90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无外加电场</a:t>
              </a:r>
            </a:p>
          </p:txBody>
        </p:sp>
      </p:grpSp>
      <p:grpSp>
        <p:nvGrpSpPr>
          <p:cNvPr id="648436" name="Group 164">
            <a:extLst>
              <a:ext uri="{FF2B5EF4-FFF2-40B4-BE49-F238E27FC236}">
                <a16:creationId xmlns:a16="http://schemas.microsoft.com/office/drawing/2014/main" id="{B808FADE-2777-7018-1EB8-A9BBB63E7347}"/>
              </a:ext>
            </a:extLst>
          </p:cNvPr>
          <p:cNvGrpSpPr>
            <a:grpSpLocks/>
          </p:cNvGrpSpPr>
          <p:nvPr/>
        </p:nvGrpSpPr>
        <p:grpSpPr bwMode="auto">
          <a:xfrm>
            <a:off x="4608513" y="2852738"/>
            <a:ext cx="4356100" cy="2590800"/>
            <a:chOff x="2971" y="2387"/>
            <a:chExt cx="2744" cy="1632"/>
          </a:xfrm>
        </p:grpSpPr>
        <p:sp>
          <p:nvSpPr>
            <p:cNvPr id="115755" name="Rectangle 165">
              <a:extLst>
                <a:ext uri="{FF2B5EF4-FFF2-40B4-BE49-F238E27FC236}">
                  <a16:creationId xmlns:a16="http://schemas.microsoft.com/office/drawing/2014/main" id="{41FFC989-5498-A8E9-521A-515AE39FF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387"/>
              <a:ext cx="2744" cy="163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115756" name="Group 166">
              <a:extLst>
                <a:ext uri="{FF2B5EF4-FFF2-40B4-BE49-F238E27FC236}">
                  <a16:creationId xmlns:a16="http://schemas.microsoft.com/office/drawing/2014/main" id="{0F874C0A-D882-FE1B-E3E8-CA16F11FBD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61" y="2568"/>
              <a:ext cx="1080" cy="1270"/>
              <a:chOff x="2986" y="2523"/>
              <a:chExt cx="1080" cy="1270"/>
            </a:xfrm>
          </p:grpSpPr>
          <p:sp>
            <p:nvSpPr>
              <p:cNvPr id="115840" name="Rectangle 167">
                <a:extLst>
                  <a:ext uri="{FF2B5EF4-FFF2-40B4-BE49-F238E27FC236}">
                    <a16:creationId xmlns:a16="http://schemas.microsoft.com/office/drawing/2014/main" id="{22CD67DB-84FA-B4DE-017C-4924F20BD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6" y="2523"/>
                <a:ext cx="1080" cy="1088"/>
              </a:xfrm>
              <a:prstGeom prst="rect">
                <a:avLst/>
              </a:prstGeom>
              <a:solidFill>
                <a:srgbClr val="008080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008080"/>
                </a:extrusionClr>
                <a:contourClr>
                  <a:srgbClr val="008080"/>
                </a:contourClr>
              </a:sp3d>
            </p:spPr>
            <p:txBody>
              <a:bodyPr anchor="ctr">
                <a:spAutoFit/>
                <a:flatTx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15841" name="Group 168">
                <a:extLst>
                  <a:ext uri="{FF2B5EF4-FFF2-40B4-BE49-F238E27FC236}">
                    <a16:creationId xmlns:a16="http://schemas.microsoft.com/office/drawing/2014/main" id="{7BCE18EC-D659-28DE-E9CF-D51B4096231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0" y="2579"/>
                <a:ext cx="179" cy="266"/>
                <a:chOff x="3999" y="2808"/>
                <a:chExt cx="179" cy="266"/>
              </a:xfrm>
            </p:grpSpPr>
            <p:sp>
              <p:nvSpPr>
                <p:cNvPr id="648361" name="Oval 169">
                  <a:extLst>
                    <a:ext uri="{FF2B5EF4-FFF2-40B4-BE49-F238E27FC236}">
                      <a16:creationId xmlns:a16="http://schemas.microsoft.com/office/drawing/2014/main" id="{E628DFEC-8D18-5CE6-25ED-91687B109AA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928" name="Line 170">
                  <a:extLst>
                    <a:ext uri="{FF2B5EF4-FFF2-40B4-BE49-F238E27FC236}">
                      <a16:creationId xmlns:a16="http://schemas.microsoft.com/office/drawing/2014/main" id="{1607480B-9D9C-8DEC-6FEC-62C0BCE95B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929" name="Group 171">
                  <a:extLst>
                    <a:ext uri="{FF2B5EF4-FFF2-40B4-BE49-F238E27FC236}">
                      <a16:creationId xmlns:a16="http://schemas.microsoft.com/office/drawing/2014/main" id="{E1B37467-CD51-A83F-A9F2-DC2BB32CECE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930" name="Line 172">
                    <a:extLst>
                      <a:ext uri="{FF2B5EF4-FFF2-40B4-BE49-F238E27FC236}">
                        <a16:creationId xmlns:a16="http://schemas.microsoft.com/office/drawing/2014/main" id="{F9EB45CA-4360-44B6-7AF9-364B32C880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931" name="Line 173">
                    <a:extLst>
                      <a:ext uri="{FF2B5EF4-FFF2-40B4-BE49-F238E27FC236}">
                        <a16:creationId xmlns:a16="http://schemas.microsoft.com/office/drawing/2014/main" id="{F7E96B6D-C1CF-3CCB-BF6B-0D1CFE115B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42" name="Group 174">
                <a:extLst>
                  <a:ext uri="{FF2B5EF4-FFF2-40B4-BE49-F238E27FC236}">
                    <a16:creationId xmlns:a16="http://schemas.microsoft.com/office/drawing/2014/main" id="{F87A4159-B082-AD71-71D0-278B61F48A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0" y="2891"/>
                <a:ext cx="179" cy="266"/>
                <a:chOff x="3999" y="2808"/>
                <a:chExt cx="179" cy="266"/>
              </a:xfrm>
            </p:grpSpPr>
            <p:sp>
              <p:nvSpPr>
                <p:cNvPr id="648367" name="Oval 175">
                  <a:extLst>
                    <a:ext uri="{FF2B5EF4-FFF2-40B4-BE49-F238E27FC236}">
                      <a16:creationId xmlns:a16="http://schemas.microsoft.com/office/drawing/2014/main" id="{44BD7319-E795-5CC7-2EED-1A5CA411E58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923" name="Line 176">
                  <a:extLst>
                    <a:ext uri="{FF2B5EF4-FFF2-40B4-BE49-F238E27FC236}">
                      <a16:creationId xmlns:a16="http://schemas.microsoft.com/office/drawing/2014/main" id="{B025BC41-B459-2A10-CBB9-E408B135FC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924" name="Group 177">
                  <a:extLst>
                    <a:ext uri="{FF2B5EF4-FFF2-40B4-BE49-F238E27FC236}">
                      <a16:creationId xmlns:a16="http://schemas.microsoft.com/office/drawing/2014/main" id="{05C897D8-6553-0FA2-08CF-C5A27E1A431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925" name="Line 178">
                    <a:extLst>
                      <a:ext uri="{FF2B5EF4-FFF2-40B4-BE49-F238E27FC236}">
                        <a16:creationId xmlns:a16="http://schemas.microsoft.com/office/drawing/2014/main" id="{44C8737C-01FC-9B05-06A6-EF7B01C667C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926" name="Line 179">
                    <a:extLst>
                      <a:ext uri="{FF2B5EF4-FFF2-40B4-BE49-F238E27FC236}">
                        <a16:creationId xmlns:a16="http://schemas.microsoft.com/office/drawing/2014/main" id="{7676ACC1-6B75-05B9-6930-F2248A715A7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43" name="Group 180">
                <a:extLst>
                  <a:ext uri="{FF2B5EF4-FFF2-40B4-BE49-F238E27FC236}">
                    <a16:creationId xmlns:a16="http://schemas.microsoft.com/office/drawing/2014/main" id="{5DFA84FB-1251-5D72-8F56-7266AE1F7F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50" y="3208"/>
                <a:ext cx="179" cy="266"/>
                <a:chOff x="3999" y="2808"/>
                <a:chExt cx="179" cy="266"/>
              </a:xfrm>
            </p:grpSpPr>
            <p:sp>
              <p:nvSpPr>
                <p:cNvPr id="648373" name="Oval 181">
                  <a:extLst>
                    <a:ext uri="{FF2B5EF4-FFF2-40B4-BE49-F238E27FC236}">
                      <a16:creationId xmlns:a16="http://schemas.microsoft.com/office/drawing/2014/main" id="{8503652F-9FD9-7D58-3E52-4B0631C088C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918" name="Line 182">
                  <a:extLst>
                    <a:ext uri="{FF2B5EF4-FFF2-40B4-BE49-F238E27FC236}">
                      <a16:creationId xmlns:a16="http://schemas.microsoft.com/office/drawing/2014/main" id="{C482E1B0-F40E-444F-128C-9FB307A9E8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919" name="Group 183">
                  <a:extLst>
                    <a:ext uri="{FF2B5EF4-FFF2-40B4-BE49-F238E27FC236}">
                      <a16:creationId xmlns:a16="http://schemas.microsoft.com/office/drawing/2014/main" id="{450A29BF-7DA4-9375-712E-0D35E313C9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920" name="Line 184">
                    <a:extLst>
                      <a:ext uri="{FF2B5EF4-FFF2-40B4-BE49-F238E27FC236}">
                        <a16:creationId xmlns:a16="http://schemas.microsoft.com/office/drawing/2014/main" id="{FCC001C3-14AC-A020-A0A8-3B9E8B3EAC3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921" name="Line 185">
                    <a:extLst>
                      <a:ext uri="{FF2B5EF4-FFF2-40B4-BE49-F238E27FC236}">
                        <a16:creationId xmlns:a16="http://schemas.microsoft.com/office/drawing/2014/main" id="{1EC9474F-009F-D399-636C-20D170771A7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44" name="Group 186">
                <a:extLst>
                  <a:ext uri="{FF2B5EF4-FFF2-40B4-BE49-F238E27FC236}">
                    <a16:creationId xmlns:a16="http://schemas.microsoft.com/office/drawing/2014/main" id="{C5FE9C94-A49C-868F-A136-74D3693D2F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2" y="2664"/>
                <a:ext cx="179" cy="266"/>
                <a:chOff x="3999" y="2808"/>
                <a:chExt cx="179" cy="266"/>
              </a:xfrm>
            </p:grpSpPr>
            <p:sp>
              <p:nvSpPr>
                <p:cNvPr id="648379" name="Oval 187">
                  <a:extLst>
                    <a:ext uri="{FF2B5EF4-FFF2-40B4-BE49-F238E27FC236}">
                      <a16:creationId xmlns:a16="http://schemas.microsoft.com/office/drawing/2014/main" id="{DBC91067-12D2-534F-88D6-E98D15E2663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913" name="Line 188">
                  <a:extLst>
                    <a:ext uri="{FF2B5EF4-FFF2-40B4-BE49-F238E27FC236}">
                      <a16:creationId xmlns:a16="http://schemas.microsoft.com/office/drawing/2014/main" id="{53D1645A-1C04-D12E-FC4B-A7D166832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914" name="Group 189">
                  <a:extLst>
                    <a:ext uri="{FF2B5EF4-FFF2-40B4-BE49-F238E27FC236}">
                      <a16:creationId xmlns:a16="http://schemas.microsoft.com/office/drawing/2014/main" id="{DED65E51-1C75-7EAD-657C-A20F96BF54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915" name="Line 190">
                    <a:extLst>
                      <a:ext uri="{FF2B5EF4-FFF2-40B4-BE49-F238E27FC236}">
                        <a16:creationId xmlns:a16="http://schemas.microsoft.com/office/drawing/2014/main" id="{9ED010DD-B558-520A-5CF6-999F5F3CD47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916" name="Line 191">
                    <a:extLst>
                      <a:ext uri="{FF2B5EF4-FFF2-40B4-BE49-F238E27FC236}">
                        <a16:creationId xmlns:a16="http://schemas.microsoft.com/office/drawing/2014/main" id="{E70D4FAF-20F3-C7AF-7707-B662305CCC1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45" name="Group 192">
                <a:extLst>
                  <a:ext uri="{FF2B5EF4-FFF2-40B4-BE49-F238E27FC236}">
                    <a16:creationId xmlns:a16="http://schemas.microsoft.com/office/drawing/2014/main" id="{C97E3B73-FB5E-C31F-80C1-ECEBD43474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2" y="2976"/>
                <a:ext cx="179" cy="266"/>
                <a:chOff x="3999" y="2808"/>
                <a:chExt cx="179" cy="266"/>
              </a:xfrm>
            </p:grpSpPr>
            <p:sp>
              <p:nvSpPr>
                <p:cNvPr id="648385" name="Oval 193">
                  <a:extLst>
                    <a:ext uri="{FF2B5EF4-FFF2-40B4-BE49-F238E27FC236}">
                      <a16:creationId xmlns:a16="http://schemas.microsoft.com/office/drawing/2014/main" id="{AA870044-F01C-B9C0-AB52-2FFCBD344BD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908" name="Line 194">
                  <a:extLst>
                    <a:ext uri="{FF2B5EF4-FFF2-40B4-BE49-F238E27FC236}">
                      <a16:creationId xmlns:a16="http://schemas.microsoft.com/office/drawing/2014/main" id="{5B1AB65C-5D86-E628-0EAE-E861065F03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909" name="Group 195">
                  <a:extLst>
                    <a:ext uri="{FF2B5EF4-FFF2-40B4-BE49-F238E27FC236}">
                      <a16:creationId xmlns:a16="http://schemas.microsoft.com/office/drawing/2014/main" id="{1CEF72A9-DBBB-0BC3-4FE0-575819E9AD0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910" name="Line 196">
                    <a:extLst>
                      <a:ext uri="{FF2B5EF4-FFF2-40B4-BE49-F238E27FC236}">
                        <a16:creationId xmlns:a16="http://schemas.microsoft.com/office/drawing/2014/main" id="{CEF9CE0E-A8A9-4CFD-B421-C8109C5BB34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911" name="Line 197">
                    <a:extLst>
                      <a:ext uri="{FF2B5EF4-FFF2-40B4-BE49-F238E27FC236}">
                        <a16:creationId xmlns:a16="http://schemas.microsoft.com/office/drawing/2014/main" id="{18669344-B9DC-4F53-40E0-0ED2CEB8DB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46" name="Group 198">
                <a:extLst>
                  <a:ext uri="{FF2B5EF4-FFF2-40B4-BE49-F238E27FC236}">
                    <a16:creationId xmlns:a16="http://schemas.microsoft.com/office/drawing/2014/main" id="{DCFC25F7-C25B-D9E0-85E0-C373C9FFB57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52" y="3293"/>
                <a:ext cx="179" cy="266"/>
                <a:chOff x="3999" y="2808"/>
                <a:chExt cx="179" cy="266"/>
              </a:xfrm>
            </p:grpSpPr>
            <p:sp>
              <p:nvSpPr>
                <p:cNvPr id="648391" name="Oval 199">
                  <a:extLst>
                    <a:ext uri="{FF2B5EF4-FFF2-40B4-BE49-F238E27FC236}">
                      <a16:creationId xmlns:a16="http://schemas.microsoft.com/office/drawing/2014/main" id="{061D10CA-B0F4-10AA-9594-0A3987C8E5A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903" name="Line 200">
                  <a:extLst>
                    <a:ext uri="{FF2B5EF4-FFF2-40B4-BE49-F238E27FC236}">
                      <a16:creationId xmlns:a16="http://schemas.microsoft.com/office/drawing/2014/main" id="{FCF5330E-C437-F01E-2567-A69236E7F6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904" name="Group 201">
                  <a:extLst>
                    <a:ext uri="{FF2B5EF4-FFF2-40B4-BE49-F238E27FC236}">
                      <a16:creationId xmlns:a16="http://schemas.microsoft.com/office/drawing/2014/main" id="{D33653F7-BED2-D5A6-C2AF-9889066683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905" name="Line 202">
                    <a:extLst>
                      <a:ext uri="{FF2B5EF4-FFF2-40B4-BE49-F238E27FC236}">
                        <a16:creationId xmlns:a16="http://schemas.microsoft.com/office/drawing/2014/main" id="{359CBD15-CD92-2804-FB5F-5627BF85D3E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906" name="Line 203">
                    <a:extLst>
                      <a:ext uri="{FF2B5EF4-FFF2-40B4-BE49-F238E27FC236}">
                        <a16:creationId xmlns:a16="http://schemas.microsoft.com/office/drawing/2014/main" id="{089B7C68-84E9-84D3-C2F8-7C21EF64B5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47" name="Group 204">
                <a:extLst>
                  <a:ext uri="{FF2B5EF4-FFF2-40B4-BE49-F238E27FC236}">
                    <a16:creationId xmlns:a16="http://schemas.microsoft.com/office/drawing/2014/main" id="{982EBAF2-A2E0-1432-9F71-AE2822F54D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4" y="2573"/>
                <a:ext cx="179" cy="266"/>
                <a:chOff x="3999" y="2808"/>
                <a:chExt cx="179" cy="266"/>
              </a:xfrm>
            </p:grpSpPr>
            <p:sp>
              <p:nvSpPr>
                <p:cNvPr id="648397" name="Oval 205">
                  <a:extLst>
                    <a:ext uri="{FF2B5EF4-FFF2-40B4-BE49-F238E27FC236}">
                      <a16:creationId xmlns:a16="http://schemas.microsoft.com/office/drawing/2014/main" id="{6F8076EF-19F7-467B-E2CC-2415391B920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898" name="Line 206">
                  <a:extLst>
                    <a:ext uri="{FF2B5EF4-FFF2-40B4-BE49-F238E27FC236}">
                      <a16:creationId xmlns:a16="http://schemas.microsoft.com/office/drawing/2014/main" id="{43320009-4DB8-1634-589B-5E0D32904B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899" name="Group 207">
                  <a:extLst>
                    <a:ext uri="{FF2B5EF4-FFF2-40B4-BE49-F238E27FC236}">
                      <a16:creationId xmlns:a16="http://schemas.microsoft.com/office/drawing/2014/main" id="{0D8150A5-2D27-B7F7-18A7-BD7E19C11E0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900" name="Line 208">
                    <a:extLst>
                      <a:ext uri="{FF2B5EF4-FFF2-40B4-BE49-F238E27FC236}">
                        <a16:creationId xmlns:a16="http://schemas.microsoft.com/office/drawing/2014/main" id="{FF7EC4B2-A9B3-0DFC-B56F-7DF76A97E11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901" name="Line 209">
                    <a:extLst>
                      <a:ext uri="{FF2B5EF4-FFF2-40B4-BE49-F238E27FC236}">
                        <a16:creationId xmlns:a16="http://schemas.microsoft.com/office/drawing/2014/main" id="{D3EA4BE2-47E9-F4F5-502F-E16910FB54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48" name="Group 210">
                <a:extLst>
                  <a:ext uri="{FF2B5EF4-FFF2-40B4-BE49-F238E27FC236}">
                    <a16:creationId xmlns:a16="http://schemas.microsoft.com/office/drawing/2014/main" id="{99A9B271-D06C-A394-85C9-E496440BD6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4" y="2885"/>
                <a:ext cx="179" cy="266"/>
                <a:chOff x="3999" y="2808"/>
                <a:chExt cx="179" cy="266"/>
              </a:xfrm>
            </p:grpSpPr>
            <p:sp>
              <p:nvSpPr>
                <p:cNvPr id="648403" name="Oval 211">
                  <a:extLst>
                    <a:ext uri="{FF2B5EF4-FFF2-40B4-BE49-F238E27FC236}">
                      <a16:creationId xmlns:a16="http://schemas.microsoft.com/office/drawing/2014/main" id="{6B513A54-CA93-E6E2-D888-0AFA0AA1CE7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893" name="Line 212">
                  <a:extLst>
                    <a:ext uri="{FF2B5EF4-FFF2-40B4-BE49-F238E27FC236}">
                      <a16:creationId xmlns:a16="http://schemas.microsoft.com/office/drawing/2014/main" id="{3CEFF922-F70B-5F9E-5CB6-204155A0A8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894" name="Group 213">
                  <a:extLst>
                    <a:ext uri="{FF2B5EF4-FFF2-40B4-BE49-F238E27FC236}">
                      <a16:creationId xmlns:a16="http://schemas.microsoft.com/office/drawing/2014/main" id="{04CDB050-2CAA-B023-5F8C-3833FCD21F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895" name="Line 214">
                    <a:extLst>
                      <a:ext uri="{FF2B5EF4-FFF2-40B4-BE49-F238E27FC236}">
                        <a16:creationId xmlns:a16="http://schemas.microsoft.com/office/drawing/2014/main" id="{FE92CB6D-1E9A-DB18-CC40-B6E7D09AAB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896" name="Line 215">
                    <a:extLst>
                      <a:ext uri="{FF2B5EF4-FFF2-40B4-BE49-F238E27FC236}">
                        <a16:creationId xmlns:a16="http://schemas.microsoft.com/office/drawing/2014/main" id="{8BAD25E0-0314-D2BC-7185-78C5062C90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49" name="Group 216">
                <a:extLst>
                  <a:ext uri="{FF2B5EF4-FFF2-40B4-BE49-F238E27FC236}">
                    <a16:creationId xmlns:a16="http://schemas.microsoft.com/office/drawing/2014/main" id="{B2E267D1-E845-EE54-ADB0-489DA6BF6FE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34" y="3202"/>
                <a:ext cx="179" cy="266"/>
                <a:chOff x="3999" y="2808"/>
                <a:chExt cx="179" cy="266"/>
              </a:xfrm>
            </p:grpSpPr>
            <p:sp>
              <p:nvSpPr>
                <p:cNvPr id="648409" name="Oval 217">
                  <a:extLst>
                    <a:ext uri="{FF2B5EF4-FFF2-40B4-BE49-F238E27FC236}">
                      <a16:creationId xmlns:a16="http://schemas.microsoft.com/office/drawing/2014/main" id="{4D5AD4D0-434E-D5E2-90A1-88E6F373C03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888" name="Line 218">
                  <a:extLst>
                    <a:ext uri="{FF2B5EF4-FFF2-40B4-BE49-F238E27FC236}">
                      <a16:creationId xmlns:a16="http://schemas.microsoft.com/office/drawing/2014/main" id="{A865CA66-92E0-8F72-35AF-1938E1589E9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889" name="Group 219">
                  <a:extLst>
                    <a:ext uri="{FF2B5EF4-FFF2-40B4-BE49-F238E27FC236}">
                      <a16:creationId xmlns:a16="http://schemas.microsoft.com/office/drawing/2014/main" id="{940294B4-F2F2-ACBF-2E5F-0B345C659EE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890" name="Line 220">
                    <a:extLst>
                      <a:ext uri="{FF2B5EF4-FFF2-40B4-BE49-F238E27FC236}">
                        <a16:creationId xmlns:a16="http://schemas.microsoft.com/office/drawing/2014/main" id="{FBF11751-4B1A-125F-2496-4BA8E153A0A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891" name="Line 221">
                    <a:extLst>
                      <a:ext uri="{FF2B5EF4-FFF2-40B4-BE49-F238E27FC236}">
                        <a16:creationId xmlns:a16="http://schemas.microsoft.com/office/drawing/2014/main" id="{6D8F4C55-FB2B-BC6A-C217-3B23A5534B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50" name="Group 222">
                <a:extLst>
                  <a:ext uri="{FF2B5EF4-FFF2-40B4-BE49-F238E27FC236}">
                    <a16:creationId xmlns:a16="http://schemas.microsoft.com/office/drawing/2014/main" id="{A1559D52-3503-CFC0-697A-3E64E80F9B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9" y="2664"/>
                <a:ext cx="179" cy="266"/>
                <a:chOff x="3999" y="2808"/>
                <a:chExt cx="179" cy="266"/>
              </a:xfrm>
            </p:grpSpPr>
            <p:sp>
              <p:nvSpPr>
                <p:cNvPr id="648415" name="Oval 223">
                  <a:extLst>
                    <a:ext uri="{FF2B5EF4-FFF2-40B4-BE49-F238E27FC236}">
                      <a16:creationId xmlns:a16="http://schemas.microsoft.com/office/drawing/2014/main" id="{EF41D1B1-36AC-7D82-65D5-5C9FF9FADC33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883" name="Line 224">
                  <a:extLst>
                    <a:ext uri="{FF2B5EF4-FFF2-40B4-BE49-F238E27FC236}">
                      <a16:creationId xmlns:a16="http://schemas.microsoft.com/office/drawing/2014/main" id="{9484FE2B-DCA9-0339-FC7A-7E1DBC761B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884" name="Group 225">
                  <a:extLst>
                    <a:ext uri="{FF2B5EF4-FFF2-40B4-BE49-F238E27FC236}">
                      <a16:creationId xmlns:a16="http://schemas.microsoft.com/office/drawing/2014/main" id="{60C23B0F-E237-D238-94A3-28DC8E51474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885" name="Line 226">
                    <a:extLst>
                      <a:ext uri="{FF2B5EF4-FFF2-40B4-BE49-F238E27FC236}">
                        <a16:creationId xmlns:a16="http://schemas.microsoft.com/office/drawing/2014/main" id="{DA9BA844-8C4A-A18F-5868-6C28931A1B0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886" name="Line 227">
                    <a:extLst>
                      <a:ext uri="{FF2B5EF4-FFF2-40B4-BE49-F238E27FC236}">
                        <a16:creationId xmlns:a16="http://schemas.microsoft.com/office/drawing/2014/main" id="{1246B836-6392-FAF2-9AB8-026783A7CEC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51" name="Group 228">
                <a:extLst>
                  <a:ext uri="{FF2B5EF4-FFF2-40B4-BE49-F238E27FC236}">
                    <a16:creationId xmlns:a16="http://schemas.microsoft.com/office/drawing/2014/main" id="{B112907B-A761-1083-DC2A-3CE8E88399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9" y="2976"/>
                <a:ext cx="179" cy="266"/>
                <a:chOff x="3999" y="2808"/>
                <a:chExt cx="179" cy="266"/>
              </a:xfrm>
            </p:grpSpPr>
            <p:sp>
              <p:nvSpPr>
                <p:cNvPr id="648421" name="Oval 229">
                  <a:extLst>
                    <a:ext uri="{FF2B5EF4-FFF2-40B4-BE49-F238E27FC236}">
                      <a16:creationId xmlns:a16="http://schemas.microsoft.com/office/drawing/2014/main" id="{3ED73731-E2B0-8711-02B3-E6EAB403759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878" name="Line 230">
                  <a:extLst>
                    <a:ext uri="{FF2B5EF4-FFF2-40B4-BE49-F238E27FC236}">
                      <a16:creationId xmlns:a16="http://schemas.microsoft.com/office/drawing/2014/main" id="{C94126E2-D486-C827-AEE5-BA0B811FEA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879" name="Group 231">
                  <a:extLst>
                    <a:ext uri="{FF2B5EF4-FFF2-40B4-BE49-F238E27FC236}">
                      <a16:creationId xmlns:a16="http://schemas.microsoft.com/office/drawing/2014/main" id="{17318790-1B7F-9781-E7AD-F8018325E6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880" name="Line 232">
                    <a:extLst>
                      <a:ext uri="{FF2B5EF4-FFF2-40B4-BE49-F238E27FC236}">
                        <a16:creationId xmlns:a16="http://schemas.microsoft.com/office/drawing/2014/main" id="{ED507232-2B11-68DC-D8BD-4278CC5755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881" name="Line 233">
                    <a:extLst>
                      <a:ext uri="{FF2B5EF4-FFF2-40B4-BE49-F238E27FC236}">
                        <a16:creationId xmlns:a16="http://schemas.microsoft.com/office/drawing/2014/main" id="{E60BE7DF-5309-A568-F2B1-A5838AACB0D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52" name="Group 234">
                <a:extLst>
                  <a:ext uri="{FF2B5EF4-FFF2-40B4-BE49-F238E27FC236}">
                    <a16:creationId xmlns:a16="http://schemas.microsoft.com/office/drawing/2014/main" id="{8472267C-0A2B-EE26-0A20-BC36A41E089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39" y="3293"/>
                <a:ext cx="179" cy="266"/>
                <a:chOff x="3999" y="2808"/>
                <a:chExt cx="179" cy="266"/>
              </a:xfrm>
            </p:grpSpPr>
            <p:sp>
              <p:nvSpPr>
                <p:cNvPr id="648427" name="Oval 235">
                  <a:extLst>
                    <a:ext uri="{FF2B5EF4-FFF2-40B4-BE49-F238E27FC236}">
                      <a16:creationId xmlns:a16="http://schemas.microsoft.com/office/drawing/2014/main" id="{A0E36623-96FF-5637-E104-3714B0FE49A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873" name="Line 236">
                  <a:extLst>
                    <a:ext uri="{FF2B5EF4-FFF2-40B4-BE49-F238E27FC236}">
                      <a16:creationId xmlns:a16="http://schemas.microsoft.com/office/drawing/2014/main" id="{964CB163-5956-1391-9BBE-9098E0542D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874" name="Group 237">
                  <a:extLst>
                    <a:ext uri="{FF2B5EF4-FFF2-40B4-BE49-F238E27FC236}">
                      <a16:creationId xmlns:a16="http://schemas.microsoft.com/office/drawing/2014/main" id="{DFE7165C-6B1B-2384-06C9-13BB1EA3A3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875" name="Line 238">
                    <a:extLst>
                      <a:ext uri="{FF2B5EF4-FFF2-40B4-BE49-F238E27FC236}">
                        <a16:creationId xmlns:a16="http://schemas.microsoft.com/office/drawing/2014/main" id="{EADF8EB9-56DD-87FF-56A8-C99D68092FC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876" name="Line 239">
                    <a:extLst>
                      <a:ext uri="{FF2B5EF4-FFF2-40B4-BE49-F238E27FC236}">
                        <a16:creationId xmlns:a16="http://schemas.microsoft.com/office/drawing/2014/main" id="{36B50449-3678-D62C-F95D-CDF149B3DE2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53" name="Group 240">
                <a:extLst>
                  <a:ext uri="{FF2B5EF4-FFF2-40B4-BE49-F238E27FC236}">
                    <a16:creationId xmlns:a16="http://schemas.microsoft.com/office/drawing/2014/main" id="{1A3C96B1-173F-CEF8-3E58-EB19875227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31" y="2585"/>
                <a:ext cx="179" cy="266"/>
                <a:chOff x="3999" y="2808"/>
                <a:chExt cx="179" cy="266"/>
              </a:xfrm>
            </p:grpSpPr>
            <p:sp>
              <p:nvSpPr>
                <p:cNvPr id="648433" name="Oval 241">
                  <a:extLst>
                    <a:ext uri="{FF2B5EF4-FFF2-40B4-BE49-F238E27FC236}">
                      <a16:creationId xmlns:a16="http://schemas.microsoft.com/office/drawing/2014/main" id="{BAD3B04C-9203-2E3E-C071-6DA5225FE9D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868" name="Line 242">
                  <a:extLst>
                    <a:ext uri="{FF2B5EF4-FFF2-40B4-BE49-F238E27FC236}">
                      <a16:creationId xmlns:a16="http://schemas.microsoft.com/office/drawing/2014/main" id="{C3F0010D-74A9-817A-05B5-3C326FFF20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869" name="Group 243">
                  <a:extLst>
                    <a:ext uri="{FF2B5EF4-FFF2-40B4-BE49-F238E27FC236}">
                      <a16:creationId xmlns:a16="http://schemas.microsoft.com/office/drawing/2014/main" id="{EE26BEA5-A8A9-2300-EB0C-88DAF54F35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870" name="Line 244">
                    <a:extLst>
                      <a:ext uri="{FF2B5EF4-FFF2-40B4-BE49-F238E27FC236}">
                        <a16:creationId xmlns:a16="http://schemas.microsoft.com/office/drawing/2014/main" id="{B348EEB0-274D-990A-BD18-B310812EECD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871" name="Line 245">
                    <a:extLst>
                      <a:ext uri="{FF2B5EF4-FFF2-40B4-BE49-F238E27FC236}">
                        <a16:creationId xmlns:a16="http://schemas.microsoft.com/office/drawing/2014/main" id="{1CBD9124-325B-0D98-3B5A-5696245952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54" name="Group 246">
                <a:extLst>
                  <a:ext uri="{FF2B5EF4-FFF2-40B4-BE49-F238E27FC236}">
                    <a16:creationId xmlns:a16="http://schemas.microsoft.com/office/drawing/2014/main" id="{1319EF09-95C5-6609-AC97-A878B1082E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31" y="2897"/>
                <a:ext cx="179" cy="266"/>
                <a:chOff x="3999" y="2808"/>
                <a:chExt cx="179" cy="266"/>
              </a:xfrm>
            </p:grpSpPr>
            <p:sp>
              <p:nvSpPr>
                <p:cNvPr id="648439" name="Oval 247">
                  <a:extLst>
                    <a:ext uri="{FF2B5EF4-FFF2-40B4-BE49-F238E27FC236}">
                      <a16:creationId xmlns:a16="http://schemas.microsoft.com/office/drawing/2014/main" id="{03994959-A1DF-7319-C012-0B8D07696447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863" name="Line 248">
                  <a:extLst>
                    <a:ext uri="{FF2B5EF4-FFF2-40B4-BE49-F238E27FC236}">
                      <a16:creationId xmlns:a16="http://schemas.microsoft.com/office/drawing/2014/main" id="{C29D1668-A5B2-12AF-594D-D4017E35CCE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864" name="Group 249">
                  <a:extLst>
                    <a:ext uri="{FF2B5EF4-FFF2-40B4-BE49-F238E27FC236}">
                      <a16:creationId xmlns:a16="http://schemas.microsoft.com/office/drawing/2014/main" id="{93DEEB10-91A9-0FDC-9FA5-3512F9372F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865" name="Line 250">
                    <a:extLst>
                      <a:ext uri="{FF2B5EF4-FFF2-40B4-BE49-F238E27FC236}">
                        <a16:creationId xmlns:a16="http://schemas.microsoft.com/office/drawing/2014/main" id="{DBF29D92-7C59-2420-9E5D-C3ACF94AB10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866" name="Line 251">
                    <a:extLst>
                      <a:ext uri="{FF2B5EF4-FFF2-40B4-BE49-F238E27FC236}">
                        <a16:creationId xmlns:a16="http://schemas.microsoft.com/office/drawing/2014/main" id="{A766FE65-ACDF-6F50-B4B6-8E139B5AFC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115855" name="Group 252">
                <a:extLst>
                  <a:ext uri="{FF2B5EF4-FFF2-40B4-BE49-F238E27FC236}">
                    <a16:creationId xmlns:a16="http://schemas.microsoft.com/office/drawing/2014/main" id="{3F7E3EB0-81C4-A74B-FB76-F47A8DA3E5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31" y="3214"/>
                <a:ext cx="179" cy="266"/>
                <a:chOff x="3999" y="2808"/>
                <a:chExt cx="179" cy="266"/>
              </a:xfrm>
            </p:grpSpPr>
            <p:sp>
              <p:nvSpPr>
                <p:cNvPr id="648445" name="Oval 253">
                  <a:extLst>
                    <a:ext uri="{FF2B5EF4-FFF2-40B4-BE49-F238E27FC236}">
                      <a16:creationId xmlns:a16="http://schemas.microsoft.com/office/drawing/2014/main" id="{59DE5606-8269-3DCE-474D-BC1BCFA878E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999" y="2808"/>
                  <a:ext cx="179" cy="266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anchor="ctr"/>
                <a:lstStyle/>
                <a:p>
                  <a:pPr algn="ctr" eaLnBrk="1" hangingPunct="1">
                    <a:lnSpc>
                      <a:spcPct val="80000"/>
                    </a:lnSpc>
                    <a:defRPr/>
                  </a:pPr>
                  <a:endParaRPr lang="zh-CN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15858" name="Line 254">
                  <a:extLst>
                    <a:ext uri="{FF2B5EF4-FFF2-40B4-BE49-F238E27FC236}">
                      <a16:creationId xmlns:a16="http://schemas.microsoft.com/office/drawing/2014/main" id="{E73B22B0-132C-85B0-F5E8-FC913908B6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46" y="3022"/>
                  <a:ext cx="79" cy="0"/>
                </a:xfrm>
                <a:prstGeom prst="line">
                  <a:avLst/>
                </a:prstGeom>
                <a:noFill/>
                <a:ln w="9525">
                  <a:solidFill>
                    <a:srgbClr val="0000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115859" name="Group 255">
                  <a:extLst>
                    <a:ext uri="{FF2B5EF4-FFF2-40B4-BE49-F238E27FC236}">
                      <a16:creationId xmlns:a16="http://schemas.microsoft.com/office/drawing/2014/main" id="{955662F2-8BD7-3FE4-E46B-94FF7BAEA1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54" y="2840"/>
                  <a:ext cx="59" cy="91"/>
                  <a:chOff x="892" y="2832"/>
                  <a:chExt cx="91" cy="91"/>
                </a:xfrm>
              </p:grpSpPr>
              <p:sp>
                <p:nvSpPr>
                  <p:cNvPr id="115860" name="Line 256">
                    <a:extLst>
                      <a:ext uri="{FF2B5EF4-FFF2-40B4-BE49-F238E27FC236}">
                        <a16:creationId xmlns:a16="http://schemas.microsoft.com/office/drawing/2014/main" id="{43C15731-6201-9759-A3BB-80E306B0F3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92" y="2886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861" name="Line 257">
                    <a:extLst>
                      <a:ext uri="{FF2B5EF4-FFF2-40B4-BE49-F238E27FC236}">
                        <a16:creationId xmlns:a16="http://schemas.microsoft.com/office/drawing/2014/main" id="{7BF4DEFB-1C54-51FF-77A8-78A608CC02B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891" y="2877"/>
                    <a:ext cx="91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15856" name="Text Box 258">
                <a:extLst>
                  <a:ext uri="{FF2B5EF4-FFF2-40B4-BE49-F238E27FC236}">
                    <a16:creationId xmlns:a16="http://schemas.microsoft.com/office/drawing/2014/main" id="{12FA7E9D-FDC4-C831-C47F-D283560C59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" y="3567"/>
                <a:ext cx="706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zh-CN" altLang="en-US" sz="18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无极分子</a:t>
                </a:r>
              </a:p>
            </p:txBody>
          </p:sp>
        </p:grpSp>
        <p:sp>
          <p:nvSpPr>
            <p:cNvPr id="115757" name="Text Box 259">
              <a:extLst>
                <a:ext uri="{FF2B5EF4-FFF2-40B4-BE49-F238E27FC236}">
                  <a16:creationId xmlns:a16="http://schemas.microsoft.com/office/drawing/2014/main" id="{7039E701-C9E2-6A2C-18F4-6F5B884071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3" y="3612"/>
              <a:ext cx="706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</a:rPr>
                <a:t>有极分子</a:t>
              </a:r>
            </a:p>
          </p:txBody>
        </p:sp>
        <p:sp>
          <p:nvSpPr>
            <p:cNvPr id="115758" name="Text Box 260">
              <a:extLst>
                <a:ext uri="{FF2B5EF4-FFF2-40B4-BE49-F238E27FC236}">
                  <a16:creationId xmlns:a16="http://schemas.microsoft.com/office/drawing/2014/main" id="{6A433898-F60D-2252-95CC-6D4035C9B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3793"/>
              <a:ext cx="90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zh-CN" altLang="en-US" sz="1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有外加电场</a:t>
              </a:r>
            </a:p>
          </p:txBody>
        </p:sp>
        <p:grpSp>
          <p:nvGrpSpPr>
            <p:cNvPr id="115759" name="Group 261">
              <a:extLst>
                <a:ext uri="{FF2B5EF4-FFF2-40B4-BE49-F238E27FC236}">
                  <a16:creationId xmlns:a16="http://schemas.microsoft.com/office/drawing/2014/main" id="{57C1FE9C-DD88-86C6-42D6-A0AF789F34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78" y="2568"/>
              <a:ext cx="1314" cy="1134"/>
              <a:chOff x="4414" y="2523"/>
              <a:chExt cx="1314" cy="1134"/>
            </a:xfrm>
          </p:grpSpPr>
          <p:grpSp>
            <p:nvGrpSpPr>
              <p:cNvPr id="115763" name="Group 262">
                <a:extLst>
                  <a:ext uri="{FF2B5EF4-FFF2-40B4-BE49-F238E27FC236}">
                    <a16:creationId xmlns:a16="http://schemas.microsoft.com/office/drawing/2014/main" id="{AE26BFF8-FA3F-3D20-D805-B4BEA2D615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9" y="3174"/>
                <a:ext cx="308" cy="446"/>
                <a:chOff x="2154" y="2688"/>
                <a:chExt cx="308" cy="417"/>
              </a:xfrm>
            </p:grpSpPr>
            <p:sp>
              <p:nvSpPr>
                <p:cNvPr id="648455" name="Oval 263">
                  <a:extLst>
                    <a:ext uri="{FF2B5EF4-FFF2-40B4-BE49-F238E27FC236}">
                      <a16:creationId xmlns:a16="http://schemas.microsoft.com/office/drawing/2014/main" id="{10388F57-AB35-89C5-D9B1-732A99B122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38" name="Text Box 264">
                  <a:extLst>
                    <a:ext uri="{FF2B5EF4-FFF2-40B4-BE49-F238E27FC236}">
                      <a16:creationId xmlns:a16="http://schemas.microsoft.com/office/drawing/2014/main" id="{EEE0A07D-A8FD-728F-BEAF-1B2CCA2A6A5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39" name="Text Box 265">
                  <a:extLst>
                    <a:ext uri="{FF2B5EF4-FFF2-40B4-BE49-F238E27FC236}">
                      <a16:creationId xmlns:a16="http://schemas.microsoft.com/office/drawing/2014/main" id="{AD00EE16-1EB1-77E2-C45C-D77435D75A6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64" name="Group 266">
                <a:extLst>
                  <a:ext uri="{FF2B5EF4-FFF2-40B4-BE49-F238E27FC236}">
                    <a16:creationId xmlns:a16="http://schemas.microsoft.com/office/drawing/2014/main" id="{24CABF34-E6DD-653C-4AE4-CAC4212031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94" y="2523"/>
                <a:ext cx="308" cy="446"/>
                <a:chOff x="2154" y="2688"/>
                <a:chExt cx="308" cy="417"/>
              </a:xfrm>
            </p:grpSpPr>
            <p:sp>
              <p:nvSpPr>
                <p:cNvPr id="648459" name="Oval 267">
                  <a:extLst>
                    <a:ext uri="{FF2B5EF4-FFF2-40B4-BE49-F238E27FC236}">
                      <a16:creationId xmlns:a16="http://schemas.microsoft.com/office/drawing/2014/main" id="{9BA124B9-EA8E-F717-748A-9DE671E935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35" name="Text Box 268">
                  <a:extLst>
                    <a:ext uri="{FF2B5EF4-FFF2-40B4-BE49-F238E27FC236}">
                      <a16:creationId xmlns:a16="http://schemas.microsoft.com/office/drawing/2014/main" id="{2B1C2A80-60A2-CA34-A161-15AD4A03D4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36" name="Text Box 269">
                  <a:extLst>
                    <a:ext uri="{FF2B5EF4-FFF2-40B4-BE49-F238E27FC236}">
                      <a16:creationId xmlns:a16="http://schemas.microsoft.com/office/drawing/2014/main" id="{21AA9478-5D27-36D0-ACA2-63BC0202424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115765" name="Rectangle 270">
                <a:extLst>
                  <a:ext uri="{FF2B5EF4-FFF2-40B4-BE49-F238E27FC236}">
                    <a16:creationId xmlns:a16="http://schemas.microsoft.com/office/drawing/2014/main" id="{9697CA4B-6BB2-FCC1-2218-70D01963CC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4" y="2523"/>
                <a:ext cx="1225" cy="1088"/>
              </a:xfrm>
              <a:prstGeom prst="rect">
                <a:avLst/>
              </a:prstGeom>
              <a:solidFill>
                <a:srgbClr val="33CCCC"/>
              </a:solidFill>
              <a:ln w="9525">
                <a:miter lim="800000"/>
                <a:headEnd/>
                <a:tailEnd/>
              </a:ln>
              <a:scene3d>
                <a:camera prst="legacyPerspectiveTopRight"/>
                <a:lightRig rig="legacyFlat3" dir="b"/>
              </a:scene3d>
              <a:sp3d extrusionH="887400" prstMaterial="legacyMatte">
                <a:bevelT w="13500" h="13500" prst="angle"/>
                <a:bevelB w="13500" h="13500" prst="angle"/>
                <a:extrusionClr>
                  <a:srgbClr val="33CCCC"/>
                </a:extrusionClr>
                <a:contourClr>
                  <a:srgbClr val="33CCCC"/>
                </a:contourClr>
              </a:sp3d>
            </p:spPr>
            <p:txBody>
              <a:bodyPr anchor="ctr">
                <a:spAutoFit/>
                <a:flatTx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15766" name="Group 271">
                <a:extLst>
                  <a:ext uri="{FF2B5EF4-FFF2-40B4-BE49-F238E27FC236}">
                    <a16:creationId xmlns:a16="http://schemas.microsoft.com/office/drawing/2014/main" id="{39720639-F291-77A6-AC0E-C4754A0A3A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2" y="2561"/>
                <a:ext cx="308" cy="446"/>
                <a:chOff x="2154" y="2688"/>
                <a:chExt cx="308" cy="417"/>
              </a:xfrm>
            </p:grpSpPr>
            <p:sp>
              <p:nvSpPr>
                <p:cNvPr id="648464" name="Oval 272">
                  <a:extLst>
                    <a:ext uri="{FF2B5EF4-FFF2-40B4-BE49-F238E27FC236}">
                      <a16:creationId xmlns:a16="http://schemas.microsoft.com/office/drawing/2014/main" id="{BDA0F6BC-0A3D-7CBA-44A2-E90E9FCD64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32" name="Text Box 273">
                  <a:extLst>
                    <a:ext uri="{FF2B5EF4-FFF2-40B4-BE49-F238E27FC236}">
                      <a16:creationId xmlns:a16="http://schemas.microsoft.com/office/drawing/2014/main" id="{E71B01B2-D997-E772-5464-A0C89303A1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33" name="Text Box 274">
                  <a:extLst>
                    <a:ext uri="{FF2B5EF4-FFF2-40B4-BE49-F238E27FC236}">
                      <a16:creationId xmlns:a16="http://schemas.microsoft.com/office/drawing/2014/main" id="{593511AD-451B-1C1D-4D8E-C0B021C39C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67" name="Group 275">
                <a:extLst>
                  <a:ext uri="{FF2B5EF4-FFF2-40B4-BE49-F238E27FC236}">
                    <a16:creationId xmlns:a16="http://schemas.microsoft.com/office/drawing/2014/main" id="{D74677E6-CA28-286F-0089-C905BB93E8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89" y="2847"/>
                <a:ext cx="308" cy="446"/>
                <a:chOff x="2154" y="2688"/>
                <a:chExt cx="308" cy="417"/>
              </a:xfrm>
            </p:grpSpPr>
            <p:sp>
              <p:nvSpPr>
                <p:cNvPr id="648468" name="Oval 276">
                  <a:extLst>
                    <a:ext uri="{FF2B5EF4-FFF2-40B4-BE49-F238E27FC236}">
                      <a16:creationId xmlns:a16="http://schemas.microsoft.com/office/drawing/2014/main" id="{BE61AAA9-E9DF-AF21-2CDE-3422B0FEE1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29" name="Text Box 277">
                  <a:extLst>
                    <a:ext uri="{FF2B5EF4-FFF2-40B4-BE49-F238E27FC236}">
                      <a16:creationId xmlns:a16="http://schemas.microsoft.com/office/drawing/2014/main" id="{1ED9CC4C-7D35-140E-9AB2-A356B33201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30" name="Text Box 278">
                  <a:extLst>
                    <a:ext uri="{FF2B5EF4-FFF2-40B4-BE49-F238E27FC236}">
                      <a16:creationId xmlns:a16="http://schemas.microsoft.com/office/drawing/2014/main" id="{BF1044A8-62F8-A8DD-A4B6-BE9AC5BF53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68" name="Group 279">
                <a:extLst>
                  <a:ext uri="{FF2B5EF4-FFF2-40B4-BE49-F238E27FC236}">
                    <a16:creationId xmlns:a16="http://schemas.microsoft.com/office/drawing/2014/main" id="{3D5011F3-9794-2647-4706-277B6E71E6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78" y="2885"/>
                <a:ext cx="308" cy="446"/>
                <a:chOff x="2154" y="2688"/>
                <a:chExt cx="308" cy="417"/>
              </a:xfrm>
            </p:grpSpPr>
            <p:sp>
              <p:nvSpPr>
                <p:cNvPr id="648472" name="Oval 280">
                  <a:extLst>
                    <a:ext uri="{FF2B5EF4-FFF2-40B4-BE49-F238E27FC236}">
                      <a16:creationId xmlns:a16="http://schemas.microsoft.com/office/drawing/2014/main" id="{7E5F1DCE-FD20-A1C1-A2F1-3E04B9D8B4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26" name="Text Box 281">
                  <a:extLst>
                    <a:ext uri="{FF2B5EF4-FFF2-40B4-BE49-F238E27FC236}">
                      <a16:creationId xmlns:a16="http://schemas.microsoft.com/office/drawing/2014/main" id="{7695549E-756D-E385-C26B-2959EC34AB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27" name="Text Box 282">
                  <a:extLst>
                    <a:ext uri="{FF2B5EF4-FFF2-40B4-BE49-F238E27FC236}">
                      <a16:creationId xmlns:a16="http://schemas.microsoft.com/office/drawing/2014/main" id="{93D3DCFF-55AC-357F-766D-A2067F6B1DB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69" name="Group 283">
                <a:extLst>
                  <a:ext uri="{FF2B5EF4-FFF2-40B4-BE49-F238E27FC236}">
                    <a16:creationId xmlns:a16="http://schemas.microsoft.com/office/drawing/2014/main" id="{9D0D6857-85F0-2C60-1133-3435D208E3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30" y="3021"/>
                <a:ext cx="308" cy="446"/>
                <a:chOff x="2154" y="2688"/>
                <a:chExt cx="308" cy="417"/>
              </a:xfrm>
            </p:grpSpPr>
            <p:sp>
              <p:nvSpPr>
                <p:cNvPr id="648476" name="Oval 284">
                  <a:extLst>
                    <a:ext uri="{FF2B5EF4-FFF2-40B4-BE49-F238E27FC236}">
                      <a16:creationId xmlns:a16="http://schemas.microsoft.com/office/drawing/2014/main" id="{B1566468-EA38-3FED-95A8-3008194432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23" name="Text Box 285">
                  <a:extLst>
                    <a:ext uri="{FF2B5EF4-FFF2-40B4-BE49-F238E27FC236}">
                      <a16:creationId xmlns:a16="http://schemas.microsoft.com/office/drawing/2014/main" id="{BBC1109E-C2E3-258E-D0CE-BA74531D69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24" name="Text Box 286">
                  <a:extLst>
                    <a:ext uri="{FF2B5EF4-FFF2-40B4-BE49-F238E27FC236}">
                      <a16:creationId xmlns:a16="http://schemas.microsoft.com/office/drawing/2014/main" id="{8C2C53B3-A0B3-1F05-788F-3B85168FDDF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0" name="Group 287">
                <a:extLst>
                  <a:ext uri="{FF2B5EF4-FFF2-40B4-BE49-F238E27FC236}">
                    <a16:creationId xmlns:a16="http://schemas.microsoft.com/office/drawing/2014/main" id="{9F00344A-4CDD-FF78-7519-2BCD8D69D8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6" y="3211"/>
                <a:ext cx="308" cy="446"/>
                <a:chOff x="2154" y="2688"/>
                <a:chExt cx="308" cy="417"/>
              </a:xfrm>
            </p:grpSpPr>
            <p:sp>
              <p:nvSpPr>
                <p:cNvPr id="648480" name="Oval 288">
                  <a:extLst>
                    <a:ext uri="{FF2B5EF4-FFF2-40B4-BE49-F238E27FC236}">
                      <a16:creationId xmlns:a16="http://schemas.microsoft.com/office/drawing/2014/main" id="{706885A9-784F-46AB-6664-83EDB82D2D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20" name="Text Box 289">
                  <a:extLst>
                    <a:ext uri="{FF2B5EF4-FFF2-40B4-BE49-F238E27FC236}">
                      <a16:creationId xmlns:a16="http://schemas.microsoft.com/office/drawing/2014/main" id="{9C2E3CDE-2650-86F2-0413-2D60645255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21" name="Text Box 290">
                  <a:extLst>
                    <a:ext uri="{FF2B5EF4-FFF2-40B4-BE49-F238E27FC236}">
                      <a16:creationId xmlns:a16="http://schemas.microsoft.com/office/drawing/2014/main" id="{1CBF7C52-4D2C-9DF9-D357-6C8C7D04DFD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1" name="Group 291">
                <a:extLst>
                  <a:ext uri="{FF2B5EF4-FFF2-40B4-BE49-F238E27FC236}">
                    <a16:creationId xmlns:a16="http://schemas.microsoft.com/office/drawing/2014/main" id="{F0DF5F11-AA8F-6242-961A-75C09FD668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8" y="2523"/>
                <a:ext cx="308" cy="446"/>
                <a:chOff x="2154" y="2688"/>
                <a:chExt cx="308" cy="417"/>
              </a:xfrm>
            </p:grpSpPr>
            <p:sp>
              <p:nvSpPr>
                <p:cNvPr id="648484" name="Oval 292">
                  <a:extLst>
                    <a:ext uri="{FF2B5EF4-FFF2-40B4-BE49-F238E27FC236}">
                      <a16:creationId xmlns:a16="http://schemas.microsoft.com/office/drawing/2014/main" id="{0ED204DD-5659-30EF-CBFC-E3FD3A5D00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17" name="Text Box 293">
                  <a:extLst>
                    <a:ext uri="{FF2B5EF4-FFF2-40B4-BE49-F238E27FC236}">
                      <a16:creationId xmlns:a16="http://schemas.microsoft.com/office/drawing/2014/main" id="{9F727472-1074-F490-9989-289E0FF4B0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18" name="Text Box 294">
                  <a:extLst>
                    <a:ext uri="{FF2B5EF4-FFF2-40B4-BE49-F238E27FC236}">
                      <a16:creationId xmlns:a16="http://schemas.microsoft.com/office/drawing/2014/main" id="{38151F8A-4DD7-32EB-206B-C7E376EDC81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2" name="Group 295">
                <a:extLst>
                  <a:ext uri="{FF2B5EF4-FFF2-40B4-BE49-F238E27FC236}">
                    <a16:creationId xmlns:a16="http://schemas.microsoft.com/office/drawing/2014/main" id="{BD120559-73BC-EDF7-AA8D-1649D27429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30" y="2614"/>
                <a:ext cx="308" cy="446"/>
                <a:chOff x="2154" y="2688"/>
                <a:chExt cx="308" cy="417"/>
              </a:xfrm>
            </p:grpSpPr>
            <p:sp>
              <p:nvSpPr>
                <p:cNvPr id="648488" name="Oval 296">
                  <a:extLst>
                    <a:ext uri="{FF2B5EF4-FFF2-40B4-BE49-F238E27FC236}">
                      <a16:creationId xmlns:a16="http://schemas.microsoft.com/office/drawing/2014/main" id="{0C8F134E-1494-A434-D823-8D9AE76CD1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14" name="Text Box 297">
                  <a:extLst>
                    <a:ext uri="{FF2B5EF4-FFF2-40B4-BE49-F238E27FC236}">
                      <a16:creationId xmlns:a16="http://schemas.microsoft.com/office/drawing/2014/main" id="{31F0F446-46CE-AB82-7A78-8956C4E318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15" name="Text Box 298">
                  <a:extLst>
                    <a:ext uri="{FF2B5EF4-FFF2-40B4-BE49-F238E27FC236}">
                      <a16:creationId xmlns:a16="http://schemas.microsoft.com/office/drawing/2014/main" id="{56CE6BA1-961C-1635-609B-055E03DE61A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3" name="Group 299">
                <a:extLst>
                  <a:ext uri="{FF2B5EF4-FFF2-40B4-BE49-F238E27FC236}">
                    <a16:creationId xmlns:a16="http://schemas.microsoft.com/office/drawing/2014/main" id="{10707F9F-8ACA-F012-1A2A-A16A4DF2CE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66" y="2840"/>
                <a:ext cx="308" cy="446"/>
                <a:chOff x="2154" y="2688"/>
                <a:chExt cx="308" cy="417"/>
              </a:xfrm>
            </p:grpSpPr>
            <p:sp>
              <p:nvSpPr>
                <p:cNvPr id="648492" name="Oval 300">
                  <a:extLst>
                    <a:ext uri="{FF2B5EF4-FFF2-40B4-BE49-F238E27FC236}">
                      <a16:creationId xmlns:a16="http://schemas.microsoft.com/office/drawing/2014/main" id="{D0F3F298-AC62-C386-08F2-794A2F40A7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11" name="Text Box 301">
                  <a:extLst>
                    <a:ext uri="{FF2B5EF4-FFF2-40B4-BE49-F238E27FC236}">
                      <a16:creationId xmlns:a16="http://schemas.microsoft.com/office/drawing/2014/main" id="{12CA0AAB-C32B-AB4D-6458-4C979C410F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12" name="Text Box 302">
                  <a:extLst>
                    <a:ext uri="{FF2B5EF4-FFF2-40B4-BE49-F238E27FC236}">
                      <a16:creationId xmlns:a16="http://schemas.microsoft.com/office/drawing/2014/main" id="{B7B2EE4C-C9A9-5354-1DC4-AFAC09C448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4" name="Group 303">
                <a:extLst>
                  <a:ext uri="{FF2B5EF4-FFF2-40B4-BE49-F238E27FC236}">
                    <a16:creationId xmlns:a16="http://schemas.microsoft.com/office/drawing/2014/main" id="{1C942450-8D6D-4BFE-4590-256DA72448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02" y="2976"/>
                <a:ext cx="308" cy="446"/>
                <a:chOff x="2154" y="2688"/>
                <a:chExt cx="308" cy="417"/>
              </a:xfrm>
            </p:grpSpPr>
            <p:sp>
              <p:nvSpPr>
                <p:cNvPr id="648496" name="Oval 304">
                  <a:extLst>
                    <a:ext uri="{FF2B5EF4-FFF2-40B4-BE49-F238E27FC236}">
                      <a16:creationId xmlns:a16="http://schemas.microsoft.com/office/drawing/2014/main" id="{7DF72641-DEC7-F3FE-C78A-2CFED32AED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08" name="Text Box 305">
                  <a:extLst>
                    <a:ext uri="{FF2B5EF4-FFF2-40B4-BE49-F238E27FC236}">
                      <a16:creationId xmlns:a16="http://schemas.microsoft.com/office/drawing/2014/main" id="{F9AE86C5-ECA2-F946-962F-2C37D28CDE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09" name="Text Box 306">
                  <a:extLst>
                    <a:ext uri="{FF2B5EF4-FFF2-40B4-BE49-F238E27FC236}">
                      <a16:creationId xmlns:a16="http://schemas.microsoft.com/office/drawing/2014/main" id="{C32FC110-4FE7-CD9E-097C-124150FE33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5" name="Group 307">
                <a:extLst>
                  <a:ext uri="{FF2B5EF4-FFF2-40B4-BE49-F238E27FC236}">
                    <a16:creationId xmlns:a16="http://schemas.microsoft.com/office/drawing/2014/main" id="{699F5EA4-6BE1-C64D-0402-E4A72BF1FA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48" y="3174"/>
                <a:ext cx="308" cy="446"/>
                <a:chOff x="2154" y="2688"/>
                <a:chExt cx="308" cy="417"/>
              </a:xfrm>
            </p:grpSpPr>
            <p:sp>
              <p:nvSpPr>
                <p:cNvPr id="648500" name="Oval 308">
                  <a:extLst>
                    <a:ext uri="{FF2B5EF4-FFF2-40B4-BE49-F238E27FC236}">
                      <a16:creationId xmlns:a16="http://schemas.microsoft.com/office/drawing/2014/main" id="{3B46E3D4-F8AB-E699-F31B-B01F58EAD0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05" name="Text Box 309">
                  <a:extLst>
                    <a:ext uri="{FF2B5EF4-FFF2-40B4-BE49-F238E27FC236}">
                      <a16:creationId xmlns:a16="http://schemas.microsoft.com/office/drawing/2014/main" id="{56E52F0E-E917-7E52-7A2D-6D186F7612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06" name="Text Box 310">
                  <a:extLst>
                    <a:ext uri="{FF2B5EF4-FFF2-40B4-BE49-F238E27FC236}">
                      <a16:creationId xmlns:a16="http://schemas.microsoft.com/office/drawing/2014/main" id="{F9C561D0-850E-E27B-68DE-8B7319E8AA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6" name="Group 311">
                <a:extLst>
                  <a:ext uri="{FF2B5EF4-FFF2-40B4-BE49-F238E27FC236}">
                    <a16:creationId xmlns:a16="http://schemas.microsoft.com/office/drawing/2014/main" id="{2551BD58-28B0-F267-2758-6ABAA2F41E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28" y="2523"/>
                <a:ext cx="308" cy="446"/>
                <a:chOff x="2154" y="2688"/>
                <a:chExt cx="308" cy="417"/>
              </a:xfrm>
            </p:grpSpPr>
            <p:sp>
              <p:nvSpPr>
                <p:cNvPr id="648504" name="Oval 312">
                  <a:extLst>
                    <a:ext uri="{FF2B5EF4-FFF2-40B4-BE49-F238E27FC236}">
                      <a16:creationId xmlns:a16="http://schemas.microsoft.com/office/drawing/2014/main" id="{BD61B192-EBC9-3593-A813-E968756823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802" name="Text Box 313">
                  <a:extLst>
                    <a:ext uri="{FF2B5EF4-FFF2-40B4-BE49-F238E27FC236}">
                      <a16:creationId xmlns:a16="http://schemas.microsoft.com/office/drawing/2014/main" id="{F78AB7F1-7B88-FA24-CAAF-BB314360B20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03" name="Text Box 314">
                  <a:extLst>
                    <a:ext uri="{FF2B5EF4-FFF2-40B4-BE49-F238E27FC236}">
                      <a16:creationId xmlns:a16="http://schemas.microsoft.com/office/drawing/2014/main" id="{215CF48D-D280-2B1F-CC59-4EF34A6D689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7" name="Group 315">
                <a:extLst>
                  <a:ext uri="{FF2B5EF4-FFF2-40B4-BE49-F238E27FC236}">
                    <a16:creationId xmlns:a16="http://schemas.microsoft.com/office/drawing/2014/main" id="{FA2222AA-B5B2-CAB4-2AEC-9DEF20C4BB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88" y="2704"/>
                <a:ext cx="308" cy="446"/>
                <a:chOff x="2154" y="2688"/>
                <a:chExt cx="308" cy="417"/>
              </a:xfrm>
            </p:grpSpPr>
            <p:sp>
              <p:nvSpPr>
                <p:cNvPr id="648508" name="Oval 316">
                  <a:extLst>
                    <a:ext uri="{FF2B5EF4-FFF2-40B4-BE49-F238E27FC236}">
                      <a16:creationId xmlns:a16="http://schemas.microsoft.com/office/drawing/2014/main" id="{2F6A6EE8-01AB-53A2-98C8-046F1D74CC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799" name="Text Box 317">
                  <a:extLst>
                    <a:ext uri="{FF2B5EF4-FFF2-40B4-BE49-F238E27FC236}">
                      <a16:creationId xmlns:a16="http://schemas.microsoft.com/office/drawing/2014/main" id="{A849D220-F551-9A14-6804-75DB793582B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800" name="Text Box 318">
                  <a:extLst>
                    <a:ext uri="{FF2B5EF4-FFF2-40B4-BE49-F238E27FC236}">
                      <a16:creationId xmlns:a16="http://schemas.microsoft.com/office/drawing/2014/main" id="{11C38F67-38DB-BD55-25AF-36008384C71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8" name="Group 319">
                <a:extLst>
                  <a:ext uri="{FF2B5EF4-FFF2-40B4-BE49-F238E27FC236}">
                    <a16:creationId xmlns:a16="http://schemas.microsoft.com/office/drawing/2014/main" id="{8E3F4380-D26D-29A6-860E-927502DAF2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9" y="2840"/>
                <a:ext cx="308" cy="446"/>
                <a:chOff x="2154" y="2688"/>
                <a:chExt cx="308" cy="417"/>
              </a:xfrm>
            </p:grpSpPr>
            <p:sp>
              <p:nvSpPr>
                <p:cNvPr id="648512" name="Oval 320">
                  <a:extLst>
                    <a:ext uri="{FF2B5EF4-FFF2-40B4-BE49-F238E27FC236}">
                      <a16:creationId xmlns:a16="http://schemas.microsoft.com/office/drawing/2014/main" id="{D614D982-EFF0-2E79-843D-B1491B8184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796" name="Text Box 321">
                  <a:extLst>
                    <a:ext uri="{FF2B5EF4-FFF2-40B4-BE49-F238E27FC236}">
                      <a16:creationId xmlns:a16="http://schemas.microsoft.com/office/drawing/2014/main" id="{F71ACD6C-69C3-C8E2-96B7-772498FC7D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797" name="Text Box 322">
                  <a:extLst>
                    <a:ext uri="{FF2B5EF4-FFF2-40B4-BE49-F238E27FC236}">
                      <a16:creationId xmlns:a16="http://schemas.microsoft.com/office/drawing/2014/main" id="{4376699B-36D5-4D9D-9FDE-3B56E9CBD0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79" name="Group 323">
                <a:extLst>
                  <a:ext uri="{FF2B5EF4-FFF2-40B4-BE49-F238E27FC236}">
                    <a16:creationId xmlns:a16="http://schemas.microsoft.com/office/drawing/2014/main" id="{83F8E14E-5874-D2D8-2005-5A6719ADEA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2" y="3166"/>
                <a:ext cx="308" cy="446"/>
                <a:chOff x="2154" y="2688"/>
                <a:chExt cx="308" cy="417"/>
              </a:xfrm>
            </p:grpSpPr>
            <p:sp>
              <p:nvSpPr>
                <p:cNvPr id="648516" name="Oval 324">
                  <a:extLst>
                    <a:ext uri="{FF2B5EF4-FFF2-40B4-BE49-F238E27FC236}">
                      <a16:creationId xmlns:a16="http://schemas.microsoft.com/office/drawing/2014/main" id="{344B0FD9-00A9-1E77-678A-E3B70C70A5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793" name="Text Box 325">
                  <a:extLst>
                    <a:ext uri="{FF2B5EF4-FFF2-40B4-BE49-F238E27FC236}">
                      <a16:creationId xmlns:a16="http://schemas.microsoft.com/office/drawing/2014/main" id="{CBF247BC-D33C-8E4B-F115-FAB30BC13D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794" name="Text Box 326">
                  <a:extLst>
                    <a:ext uri="{FF2B5EF4-FFF2-40B4-BE49-F238E27FC236}">
                      <a16:creationId xmlns:a16="http://schemas.microsoft.com/office/drawing/2014/main" id="{200BC497-D84A-066D-B82C-0A4B8871B63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80" name="Group 327">
                <a:extLst>
                  <a:ext uri="{FF2B5EF4-FFF2-40B4-BE49-F238E27FC236}">
                    <a16:creationId xmlns:a16="http://schemas.microsoft.com/office/drawing/2014/main" id="{7C3F6DD0-6E08-DC0D-16A4-2C14550A2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9" y="3211"/>
                <a:ext cx="308" cy="446"/>
                <a:chOff x="2154" y="2688"/>
                <a:chExt cx="308" cy="417"/>
              </a:xfrm>
            </p:grpSpPr>
            <p:sp>
              <p:nvSpPr>
                <p:cNvPr id="648520" name="Oval 328">
                  <a:extLst>
                    <a:ext uri="{FF2B5EF4-FFF2-40B4-BE49-F238E27FC236}">
                      <a16:creationId xmlns:a16="http://schemas.microsoft.com/office/drawing/2014/main" id="{DD96BF7B-1E43-8C4A-2341-FD9A6CCBA9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790" name="Text Box 329">
                  <a:extLst>
                    <a:ext uri="{FF2B5EF4-FFF2-40B4-BE49-F238E27FC236}">
                      <a16:creationId xmlns:a16="http://schemas.microsoft.com/office/drawing/2014/main" id="{7A48A6A1-E040-2A11-51DC-7672B241524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791" name="Text Box 330">
                  <a:extLst>
                    <a:ext uri="{FF2B5EF4-FFF2-40B4-BE49-F238E27FC236}">
                      <a16:creationId xmlns:a16="http://schemas.microsoft.com/office/drawing/2014/main" id="{614A5108-17A9-9B35-3BA2-A240784596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81" name="Group 331">
                <a:extLst>
                  <a:ext uri="{FF2B5EF4-FFF2-40B4-BE49-F238E27FC236}">
                    <a16:creationId xmlns:a16="http://schemas.microsoft.com/office/drawing/2014/main" id="{D6411610-C857-0654-A0B5-ADEC238AD7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90" y="2523"/>
                <a:ext cx="308" cy="446"/>
                <a:chOff x="2154" y="2688"/>
                <a:chExt cx="308" cy="417"/>
              </a:xfrm>
            </p:grpSpPr>
            <p:sp>
              <p:nvSpPr>
                <p:cNvPr id="648524" name="Oval 332">
                  <a:extLst>
                    <a:ext uri="{FF2B5EF4-FFF2-40B4-BE49-F238E27FC236}">
                      <a16:creationId xmlns:a16="http://schemas.microsoft.com/office/drawing/2014/main" id="{A91F389F-E513-8B6F-499B-8030FD8254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787" name="Text Box 333">
                  <a:extLst>
                    <a:ext uri="{FF2B5EF4-FFF2-40B4-BE49-F238E27FC236}">
                      <a16:creationId xmlns:a16="http://schemas.microsoft.com/office/drawing/2014/main" id="{A9D5E2BA-5C77-D8BF-179C-3DDA2534A0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788" name="Text Box 334">
                  <a:extLst>
                    <a:ext uri="{FF2B5EF4-FFF2-40B4-BE49-F238E27FC236}">
                      <a16:creationId xmlns:a16="http://schemas.microsoft.com/office/drawing/2014/main" id="{1E870F4D-BC18-F46E-9877-CF4D903ED5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5782" name="Group 335">
                <a:extLst>
                  <a:ext uri="{FF2B5EF4-FFF2-40B4-BE49-F238E27FC236}">
                    <a16:creationId xmlns:a16="http://schemas.microsoft.com/office/drawing/2014/main" id="{2441103D-85A6-6E95-87DB-EC7FE6E50F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20" y="3203"/>
                <a:ext cx="308" cy="446"/>
                <a:chOff x="2154" y="2688"/>
                <a:chExt cx="308" cy="417"/>
              </a:xfrm>
            </p:grpSpPr>
            <p:sp>
              <p:nvSpPr>
                <p:cNvPr id="648528" name="Oval 336">
                  <a:extLst>
                    <a:ext uri="{FF2B5EF4-FFF2-40B4-BE49-F238E27FC236}">
                      <a16:creationId xmlns:a16="http://schemas.microsoft.com/office/drawing/2014/main" id="{DF3C4A91-2CE5-A388-654B-3E68D75EF4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00" y="2734"/>
                  <a:ext cx="136" cy="272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18900000" scaled="1"/>
                </a:gradFill>
                <a:ln w="9525">
                  <a:noFill/>
                  <a:round/>
                </a:ln>
                <a:effectLst/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>
                    <a:spcBef>
                      <a:spcPct val="15000"/>
                    </a:spcBef>
                    <a:defRPr/>
                  </a:pPr>
                  <a:endParaRPr lang="zh-CN" altLang="en-US" b="0"/>
                </a:p>
              </p:txBody>
            </p:sp>
            <p:sp>
              <p:nvSpPr>
                <p:cNvPr id="115784" name="Text Box 337">
                  <a:extLst>
                    <a:ext uri="{FF2B5EF4-FFF2-40B4-BE49-F238E27FC236}">
                      <a16:creationId xmlns:a16="http://schemas.microsoft.com/office/drawing/2014/main" id="{EBD4954D-6436-5360-C93D-BD3DE4A705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688"/>
                  <a:ext cx="272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600" b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Symbol" panose="05050102010706020507" pitchFamily="18" charset="2"/>
                    </a:rPr>
                    <a:t></a:t>
                  </a:r>
                  <a:endPara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5785" name="Text Box 338">
                  <a:extLst>
                    <a:ext uri="{FF2B5EF4-FFF2-40B4-BE49-F238E27FC236}">
                      <a16:creationId xmlns:a16="http://schemas.microsoft.com/office/drawing/2014/main" id="{9EEBC111-E696-57D9-552F-312D7EC56E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54" y="2840"/>
                  <a:ext cx="308" cy="2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just"/>
                  <a:r>
                    <a:rPr lang="en-US" altLang="zh-CN" sz="1400" b="0">
                      <a:solidFill>
                        <a:srgbClr val="0000FF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sym typeface="Webdings" panose="05030102010509060703" pitchFamily="18" charset="2"/>
                    </a:rPr>
                    <a:t></a:t>
                  </a:r>
                  <a:endPara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grpSp>
          <p:nvGrpSpPr>
            <p:cNvPr id="115760" name="Group 339">
              <a:extLst>
                <a:ext uri="{FF2B5EF4-FFF2-40B4-BE49-F238E27FC236}">
                  <a16:creationId xmlns:a16="http://schemas.microsoft.com/office/drawing/2014/main" id="{D766DB70-EA64-B6BB-D5F1-510E06236B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5" y="2659"/>
              <a:ext cx="295" cy="752"/>
              <a:chOff x="4082" y="2769"/>
              <a:chExt cx="295" cy="752"/>
            </a:xfrm>
          </p:grpSpPr>
          <p:sp>
            <p:nvSpPr>
              <p:cNvPr id="115761" name="Line 340">
                <a:extLst>
                  <a:ext uri="{FF2B5EF4-FFF2-40B4-BE49-F238E27FC236}">
                    <a16:creationId xmlns:a16="http://schemas.microsoft.com/office/drawing/2014/main" id="{27183023-89F3-72C0-E4DF-812BEACF8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95" y="2966"/>
                <a:ext cx="0" cy="55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762" name="Text Box 341">
                <a:extLst>
                  <a:ext uri="{FF2B5EF4-FFF2-40B4-BE49-F238E27FC236}">
                    <a16:creationId xmlns:a16="http://schemas.microsoft.com/office/drawing/2014/main" id="{B5101A8D-84FB-1CD0-0274-8A2287A61C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2" y="2769"/>
                <a:ext cx="295" cy="2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i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E</a:t>
                </a:r>
                <a:endParaRPr lang="en-US" altLang="zh-CN" sz="1600" b="0" i="1" baseline="-25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15719" name="AutoShape 34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D0048F6-8F88-68E5-F1AA-CECA5FD82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5720" name="AutoShape 34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409B9EE-7C39-5EDE-5BBA-FAEC8E776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5721" name="AutoShape 34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4DAAE39-7D34-4506-1471-E8AF552D5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5722" name="AutoShape 34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FA53E86E-91D3-E860-E51F-C816734C6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648541" name="Rectangle 349">
            <a:extLst>
              <a:ext uri="{FF2B5EF4-FFF2-40B4-BE49-F238E27FC236}">
                <a16:creationId xmlns:a16="http://schemas.microsoft.com/office/drawing/2014/main" id="{64446B2B-5B75-2570-FE74-6C62F1F5D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068638"/>
            <a:ext cx="4319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无极分子 ：正负电荷中心</a:t>
            </a:r>
            <a:r>
              <a:rPr lang="zh-CN" altLang="en-US">
                <a:solidFill>
                  <a:srgbClr val="FFD1E8"/>
                </a:solidFill>
                <a:ea typeface="宋体" panose="02010600030101010101" pitchFamily="2" charset="-122"/>
              </a:rPr>
              <a:t>重合</a:t>
            </a:r>
            <a:r>
              <a:rPr lang="zh-CN" altLang="en-US"/>
              <a:t> </a:t>
            </a:r>
          </a:p>
        </p:txBody>
      </p:sp>
      <p:sp>
        <p:nvSpPr>
          <p:cNvPr id="648542" name="Rectangle 350">
            <a:extLst>
              <a:ext uri="{FF2B5EF4-FFF2-40B4-BE49-F238E27FC236}">
                <a16:creationId xmlns:a16="http://schemas.microsoft.com/office/drawing/2014/main" id="{28035134-5F02-B066-3B08-DB8C88EDF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644900"/>
            <a:ext cx="48958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有极分子 ：固有电偶极矩</a:t>
            </a:r>
            <a:r>
              <a:rPr lang="zh-CN" altLang="en-US">
                <a:solidFill>
                  <a:srgbClr val="FFD1E8"/>
                </a:solidFill>
                <a:ea typeface="宋体" panose="02010600030101010101" pitchFamily="2" charset="-122"/>
              </a:rPr>
              <a:t>无序</a:t>
            </a:r>
          </a:p>
          <a:p>
            <a:pPr eaLnBrk="1" hangingPunct="1"/>
            <a:r>
              <a:rPr lang="zh-CN" altLang="en-US"/>
              <a:t>排列</a:t>
            </a:r>
          </a:p>
        </p:txBody>
      </p:sp>
      <p:grpSp>
        <p:nvGrpSpPr>
          <p:cNvPr id="648453" name="Group 351">
            <a:extLst>
              <a:ext uri="{FF2B5EF4-FFF2-40B4-BE49-F238E27FC236}">
                <a16:creationId xmlns:a16="http://schemas.microsoft.com/office/drawing/2014/main" id="{3148CF58-04BF-75A9-9A5A-484AAD8CD04A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3213100"/>
            <a:ext cx="3887788" cy="1150938"/>
            <a:chOff x="3334" y="2205"/>
            <a:chExt cx="2449" cy="725"/>
          </a:xfrm>
        </p:grpSpPr>
        <p:sp>
          <p:nvSpPr>
            <p:cNvPr id="115751" name="AutoShape 352">
              <a:extLst>
                <a:ext uri="{FF2B5EF4-FFF2-40B4-BE49-F238E27FC236}">
                  <a16:creationId xmlns:a16="http://schemas.microsoft.com/office/drawing/2014/main" id="{346F0B75-515F-5423-4638-43A5F58B41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2205"/>
              <a:ext cx="45" cy="725"/>
            </a:xfrm>
            <a:prstGeom prst="rightBrace">
              <a:avLst>
                <a:gd name="adj1" fmla="val 134185"/>
                <a:gd name="adj2" fmla="val 50000"/>
              </a:avLst>
            </a:prstGeom>
            <a:noFill/>
            <a:ln w="222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115752" name="Group 353">
              <a:extLst>
                <a:ext uri="{FF2B5EF4-FFF2-40B4-BE49-F238E27FC236}">
                  <a16:creationId xmlns:a16="http://schemas.microsoft.com/office/drawing/2014/main" id="{596D54FB-1141-E101-B688-4265092AD8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2387"/>
              <a:ext cx="2359" cy="317"/>
              <a:chOff x="3288" y="2387"/>
              <a:chExt cx="2359" cy="317"/>
            </a:xfrm>
          </p:grpSpPr>
          <p:sp>
            <p:nvSpPr>
              <p:cNvPr id="115753" name="AutoShape 354">
                <a:extLst>
                  <a:ext uri="{FF2B5EF4-FFF2-40B4-BE49-F238E27FC236}">
                    <a16:creationId xmlns:a16="http://schemas.microsoft.com/office/drawing/2014/main" id="{197C4C10-F1A8-E214-9805-637E956D5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8" y="2523"/>
                <a:ext cx="408" cy="136"/>
              </a:xfrm>
              <a:prstGeom prst="rightArrow">
                <a:avLst>
                  <a:gd name="adj1" fmla="val 50000"/>
                  <a:gd name="adj2" fmla="val 75000"/>
                </a:avLst>
              </a:prstGeom>
              <a:solidFill>
                <a:srgbClr val="FFCC99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sp>
            <p:nvSpPr>
              <p:cNvPr id="115754" name="Rectangle 355">
                <a:extLst>
                  <a:ext uri="{FF2B5EF4-FFF2-40B4-BE49-F238E27FC236}">
                    <a16:creationId xmlns:a16="http://schemas.microsoft.com/office/drawing/2014/main" id="{CF7728BE-23B0-8A78-995A-719213A66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1" y="2387"/>
                <a:ext cx="1996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dirty="0">
                    <a:solidFill>
                      <a:srgbClr val="FF3300"/>
                    </a:solidFill>
                    <a:latin typeface="楷体_GB2312" pitchFamily="49" charset="-122"/>
                  </a:rPr>
                  <a:t>不具有宏观电性</a:t>
                </a:r>
                <a:endParaRPr lang="zh-CN" altLang="en-US" b="0" dirty="0">
                  <a:solidFill>
                    <a:srgbClr val="FF3300"/>
                  </a:solidFill>
                  <a:latin typeface="楷体_GB2312" pitchFamily="49" charset="-122"/>
                </a:endParaRPr>
              </a:p>
            </p:txBody>
          </p:sp>
        </p:grpSp>
      </p:grpSp>
      <p:sp>
        <p:nvSpPr>
          <p:cNvPr id="648548" name="Rectangle 356">
            <a:extLst>
              <a:ext uri="{FF2B5EF4-FFF2-40B4-BE49-F238E27FC236}">
                <a16:creationId xmlns:a16="http://schemas.microsoft.com/office/drawing/2014/main" id="{ADEA95B2-F5F3-8070-26C8-4EDF9CE98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132388"/>
            <a:ext cx="583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无极分子 ：正负电荷中心</a:t>
            </a:r>
            <a:r>
              <a:rPr lang="zh-CN" altLang="en-US">
                <a:ea typeface="宋体" panose="02010600030101010101" pitchFamily="2" charset="-122"/>
              </a:rPr>
              <a:t>漂移</a:t>
            </a:r>
          </a:p>
        </p:txBody>
      </p:sp>
      <p:sp>
        <p:nvSpPr>
          <p:cNvPr id="648549" name="Rectangle 357">
            <a:extLst>
              <a:ext uri="{FF2B5EF4-FFF2-40B4-BE49-F238E27FC236}">
                <a16:creationId xmlns:a16="http://schemas.microsoft.com/office/drawing/2014/main" id="{E03AB4DA-E858-95BA-8D50-FA1A96E79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661025"/>
            <a:ext cx="47513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有极分子 ：固有电偶极矩</a:t>
            </a:r>
            <a:r>
              <a:rPr lang="zh-CN" altLang="en-US">
                <a:solidFill>
                  <a:srgbClr val="FFD1E8"/>
                </a:solidFill>
                <a:ea typeface="宋体" panose="02010600030101010101" pitchFamily="2" charset="-122"/>
              </a:rPr>
              <a:t>有序</a:t>
            </a:r>
            <a:r>
              <a:rPr lang="zh-CN" altLang="en-US"/>
              <a:t>                     排列</a:t>
            </a:r>
          </a:p>
        </p:txBody>
      </p:sp>
      <p:grpSp>
        <p:nvGrpSpPr>
          <p:cNvPr id="648456" name="Group 358">
            <a:extLst>
              <a:ext uri="{FF2B5EF4-FFF2-40B4-BE49-F238E27FC236}">
                <a16:creationId xmlns:a16="http://schemas.microsoft.com/office/drawing/2014/main" id="{321F37C7-2E48-51A8-AD54-38E30091D601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5373688"/>
            <a:ext cx="3887788" cy="863600"/>
            <a:chOff x="3334" y="3385"/>
            <a:chExt cx="2449" cy="544"/>
          </a:xfrm>
        </p:grpSpPr>
        <p:sp>
          <p:nvSpPr>
            <p:cNvPr id="115747" name="AutoShape 359">
              <a:extLst>
                <a:ext uri="{FF2B5EF4-FFF2-40B4-BE49-F238E27FC236}">
                  <a16:creationId xmlns:a16="http://schemas.microsoft.com/office/drawing/2014/main" id="{B214B1C7-4DF4-08D5-6685-5E7EF6C59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3385"/>
              <a:ext cx="45" cy="544"/>
            </a:xfrm>
            <a:prstGeom prst="rightBrace">
              <a:avLst>
                <a:gd name="adj1" fmla="val 100685"/>
                <a:gd name="adj2" fmla="val 50000"/>
              </a:avLst>
            </a:prstGeom>
            <a:noFill/>
            <a:ln w="222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115748" name="Group 360">
              <a:extLst>
                <a:ext uri="{FF2B5EF4-FFF2-40B4-BE49-F238E27FC236}">
                  <a16:creationId xmlns:a16="http://schemas.microsoft.com/office/drawing/2014/main" id="{26BB5844-B8F4-F875-3847-07F6330781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24" y="3430"/>
              <a:ext cx="2359" cy="317"/>
              <a:chOff x="3288" y="2387"/>
              <a:chExt cx="2359" cy="317"/>
            </a:xfrm>
          </p:grpSpPr>
          <p:sp>
            <p:nvSpPr>
              <p:cNvPr id="115749" name="AutoShape 361">
                <a:extLst>
                  <a:ext uri="{FF2B5EF4-FFF2-40B4-BE49-F238E27FC236}">
                    <a16:creationId xmlns:a16="http://schemas.microsoft.com/office/drawing/2014/main" id="{E25F2005-264D-79D5-3F83-32603B9D0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8" y="2523"/>
                <a:ext cx="408" cy="136"/>
              </a:xfrm>
              <a:prstGeom prst="rightArrow">
                <a:avLst>
                  <a:gd name="adj1" fmla="val 50000"/>
                  <a:gd name="adj2" fmla="val 75000"/>
                </a:avLst>
              </a:prstGeom>
              <a:solidFill>
                <a:srgbClr val="FFCC99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sp>
            <p:nvSpPr>
              <p:cNvPr id="115750" name="Rectangle 362">
                <a:extLst>
                  <a:ext uri="{FF2B5EF4-FFF2-40B4-BE49-F238E27FC236}">
                    <a16:creationId xmlns:a16="http://schemas.microsoft.com/office/drawing/2014/main" id="{44491347-FD00-CA9E-8983-4D55368B4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1" y="2387"/>
                <a:ext cx="1996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</a:pPr>
                <a:r>
                  <a:rPr lang="zh-CN" altLang="en-US" dirty="0">
                    <a:latin typeface="楷体_GB2312" pitchFamily="49" charset="-122"/>
                  </a:rPr>
                  <a:t>具有宏观电性</a:t>
                </a:r>
                <a:endParaRPr lang="zh-CN" altLang="en-US" b="0" dirty="0">
                  <a:latin typeface="楷体_GB2312" pitchFamily="49" charset="-122"/>
                </a:endParaRPr>
              </a:p>
            </p:txBody>
          </p:sp>
        </p:grpSp>
      </p:grpSp>
      <p:grpSp>
        <p:nvGrpSpPr>
          <p:cNvPr id="648458" name="Group 363">
            <a:extLst>
              <a:ext uri="{FF2B5EF4-FFF2-40B4-BE49-F238E27FC236}">
                <a16:creationId xmlns:a16="http://schemas.microsoft.com/office/drawing/2014/main" id="{512F4484-6A9F-8125-9361-297991EFEEA0}"/>
              </a:ext>
            </a:extLst>
          </p:cNvPr>
          <p:cNvGrpSpPr>
            <a:grpSpLocks/>
          </p:cNvGrpSpPr>
          <p:nvPr/>
        </p:nvGrpSpPr>
        <p:grpSpPr bwMode="auto">
          <a:xfrm>
            <a:off x="2339975" y="4797425"/>
            <a:ext cx="2151063" cy="503238"/>
            <a:chOff x="3334" y="3022"/>
            <a:chExt cx="1355" cy="317"/>
          </a:xfrm>
        </p:grpSpPr>
        <p:sp>
          <p:nvSpPr>
            <p:cNvPr id="115745" name="Rectangle 364">
              <a:extLst>
                <a:ext uri="{FF2B5EF4-FFF2-40B4-BE49-F238E27FC236}">
                  <a16:creationId xmlns:a16="http://schemas.microsoft.com/office/drawing/2014/main" id="{1AAD214C-C423-043F-A8ED-AB17F59C1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022"/>
              <a:ext cx="766" cy="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漂移极化</a:t>
              </a:r>
            </a:p>
          </p:txBody>
        </p:sp>
        <p:sp>
          <p:nvSpPr>
            <p:cNvPr id="115746" name="Line 365">
              <a:extLst>
                <a:ext uri="{FF2B5EF4-FFF2-40B4-BE49-F238E27FC236}">
                  <a16:creationId xmlns:a16="http://schemas.microsoft.com/office/drawing/2014/main" id="{3DDF6458-1950-AC94-57F5-D36BF5B55C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4" y="3158"/>
              <a:ext cx="589" cy="18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48460" name="Group 366">
            <a:extLst>
              <a:ext uri="{FF2B5EF4-FFF2-40B4-BE49-F238E27FC236}">
                <a16:creationId xmlns:a16="http://schemas.microsoft.com/office/drawing/2014/main" id="{E09DCD93-F96F-83F3-DCD4-9E0A9028E1C3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6092825"/>
            <a:ext cx="2305050" cy="406400"/>
            <a:chOff x="3061" y="3838"/>
            <a:chExt cx="1452" cy="256"/>
          </a:xfrm>
        </p:grpSpPr>
        <p:sp>
          <p:nvSpPr>
            <p:cNvPr id="115743" name="Rectangle 367">
              <a:extLst>
                <a:ext uri="{FF2B5EF4-FFF2-40B4-BE49-F238E27FC236}">
                  <a16:creationId xmlns:a16="http://schemas.microsoft.com/office/drawing/2014/main" id="{8A9B3D15-9CE3-DAD2-B659-5837E1A90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" y="3838"/>
              <a:ext cx="766" cy="25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取向极化</a:t>
              </a:r>
            </a:p>
          </p:txBody>
        </p:sp>
        <p:sp>
          <p:nvSpPr>
            <p:cNvPr id="115744" name="Line 368">
              <a:extLst>
                <a:ext uri="{FF2B5EF4-FFF2-40B4-BE49-F238E27FC236}">
                  <a16:creationId xmlns:a16="http://schemas.microsoft.com/office/drawing/2014/main" id="{272DE1E6-7500-D5E8-A14B-49B0BA068A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61" y="3838"/>
              <a:ext cx="681" cy="1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8561" name="Rectangle 369">
            <a:extLst>
              <a:ext uri="{FF2B5EF4-FFF2-40B4-BE49-F238E27FC236}">
                <a16:creationId xmlns:a16="http://schemas.microsoft.com/office/drawing/2014/main" id="{3D976E62-1979-1243-0CE2-EBB52D26A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1701800"/>
            <a:ext cx="51133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>
                <a:solidFill>
                  <a:srgbClr val="FF99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无极分子</a:t>
            </a:r>
            <a:r>
              <a:rPr lang="zh-CN" altLang="en-US">
                <a:solidFill>
                  <a:srgbClr val="FF99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和 </a:t>
            </a: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有极分子</a:t>
            </a:r>
            <a:r>
              <a:rPr lang="zh-CN" altLang="en-US">
                <a:latin typeface="楷体_GB2312" pitchFamily="49" charset="-122"/>
              </a:rPr>
              <a:t>。</a:t>
            </a:r>
            <a:endParaRPr lang="zh-CN" altLang="en-US" b="0">
              <a:latin typeface="楷体_GB2312" pitchFamily="49" charset="-122"/>
            </a:endParaRPr>
          </a:p>
        </p:txBody>
      </p:sp>
      <p:grpSp>
        <p:nvGrpSpPr>
          <p:cNvPr id="648461" name="Group 370">
            <a:extLst>
              <a:ext uri="{FF2B5EF4-FFF2-40B4-BE49-F238E27FC236}">
                <a16:creationId xmlns:a16="http://schemas.microsoft.com/office/drawing/2014/main" id="{8B9AC413-6557-ACA1-BAB3-E3866B17D047}"/>
              </a:ext>
            </a:extLst>
          </p:cNvPr>
          <p:cNvGrpSpPr>
            <a:grpSpLocks/>
          </p:cNvGrpSpPr>
          <p:nvPr/>
        </p:nvGrpSpPr>
        <p:grpSpPr bwMode="auto">
          <a:xfrm>
            <a:off x="269875" y="1268413"/>
            <a:ext cx="4014788" cy="576262"/>
            <a:chOff x="170" y="890"/>
            <a:chExt cx="2529" cy="363"/>
          </a:xfrm>
        </p:grpSpPr>
        <p:sp>
          <p:nvSpPr>
            <p:cNvPr id="115741" name="Rectangle 371">
              <a:extLst>
                <a:ext uri="{FF2B5EF4-FFF2-40B4-BE49-F238E27FC236}">
                  <a16:creationId xmlns:a16="http://schemas.microsoft.com/office/drawing/2014/main" id="{B985EADA-ABDE-712E-D623-23CC0011A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" y="890"/>
              <a:ext cx="2360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</a:pPr>
              <a:r>
                <a:rPr lang="zh-CN" altLang="en-US">
                  <a:latin typeface="楷体_GB2312" pitchFamily="49" charset="-122"/>
                </a:rPr>
                <a:t>电介质的分子</a:t>
              </a:r>
              <a:endParaRPr lang="zh-CN" altLang="en-US" b="0">
                <a:latin typeface="楷体_GB2312" pitchFamily="49" charset="-122"/>
              </a:endParaRPr>
            </a:p>
          </p:txBody>
        </p:sp>
        <p:sp>
          <p:nvSpPr>
            <p:cNvPr id="115742" name="Oval 372">
              <a:extLst>
                <a:ext uri="{FF2B5EF4-FFF2-40B4-BE49-F238E27FC236}">
                  <a16:creationId xmlns:a16="http://schemas.microsoft.com/office/drawing/2014/main" id="{CAED9162-59D8-BB0D-1347-158839887B1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0" y="1081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648462" name="Group 373">
            <a:extLst>
              <a:ext uri="{FF2B5EF4-FFF2-40B4-BE49-F238E27FC236}">
                <a16:creationId xmlns:a16="http://schemas.microsoft.com/office/drawing/2014/main" id="{2F6428F8-36BF-0886-B491-8F052FBFD698}"/>
              </a:ext>
            </a:extLst>
          </p:cNvPr>
          <p:cNvGrpSpPr>
            <a:grpSpLocks/>
          </p:cNvGrpSpPr>
          <p:nvPr/>
        </p:nvGrpSpPr>
        <p:grpSpPr bwMode="auto">
          <a:xfrm>
            <a:off x="269875" y="2276475"/>
            <a:ext cx="3365500" cy="503238"/>
            <a:chOff x="170" y="1661"/>
            <a:chExt cx="2120" cy="317"/>
          </a:xfrm>
        </p:grpSpPr>
        <p:sp>
          <p:nvSpPr>
            <p:cNvPr id="115739" name="Rectangle 374">
              <a:extLst>
                <a:ext uri="{FF2B5EF4-FFF2-40B4-BE49-F238E27FC236}">
                  <a16:creationId xmlns:a16="http://schemas.microsoft.com/office/drawing/2014/main" id="{483961CF-E954-8EC5-593C-3ABFE69FD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" y="1661"/>
              <a:ext cx="192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>
                  <a:latin typeface="楷体_GB2312" pitchFamily="49" charset="-122"/>
                </a:rPr>
                <a:t>无外加电场</a:t>
              </a:r>
              <a:endParaRPr lang="zh-CN" altLang="en-US" b="0">
                <a:latin typeface="楷体_GB2312" pitchFamily="49" charset="-122"/>
              </a:endParaRPr>
            </a:p>
          </p:txBody>
        </p:sp>
        <p:sp>
          <p:nvSpPr>
            <p:cNvPr id="115740" name="Oval 375">
              <a:extLst>
                <a:ext uri="{FF2B5EF4-FFF2-40B4-BE49-F238E27FC236}">
                  <a16:creationId xmlns:a16="http://schemas.microsoft.com/office/drawing/2014/main" id="{259A218E-E68E-6D6C-685B-4D16AAB8DE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0" y="1807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648463" name="Group 376">
            <a:extLst>
              <a:ext uri="{FF2B5EF4-FFF2-40B4-BE49-F238E27FC236}">
                <a16:creationId xmlns:a16="http://schemas.microsoft.com/office/drawing/2014/main" id="{7EC862A1-CC4D-746E-0DC7-174E7641034D}"/>
              </a:ext>
            </a:extLst>
          </p:cNvPr>
          <p:cNvGrpSpPr>
            <a:grpSpLocks/>
          </p:cNvGrpSpPr>
          <p:nvPr/>
        </p:nvGrpSpPr>
        <p:grpSpPr bwMode="auto">
          <a:xfrm>
            <a:off x="269875" y="4581525"/>
            <a:ext cx="3870325" cy="503238"/>
            <a:chOff x="170" y="2886"/>
            <a:chExt cx="2438" cy="317"/>
          </a:xfrm>
        </p:grpSpPr>
        <p:sp>
          <p:nvSpPr>
            <p:cNvPr id="115737" name="Rectangle 377">
              <a:extLst>
                <a:ext uri="{FF2B5EF4-FFF2-40B4-BE49-F238E27FC236}">
                  <a16:creationId xmlns:a16="http://schemas.microsoft.com/office/drawing/2014/main" id="{85873719-FC10-BE28-49D3-32FB2FDA0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2886"/>
              <a:ext cx="226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zh-CN" altLang="en-US">
                  <a:latin typeface="楷体_GB2312" pitchFamily="49" charset="-122"/>
                </a:rPr>
                <a:t>有外加电场</a:t>
              </a:r>
              <a:endParaRPr lang="zh-CN" altLang="en-US" b="0">
                <a:latin typeface="楷体_GB2312" pitchFamily="49" charset="-122"/>
              </a:endParaRPr>
            </a:p>
          </p:txBody>
        </p:sp>
        <p:sp>
          <p:nvSpPr>
            <p:cNvPr id="115738" name="Oval 378">
              <a:extLst>
                <a:ext uri="{FF2B5EF4-FFF2-40B4-BE49-F238E27FC236}">
                  <a16:creationId xmlns:a16="http://schemas.microsoft.com/office/drawing/2014/main" id="{23210EAB-8141-B443-6F9C-ADA78CAB26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70" y="3032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820368" name="Object 144">
            <a:extLst>
              <a:ext uri="{FF2B5EF4-FFF2-40B4-BE49-F238E27FC236}">
                <a16:creationId xmlns:a16="http://schemas.microsoft.com/office/drawing/2014/main" id="{022FD5FA-1234-28E1-863B-E84BF1D486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5870575"/>
          <a:ext cx="129698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57304" imgH="165008" progId="Equation.3">
                  <p:embed/>
                </p:oleObj>
              </mc:Choice>
              <mc:Fallback>
                <p:oleObj r:id="rId4" imgW="457304" imgH="165008" progId="Equation.3">
                  <p:embed/>
                  <p:pic>
                    <p:nvPicPr>
                      <p:cNvPr id="0" name="Object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870575"/>
                        <a:ext cx="129698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71" name="Object 147">
            <a:extLst>
              <a:ext uri="{FF2B5EF4-FFF2-40B4-BE49-F238E27FC236}">
                <a16:creationId xmlns:a16="http://schemas.microsoft.com/office/drawing/2014/main" id="{D7FE2459-98F1-4E65-E688-D810FD210B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218043"/>
              </p:ext>
            </p:extLst>
          </p:nvPr>
        </p:nvGraphicFramePr>
        <p:xfrm>
          <a:off x="2555875" y="6091051"/>
          <a:ext cx="129698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7304" imgH="165008" progId="Equation.3">
                  <p:embed/>
                </p:oleObj>
              </mc:Choice>
              <mc:Fallback>
                <p:oleObj r:id="rId6" imgW="457304" imgH="165008" progId="Equation.3">
                  <p:embed/>
                  <p:pic>
                    <p:nvPicPr>
                      <p:cNvPr id="0" name="Object 1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6091051"/>
                        <a:ext cx="1296987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灯片编号占位符 2">
            <a:extLst>
              <a:ext uri="{FF2B5EF4-FFF2-40B4-BE49-F238E27FC236}">
                <a16:creationId xmlns:a16="http://schemas.microsoft.com/office/drawing/2014/main" id="{BB662E9A-DD43-4ECA-AC98-6ACCF098890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B490752-8E9A-449D-AAFB-CCC863D81B34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12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4408E58D-744A-A3D6-703F-53844920CE13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476250"/>
            <a:ext cx="3686175" cy="541338"/>
            <a:chOff x="288" y="594"/>
            <a:chExt cx="2322" cy="341"/>
          </a:xfrm>
        </p:grpSpPr>
        <p:sp>
          <p:nvSpPr>
            <p:cNvPr id="117954" name="Text Box 3">
              <a:extLst>
                <a:ext uri="{FF2B5EF4-FFF2-40B4-BE49-F238E27FC236}">
                  <a16:creationId xmlns:a16="http://schemas.microsoft.com/office/drawing/2014/main" id="{E7AD4BE8-8020-F646-5DE6-B9221BC16C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624"/>
              <a:ext cx="216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solidFill>
                    <a:srgbClr val="F8A6A6"/>
                  </a:solidFill>
                  <a:latin typeface="Times New Roman" panose="02020603050405020304" pitchFamily="18" charset="0"/>
                </a:rPr>
                <a:t>2.  </a:t>
              </a:r>
              <a:r>
                <a:rPr lang="zh-CN" altLang="en-US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极化强度矢量</a:t>
              </a:r>
            </a:p>
          </p:txBody>
        </p:sp>
        <p:graphicFrame>
          <p:nvGraphicFramePr>
            <p:cNvPr id="117955" name="Object 4">
              <a:extLst>
                <a:ext uri="{FF2B5EF4-FFF2-40B4-BE49-F238E27FC236}">
                  <a16:creationId xmlns:a16="http://schemas.microsoft.com/office/drawing/2014/main" id="{6ADF211B-83FB-A56B-1E1B-C29223C2EC4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594"/>
            <a:ext cx="864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63546" imgH="139654" progId="Equation.3">
                    <p:embed/>
                  </p:oleObj>
                </mc:Choice>
                <mc:Fallback>
                  <p:oleObj r:id="rId3" imgW="463546" imgH="139654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594"/>
                          <a:ext cx="864" cy="3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7701" name="Object 5">
            <a:extLst>
              <a:ext uri="{FF2B5EF4-FFF2-40B4-BE49-F238E27FC236}">
                <a16:creationId xmlns:a16="http://schemas.microsoft.com/office/drawing/2014/main" id="{FAF952D4-E0F8-2E35-6261-9A1E143E14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0688" y="3795713"/>
          <a:ext cx="316865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03239" imgH="311312" progId="Equation.DSMT4">
                  <p:embed/>
                </p:oleObj>
              </mc:Choice>
              <mc:Fallback>
                <p:oleObj r:id="rId5" imgW="1003239" imgH="3113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0688" y="3795713"/>
                        <a:ext cx="316865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6">
            <a:extLst>
              <a:ext uri="{FF2B5EF4-FFF2-40B4-BE49-F238E27FC236}">
                <a16:creationId xmlns:a16="http://schemas.microsoft.com/office/drawing/2014/main" id="{34FEA125-691E-3397-FEAF-1FC32A7A853E}"/>
              </a:ext>
            </a:extLst>
          </p:cNvPr>
          <p:cNvGrpSpPr>
            <a:grpSpLocks/>
          </p:cNvGrpSpPr>
          <p:nvPr/>
        </p:nvGrpSpPr>
        <p:grpSpPr bwMode="auto">
          <a:xfrm>
            <a:off x="106363" y="5240338"/>
            <a:ext cx="5137150" cy="565150"/>
            <a:chOff x="324" y="1798"/>
            <a:chExt cx="3236" cy="356"/>
          </a:xfrm>
        </p:grpSpPr>
        <p:graphicFrame>
          <p:nvGraphicFramePr>
            <p:cNvPr id="117952" name="Object 7">
              <a:extLst>
                <a:ext uri="{FF2B5EF4-FFF2-40B4-BE49-F238E27FC236}">
                  <a16:creationId xmlns:a16="http://schemas.microsoft.com/office/drawing/2014/main" id="{7A01BC75-A9D1-1E01-F041-B8B84F74E3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4" y="1850"/>
            <a:ext cx="688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30391" imgH="139654" progId="Equation.DSMT4">
                    <p:embed/>
                  </p:oleObj>
                </mc:Choice>
                <mc:Fallback>
                  <p:oleObj r:id="rId7" imgW="330391" imgH="139654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" y="1850"/>
                          <a:ext cx="688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7953" name="Rectangle 8">
              <a:extLst>
                <a:ext uri="{FF2B5EF4-FFF2-40B4-BE49-F238E27FC236}">
                  <a16:creationId xmlns:a16="http://schemas.microsoft.com/office/drawing/2014/main" id="{23D46387-5847-9F6E-24D3-E24B15422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1798"/>
              <a:ext cx="2676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zh-CN" altLang="en-US"/>
                <a:t>：</a:t>
              </a:r>
              <a:r>
                <a:rPr lang="zh-CN" altLang="en-US">
                  <a:latin typeface="宋体" panose="02010600030101010101" pitchFamily="2" charset="-122"/>
                </a:rPr>
                <a:t>分子的平均电偶极矩。</a:t>
              </a:r>
              <a:r>
                <a:rPr lang="zh-CN" altLang="en-US">
                  <a:latin typeface="宋体" panose="02010600030101010101" pitchFamily="2" charset="-122"/>
                  <a:ea typeface="宋体" panose="02010600030101010101" pitchFamily="2" charset="-122"/>
                </a:rPr>
                <a:t>    </a:t>
              </a:r>
              <a:endParaRPr lang="zh-CN" altLang="en-US" sz="2000">
                <a:latin typeface="楷体_GB2312" pitchFamily="49" charset="-122"/>
              </a:endParaRPr>
            </a:p>
          </p:txBody>
        </p:sp>
      </p:grpSp>
      <p:sp>
        <p:nvSpPr>
          <p:cNvPr id="797705" name="Rectangle 9">
            <a:extLst>
              <a:ext uri="{FF2B5EF4-FFF2-40B4-BE49-F238E27FC236}">
                <a16:creationId xmlns:a16="http://schemas.microsoft.com/office/drawing/2014/main" id="{5124D37B-ECAF-B18C-B3FB-A18237215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5878513"/>
            <a:ext cx="784860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E06ED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物理意义</a:t>
            </a: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</a:rPr>
              <a:t>：</a:t>
            </a:r>
            <a:r>
              <a:rPr lang="zh-CN" altLang="en-US">
                <a:latin typeface="宋体" panose="02010600030101010101" pitchFamily="2" charset="-122"/>
              </a:rPr>
              <a:t>单位体积内分子电矩的矢量和。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sz="2000">
              <a:latin typeface="楷体_GB2312" pitchFamily="49" charset="-122"/>
            </a:endParaRP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45C5E8B6-CB2A-1F32-F415-0098006561C1}"/>
              </a:ext>
            </a:extLst>
          </p:cNvPr>
          <p:cNvGrpSpPr>
            <a:grpSpLocks/>
          </p:cNvGrpSpPr>
          <p:nvPr/>
        </p:nvGrpSpPr>
        <p:grpSpPr bwMode="auto">
          <a:xfrm>
            <a:off x="5938838" y="1339850"/>
            <a:ext cx="3241675" cy="2881313"/>
            <a:chOff x="3651" y="890"/>
            <a:chExt cx="2109" cy="1678"/>
          </a:xfrm>
        </p:grpSpPr>
        <p:sp>
          <p:nvSpPr>
            <p:cNvPr id="117787" name="Rectangle 15">
              <a:extLst>
                <a:ext uri="{FF2B5EF4-FFF2-40B4-BE49-F238E27FC236}">
                  <a16:creationId xmlns:a16="http://schemas.microsoft.com/office/drawing/2014/main" id="{5738B82D-55D3-EEFB-C7C6-8DB433DF2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890"/>
              <a:ext cx="2109" cy="167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17788" name="Rectangle 16">
              <a:extLst>
                <a:ext uri="{FF2B5EF4-FFF2-40B4-BE49-F238E27FC236}">
                  <a16:creationId xmlns:a16="http://schemas.microsoft.com/office/drawing/2014/main" id="{EF60F005-10D1-9312-AC88-E8D22DA610E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992" y="798"/>
              <a:ext cx="1316" cy="1769"/>
            </a:xfrm>
            <a:prstGeom prst="rect">
              <a:avLst/>
            </a:prstGeom>
            <a:solidFill>
              <a:srgbClr val="47DCFF">
                <a:alpha val="94901"/>
              </a:srgbClr>
            </a:solidFill>
            <a:ln w="9525">
              <a:miter lim="800000"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47DCFF"/>
              </a:extrusionClr>
              <a:contourClr>
                <a:srgbClr val="47DCFF"/>
              </a:contourClr>
            </a:sp3d>
          </p:spPr>
          <p:txBody>
            <a:bodyPr anchor="ctr">
              <a:spAutoFit/>
              <a:flatTx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117789" name="Group 17">
              <a:extLst>
                <a:ext uri="{FF2B5EF4-FFF2-40B4-BE49-F238E27FC236}">
                  <a16:creationId xmlns:a16="http://schemas.microsoft.com/office/drawing/2014/main" id="{2F1D0025-6AA3-A3AA-AD02-1A38751CBE5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98" y="957"/>
              <a:ext cx="308" cy="446"/>
              <a:chOff x="2154" y="2688"/>
              <a:chExt cx="308" cy="417"/>
            </a:xfrm>
          </p:grpSpPr>
          <p:sp>
            <p:nvSpPr>
              <p:cNvPr id="797714" name="Oval 18">
                <a:extLst>
                  <a:ext uri="{FF2B5EF4-FFF2-40B4-BE49-F238E27FC236}">
                    <a16:creationId xmlns:a16="http://schemas.microsoft.com/office/drawing/2014/main" id="{C0363ADC-B8B0-E8A1-3307-94E7DC4C1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50" name="Text Box 19">
                <a:extLst>
                  <a:ext uri="{FF2B5EF4-FFF2-40B4-BE49-F238E27FC236}">
                    <a16:creationId xmlns:a16="http://schemas.microsoft.com/office/drawing/2014/main" id="{3D00CDEA-F9CB-92C3-A2C3-2A83BCDD0F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51" name="Text Box 20">
                <a:extLst>
                  <a:ext uri="{FF2B5EF4-FFF2-40B4-BE49-F238E27FC236}">
                    <a16:creationId xmlns:a16="http://schemas.microsoft.com/office/drawing/2014/main" id="{44DF60E5-5AC1-E122-DD69-99960F8D1D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0" name="Group 21">
              <a:extLst>
                <a:ext uri="{FF2B5EF4-FFF2-40B4-BE49-F238E27FC236}">
                  <a16:creationId xmlns:a16="http://schemas.microsoft.com/office/drawing/2014/main" id="{BB82AFEB-D46F-6A94-443C-360CF1E45A0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043" y="1107"/>
              <a:ext cx="308" cy="446"/>
              <a:chOff x="2154" y="2688"/>
              <a:chExt cx="308" cy="417"/>
            </a:xfrm>
          </p:grpSpPr>
          <p:sp>
            <p:nvSpPr>
              <p:cNvPr id="797718" name="Oval 22">
                <a:extLst>
                  <a:ext uri="{FF2B5EF4-FFF2-40B4-BE49-F238E27FC236}">
                    <a16:creationId xmlns:a16="http://schemas.microsoft.com/office/drawing/2014/main" id="{BE0C0CCB-D535-81AC-8FA1-F83EAAD25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47" name="Text Box 23">
                <a:extLst>
                  <a:ext uri="{FF2B5EF4-FFF2-40B4-BE49-F238E27FC236}">
                    <a16:creationId xmlns:a16="http://schemas.microsoft.com/office/drawing/2014/main" id="{4F0BCD24-9A52-EFFE-F930-25763B12A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48" name="Text Box 24">
                <a:extLst>
                  <a:ext uri="{FF2B5EF4-FFF2-40B4-BE49-F238E27FC236}">
                    <a16:creationId xmlns:a16="http://schemas.microsoft.com/office/drawing/2014/main" id="{69DA8539-8DC8-95A9-D18E-FA02D97F0A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1" name="Group 25">
              <a:extLst>
                <a:ext uri="{FF2B5EF4-FFF2-40B4-BE49-F238E27FC236}">
                  <a16:creationId xmlns:a16="http://schemas.microsoft.com/office/drawing/2014/main" id="{0A10D1F4-182F-7D7D-623E-51C84E7D208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179" y="1272"/>
              <a:ext cx="308" cy="446"/>
              <a:chOff x="2154" y="2688"/>
              <a:chExt cx="308" cy="417"/>
            </a:xfrm>
          </p:grpSpPr>
          <p:sp>
            <p:nvSpPr>
              <p:cNvPr id="797722" name="Oval 26">
                <a:extLst>
                  <a:ext uri="{FF2B5EF4-FFF2-40B4-BE49-F238E27FC236}">
                    <a16:creationId xmlns:a16="http://schemas.microsoft.com/office/drawing/2014/main" id="{ED277FF1-291F-D917-9EAB-F572AF783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44" name="Text Box 27">
                <a:extLst>
                  <a:ext uri="{FF2B5EF4-FFF2-40B4-BE49-F238E27FC236}">
                    <a16:creationId xmlns:a16="http://schemas.microsoft.com/office/drawing/2014/main" id="{B30C1F5F-3AAD-FE81-1292-13BB18355F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45" name="Text Box 28">
                <a:extLst>
                  <a:ext uri="{FF2B5EF4-FFF2-40B4-BE49-F238E27FC236}">
                    <a16:creationId xmlns:a16="http://schemas.microsoft.com/office/drawing/2014/main" id="{BB327918-C942-650B-ABDA-1BABC1CAC7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2" name="Group 29">
              <a:extLst>
                <a:ext uri="{FF2B5EF4-FFF2-40B4-BE49-F238E27FC236}">
                  <a16:creationId xmlns:a16="http://schemas.microsoft.com/office/drawing/2014/main" id="{709F1981-59CE-6009-E34D-A0380B540EB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179" y="957"/>
              <a:ext cx="308" cy="446"/>
              <a:chOff x="2154" y="2688"/>
              <a:chExt cx="308" cy="417"/>
            </a:xfrm>
          </p:grpSpPr>
          <p:sp>
            <p:nvSpPr>
              <p:cNvPr id="797726" name="Oval 30">
                <a:extLst>
                  <a:ext uri="{FF2B5EF4-FFF2-40B4-BE49-F238E27FC236}">
                    <a16:creationId xmlns:a16="http://schemas.microsoft.com/office/drawing/2014/main" id="{93193C5F-3B79-8A55-FECB-344504F5E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41" name="Text Box 31">
                <a:extLst>
                  <a:ext uri="{FF2B5EF4-FFF2-40B4-BE49-F238E27FC236}">
                    <a16:creationId xmlns:a16="http://schemas.microsoft.com/office/drawing/2014/main" id="{EE4C588C-9385-1885-1BCB-46BB52CC8E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42" name="Text Box 32">
                <a:extLst>
                  <a:ext uri="{FF2B5EF4-FFF2-40B4-BE49-F238E27FC236}">
                    <a16:creationId xmlns:a16="http://schemas.microsoft.com/office/drawing/2014/main" id="{F064F6C3-7160-6C66-F487-93C73DC3D9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3" name="Group 33">
              <a:extLst>
                <a:ext uri="{FF2B5EF4-FFF2-40B4-BE49-F238E27FC236}">
                  <a16:creationId xmlns:a16="http://schemas.microsoft.com/office/drawing/2014/main" id="{C5D1B229-F894-227B-3D00-06B153B85D5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580" y="957"/>
              <a:ext cx="308" cy="446"/>
              <a:chOff x="2154" y="2688"/>
              <a:chExt cx="308" cy="417"/>
            </a:xfrm>
          </p:grpSpPr>
          <p:sp>
            <p:nvSpPr>
              <p:cNvPr id="797730" name="Oval 34">
                <a:extLst>
                  <a:ext uri="{FF2B5EF4-FFF2-40B4-BE49-F238E27FC236}">
                    <a16:creationId xmlns:a16="http://schemas.microsoft.com/office/drawing/2014/main" id="{76C75FE1-8C4E-8076-6EF4-63DA968F2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38" name="Text Box 35">
                <a:extLst>
                  <a:ext uri="{FF2B5EF4-FFF2-40B4-BE49-F238E27FC236}">
                    <a16:creationId xmlns:a16="http://schemas.microsoft.com/office/drawing/2014/main" id="{C5AEB852-425D-45C4-963D-D4D66076C9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39" name="Text Box 36">
                <a:extLst>
                  <a:ext uri="{FF2B5EF4-FFF2-40B4-BE49-F238E27FC236}">
                    <a16:creationId xmlns:a16="http://schemas.microsoft.com/office/drawing/2014/main" id="{DF31A80B-F2B6-4622-4671-3E2F18E17C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4" name="Group 37">
              <a:extLst>
                <a:ext uri="{FF2B5EF4-FFF2-40B4-BE49-F238E27FC236}">
                  <a16:creationId xmlns:a16="http://schemas.microsoft.com/office/drawing/2014/main" id="{4131EC48-C4CB-6732-7682-D31D7D341EA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25" y="1107"/>
              <a:ext cx="308" cy="446"/>
              <a:chOff x="2154" y="2688"/>
              <a:chExt cx="308" cy="417"/>
            </a:xfrm>
          </p:grpSpPr>
          <p:sp>
            <p:nvSpPr>
              <p:cNvPr id="797734" name="Oval 38">
                <a:extLst>
                  <a:ext uri="{FF2B5EF4-FFF2-40B4-BE49-F238E27FC236}">
                    <a16:creationId xmlns:a16="http://schemas.microsoft.com/office/drawing/2014/main" id="{02A9B22F-4F3C-4E1B-8031-8A8D2A83EB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35" name="Text Box 39">
                <a:extLst>
                  <a:ext uri="{FF2B5EF4-FFF2-40B4-BE49-F238E27FC236}">
                    <a16:creationId xmlns:a16="http://schemas.microsoft.com/office/drawing/2014/main" id="{AF9257D3-591E-DB4B-5272-DA6268946A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36" name="Text Box 40">
                <a:extLst>
                  <a:ext uri="{FF2B5EF4-FFF2-40B4-BE49-F238E27FC236}">
                    <a16:creationId xmlns:a16="http://schemas.microsoft.com/office/drawing/2014/main" id="{A59814D4-A340-F89E-4FFE-35DEB5F4B2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5" name="Group 41">
              <a:extLst>
                <a:ext uri="{FF2B5EF4-FFF2-40B4-BE49-F238E27FC236}">
                  <a16:creationId xmlns:a16="http://schemas.microsoft.com/office/drawing/2014/main" id="{C9DD7E37-F1C2-FAD4-6068-5476B44231E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61" y="1272"/>
              <a:ext cx="308" cy="446"/>
              <a:chOff x="2154" y="2688"/>
              <a:chExt cx="308" cy="417"/>
            </a:xfrm>
          </p:grpSpPr>
          <p:sp>
            <p:nvSpPr>
              <p:cNvPr id="797738" name="Oval 42">
                <a:extLst>
                  <a:ext uri="{FF2B5EF4-FFF2-40B4-BE49-F238E27FC236}">
                    <a16:creationId xmlns:a16="http://schemas.microsoft.com/office/drawing/2014/main" id="{383B0D05-5C2B-2054-B1F3-579B72A48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32" name="Text Box 43">
                <a:extLst>
                  <a:ext uri="{FF2B5EF4-FFF2-40B4-BE49-F238E27FC236}">
                    <a16:creationId xmlns:a16="http://schemas.microsoft.com/office/drawing/2014/main" id="{2C90A7B3-3C72-4748-1B7C-131F30A5EB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33" name="Text Box 44">
                <a:extLst>
                  <a:ext uri="{FF2B5EF4-FFF2-40B4-BE49-F238E27FC236}">
                    <a16:creationId xmlns:a16="http://schemas.microsoft.com/office/drawing/2014/main" id="{B7F14ADF-0552-110A-F6F4-B6495894A3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6" name="Group 45">
              <a:extLst>
                <a:ext uri="{FF2B5EF4-FFF2-40B4-BE49-F238E27FC236}">
                  <a16:creationId xmlns:a16="http://schemas.microsoft.com/office/drawing/2014/main" id="{1C89FBB6-4332-AF1B-EAD9-72A12FF9945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97" y="1432"/>
              <a:ext cx="308" cy="446"/>
              <a:chOff x="2154" y="2688"/>
              <a:chExt cx="308" cy="417"/>
            </a:xfrm>
          </p:grpSpPr>
          <p:sp>
            <p:nvSpPr>
              <p:cNvPr id="797742" name="Oval 46">
                <a:extLst>
                  <a:ext uri="{FF2B5EF4-FFF2-40B4-BE49-F238E27FC236}">
                    <a16:creationId xmlns:a16="http://schemas.microsoft.com/office/drawing/2014/main" id="{DC065BBA-2344-3DA9-B5E9-94C7DA77C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9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29" name="Text Box 47">
                <a:extLst>
                  <a:ext uri="{FF2B5EF4-FFF2-40B4-BE49-F238E27FC236}">
                    <a16:creationId xmlns:a16="http://schemas.microsoft.com/office/drawing/2014/main" id="{5FAC89FE-7F01-AB42-98DA-FB021D85C9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30" name="Text Box 48">
                <a:extLst>
                  <a:ext uri="{FF2B5EF4-FFF2-40B4-BE49-F238E27FC236}">
                    <a16:creationId xmlns:a16="http://schemas.microsoft.com/office/drawing/2014/main" id="{DE96EF7A-FF85-D20A-24A0-54F94A8AFB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7" name="Group 49">
              <a:extLst>
                <a:ext uri="{FF2B5EF4-FFF2-40B4-BE49-F238E27FC236}">
                  <a16:creationId xmlns:a16="http://schemas.microsoft.com/office/drawing/2014/main" id="{D684BD83-7CFE-E03D-7706-BBDB9918A9A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133" y="1592"/>
              <a:ext cx="308" cy="446"/>
              <a:chOff x="2154" y="2688"/>
              <a:chExt cx="308" cy="417"/>
            </a:xfrm>
          </p:grpSpPr>
          <p:sp>
            <p:nvSpPr>
              <p:cNvPr id="797746" name="Oval 50">
                <a:extLst>
                  <a:ext uri="{FF2B5EF4-FFF2-40B4-BE49-F238E27FC236}">
                    <a16:creationId xmlns:a16="http://schemas.microsoft.com/office/drawing/2014/main" id="{8D7F120D-D0CF-55E1-84E8-FA52546134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26" name="Text Box 51">
                <a:extLst>
                  <a:ext uri="{FF2B5EF4-FFF2-40B4-BE49-F238E27FC236}">
                    <a16:creationId xmlns:a16="http://schemas.microsoft.com/office/drawing/2014/main" id="{D4EC04DA-4002-5861-8ADB-7A4E7E5548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27" name="Text Box 52">
                <a:extLst>
                  <a:ext uri="{FF2B5EF4-FFF2-40B4-BE49-F238E27FC236}">
                    <a16:creationId xmlns:a16="http://schemas.microsoft.com/office/drawing/2014/main" id="{DBDE396D-2015-755B-8273-BF4F01A698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8" name="Group 53">
              <a:extLst>
                <a:ext uri="{FF2B5EF4-FFF2-40B4-BE49-F238E27FC236}">
                  <a16:creationId xmlns:a16="http://schemas.microsoft.com/office/drawing/2014/main" id="{472992ED-D0B1-5C7C-A1CA-6BFE01570BA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55" y="957"/>
              <a:ext cx="308" cy="446"/>
              <a:chOff x="2154" y="2688"/>
              <a:chExt cx="308" cy="417"/>
            </a:xfrm>
          </p:grpSpPr>
          <p:sp>
            <p:nvSpPr>
              <p:cNvPr id="797750" name="Oval 54">
                <a:extLst>
                  <a:ext uri="{FF2B5EF4-FFF2-40B4-BE49-F238E27FC236}">
                    <a16:creationId xmlns:a16="http://schemas.microsoft.com/office/drawing/2014/main" id="{79554B4E-3843-FE04-896A-9F6018F7B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23" name="Text Box 55">
                <a:extLst>
                  <a:ext uri="{FF2B5EF4-FFF2-40B4-BE49-F238E27FC236}">
                    <a16:creationId xmlns:a16="http://schemas.microsoft.com/office/drawing/2014/main" id="{6DE3C42B-3A31-FA85-423A-2A50A0BC35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24" name="Text Box 56">
                <a:extLst>
                  <a:ext uri="{FF2B5EF4-FFF2-40B4-BE49-F238E27FC236}">
                    <a16:creationId xmlns:a16="http://schemas.microsoft.com/office/drawing/2014/main" id="{A6F151A1-8E36-01B6-DB0A-40812B1A4B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799" name="Group 57">
              <a:extLst>
                <a:ext uri="{FF2B5EF4-FFF2-40B4-BE49-F238E27FC236}">
                  <a16:creationId xmlns:a16="http://schemas.microsoft.com/office/drawing/2014/main" id="{94BF7FF9-03BB-6DAA-A185-D65577DEC2E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400" y="1107"/>
              <a:ext cx="308" cy="446"/>
              <a:chOff x="2154" y="2688"/>
              <a:chExt cx="308" cy="417"/>
            </a:xfrm>
          </p:grpSpPr>
          <p:sp>
            <p:nvSpPr>
              <p:cNvPr id="797754" name="Oval 58">
                <a:extLst>
                  <a:ext uri="{FF2B5EF4-FFF2-40B4-BE49-F238E27FC236}">
                    <a16:creationId xmlns:a16="http://schemas.microsoft.com/office/drawing/2014/main" id="{154CF5AB-8802-F274-E074-2296DFEF7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9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20" name="Text Box 59">
                <a:extLst>
                  <a:ext uri="{FF2B5EF4-FFF2-40B4-BE49-F238E27FC236}">
                    <a16:creationId xmlns:a16="http://schemas.microsoft.com/office/drawing/2014/main" id="{4ED13E91-B59E-DE6A-0AAA-1D0D998194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21" name="Text Box 60">
                <a:extLst>
                  <a:ext uri="{FF2B5EF4-FFF2-40B4-BE49-F238E27FC236}">
                    <a16:creationId xmlns:a16="http://schemas.microsoft.com/office/drawing/2014/main" id="{2BABF6B8-3F5A-1783-9F32-6D3532A62D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0" name="Group 61">
              <a:extLst>
                <a:ext uri="{FF2B5EF4-FFF2-40B4-BE49-F238E27FC236}">
                  <a16:creationId xmlns:a16="http://schemas.microsoft.com/office/drawing/2014/main" id="{4CE0BDDE-DD6A-5049-5300-F02174DA14B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536" y="1272"/>
              <a:ext cx="308" cy="446"/>
              <a:chOff x="2154" y="2688"/>
              <a:chExt cx="308" cy="417"/>
            </a:xfrm>
          </p:grpSpPr>
          <p:sp>
            <p:nvSpPr>
              <p:cNvPr id="797758" name="Oval 62">
                <a:extLst>
                  <a:ext uri="{FF2B5EF4-FFF2-40B4-BE49-F238E27FC236}">
                    <a16:creationId xmlns:a16="http://schemas.microsoft.com/office/drawing/2014/main" id="{1D5B335D-941A-1B58-6EE6-7D387562A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17" name="Text Box 63">
                <a:extLst>
                  <a:ext uri="{FF2B5EF4-FFF2-40B4-BE49-F238E27FC236}">
                    <a16:creationId xmlns:a16="http://schemas.microsoft.com/office/drawing/2014/main" id="{611E04D0-E69E-D460-45D2-22CF67718A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18" name="Text Box 64">
                <a:extLst>
                  <a:ext uri="{FF2B5EF4-FFF2-40B4-BE49-F238E27FC236}">
                    <a16:creationId xmlns:a16="http://schemas.microsoft.com/office/drawing/2014/main" id="{2CC53AB4-E5D7-D20C-32D7-2884F735E3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1" name="Group 65">
              <a:extLst>
                <a:ext uri="{FF2B5EF4-FFF2-40B4-BE49-F238E27FC236}">
                  <a16:creationId xmlns:a16="http://schemas.microsoft.com/office/drawing/2014/main" id="{2D9F817B-95D9-B28A-18ED-1D3B5D2D7ED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672" y="1432"/>
              <a:ext cx="308" cy="446"/>
              <a:chOff x="2154" y="2688"/>
              <a:chExt cx="308" cy="417"/>
            </a:xfrm>
          </p:grpSpPr>
          <p:sp>
            <p:nvSpPr>
              <p:cNvPr id="797762" name="Oval 66">
                <a:extLst>
                  <a:ext uri="{FF2B5EF4-FFF2-40B4-BE49-F238E27FC236}">
                    <a16:creationId xmlns:a16="http://schemas.microsoft.com/office/drawing/2014/main" id="{D8A24062-49CF-F6AD-00DA-24398FAEA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14" name="Text Box 67">
                <a:extLst>
                  <a:ext uri="{FF2B5EF4-FFF2-40B4-BE49-F238E27FC236}">
                    <a16:creationId xmlns:a16="http://schemas.microsoft.com/office/drawing/2014/main" id="{EAF5310B-BC33-8D61-122D-2B0034C57D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15" name="Text Box 68">
                <a:extLst>
                  <a:ext uri="{FF2B5EF4-FFF2-40B4-BE49-F238E27FC236}">
                    <a16:creationId xmlns:a16="http://schemas.microsoft.com/office/drawing/2014/main" id="{0D4905AA-6EFE-89D7-48F4-8AE02E0127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2" name="Group 69">
              <a:extLst>
                <a:ext uri="{FF2B5EF4-FFF2-40B4-BE49-F238E27FC236}">
                  <a16:creationId xmlns:a16="http://schemas.microsoft.com/office/drawing/2014/main" id="{134ECB00-4298-BC94-7F64-BFD227B043E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08" y="1592"/>
              <a:ext cx="308" cy="446"/>
              <a:chOff x="2154" y="2688"/>
              <a:chExt cx="308" cy="417"/>
            </a:xfrm>
          </p:grpSpPr>
          <p:sp>
            <p:nvSpPr>
              <p:cNvPr id="797766" name="Oval 70">
                <a:extLst>
                  <a:ext uri="{FF2B5EF4-FFF2-40B4-BE49-F238E27FC236}">
                    <a16:creationId xmlns:a16="http://schemas.microsoft.com/office/drawing/2014/main" id="{DDF850CE-59C7-A6DE-A33C-1472F26B3C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9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11" name="Text Box 71">
                <a:extLst>
                  <a:ext uri="{FF2B5EF4-FFF2-40B4-BE49-F238E27FC236}">
                    <a16:creationId xmlns:a16="http://schemas.microsoft.com/office/drawing/2014/main" id="{2C01D7A7-C57A-39FA-B87C-7E6063854C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12" name="Text Box 72">
                <a:extLst>
                  <a:ext uri="{FF2B5EF4-FFF2-40B4-BE49-F238E27FC236}">
                    <a16:creationId xmlns:a16="http://schemas.microsoft.com/office/drawing/2014/main" id="{73847846-D08D-9747-C9F7-70EA01FF62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3" name="Group 73">
              <a:extLst>
                <a:ext uri="{FF2B5EF4-FFF2-40B4-BE49-F238E27FC236}">
                  <a16:creationId xmlns:a16="http://schemas.microsoft.com/office/drawing/2014/main" id="{6C7F2B36-E41E-C103-AA7B-7851BC0E757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12" y="1753"/>
              <a:ext cx="308" cy="446"/>
              <a:chOff x="2154" y="2688"/>
              <a:chExt cx="308" cy="417"/>
            </a:xfrm>
          </p:grpSpPr>
          <p:sp>
            <p:nvSpPr>
              <p:cNvPr id="797770" name="Oval 74">
                <a:extLst>
                  <a:ext uri="{FF2B5EF4-FFF2-40B4-BE49-F238E27FC236}">
                    <a16:creationId xmlns:a16="http://schemas.microsoft.com/office/drawing/2014/main" id="{39A15ED1-8439-45BF-F928-C8F65C3F29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08" name="Text Box 75">
                <a:extLst>
                  <a:ext uri="{FF2B5EF4-FFF2-40B4-BE49-F238E27FC236}">
                    <a16:creationId xmlns:a16="http://schemas.microsoft.com/office/drawing/2014/main" id="{671F84F9-9C67-70B5-F324-681221E402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09" name="Text Box 76">
                <a:extLst>
                  <a:ext uri="{FF2B5EF4-FFF2-40B4-BE49-F238E27FC236}">
                    <a16:creationId xmlns:a16="http://schemas.microsoft.com/office/drawing/2014/main" id="{D317A591-A84D-8F27-603E-EB55094263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4" name="Group 77">
              <a:extLst>
                <a:ext uri="{FF2B5EF4-FFF2-40B4-BE49-F238E27FC236}">
                  <a16:creationId xmlns:a16="http://schemas.microsoft.com/office/drawing/2014/main" id="{D77EA50F-FDEA-7DDD-4035-E6ACDA7A69D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080" y="1909"/>
              <a:ext cx="308" cy="446"/>
              <a:chOff x="2154" y="2688"/>
              <a:chExt cx="308" cy="417"/>
            </a:xfrm>
          </p:grpSpPr>
          <p:sp>
            <p:nvSpPr>
              <p:cNvPr id="797774" name="Oval 78">
                <a:extLst>
                  <a:ext uri="{FF2B5EF4-FFF2-40B4-BE49-F238E27FC236}">
                    <a16:creationId xmlns:a16="http://schemas.microsoft.com/office/drawing/2014/main" id="{60569CFC-16B2-CA0F-1F10-B97A1749B4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05" name="Text Box 79">
                <a:extLst>
                  <a:ext uri="{FF2B5EF4-FFF2-40B4-BE49-F238E27FC236}">
                    <a16:creationId xmlns:a16="http://schemas.microsoft.com/office/drawing/2014/main" id="{0A71B890-F94A-4ED6-66E3-759FDF9D2E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06" name="Text Box 80">
                <a:extLst>
                  <a:ext uri="{FF2B5EF4-FFF2-40B4-BE49-F238E27FC236}">
                    <a16:creationId xmlns:a16="http://schemas.microsoft.com/office/drawing/2014/main" id="{6DFF3EEE-94E0-02AE-1658-E13FA3A92B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5" name="Group 81">
              <a:extLst>
                <a:ext uri="{FF2B5EF4-FFF2-40B4-BE49-F238E27FC236}">
                  <a16:creationId xmlns:a16="http://schemas.microsoft.com/office/drawing/2014/main" id="{1FE0742A-1256-42FA-A740-25409E5B29A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176" y="2062"/>
              <a:ext cx="308" cy="446"/>
              <a:chOff x="2154" y="2688"/>
              <a:chExt cx="308" cy="417"/>
            </a:xfrm>
          </p:grpSpPr>
          <p:sp>
            <p:nvSpPr>
              <p:cNvPr id="797778" name="Oval 82">
                <a:extLst>
                  <a:ext uri="{FF2B5EF4-FFF2-40B4-BE49-F238E27FC236}">
                    <a16:creationId xmlns:a16="http://schemas.microsoft.com/office/drawing/2014/main" id="{98994EA2-CBEB-C25C-788A-862F2F6B7F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902" name="Text Box 83">
                <a:extLst>
                  <a:ext uri="{FF2B5EF4-FFF2-40B4-BE49-F238E27FC236}">
                    <a16:creationId xmlns:a16="http://schemas.microsoft.com/office/drawing/2014/main" id="{EFF06ACD-0A0D-2D45-F53E-69BCF22573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03" name="Text Box 84">
                <a:extLst>
                  <a:ext uri="{FF2B5EF4-FFF2-40B4-BE49-F238E27FC236}">
                    <a16:creationId xmlns:a16="http://schemas.microsoft.com/office/drawing/2014/main" id="{8BEB42FE-7CE1-490C-9562-2C2B428946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6" name="Group 85">
              <a:extLst>
                <a:ext uri="{FF2B5EF4-FFF2-40B4-BE49-F238E27FC236}">
                  <a16:creationId xmlns:a16="http://schemas.microsoft.com/office/drawing/2014/main" id="{22A3987B-3114-4CFE-6E44-4669F1868E7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185" y="1753"/>
              <a:ext cx="308" cy="446"/>
              <a:chOff x="2154" y="2688"/>
              <a:chExt cx="308" cy="417"/>
            </a:xfrm>
          </p:grpSpPr>
          <p:sp>
            <p:nvSpPr>
              <p:cNvPr id="797782" name="Oval 86">
                <a:extLst>
                  <a:ext uri="{FF2B5EF4-FFF2-40B4-BE49-F238E27FC236}">
                    <a16:creationId xmlns:a16="http://schemas.microsoft.com/office/drawing/2014/main" id="{0124D35E-82CA-210F-DC5D-294B84499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9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99" name="Text Box 87">
                <a:extLst>
                  <a:ext uri="{FF2B5EF4-FFF2-40B4-BE49-F238E27FC236}">
                    <a16:creationId xmlns:a16="http://schemas.microsoft.com/office/drawing/2014/main" id="{627B148E-232A-30EB-3A90-09A101BDC5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900" name="Text Box 88">
                <a:extLst>
                  <a:ext uri="{FF2B5EF4-FFF2-40B4-BE49-F238E27FC236}">
                    <a16:creationId xmlns:a16="http://schemas.microsoft.com/office/drawing/2014/main" id="{8C465D2A-FFE3-7C04-FCC8-46847C7CD8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7" name="Group 89">
              <a:extLst>
                <a:ext uri="{FF2B5EF4-FFF2-40B4-BE49-F238E27FC236}">
                  <a16:creationId xmlns:a16="http://schemas.microsoft.com/office/drawing/2014/main" id="{BCC5BC8C-2195-A7FB-3209-D9A13D50835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38" y="957"/>
              <a:ext cx="308" cy="446"/>
              <a:chOff x="2154" y="2688"/>
              <a:chExt cx="308" cy="417"/>
            </a:xfrm>
          </p:grpSpPr>
          <p:sp>
            <p:nvSpPr>
              <p:cNvPr id="797786" name="Oval 90">
                <a:extLst>
                  <a:ext uri="{FF2B5EF4-FFF2-40B4-BE49-F238E27FC236}">
                    <a16:creationId xmlns:a16="http://schemas.microsoft.com/office/drawing/2014/main" id="{5551DF67-9009-51DA-D446-A0320E932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96" name="Text Box 91">
                <a:extLst>
                  <a:ext uri="{FF2B5EF4-FFF2-40B4-BE49-F238E27FC236}">
                    <a16:creationId xmlns:a16="http://schemas.microsoft.com/office/drawing/2014/main" id="{FC59B663-DB8E-EE60-9AAE-EC38C1EF8D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97" name="Text Box 92">
                <a:extLst>
                  <a:ext uri="{FF2B5EF4-FFF2-40B4-BE49-F238E27FC236}">
                    <a16:creationId xmlns:a16="http://schemas.microsoft.com/office/drawing/2014/main" id="{C97C742B-DB31-673B-3216-F0BBBFCA6A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8" name="Group 93">
              <a:extLst>
                <a:ext uri="{FF2B5EF4-FFF2-40B4-BE49-F238E27FC236}">
                  <a16:creationId xmlns:a16="http://schemas.microsoft.com/office/drawing/2014/main" id="{A5F10627-A2C8-D657-C0DA-B3F1EB955A1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83" y="1107"/>
              <a:ext cx="308" cy="446"/>
              <a:chOff x="2154" y="2688"/>
              <a:chExt cx="308" cy="417"/>
            </a:xfrm>
          </p:grpSpPr>
          <p:sp>
            <p:nvSpPr>
              <p:cNvPr id="797790" name="Oval 94">
                <a:extLst>
                  <a:ext uri="{FF2B5EF4-FFF2-40B4-BE49-F238E27FC236}">
                    <a16:creationId xmlns:a16="http://schemas.microsoft.com/office/drawing/2014/main" id="{8FAA16B1-DAB8-B257-5CCF-1BB09352F5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9"/>
                <a:ext cx="136" cy="269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93" name="Text Box 95">
                <a:extLst>
                  <a:ext uri="{FF2B5EF4-FFF2-40B4-BE49-F238E27FC236}">
                    <a16:creationId xmlns:a16="http://schemas.microsoft.com/office/drawing/2014/main" id="{0163E292-92D5-FA21-6AB9-1223D36AB5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94" name="Text Box 96">
                <a:extLst>
                  <a:ext uri="{FF2B5EF4-FFF2-40B4-BE49-F238E27FC236}">
                    <a16:creationId xmlns:a16="http://schemas.microsoft.com/office/drawing/2014/main" id="{2B5FB5F4-AF26-BFCF-A69A-FB64CF6A71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09" name="Group 97">
              <a:extLst>
                <a:ext uri="{FF2B5EF4-FFF2-40B4-BE49-F238E27FC236}">
                  <a16:creationId xmlns:a16="http://schemas.microsoft.com/office/drawing/2014/main" id="{52E84FD3-AF11-5C54-25BB-07F710A5B53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19" y="1272"/>
              <a:ext cx="308" cy="446"/>
              <a:chOff x="2154" y="2688"/>
              <a:chExt cx="308" cy="417"/>
            </a:xfrm>
          </p:grpSpPr>
          <p:sp>
            <p:nvSpPr>
              <p:cNvPr id="797794" name="Oval 98">
                <a:extLst>
                  <a:ext uri="{FF2B5EF4-FFF2-40B4-BE49-F238E27FC236}">
                    <a16:creationId xmlns:a16="http://schemas.microsoft.com/office/drawing/2014/main" id="{999143E7-AE95-C2B9-9A97-AAB5442B9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90" name="Text Box 99">
                <a:extLst>
                  <a:ext uri="{FF2B5EF4-FFF2-40B4-BE49-F238E27FC236}">
                    <a16:creationId xmlns:a16="http://schemas.microsoft.com/office/drawing/2014/main" id="{6BFE8797-7FDF-9B47-5D0C-26782C1613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91" name="Text Box 100">
                <a:extLst>
                  <a:ext uri="{FF2B5EF4-FFF2-40B4-BE49-F238E27FC236}">
                    <a16:creationId xmlns:a16="http://schemas.microsoft.com/office/drawing/2014/main" id="{59FE67A2-D84C-F6CB-E3EF-F7F27DDCD9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0" name="Group 101">
              <a:extLst>
                <a:ext uri="{FF2B5EF4-FFF2-40B4-BE49-F238E27FC236}">
                  <a16:creationId xmlns:a16="http://schemas.microsoft.com/office/drawing/2014/main" id="{E065E5F6-73AC-BDAE-D42D-45DED0C8577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355" y="1432"/>
              <a:ext cx="308" cy="446"/>
              <a:chOff x="2154" y="2688"/>
              <a:chExt cx="308" cy="417"/>
            </a:xfrm>
          </p:grpSpPr>
          <p:sp>
            <p:nvSpPr>
              <p:cNvPr id="797798" name="Oval 102">
                <a:extLst>
                  <a:ext uri="{FF2B5EF4-FFF2-40B4-BE49-F238E27FC236}">
                    <a16:creationId xmlns:a16="http://schemas.microsoft.com/office/drawing/2014/main" id="{A2055A72-1427-C628-B0EE-032AC6A24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87" name="Text Box 103">
                <a:extLst>
                  <a:ext uri="{FF2B5EF4-FFF2-40B4-BE49-F238E27FC236}">
                    <a16:creationId xmlns:a16="http://schemas.microsoft.com/office/drawing/2014/main" id="{1355BDDD-81EC-C117-A24A-7770638F60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88" name="Text Box 104">
                <a:extLst>
                  <a:ext uri="{FF2B5EF4-FFF2-40B4-BE49-F238E27FC236}">
                    <a16:creationId xmlns:a16="http://schemas.microsoft.com/office/drawing/2014/main" id="{34EFDB21-6AA6-2BD0-52A5-BB57547678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1" name="Group 105">
              <a:extLst>
                <a:ext uri="{FF2B5EF4-FFF2-40B4-BE49-F238E27FC236}">
                  <a16:creationId xmlns:a16="http://schemas.microsoft.com/office/drawing/2014/main" id="{411F3AF6-6C39-AEF4-E14B-F3F87317E29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491" y="1592"/>
              <a:ext cx="308" cy="446"/>
              <a:chOff x="2154" y="2688"/>
              <a:chExt cx="308" cy="417"/>
            </a:xfrm>
          </p:grpSpPr>
          <p:sp>
            <p:nvSpPr>
              <p:cNvPr id="797802" name="Oval 106">
                <a:extLst>
                  <a:ext uri="{FF2B5EF4-FFF2-40B4-BE49-F238E27FC236}">
                    <a16:creationId xmlns:a16="http://schemas.microsoft.com/office/drawing/2014/main" id="{F8115AF2-2EFF-E6C1-6997-438D43D770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84" name="Text Box 107">
                <a:extLst>
                  <a:ext uri="{FF2B5EF4-FFF2-40B4-BE49-F238E27FC236}">
                    <a16:creationId xmlns:a16="http://schemas.microsoft.com/office/drawing/2014/main" id="{4CFFCB11-3F39-FE67-8235-35F2AAD6A8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85" name="Text Box 108">
                <a:extLst>
                  <a:ext uri="{FF2B5EF4-FFF2-40B4-BE49-F238E27FC236}">
                    <a16:creationId xmlns:a16="http://schemas.microsoft.com/office/drawing/2014/main" id="{A6F62B3C-03D3-30B4-B688-0BD85C026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2" name="Group 109">
              <a:extLst>
                <a:ext uri="{FF2B5EF4-FFF2-40B4-BE49-F238E27FC236}">
                  <a16:creationId xmlns:a16="http://schemas.microsoft.com/office/drawing/2014/main" id="{6E31AAE0-D6F8-9F12-4F53-D9FDB91AA28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595" y="1753"/>
              <a:ext cx="308" cy="446"/>
              <a:chOff x="2154" y="2688"/>
              <a:chExt cx="308" cy="417"/>
            </a:xfrm>
          </p:grpSpPr>
          <p:sp>
            <p:nvSpPr>
              <p:cNvPr id="797806" name="Oval 110">
                <a:extLst>
                  <a:ext uri="{FF2B5EF4-FFF2-40B4-BE49-F238E27FC236}">
                    <a16:creationId xmlns:a16="http://schemas.microsoft.com/office/drawing/2014/main" id="{5F6D533F-4E4D-66E8-D6D5-D2EA6F96A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81" name="Text Box 111">
                <a:extLst>
                  <a:ext uri="{FF2B5EF4-FFF2-40B4-BE49-F238E27FC236}">
                    <a16:creationId xmlns:a16="http://schemas.microsoft.com/office/drawing/2014/main" id="{977426C1-15A7-DEB9-A9CF-6105F23468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82" name="Text Box 112">
                <a:extLst>
                  <a:ext uri="{FF2B5EF4-FFF2-40B4-BE49-F238E27FC236}">
                    <a16:creationId xmlns:a16="http://schemas.microsoft.com/office/drawing/2014/main" id="{50142F1C-93F7-2325-026F-6EF9D19AAB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3" name="Group 113">
              <a:extLst>
                <a:ext uri="{FF2B5EF4-FFF2-40B4-BE49-F238E27FC236}">
                  <a16:creationId xmlns:a16="http://schemas.microsoft.com/office/drawing/2014/main" id="{CBF41B43-3804-CBCE-3A87-CD7AAD169EC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763" y="1909"/>
              <a:ext cx="308" cy="446"/>
              <a:chOff x="2154" y="2688"/>
              <a:chExt cx="308" cy="417"/>
            </a:xfrm>
          </p:grpSpPr>
          <p:sp>
            <p:nvSpPr>
              <p:cNvPr id="797810" name="Oval 114">
                <a:extLst>
                  <a:ext uri="{FF2B5EF4-FFF2-40B4-BE49-F238E27FC236}">
                    <a16:creationId xmlns:a16="http://schemas.microsoft.com/office/drawing/2014/main" id="{EEB4208D-8B25-4C2C-55E0-5D88DEBDA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78" name="Text Box 115">
                <a:extLst>
                  <a:ext uri="{FF2B5EF4-FFF2-40B4-BE49-F238E27FC236}">
                    <a16:creationId xmlns:a16="http://schemas.microsoft.com/office/drawing/2014/main" id="{85D7861C-C04B-AB4C-4411-3EE21466BD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79" name="Text Box 116">
                <a:extLst>
                  <a:ext uri="{FF2B5EF4-FFF2-40B4-BE49-F238E27FC236}">
                    <a16:creationId xmlns:a16="http://schemas.microsoft.com/office/drawing/2014/main" id="{F025406F-F176-66F3-1E11-473195CE5C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4" name="Group 117">
              <a:extLst>
                <a:ext uri="{FF2B5EF4-FFF2-40B4-BE49-F238E27FC236}">
                  <a16:creationId xmlns:a16="http://schemas.microsoft.com/office/drawing/2014/main" id="{95441204-99F6-DCC7-E179-E93048E3B77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59" y="2062"/>
              <a:ext cx="308" cy="446"/>
              <a:chOff x="2154" y="2688"/>
              <a:chExt cx="308" cy="417"/>
            </a:xfrm>
          </p:grpSpPr>
          <p:sp>
            <p:nvSpPr>
              <p:cNvPr id="797814" name="Oval 118">
                <a:extLst>
                  <a:ext uri="{FF2B5EF4-FFF2-40B4-BE49-F238E27FC236}">
                    <a16:creationId xmlns:a16="http://schemas.microsoft.com/office/drawing/2014/main" id="{60971DBB-8BAB-513D-AC36-1F2DD02C5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75" name="Text Box 119">
                <a:extLst>
                  <a:ext uri="{FF2B5EF4-FFF2-40B4-BE49-F238E27FC236}">
                    <a16:creationId xmlns:a16="http://schemas.microsoft.com/office/drawing/2014/main" id="{C8BAEDE4-FEA4-2E4D-4F73-CE44C0CC8F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76" name="Text Box 120">
                <a:extLst>
                  <a:ext uri="{FF2B5EF4-FFF2-40B4-BE49-F238E27FC236}">
                    <a16:creationId xmlns:a16="http://schemas.microsoft.com/office/drawing/2014/main" id="{61CF21B5-0A87-E466-93EE-252F0BF9BD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5" name="Group 121">
              <a:extLst>
                <a:ext uri="{FF2B5EF4-FFF2-40B4-BE49-F238E27FC236}">
                  <a16:creationId xmlns:a16="http://schemas.microsoft.com/office/drawing/2014/main" id="{E7751356-8778-9D39-CA41-7DE80E480F2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765" y="1117"/>
              <a:ext cx="308" cy="446"/>
              <a:chOff x="2154" y="2688"/>
              <a:chExt cx="308" cy="417"/>
            </a:xfrm>
          </p:grpSpPr>
          <p:sp>
            <p:nvSpPr>
              <p:cNvPr id="797818" name="Oval 122">
                <a:extLst>
                  <a:ext uri="{FF2B5EF4-FFF2-40B4-BE49-F238E27FC236}">
                    <a16:creationId xmlns:a16="http://schemas.microsoft.com/office/drawing/2014/main" id="{C5F51586-57A7-0696-224C-9DE7E7AE4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72" name="Text Box 123">
                <a:extLst>
                  <a:ext uri="{FF2B5EF4-FFF2-40B4-BE49-F238E27FC236}">
                    <a16:creationId xmlns:a16="http://schemas.microsoft.com/office/drawing/2014/main" id="{A4A3B972-CDD8-51D2-1C6A-93BC4D0811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73" name="Text Box 124">
                <a:extLst>
                  <a:ext uri="{FF2B5EF4-FFF2-40B4-BE49-F238E27FC236}">
                    <a16:creationId xmlns:a16="http://schemas.microsoft.com/office/drawing/2014/main" id="{DA4B1698-3A1A-29D0-37D1-50A631D257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6" name="Group 125">
              <a:extLst>
                <a:ext uri="{FF2B5EF4-FFF2-40B4-BE49-F238E27FC236}">
                  <a16:creationId xmlns:a16="http://schemas.microsoft.com/office/drawing/2014/main" id="{01EA93B1-DDC1-4AEA-EF47-82D47F88300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01" y="1282"/>
              <a:ext cx="308" cy="446"/>
              <a:chOff x="2154" y="2688"/>
              <a:chExt cx="308" cy="417"/>
            </a:xfrm>
          </p:grpSpPr>
          <p:sp>
            <p:nvSpPr>
              <p:cNvPr id="797822" name="Oval 126">
                <a:extLst>
                  <a:ext uri="{FF2B5EF4-FFF2-40B4-BE49-F238E27FC236}">
                    <a16:creationId xmlns:a16="http://schemas.microsoft.com/office/drawing/2014/main" id="{FEC0FA94-47A8-3C4A-051C-F4906E12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69" name="Text Box 127">
                <a:extLst>
                  <a:ext uri="{FF2B5EF4-FFF2-40B4-BE49-F238E27FC236}">
                    <a16:creationId xmlns:a16="http://schemas.microsoft.com/office/drawing/2014/main" id="{272A2C4D-C009-9D8F-FB73-986644DD57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70" name="Text Box 128">
                <a:extLst>
                  <a:ext uri="{FF2B5EF4-FFF2-40B4-BE49-F238E27FC236}">
                    <a16:creationId xmlns:a16="http://schemas.microsoft.com/office/drawing/2014/main" id="{66081EB3-15AD-7D56-D2F2-D56A5AB43B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7" name="Group 129">
              <a:extLst>
                <a:ext uri="{FF2B5EF4-FFF2-40B4-BE49-F238E27FC236}">
                  <a16:creationId xmlns:a16="http://schemas.microsoft.com/office/drawing/2014/main" id="{6B85D0F2-58C8-D4C8-3C63-E735C779BC8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37" y="1442"/>
              <a:ext cx="308" cy="446"/>
              <a:chOff x="2154" y="2688"/>
              <a:chExt cx="308" cy="417"/>
            </a:xfrm>
          </p:grpSpPr>
          <p:sp>
            <p:nvSpPr>
              <p:cNvPr id="797826" name="Oval 130">
                <a:extLst>
                  <a:ext uri="{FF2B5EF4-FFF2-40B4-BE49-F238E27FC236}">
                    <a16:creationId xmlns:a16="http://schemas.microsoft.com/office/drawing/2014/main" id="{F580B82C-B41D-DE1C-90F6-722FDC5DB3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66" name="Text Box 131">
                <a:extLst>
                  <a:ext uri="{FF2B5EF4-FFF2-40B4-BE49-F238E27FC236}">
                    <a16:creationId xmlns:a16="http://schemas.microsoft.com/office/drawing/2014/main" id="{26393783-3FBA-DF20-DAB5-2BF9D338E0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67" name="Text Box 132">
                <a:extLst>
                  <a:ext uri="{FF2B5EF4-FFF2-40B4-BE49-F238E27FC236}">
                    <a16:creationId xmlns:a16="http://schemas.microsoft.com/office/drawing/2014/main" id="{9680490E-9A5C-58C2-AEAE-87136E96BD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8" name="Group 133">
              <a:extLst>
                <a:ext uri="{FF2B5EF4-FFF2-40B4-BE49-F238E27FC236}">
                  <a16:creationId xmlns:a16="http://schemas.microsoft.com/office/drawing/2014/main" id="{61939D62-D98F-3583-2F5E-7D1C462FBD7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173" y="1602"/>
              <a:ext cx="308" cy="446"/>
              <a:chOff x="2154" y="2688"/>
              <a:chExt cx="308" cy="417"/>
            </a:xfrm>
          </p:grpSpPr>
          <p:sp>
            <p:nvSpPr>
              <p:cNvPr id="797830" name="Oval 134">
                <a:extLst>
                  <a:ext uri="{FF2B5EF4-FFF2-40B4-BE49-F238E27FC236}">
                    <a16:creationId xmlns:a16="http://schemas.microsoft.com/office/drawing/2014/main" id="{52FF39AD-2541-60A2-95DB-5B7B937BD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63" name="Text Box 135">
                <a:extLst>
                  <a:ext uri="{FF2B5EF4-FFF2-40B4-BE49-F238E27FC236}">
                    <a16:creationId xmlns:a16="http://schemas.microsoft.com/office/drawing/2014/main" id="{923A7137-CC85-CE62-7FFC-F2BB76AD0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64" name="Text Box 136">
                <a:extLst>
                  <a:ext uri="{FF2B5EF4-FFF2-40B4-BE49-F238E27FC236}">
                    <a16:creationId xmlns:a16="http://schemas.microsoft.com/office/drawing/2014/main" id="{57D86D0F-AA00-5D5F-C036-71A4E19343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19" name="Group 137">
              <a:extLst>
                <a:ext uri="{FF2B5EF4-FFF2-40B4-BE49-F238E27FC236}">
                  <a16:creationId xmlns:a16="http://schemas.microsoft.com/office/drawing/2014/main" id="{0A65F56A-AD4C-4C35-8F07-60797C41D02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77" y="1763"/>
              <a:ext cx="308" cy="446"/>
              <a:chOff x="2154" y="2688"/>
              <a:chExt cx="308" cy="417"/>
            </a:xfrm>
          </p:grpSpPr>
          <p:sp>
            <p:nvSpPr>
              <p:cNvPr id="797834" name="Oval 138">
                <a:extLst>
                  <a:ext uri="{FF2B5EF4-FFF2-40B4-BE49-F238E27FC236}">
                    <a16:creationId xmlns:a16="http://schemas.microsoft.com/office/drawing/2014/main" id="{367DB000-6443-4147-D6C6-3BD05D5A73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60" name="Text Box 139">
                <a:extLst>
                  <a:ext uri="{FF2B5EF4-FFF2-40B4-BE49-F238E27FC236}">
                    <a16:creationId xmlns:a16="http://schemas.microsoft.com/office/drawing/2014/main" id="{8B143450-370F-B13D-0009-22319AC67F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61" name="Text Box 140">
                <a:extLst>
                  <a:ext uri="{FF2B5EF4-FFF2-40B4-BE49-F238E27FC236}">
                    <a16:creationId xmlns:a16="http://schemas.microsoft.com/office/drawing/2014/main" id="{8F08C58E-DB6C-8825-67B1-E58A62405A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20" name="Group 141">
              <a:extLst>
                <a:ext uri="{FF2B5EF4-FFF2-40B4-BE49-F238E27FC236}">
                  <a16:creationId xmlns:a16="http://schemas.microsoft.com/office/drawing/2014/main" id="{C085274D-967D-C527-D3AA-4D8D6052272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445" y="1919"/>
              <a:ext cx="308" cy="446"/>
              <a:chOff x="2154" y="2688"/>
              <a:chExt cx="308" cy="417"/>
            </a:xfrm>
          </p:grpSpPr>
          <p:sp>
            <p:nvSpPr>
              <p:cNvPr id="797838" name="Oval 142">
                <a:extLst>
                  <a:ext uri="{FF2B5EF4-FFF2-40B4-BE49-F238E27FC236}">
                    <a16:creationId xmlns:a16="http://schemas.microsoft.com/office/drawing/2014/main" id="{56E5A08F-BB4E-633B-E3C1-2FF6F70BDB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57" name="Text Box 143">
                <a:extLst>
                  <a:ext uri="{FF2B5EF4-FFF2-40B4-BE49-F238E27FC236}">
                    <a16:creationId xmlns:a16="http://schemas.microsoft.com/office/drawing/2014/main" id="{42915CC5-C17C-2601-E3DD-FDBFB9F7CD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58" name="Text Box 144">
                <a:extLst>
                  <a:ext uri="{FF2B5EF4-FFF2-40B4-BE49-F238E27FC236}">
                    <a16:creationId xmlns:a16="http://schemas.microsoft.com/office/drawing/2014/main" id="{7C618DC0-F216-0DBF-0A09-2741B755D0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21" name="Group 145">
              <a:extLst>
                <a:ext uri="{FF2B5EF4-FFF2-40B4-BE49-F238E27FC236}">
                  <a16:creationId xmlns:a16="http://schemas.microsoft.com/office/drawing/2014/main" id="{CFA271F7-6762-B3B5-03B8-7DB9341BF8A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541" y="2072"/>
              <a:ext cx="308" cy="446"/>
              <a:chOff x="2154" y="2688"/>
              <a:chExt cx="308" cy="417"/>
            </a:xfrm>
          </p:grpSpPr>
          <p:sp>
            <p:nvSpPr>
              <p:cNvPr id="797842" name="Oval 146">
                <a:extLst>
                  <a:ext uri="{FF2B5EF4-FFF2-40B4-BE49-F238E27FC236}">
                    <a16:creationId xmlns:a16="http://schemas.microsoft.com/office/drawing/2014/main" id="{1E4DE084-83C8-934E-0892-163DCBB304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54" name="Text Box 147">
                <a:extLst>
                  <a:ext uri="{FF2B5EF4-FFF2-40B4-BE49-F238E27FC236}">
                    <a16:creationId xmlns:a16="http://schemas.microsoft.com/office/drawing/2014/main" id="{5D8EB02E-5838-6128-57C4-3EFE45B0E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55" name="Text Box 148">
                <a:extLst>
                  <a:ext uri="{FF2B5EF4-FFF2-40B4-BE49-F238E27FC236}">
                    <a16:creationId xmlns:a16="http://schemas.microsoft.com/office/drawing/2014/main" id="{DE5DE790-D458-E8F1-0139-D83E0E1016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22" name="Group 149">
              <a:extLst>
                <a:ext uri="{FF2B5EF4-FFF2-40B4-BE49-F238E27FC236}">
                  <a16:creationId xmlns:a16="http://schemas.microsoft.com/office/drawing/2014/main" id="{1503EF49-D85E-464A-4D17-D09F57835E0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744" y="1456"/>
              <a:ext cx="308" cy="446"/>
              <a:chOff x="2154" y="2688"/>
              <a:chExt cx="308" cy="417"/>
            </a:xfrm>
          </p:grpSpPr>
          <p:sp>
            <p:nvSpPr>
              <p:cNvPr id="797846" name="Oval 150">
                <a:extLst>
                  <a:ext uri="{FF2B5EF4-FFF2-40B4-BE49-F238E27FC236}">
                    <a16:creationId xmlns:a16="http://schemas.microsoft.com/office/drawing/2014/main" id="{F271F0FB-4481-E59C-61B3-44B937223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51" name="Text Box 151">
                <a:extLst>
                  <a:ext uri="{FF2B5EF4-FFF2-40B4-BE49-F238E27FC236}">
                    <a16:creationId xmlns:a16="http://schemas.microsoft.com/office/drawing/2014/main" id="{A1D8E17E-89A0-775C-657B-96B81F47DD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52" name="Text Box 152">
                <a:extLst>
                  <a:ext uri="{FF2B5EF4-FFF2-40B4-BE49-F238E27FC236}">
                    <a16:creationId xmlns:a16="http://schemas.microsoft.com/office/drawing/2014/main" id="{DF4A7BD4-3D8B-7648-8A55-7F7CA03E2B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23" name="Group 153">
              <a:extLst>
                <a:ext uri="{FF2B5EF4-FFF2-40B4-BE49-F238E27FC236}">
                  <a16:creationId xmlns:a16="http://schemas.microsoft.com/office/drawing/2014/main" id="{1B04CCF4-90E6-4B7D-9BE3-FD5D2AE9943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856" y="1602"/>
              <a:ext cx="308" cy="446"/>
              <a:chOff x="2154" y="2688"/>
              <a:chExt cx="308" cy="417"/>
            </a:xfrm>
          </p:grpSpPr>
          <p:sp>
            <p:nvSpPr>
              <p:cNvPr id="797850" name="Oval 154">
                <a:extLst>
                  <a:ext uri="{FF2B5EF4-FFF2-40B4-BE49-F238E27FC236}">
                    <a16:creationId xmlns:a16="http://schemas.microsoft.com/office/drawing/2014/main" id="{F13FD577-F14F-8420-5351-F9BD691AA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48" name="Text Box 155">
                <a:extLst>
                  <a:ext uri="{FF2B5EF4-FFF2-40B4-BE49-F238E27FC236}">
                    <a16:creationId xmlns:a16="http://schemas.microsoft.com/office/drawing/2014/main" id="{0DB9A140-76B1-5C8C-3ED6-F4287293EC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49" name="Text Box 156">
                <a:extLst>
                  <a:ext uri="{FF2B5EF4-FFF2-40B4-BE49-F238E27FC236}">
                    <a16:creationId xmlns:a16="http://schemas.microsoft.com/office/drawing/2014/main" id="{B3BC50D6-A976-8BAC-3033-070BCCAA3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24" name="Group 157">
              <a:extLst>
                <a:ext uri="{FF2B5EF4-FFF2-40B4-BE49-F238E27FC236}">
                  <a16:creationId xmlns:a16="http://schemas.microsoft.com/office/drawing/2014/main" id="{857B39F5-6807-5D1B-14CF-02C1A7CD5C5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71" y="1766"/>
              <a:ext cx="308" cy="446"/>
              <a:chOff x="2154" y="2688"/>
              <a:chExt cx="308" cy="417"/>
            </a:xfrm>
          </p:grpSpPr>
          <p:sp>
            <p:nvSpPr>
              <p:cNvPr id="797854" name="Oval 158">
                <a:extLst>
                  <a:ext uri="{FF2B5EF4-FFF2-40B4-BE49-F238E27FC236}">
                    <a16:creationId xmlns:a16="http://schemas.microsoft.com/office/drawing/2014/main" id="{68C2DE99-46A9-0E09-EE31-38735610CD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45" name="Text Box 159">
                <a:extLst>
                  <a:ext uri="{FF2B5EF4-FFF2-40B4-BE49-F238E27FC236}">
                    <a16:creationId xmlns:a16="http://schemas.microsoft.com/office/drawing/2014/main" id="{9A9C1894-366D-1613-180A-37CFD918A5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46" name="Text Box 160">
                <a:extLst>
                  <a:ext uri="{FF2B5EF4-FFF2-40B4-BE49-F238E27FC236}">
                    <a16:creationId xmlns:a16="http://schemas.microsoft.com/office/drawing/2014/main" id="{7D4CFFFB-F070-1211-9ECC-A38CC6481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25" name="Group 161">
              <a:extLst>
                <a:ext uri="{FF2B5EF4-FFF2-40B4-BE49-F238E27FC236}">
                  <a16:creationId xmlns:a16="http://schemas.microsoft.com/office/drawing/2014/main" id="{5E46BAC7-4D13-A7FB-FC57-E621D32D524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115" y="1919"/>
              <a:ext cx="308" cy="446"/>
              <a:chOff x="2154" y="2688"/>
              <a:chExt cx="308" cy="417"/>
            </a:xfrm>
          </p:grpSpPr>
          <p:sp>
            <p:nvSpPr>
              <p:cNvPr id="797858" name="Oval 162">
                <a:extLst>
                  <a:ext uri="{FF2B5EF4-FFF2-40B4-BE49-F238E27FC236}">
                    <a16:creationId xmlns:a16="http://schemas.microsoft.com/office/drawing/2014/main" id="{7D6795FC-27C5-4677-3767-5B3B8D8D05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2739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42" name="Text Box 163">
                <a:extLst>
                  <a:ext uri="{FF2B5EF4-FFF2-40B4-BE49-F238E27FC236}">
                    <a16:creationId xmlns:a16="http://schemas.microsoft.com/office/drawing/2014/main" id="{B2B5F2D2-2959-AE2D-4C70-1DD8BC1647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43" name="Text Box 164">
                <a:extLst>
                  <a:ext uri="{FF2B5EF4-FFF2-40B4-BE49-F238E27FC236}">
                    <a16:creationId xmlns:a16="http://schemas.microsoft.com/office/drawing/2014/main" id="{CC7F0BDF-8743-8E0E-833F-6024DD4038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26" name="Group 165">
              <a:extLst>
                <a:ext uri="{FF2B5EF4-FFF2-40B4-BE49-F238E27FC236}">
                  <a16:creationId xmlns:a16="http://schemas.microsoft.com/office/drawing/2014/main" id="{350A13D6-FEA4-130B-CCC8-1FBD465FAC1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19" y="2083"/>
              <a:ext cx="308" cy="446"/>
              <a:chOff x="2154" y="2688"/>
              <a:chExt cx="308" cy="417"/>
            </a:xfrm>
          </p:grpSpPr>
          <p:sp>
            <p:nvSpPr>
              <p:cNvPr id="797862" name="Oval 166">
                <a:extLst>
                  <a:ext uri="{FF2B5EF4-FFF2-40B4-BE49-F238E27FC236}">
                    <a16:creationId xmlns:a16="http://schemas.microsoft.com/office/drawing/2014/main" id="{3E6A3F60-C541-3684-73E3-77C5559880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39" name="Text Box 167">
                <a:extLst>
                  <a:ext uri="{FF2B5EF4-FFF2-40B4-BE49-F238E27FC236}">
                    <a16:creationId xmlns:a16="http://schemas.microsoft.com/office/drawing/2014/main" id="{EE099873-517D-8AF2-2D51-EE87BB3422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40" name="Text Box 168">
                <a:extLst>
                  <a:ext uri="{FF2B5EF4-FFF2-40B4-BE49-F238E27FC236}">
                    <a16:creationId xmlns:a16="http://schemas.microsoft.com/office/drawing/2014/main" id="{485A02F1-3284-500F-D2D0-6042F51E84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27" name="Group 169">
              <a:extLst>
                <a:ext uri="{FF2B5EF4-FFF2-40B4-BE49-F238E27FC236}">
                  <a16:creationId xmlns:a16="http://schemas.microsoft.com/office/drawing/2014/main" id="{7D97F809-6D78-3967-D071-CA5F0E1E365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765" y="1910"/>
              <a:ext cx="308" cy="446"/>
              <a:chOff x="2154" y="2688"/>
              <a:chExt cx="308" cy="417"/>
            </a:xfrm>
          </p:grpSpPr>
          <p:sp>
            <p:nvSpPr>
              <p:cNvPr id="797866" name="Oval 170">
                <a:extLst>
                  <a:ext uri="{FF2B5EF4-FFF2-40B4-BE49-F238E27FC236}">
                    <a16:creationId xmlns:a16="http://schemas.microsoft.com/office/drawing/2014/main" id="{B60C8953-5610-0D8C-3669-9CF2FED04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36" name="Text Box 171">
                <a:extLst>
                  <a:ext uri="{FF2B5EF4-FFF2-40B4-BE49-F238E27FC236}">
                    <a16:creationId xmlns:a16="http://schemas.microsoft.com/office/drawing/2014/main" id="{814FA1B3-4C55-A01B-87EF-A725144C67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37" name="Text Box 172">
                <a:extLst>
                  <a:ext uri="{FF2B5EF4-FFF2-40B4-BE49-F238E27FC236}">
                    <a16:creationId xmlns:a16="http://schemas.microsoft.com/office/drawing/2014/main" id="{CA34DA38-C9E7-4B98-2959-941D38899E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17828" name="Group 173">
              <a:extLst>
                <a:ext uri="{FF2B5EF4-FFF2-40B4-BE49-F238E27FC236}">
                  <a16:creationId xmlns:a16="http://schemas.microsoft.com/office/drawing/2014/main" id="{8ED40B97-B591-B8F2-E2BB-535B319AD6A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01" y="2072"/>
              <a:ext cx="308" cy="446"/>
              <a:chOff x="2154" y="2688"/>
              <a:chExt cx="308" cy="417"/>
            </a:xfrm>
          </p:grpSpPr>
          <p:sp>
            <p:nvSpPr>
              <p:cNvPr id="797870" name="Oval 174">
                <a:extLst>
                  <a:ext uri="{FF2B5EF4-FFF2-40B4-BE49-F238E27FC236}">
                    <a16:creationId xmlns:a16="http://schemas.microsoft.com/office/drawing/2014/main" id="{2D09634B-B4FE-0FED-DAE0-D4B2B0222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7"/>
                <a:ext cx="136" cy="267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17833" name="Text Box 175">
                <a:extLst>
                  <a:ext uri="{FF2B5EF4-FFF2-40B4-BE49-F238E27FC236}">
                    <a16:creationId xmlns:a16="http://schemas.microsoft.com/office/drawing/2014/main" id="{ED0E8842-1790-2254-F458-F17517F0F8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834" name="Text Box 176">
                <a:extLst>
                  <a:ext uri="{FF2B5EF4-FFF2-40B4-BE49-F238E27FC236}">
                    <a16:creationId xmlns:a16="http://schemas.microsoft.com/office/drawing/2014/main" id="{D7F2152F-136E-1BC9-7ED1-429C5A64A2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7829" name="Oval 177">
              <a:extLst>
                <a:ext uri="{FF2B5EF4-FFF2-40B4-BE49-F238E27FC236}">
                  <a16:creationId xmlns:a16="http://schemas.microsoft.com/office/drawing/2014/main" id="{A66FCF36-3236-86EC-D669-3AA6D5523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207"/>
              <a:ext cx="771" cy="817"/>
            </a:xfrm>
            <a:prstGeom prst="ellipse">
              <a:avLst/>
            </a:prstGeom>
            <a:solidFill>
              <a:srgbClr val="FF00FF">
                <a:alpha val="27843"/>
              </a:srgbClr>
            </a:solidFill>
            <a:ln w="28575">
              <a:solidFill>
                <a:srgbClr val="FF33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en-US" altLang="zh-CN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7830" name="Line 178">
              <a:extLst>
                <a:ext uri="{FF2B5EF4-FFF2-40B4-BE49-F238E27FC236}">
                  <a16:creationId xmlns:a16="http://schemas.microsoft.com/office/drawing/2014/main" id="{559610DE-545D-693A-F5BF-51848CAE91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86" y="2462"/>
              <a:ext cx="49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31" name="Text Box 179">
              <a:extLst>
                <a:ext uri="{FF2B5EF4-FFF2-40B4-BE49-F238E27FC236}">
                  <a16:creationId xmlns:a16="http://schemas.microsoft.com/office/drawing/2014/main" id="{55288937-6F52-8927-B916-68E1B8700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" y="2341"/>
              <a:ext cx="317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16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1600" b="0" i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97841" name="Group 180">
            <a:extLst>
              <a:ext uri="{FF2B5EF4-FFF2-40B4-BE49-F238E27FC236}">
                <a16:creationId xmlns:a16="http://schemas.microsoft.com/office/drawing/2014/main" id="{6BB52187-3C1F-4938-1EC7-37757DD67CEF}"/>
              </a:ext>
            </a:extLst>
          </p:cNvPr>
          <p:cNvGrpSpPr>
            <a:grpSpLocks/>
          </p:cNvGrpSpPr>
          <p:nvPr/>
        </p:nvGrpSpPr>
        <p:grpSpPr bwMode="auto">
          <a:xfrm>
            <a:off x="7667625" y="569913"/>
            <a:ext cx="1317625" cy="1419225"/>
            <a:chOff x="4694" y="346"/>
            <a:chExt cx="830" cy="894"/>
          </a:xfrm>
        </p:grpSpPr>
        <p:graphicFrame>
          <p:nvGraphicFramePr>
            <p:cNvPr id="117785" name="Object 181">
              <a:extLst>
                <a:ext uri="{FF2B5EF4-FFF2-40B4-BE49-F238E27FC236}">
                  <a16:creationId xmlns:a16="http://schemas.microsoft.com/office/drawing/2014/main" id="{15CE65FA-4366-08B5-DA6A-AA44025C4A7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76" y="346"/>
            <a:ext cx="648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330391" imgH="139654" progId="Equation.DSMT4">
                    <p:embed/>
                  </p:oleObj>
                </mc:Choice>
                <mc:Fallback>
                  <p:oleObj r:id="rId9" imgW="330391" imgH="139654" progId="Equation.DSMT4">
                    <p:embed/>
                    <p:pic>
                      <p:nvPicPr>
                        <p:cNvPr id="0" name="Object 1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346"/>
                          <a:ext cx="648" cy="341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7786" name="Line 182">
              <a:extLst>
                <a:ext uri="{FF2B5EF4-FFF2-40B4-BE49-F238E27FC236}">
                  <a16:creationId xmlns:a16="http://schemas.microsoft.com/office/drawing/2014/main" id="{989F4ECF-F9C4-DAAB-4E0A-94BFC078DC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4" y="664"/>
              <a:ext cx="273" cy="57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97843" name="Group 183">
            <a:extLst>
              <a:ext uri="{FF2B5EF4-FFF2-40B4-BE49-F238E27FC236}">
                <a16:creationId xmlns:a16="http://schemas.microsoft.com/office/drawing/2014/main" id="{6763BC91-8B99-525C-1912-62C46C31F050}"/>
              </a:ext>
            </a:extLst>
          </p:cNvPr>
          <p:cNvGrpSpPr>
            <a:grpSpLocks/>
          </p:cNvGrpSpPr>
          <p:nvPr/>
        </p:nvGrpSpPr>
        <p:grpSpPr bwMode="auto">
          <a:xfrm>
            <a:off x="6184900" y="534988"/>
            <a:ext cx="1028700" cy="1166812"/>
            <a:chOff x="4123" y="382"/>
            <a:chExt cx="648" cy="735"/>
          </a:xfrm>
        </p:grpSpPr>
        <p:graphicFrame>
          <p:nvGraphicFramePr>
            <p:cNvPr id="117783" name="Object 184">
              <a:extLst>
                <a:ext uri="{FF2B5EF4-FFF2-40B4-BE49-F238E27FC236}">
                  <a16:creationId xmlns:a16="http://schemas.microsoft.com/office/drawing/2014/main" id="{5955CBA8-7EA4-47EC-22AD-0A550DE094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3" y="382"/>
            <a:ext cx="648" cy="3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330391" imgH="139654" progId="Equation.DSMT4">
                    <p:embed/>
                  </p:oleObj>
                </mc:Choice>
                <mc:Fallback>
                  <p:oleObj r:id="rId11" imgW="330391" imgH="139654" progId="Equation.DSMT4">
                    <p:embed/>
                    <p:pic>
                      <p:nvPicPr>
                        <p:cNvPr id="0" name="Object 1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3" y="382"/>
                          <a:ext cx="648" cy="341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7784" name="Line 185">
              <a:extLst>
                <a:ext uri="{FF2B5EF4-FFF2-40B4-BE49-F238E27FC236}">
                  <a16:creationId xmlns:a16="http://schemas.microsoft.com/office/drawing/2014/main" id="{ED161FCD-1E7E-DA47-DA2C-957C28DA00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2" y="709"/>
              <a:ext cx="0" cy="408"/>
            </a:xfrm>
            <a:prstGeom prst="line">
              <a:avLst/>
            </a:prstGeom>
            <a:noFill/>
            <a:ln w="31750">
              <a:solidFill>
                <a:srgbClr val="FF33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7770" name="AutoShape 186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B38BA454-64B5-251D-3FD2-131E165DE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7771" name="AutoShape 18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3177039-B018-5651-94B5-3269C7F8F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7772" name="AutoShape 18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46BBFA5-5FF8-A610-CBD5-F8EB5E4E4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7773" name="AutoShape 18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28ED80A3-D5E6-512A-6EDF-A133BADB3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797886" name="Rectangle 190">
            <a:extLst>
              <a:ext uri="{FF2B5EF4-FFF2-40B4-BE49-F238E27FC236}">
                <a16:creationId xmlns:a16="http://schemas.microsoft.com/office/drawing/2014/main" id="{23D96BC6-2395-8C41-F6C6-29AC92970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4051300"/>
            <a:ext cx="1728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CC66"/>
                </a:solidFill>
                <a:ea typeface="宋体" panose="02010600030101010101" pitchFamily="2" charset="-122"/>
              </a:rPr>
              <a:t>定义</a:t>
            </a:r>
            <a:r>
              <a:rPr lang="zh-CN" altLang="en-US">
                <a:solidFill>
                  <a:srgbClr val="FFCC66"/>
                </a:solidFill>
              </a:rPr>
              <a:t>：</a:t>
            </a:r>
          </a:p>
        </p:txBody>
      </p:sp>
      <p:grpSp>
        <p:nvGrpSpPr>
          <p:cNvPr id="797844" name="Group 191">
            <a:extLst>
              <a:ext uri="{FF2B5EF4-FFF2-40B4-BE49-F238E27FC236}">
                <a16:creationId xmlns:a16="http://schemas.microsoft.com/office/drawing/2014/main" id="{FE5FA7BD-5793-7715-9F77-5BCEF68ACE0E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2995613"/>
            <a:ext cx="5400675" cy="1081087"/>
            <a:chOff x="68" y="618"/>
            <a:chExt cx="3402" cy="681"/>
          </a:xfrm>
        </p:grpSpPr>
        <p:grpSp>
          <p:nvGrpSpPr>
            <p:cNvPr id="117779" name="Group 192">
              <a:extLst>
                <a:ext uri="{FF2B5EF4-FFF2-40B4-BE49-F238E27FC236}">
                  <a16:creationId xmlns:a16="http://schemas.microsoft.com/office/drawing/2014/main" id="{F376333A-C39D-0E24-0F0E-FD69B39242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" y="618"/>
              <a:ext cx="3402" cy="681"/>
              <a:chOff x="158" y="617"/>
              <a:chExt cx="3402" cy="681"/>
            </a:xfrm>
          </p:grpSpPr>
          <p:sp>
            <p:nvSpPr>
              <p:cNvPr id="117781" name="Rectangle 193">
                <a:extLst>
                  <a:ext uri="{FF2B5EF4-FFF2-40B4-BE49-F238E27FC236}">
                    <a16:creationId xmlns:a16="http://schemas.microsoft.com/office/drawing/2014/main" id="{11E298B3-51A5-41D4-97DD-2898DF09F3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" y="617"/>
                <a:ext cx="3402" cy="6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en-US" altLang="zh-CN" dirty="0">
                    <a:latin typeface="楷体_GB2312" pitchFamily="49" charset="-122"/>
                  </a:rPr>
                  <a:t>   </a:t>
                </a:r>
                <a:r>
                  <a:rPr lang="zh-CN" altLang="en-US" dirty="0">
                    <a:latin typeface="楷体_GB2312" pitchFamily="49" charset="-122"/>
                  </a:rPr>
                  <a:t>极化强度矢量：   描述媒质极化程</a:t>
                </a:r>
              </a:p>
              <a:p>
                <a:pPr eaLnBrk="1" hangingPunct="1">
                  <a:lnSpc>
                    <a:spcPct val="130000"/>
                  </a:lnSpc>
                </a:pPr>
                <a:r>
                  <a:rPr lang="zh-CN" altLang="en-US" dirty="0">
                    <a:latin typeface="楷体_GB2312" pitchFamily="49" charset="-122"/>
                  </a:rPr>
                  <a:t>度的物理量。</a:t>
                </a:r>
                <a:endParaRPr lang="zh-CN" altLang="en-US" sz="2000" b="0" dirty="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</p:txBody>
          </p:sp>
          <p:graphicFrame>
            <p:nvGraphicFramePr>
              <p:cNvPr id="117782" name="Object 194">
                <a:extLst>
                  <a:ext uri="{FF2B5EF4-FFF2-40B4-BE49-F238E27FC236}">
                    <a16:creationId xmlns:a16="http://schemas.microsoft.com/office/drawing/2014/main" id="{7DBB2D47-7AE6-04FD-E35D-AB13EFA3332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55" y="708"/>
              <a:ext cx="192" cy="25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69906" imgH="114300" progId="Equation.3">
                      <p:embed/>
                    </p:oleObj>
                  </mc:Choice>
                  <mc:Fallback>
                    <p:oleObj r:id="rId14" imgW="69906" imgH="114300" progId="Equation.3">
                      <p:embed/>
                      <p:pic>
                        <p:nvPicPr>
                          <p:cNvPr id="0" name="Object 19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55" y="708"/>
                            <a:ext cx="192" cy="25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7780" name="Oval 195">
              <a:extLst>
                <a:ext uri="{FF2B5EF4-FFF2-40B4-BE49-F238E27FC236}">
                  <a16:creationId xmlns:a16="http://schemas.microsoft.com/office/drawing/2014/main" id="{1787633D-478E-3BDE-915A-0B6EE0F5192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8" y="764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797899" name="Rectangle 203">
            <a:extLst>
              <a:ext uri="{FF2B5EF4-FFF2-40B4-BE49-F238E27FC236}">
                <a16:creationId xmlns:a16="http://schemas.microsoft.com/office/drawing/2014/main" id="{59B63F1E-D089-1AD7-CAD6-A00ABE3E3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581525"/>
            <a:ext cx="7777162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latin typeface="楷体_GB2312" pitchFamily="49" charset="-122"/>
              </a:rPr>
              <a:t>  </a:t>
            </a:r>
            <a:r>
              <a:rPr lang="zh-CN" altLang="en-US">
                <a:latin typeface="楷体_GB2312" pitchFamily="49" charset="-122"/>
              </a:rPr>
              <a:t>：体积</a:t>
            </a:r>
            <a:r>
              <a:rPr lang="zh-CN" altLang="en-US"/>
              <a:t>△</a:t>
            </a:r>
            <a:r>
              <a:rPr lang="en-US" altLang="zh-CN"/>
              <a:t>V</a:t>
            </a:r>
            <a:r>
              <a:rPr lang="zh-CN" altLang="en-US"/>
              <a:t>中第</a:t>
            </a:r>
            <a:r>
              <a:rPr lang="en-US" altLang="zh-CN"/>
              <a:t>i</a:t>
            </a:r>
            <a:r>
              <a:rPr lang="zh-CN" altLang="en-US"/>
              <a:t>个分子的电偶极矩（</a:t>
            </a:r>
            <a:r>
              <a:rPr lang="zh-CN" altLang="en-US">
                <a:solidFill>
                  <a:srgbClr val="FFD1E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分子电矩</a:t>
            </a:r>
            <a:r>
              <a:rPr lang="zh-CN" altLang="en-US"/>
              <a:t>）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。   </a:t>
            </a:r>
          </a:p>
        </p:txBody>
      </p:sp>
      <p:graphicFrame>
        <p:nvGraphicFramePr>
          <p:cNvPr id="797900" name="Object 204">
            <a:extLst>
              <a:ext uri="{FF2B5EF4-FFF2-40B4-BE49-F238E27FC236}">
                <a16:creationId xmlns:a16="http://schemas.microsoft.com/office/drawing/2014/main" id="{50F6B53E-2CA5-E551-52CE-31C87DA28C8B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177800" y="4665663"/>
          <a:ext cx="100806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81156" imgH="152539" progId="Equation.3">
                  <p:embed/>
                </p:oleObj>
              </mc:Choice>
              <mc:Fallback>
                <p:oleObj r:id="rId16" imgW="381156" imgH="152539" progId="Equation.3">
                  <p:embed/>
                  <p:pic>
                    <p:nvPicPr>
                      <p:cNvPr id="0" name="Object 20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4665663"/>
                        <a:ext cx="100806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7902" name="Rectangle 206">
            <a:extLst>
              <a:ext uri="{FF2B5EF4-FFF2-40B4-BE49-F238E27FC236}">
                <a16:creationId xmlns:a16="http://schemas.microsoft.com/office/drawing/2014/main" id="{9931C6B9-6B69-360A-911E-5D0D0073F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36625"/>
            <a:ext cx="5867400" cy="155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宋体" panose="02010600030101010101" pitchFamily="2" charset="-122"/>
              </a:rPr>
              <a:t>电介质在</a:t>
            </a: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</a:rPr>
              <a:t>极化前</a:t>
            </a:r>
            <a:r>
              <a:rPr lang="zh-CN" altLang="en-US">
                <a:latin typeface="宋体" panose="02010600030101010101" pitchFamily="2" charset="-122"/>
              </a:rPr>
              <a:t>，任一体积中分子电偶极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宋体" panose="02010600030101010101" pitchFamily="2" charset="-122"/>
              </a:rPr>
              <a:t>矩的矢量和为</a:t>
            </a:r>
            <a:r>
              <a:rPr lang="en-US" altLang="zh-CN">
                <a:latin typeface="宋体" panose="02010600030101010101" pitchFamily="2" charset="-122"/>
              </a:rPr>
              <a:t>0</a:t>
            </a:r>
            <a:r>
              <a:rPr lang="zh-CN" altLang="en-US">
                <a:latin typeface="宋体" panose="02010600030101010101" pitchFamily="2" charset="-122"/>
              </a:rPr>
              <a:t>；</a:t>
            </a: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</a:rPr>
              <a:t>极化后</a:t>
            </a:r>
            <a:r>
              <a:rPr lang="zh-CN" altLang="en-US">
                <a:latin typeface="宋体" panose="02010600030101010101" pitchFamily="2" charset="-122"/>
              </a:rPr>
              <a:t>分子电偶极矩的矢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宋体" panose="02010600030101010101" pitchFamily="2" charset="-122"/>
              </a:rPr>
              <a:t>量和不再为</a:t>
            </a:r>
            <a:r>
              <a:rPr lang="en-US" altLang="zh-CN">
                <a:latin typeface="宋体" panose="02010600030101010101" pitchFamily="2" charset="-122"/>
              </a:rPr>
              <a:t>0→</a:t>
            </a:r>
            <a:r>
              <a:rPr lang="zh-CN" altLang="en-US">
                <a:latin typeface="宋体" panose="02010600030101010101" pitchFamily="2" charset="-122"/>
              </a:rPr>
              <a:t>引入极化强度矢量描述电介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宋体" panose="02010600030101010101" pitchFamily="2" charset="-122"/>
              </a:rPr>
              <a:t>质的极化程度。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灯片编号占位符 4">
            <a:extLst>
              <a:ext uri="{FF2B5EF4-FFF2-40B4-BE49-F238E27FC236}">
                <a16:creationId xmlns:a16="http://schemas.microsoft.com/office/drawing/2014/main" id="{32A7EE56-779C-DD3B-5F7A-10B3B880797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9A05CA0-84E9-45D4-B0A5-4786CB10E1AC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13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9811" name="AutoShape 34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528EC0B-DA66-062D-488F-C11D3E530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9812" name="AutoShape 34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830B149-AB3F-718B-3FBE-58A7BAC38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9813" name="AutoShape 34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7DAA0DE-E76D-1447-13EF-C46596A77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19814" name="AutoShape 344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077C051-DED3-F15D-BB0C-1F2DCB8C9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2" name="Group 346">
            <a:extLst>
              <a:ext uri="{FF2B5EF4-FFF2-40B4-BE49-F238E27FC236}">
                <a16:creationId xmlns:a16="http://schemas.microsoft.com/office/drawing/2014/main" id="{39592E45-AB17-A8A0-A594-A443066B1547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33375"/>
            <a:ext cx="7848600" cy="457200"/>
            <a:chOff x="204" y="466"/>
            <a:chExt cx="4162" cy="288"/>
          </a:xfrm>
        </p:grpSpPr>
        <p:sp>
          <p:nvSpPr>
            <p:cNvPr id="119825" name="Text Box 347">
              <a:extLst>
                <a:ext uri="{FF2B5EF4-FFF2-40B4-BE49-F238E27FC236}">
                  <a16:creationId xmlns:a16="http://schemas.microsoft.com/office/drawing/2014/main" id="{DF3B0310-C156-C475-770E-19E3ADC36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" y="466"/>
              <a:ext cx="41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</a:t>
              </a:r>
              <a:r>
                <a:rPr lang="zh-CN" altLang="en-US">
                  <a:latin typeface="Times New Roman" panose="02020603050405020304" pitchFamily="18" charset="0"/>
                </a:rPr>
                <a:t>无极分子的极化：位移极化（即漂移极化）。</a:t>
              </a:r>
            </a:p>
          </p:txBody>
        </p:sp>
        <p:sp>
          <p:nvSpPr>
            <p:cNvPr id="119826" name="Oval 348">
              <a:extLst>
                <a:ext uri="{FF2B5EF4-FFF2-40B4-BE49-F238E27FC236}">
                  <a16:creationId xmlns:a16="http://schemas.microsoft.com/office/drawing/2014/main" id="{32F86CFE-2DFE-E474-0CBA-0A6231F8A5E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4" y="554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3" name="Group 349">
            <a:extLst>
              <a:ext uri="{FF2B5EF4-FFF2-40B4-BE49-F238E27FC236}">
                <a16:creationId xmlns:a16="http://schemas.microsoft.com/office/drawing/2014/main" id="{52D9D4EB-4593-D28D-00F7-E5C8D2D560E5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141663"/>
            <a:ext cx="6607175" cy="457200"/>
            <a:chOff x="204" y="466"/>
            <a:chExt cx="4162" cy="288"/>
          </a:xfrm>
        </p:grpSpPr>
        <p:sp>
          <p:nvSpPr>
            <p:cNvPr id="119823" name="Text Box 350">
              <a:extLst>
                <a:ext uri="{FF2B5EF4-FFF2-40B4-BE49-F238E27FC236}">
                  <a16:creationId xmlns:a16="http://schemas.microsoft.com/office/drawing/2014/main" id="{BFBBCA3C-0090-0EEE-65C6-3E8C855222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" y="466"/>
              <a:ext cx="414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</a:tabLs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>
                  <a:latin typeface="Times New Roman" panose="02020603050405020304" pitchFamily="18" charset="0"/>
                </a:rPr>
                <a:t>   </a:t>
              </a:r>
              <a:r>
                <a:rPr lang="zh-CN" altLang="en-US">
                  <a:latin typeface="Times New Roman" panose="02020603050405020304" pitchFamily="18" charset="0"/>
                </a:rPr>
                <a:t>有极分子的极化：取向极化。</a:t>
              </a:r>
            </a:p>
          </p:txBody>
        </p:sp>
        <p:sp>
          <p:nvSpPr>
            <p:cNvPr id="119824" name="Oval 351">
              <a:extLst>
                <a:ext uri="{FF2B5EF4-FFF2-40B4-BE49-F238E27FC236}">
                  <a16:creationId xmlns:a16="http://schemas.microsoft.com/office/drawing/2014/main" id="{A708D3D1-B229-0DEE-03A7-2C99F08EE00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4" y="554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789861" name="Object 357">
            <a:extLst>
              <a:ext uri="{FF2B5EF4-FFF2-40B4-BE49-F238E27FC236}">
                <a16:creationId xmlns:a16="http://schemas.microsoft.com/office/drawing/2014/main" id="{C672CA34-8880-291E-D328-E30E37DD79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4838" y="4581525"/>
          <a:ext cx="1957387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07185" imgH="1758086" progId="Visio.Drawing.11">
                  <p:embed/>
                </p:oleObj>
              </mc:Choice>
              <mc:Fallback>
                <p:oleObj r:id="rId4" imgW="1707185" imgH="1758086" progId="Visio.Drawing.11">
                  <p:embed/>
                  <p:pic>
                    <p:nvPicPr>
                      <p:cNvPr id="0" name="Object 3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38" y="4581525"/>
                        <a:ext cx="1957387" cy="2016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9865" name="Object 361">
            <a:extLst>
              <a:ext uri="{FF2B5EF4-FFF2-40B4-BE49-F238E27FC236}">
                <a16:creationId xmlns:a16="http://schemas.microsoft.com/office/drawing/2014/main" id="{304704E5-770C-843E-44C9-184E1AA58F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1163638"/>
          <a:ext cx="2027237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03934" imgH="1224991" progId="Visio.Drawing.11">
                  <p:embed/>
                </p:oleObj>
              </mc:Choice>
              <mc:Fallback>
                <p:oleObj r:id="rId6" imgW="1303934" imgH="1224991" progId="Visio.Drawing.11">
                  <p:embed/>
                  <p:pic>
                    <p:nvPicPr>
                      <p:cNvPr id="0" name="Object 3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163638"/>
                        <a:ext cx="2027237" cy="19050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9867" name="Rectangle 363">
            <a:extLst>
              <a:ext uri="{FF2B5EF4-FFF2-40B4-BE49-F238E27FC236}">
                <a16:creationId xmlns:a16="http://schemas.microsoft.com/office/drawing/2014/main" id="{52999EB2-5C62-65F3-0D23-20DCDF909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692150"/>
            <a:ext cx="6913562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r>
              <a:rPr lang="zh-CN" altLang="en-US"/>
              <a:t>在外场作用下主要是电子位移（电子位移极化）。</a:t>
            </a:r>
          </a:p>
        </p:txBody>
      </p:sp>
      <p:sp>
        <p:nvSpPr>
          <p:cNvPr id="789868" name="Rectangle 364">
            <a:extLst>
              <a:ext uri="{FF2B5EF4-FFF2-40B4-BE49-F238E27FC236}">
                <a16:creationId xmlns:a16="http://schemas.microsoft.com/office/drawing/2014/main" id="{B5022ABA-77CA-4AAE-C3BF-7907B3C90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3573463"/>
            <a:ext cx="63373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/>
              <a:t>由于分子的不规则热运动，转向并不完全。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/>
              <a:t>外电场越强，排列越整齐。</a:t>
            </a:r>
          </a:p>
        </p:txBody>
      </p:sp>
      <p:pic>
        <p:nvPicPr>
          <p:cNvPr id="119821" name="Picture 365">
            <a:extLst>
              <a:ext uri="{FF2B5EF4-FFF2-40B4-BE49-F238E27FC236}">
                <a16:creationId xmlns:a16="http://schemas.microsoft.com/office/drawing/2014/main" id="{B363BC27-B9A6-6D1F-6152-751F1BD06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196975"/>
            <a:ext cx="631507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22" name="Picture 366">
            <a:extLst>
              <a:ext uri="{FF2B5EF4-FFF2-40B4-BE49-F238E27FC236}">
                <a16:creationId xmlns:a16="http://schemas.microsoft.com/office/drawing/2014/main" id="{50AA8287-9F0F-89CA-ACA0-E07BFB0BF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4652963"/>
            <a:ext cx="6238875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灯片编号占位符 2">
            <a:extLst>
              <a:ext uri="{FF2B5EF4-FFF2-40B4-BE49-F238E27FC236}">
                <a16:creationId xmlns:a16="http://schemas.microsoft.com/office/drawing/2014/main" id="{24EEAF6C-C7AC-2940-F697-7AF34D8D7B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15D7B9B-4FE7-4E2B-84B5-2BEEC7A559CD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14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05858" name="Text Box 2">
            <a:extLst>
              <a:ext uri="{FF2B5EF4-FFF2-40B4-BE49-F238E27FC236}">
                <a16:creationId xmlns:a16="http://schemas.microsoft.com/office/drawing/2014/main" id="{FD3D51D5-8DF6-BC11-B0E1-FC6E2E31E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3" y="692150"/>
            <a:ext cx="9036050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rgbClr val="FFCC66"/>
                </a:solidFill>
                <a:latin typeface="楷体_GB2312" pitchFamily="49" charset="-122"/>
              </a:rPr>
              <a:t>极化的结果：</a:t>
            </a:r>
            <a:r>
              <a:rPr lang="zh-CN" altLang="en-US">
                <a:latin typeface="楷体_GB2312" pitchFamily="49" charset="-122"/>
              </a:rPr>
              <a:t>正、负电荷发生位移，在电介质内部</a:t>
            </a:r>
            <a:r>
              <a:rPr lang="zh-CN" altLang="en-US">
                <a:solidFill>
                  <a:srgbClr val="FFCC66"/>
                </a:solidFill>
                <a:latin typeface="楷体_GB2312" pitchFamily="49" charset="-122"/>
              </a:rPr>
              <a:t>可能</a:t>
            </a:r>
            <a:r>
              <a:rPr lang="zh-CN" altLang="en-US">
                <a:latin typeface="楷体_GB2312" pitchFamily="49" charset="-122"/>
              </a:rPr>
              <a:t>出现净极化电荷的体密度分布，在电介质的表面上</a:t>
            </a:r>
            <a:r>
              <a:rPr lang="zh-CN" altLang="en-US">
                <a:solidFill>
                  <a:srgbClr val="FFCC66"/>
                </a:solidFill>
                <a:latin typeface="楷体_GB2312" pitchFamily="49" charset="-122"/>
              </a:rPr>
              <a:t>总是</a:t>
            </a:r>
            <a:r>
              <a:rPr lang="zh-CN" altLang="en-US">
                <a:latin typeface="楷体_GB2312" pitchFamily="49" charset="-122"/>
              </a:rPr>
              <a:t>要出现面密度分布的极化电荷。</a:t>
            </a:r>
            <a:endParaRPr lang="zh-CN" altLang="en-US">
              <a:solidFill>
                <a:schemeClr val="tx1"/>
              </a:solidFill>
              <a:latin typeface="楷体_GB2312" pitchFamily="49" charset="-122"/>
            </a:endParaRPr>
          </a:p>
        </p:txBody>
      </p:sp>
      <p:sp>
        <p:nvSpPr>
          <p:cNvPr id="505862" name="Text Box 6">
            <a:extLst>
              <a:ext uri="{FF2B5EF4-FFF2-40B4-BE49-F238E27FC236}">
                <a16:creationId xmlns:a16="http://schemas.microsoft.com/office/drawing/2014/main" id="{46944AE1-29C7-735E-2A6F-E02BF16DC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04813"/>
            <a:ext cx="4824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3. 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极化电荷（即束缚电荷）</a:t>
            </a:r>
            <a:endParaRPr lang="zh-CN" altLang="en-US" sz="2000">
              <a:solidFill>
                <a:srgbClr val="F8A6A6"/>
              </a:solidFill>
              <a:latin typeface="楷体_GB2312" pitchFamily="49" charset="-122"/>
              <a:ea typeface="宋体" panose="02010600030101010101" pitchFamily="2" charset="-122"/>
            </a:endParaRPr>
          </a:p>
        </p:txBody>
      </p:sp>
      <p:sp>
        <p:nvSpPr>
          <p:cNvPr id="505863" name="Text Box 7">
            <a:extLst>
              <a:ext uri="{FF2B5EF4-FFF2-40B4-BE49-F238E27FC236}">
                <a16:creationId xmlns:a16="http://schemas.microsoft.com/office/drawing/2014/main" id="{4244BBFB-6B85-B100-6822-3F1A3350E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133600"/>
            <a:ext cx="3932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( 1 )</a:t>
            </a: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极化电荷体密度</a:t>
            </a:r>
          </a:p>
        </p:txBody>
      </p:sp>
      <p:sp>
        <p:nvSpPr>
          <p:cNvPr id="506231" name="Text Box 375">
            <a:extLst>
              <a:ext uri="{FF2B5EF4-FFF2-40B4-BE49-F238E27FC236}">
                <a16:creationId xmlns:a16="http://schemas.microsoft.com/office/drawing/2014/main" id="{9637835F-F080-F98B-D165-78719E5C9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492375"/>
            <a:ext cx="540067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000">
                <a:latin typeface="Times New Roman" panose="02020603050405020304" pitchFamily="18" charset="0"/>
                <a:ea typeface="幼圆" panose="02010509060101010101" pitchFamily="49" charset="-122"/>
              </a:rPr>
              <a:t>          </a:t>
            </a:r>
            <a:r>
              <a:rPr lang="zh-CN" altLang="en-US">
                <a:latin typeface="Times New Roman" panose="02020603050405020304" pitchFamily="18" charset="0"/>
              </a:rPr>
              <a:t>在</a:t>
            </a:r>
            <a:r>
              <a:rPr lang="zh-CN" altLang="en-US" u="sng">
                <a:solidFill>
                  <a:srgbClr val="FFCC66"/>
                </a:solidFill>
                <a:latin typeface="Times New Roman" panose="02020603050405020304" pitchFamily="18" charset="0"/>
              </a:rPr>
              <a:t>非均匀电介质</a:t>
            </a:r>
            <a:r>
              <a:rPr lang="zh-CN" altLang="en-US">
                <a:latin typeface="Times New Roman" panose="02020603050405020304" pitchFamily="18" charset="0"/>
              </a:rPr>
              <a:t>内任意作一闭合面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zh-CN" altLang="en-US" i="1">
                <a:latin typeface="Times New Roman" panose="02020603050405020304" pitchFamily="18" charset="0"/>
              </a:rPr>
              <a:t>，</a:t>
            </a:r>
            <a:r>
              <a:rPr lang="zh-CN" altLang="en-US">
                <a:latin typeface="Times New Roman" panose="02020603050405020304" pitchFamily="18" charset="0"/>
              </a:rPr>
              <a:t>只有电偶极矩穿过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的分子对 </a:t>
            </a:r>
            <a:r>
              <a:rPr lang="en-US" altLang="zh-CN" i="1">
                <a:latin typeface="Times New Roman" panose="02020603050405020304" pitchFamily="18" charset="0"/>
              </a:rPr>
              <a:t>S</a:t>
            </a:r>
            <a:r>
              <a:rPr lang="en-US" altLang="zh-CN" b="0" i="1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内的极化电荷有贡献。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latin typeface="Times New Roman" panose="02020603050405020304" pitchFamily="18" charset="0"/>
              </a:rPr>
              <a:t>从</a:t>
            </a:r>
            <a:r>
              <a:rPr lang="en-US" altLang="zh-CN" b="0"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r>
              <a:rPr lang="en-US" altLang="zh-CN" i="1"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zh-CN" altLang="en-US">
                <a:latin typeface="Times New Roman" panose="02020603050405020304" pitchFamily="18" charset="0"/>
              </a:rPr>
              <a:t>穿过的极化电荷量：</a:t>
            </a:r>
          </a:p>
        </p:txBody>
      </p:sp>
      <p:graphicFrame>
        <p:nvGraphicFramePr>
          <p:cNvPr id="506281" name="Object 425">
            <a:extLst>
              <a:ext uri="{FF2B5EF4-FFF2-40B4-BE49-F238E27FC236}">
                <a16:creationId xmlns:a16="http://schemas.microsoft.com/office/drawing/2014/main" id="{D6CFD896-14A1-044C-B4C3-EA99F48D5D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" y="5934075"/>
          <a:ext cx="403225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80918" imgH="234835" progId="Equation.3">
                  <p:embed/>
                </p:oleObj>
              </mc:Choice>
              <mc:Fallback>
                <p:oleObj r:id="rId3" imgW="1180918" imgH="234835" progId="Equation.3">
                  <p:embed/>
                  <p:pic>
                    <p:nvPicPr>
                      <p:cNvPr id="0" name="Object 4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934075"/>
                        <a:ext cx="403225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41">
            <a:extLst>
              <a:ext uri="{FF2B5EF4-FFF2-40B4-BE49-F238E27FC236}">
                <a16:creationId xmlns:a16="http://schemas.microsoft.com/office/drawing/2014/main" id="{EB8DA307-F2D4-940A-6F17-1B949FB115E5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5969000"/>
            <a:ext cx="2432050" cy="555625"/>
            <a:chOff x="3107" y="3760"/>
            <a:chExt cx="1532" cy="350"/>
          </a:xfrm>
        </p:grpSpPr>
        <p:graphicFrame>
          <p:nvGraphicFramePr>
            <p:cNvPr id="122081" name="Object 426">
              <a:extLst>
                <a:ext uri="{FF2B5EF4-FFF2-40B4-BE49-F238E27FC236}">
                  <a16:creationId xmlns:a16="http://schemas.microsoft.com/office/drawing/2014/main" id="{FE2C34DA-5F74-50DD-66B1-A0108F1F32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9" y="3760"/>
            <a:ext cx="1070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77976" imgH="152539" progId="Equation.DSMT4">
                    <p:embed/>
                  </p:oleObj>
                </mc:Choice>
                <mc:Fallback>
                  <p:oleObj r:id="rId5" imgW="577976" imgH="152539" progId="Equation.DSMT4">
                    <p:embed/>
                    <p:pic>
                      <p:nvPicPr>
                        <p:cNvPr id="0" name="Object 4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9" y="3760"/>
                          <a:ext cx="1070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2082" name="AutoShape 427">
              <a:extLst>
                <a:ext uri="{FF2B5EF4-FFF2-40B4-BE49-F238E27FC236}">
                  <a16:creationId xmlns:a16="http://schemas.microsoft.com/office/drawing/2014/main" id="{068711F6-A232-DEFC-C80F-862F5C5BAFE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204" y="3739"/>
              <a:ext cx="167" cy="363"/>
            </a:xfrm>
            <a:prstGeom prst="downArrow">
              <a:avLst>
                <a:gd name="adj1" fmla="val 50000"/>
                <a:gd name="adj2" fmla="val 54331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3" name="Group 437">
            <a:extLst>
              <a:ext uri="{FF2B5EF4-FFF2-40B4-BE49-F238E27FC236}">
                <a16:creationId xmlns:a16="http://schemas.microsoft.com/office/drawing/2014/main" id="{112F94E5-5EF7-C7BF-96C7-BFC8553F118B}"/>
              </a:ext>
            </a:extLst>
          </p:cNvPr>
          <p:cNvGrpSpPr>
            <a:grpSpLocks/>
          </p:cNvGrpSpPr>
          <p:nvPr/>
        </p:nvGrpSpPr>
        <p:grpSpPr bwMode="auto">
          <a:xfrm>
            <a:off x="6083300" y="1844675"/>
            <a:ext cx="3097213" cy="3705225"/>
            <a:chOff x="3779" y="1118"/>
            <a:chExt cx="1951" cy="2334"/>
          </a:xfrm>
        </p:grpSpPr>
        <p:sp>
          <p:nvSpPr>
            <p:cNvPr id="121872" name="Rectangle 9">
              <a:extLst>
                <a:ext uri="{FF2B5EF4-FFF2-40B4-BE49-F238E27FC236}">
                  <a16:creationId xmlns:a16="http://schemas.microsoft.com/office/drawing/2014/main" id="{EDA5D069-8E4D-B8A0-8C23-123B21C39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118"/>
              <a:ext cx="1951" cy="231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21873" name="Freeform 190">
              <a:extLst>
                <a:ext uri="{FF2B5EF4-FFF2-40B4-BE49-F238E27FC236}">
                  <a16:creationId xmlns:a16="http://schemas.microsoft.com/office/drawing/2014/main" id="{26053E16-9B4D-4F8C-37B7-43245599804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853" y="1204"/>
              <a:ext cx="1757" cy="1578"/>
            </a:xfrm>
            <a:custGeom>
              <a:avLst/>
              <a:gdLst>
                <a:gd name="T0" fmla="*/ 185 w 2087"/>
                <a:gd name="T1" fmla="*/ 1348 h 1724"/>
                <a:gd name="T2" fmla="*/ 41 w 2087"/>
                <a:gd name="T3" fmla="*/ 1063 h 1724"/>
                <a:gd name="T4" fmla="*/ 7 w 2087"/>
                <a:gd name="T5" fmla="*/ 730 h 1724"/>
                <a:gd name="T6" fmla="*/ 75 w 2087"/>
                <a:gd name="T7" fmla="*/ 247 h 1724"/>
                <a:gd name="T8" fmla="*/ 145 w 2087"/>
                <a:gd name="T9" fmla="*/ 157 h 1724"/>
                <a:gd name="T10" fmla="*/ 455 w 2087"/>
                <a:gd name="T11" fmla="*/ 157 h 1724"/>
                <a:gd name="T12" fmla="*/ 973 w 2087"/>
                <a:gd name="T13" fmla="*/ 35 h 1724"/>
                <a:gd name="T14" fmla="*/ 1353 w 2087"/>
                <a:gd name="T15" fmla="*/ 35 h 1724"/>
                <a:gd name="T16" fmla="*/ 1387 w 2087"/>
                <a:gd name="T17" fmla="*/ 35 h 1724"/>
                <a:gd name="T18" fmla="*/ 1353 w 2087"/>
                <a:gd name="T19" fmla="*/ 247 h 1724"/>
                <a:gd name="T20" fmla="*/ 1347 w 2087"/>
                <a:gd name="T21" fmla="*/ 510 h 1724"/>
                <a:gd name="T22" fmla="*/ 1387 w 2087"/>
                <a:gd name="T23" fmla="*/ 772 h 1724"/>
                <a:gd name="T24" fmla="*/ 1456 w 2087"/>
                <a:gd name="T25" fmla="*/ 1063 h 1724"/>
                <a:gd name="T26" fmla="*/ 1456 w 2087"/>
                <a:gd name="T27" fmla="*/ 1394 h 1724"/>
                <a:gd name="T28" fmla="*/ 1318 w 2087"/>
                <a:gd name="T29" fmla="*/ 1364 h 1724"/>
                <a:gd name="T30" fmla="*/ 1111 w 2087"/>
                <a:gd name="T31" fmla="*/ 1334 h 1724"/>
                <a:gd name="T32" fmla="*/ 697 w 2087"/>
                <a:gd name="T33" fmla="*/ 1303 h 1724"/>
                <a:gd name="T34" fmla="*/ 455 w 2087"/>
                <a:gd name="T35" fmla="*/ 1334 h 1724"/>
                <a:gd name="T36" fmla="*/ 317 w 2087"/>
                <a:gd name="T37" fmla="*/ 1364 h 1724"/>
                <a:gd name="T38" fmla="*/ 185 w 2087"/>
                <a:gd name="T39" fmla="*/ 1348 h 172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087" h="1724">
                  <a:moveTo>
                    <a:pt x="261" y="1609"/>
                  </a:moveTo>
                  <a:cubicBezTo>
                    <a:pt x="196" y="1549"/>
                    <a:pt x="100" y="1391"/>
                    <a:pt x="58" y="1268"/>
                  </a:cubicBezTo>
                  <a:cubicBezTo>
                    <a:pt x="16" y="1145"/>
                    <a:pt x="0" y="1034"/>
                    <a:pt x="9" y="872"/>
                  </a:cubicBezTo>
                  <a:cubicBezTo>
                    <a:pt x="17" y="709"/>
                    <a:pt x="74" y="409"/>
                    <a:pt x="106" y="295"/>
                  </a:cubicBezTo>
                  <a:cubicBezTo>
                    <a:pt x="139" y="180"/>
                    <a:pt x="115" y="205"/>
                    <a:pt x="204" y="187"/>
                  </a:cubicBezTo>
                  <a:cubicBezTo>
                    <a:pt x="293" y="168"/>
                    <a:pt x="448" y="211"/>
                    <a:pt x="642" y="187"/>
                  </a:cubicBezTo>
                  <a:cubicBezTo>
                    <a:pt x="837" y="163"/>
                    <a:pt x="1162" y="66"/>
                    <a:pt x="1373" y="42"/>
                  </a:cubicBezTo>
                  <a:cubicBezTo>
                    <a:pt x="1583" y="18"/>
                    <a:pt x="1811" y="42"/>
                    <a:pt x="1909" y="42"/>
                  </a:cubicBezTo>
                  <a:cubicBezTo>
                    <a:pt x="2006" y="42"/>
                    <a:pt x="1958" y="0"/>
                    <a:pt x="1958" y="42"/>
                  </a:cubicBezTo>
                  <a:cubicBezTo>
                    <a:pt x="1958" y="84"/>
                    <a:pt x="1919" y="201"/>
                    <a:pt x="1909" y="295"/>
                  </a:cubicBezTo>
                  <a:cubicBezTo>
                    <a:pt x="1899" y="389"/>
                    <a:pt x="1893" y="505"/>
                    <a:pt x="1901" y="609"/>
                  </a:cubicBezTo>
                  <a:cubicBezTo>
                    <a:pt x="1909" y="713"/>
                    <a:pt x="1931" y="811"/>
                    <a:pt x="1957" y="921"/>
                  </a:cubicBezTo>
                  <a:cubicBezTo>
                    <a:pt x="1983" y="1031"/>
                    <a:pt x="2039" y="1144"/>
                    <a:pt x="2055" y="1268"/>
                  </a:cubicBezTo>
                  <a:cubicBezTo>
                    <a:pt x="2071" y="1392"/>
                    <a:pt x="2087" y="1605"/>
                    <a:pt x="2055" y="1664"/>
                  </a:cubicBezTo>
                  <a:cubicBezTo>
                    <a:pt x="2023" y="1724"/>
                    <a:pt x="1941" y="1640"/>
                    <a:pt x="1860" y="1628"/>
                  </a:cubicBezTo>
                  <a:cubicBezTo>
                    <a:pt x="1780" y="1616"/>
                    <a:pt x="1714" y="1604"/>
                    <a:pt x="1568" y="1592"/>
                  </a:cubicBezTo>
                  <a:cubicBezTo>
                    <a:pt x="1422" y="1580"/>
                    <a:pt x="1139" y="1556"/>
                    <a:pt x="984" y="1556"/>
                  </a:cubicBezTo>
                  <a:cubicBezTo>
                    <a:pt x="829" y="1556"/>
                    <a:pt x="731" y="1580"/>
                    <a:pt x="642" y="1592"/>
                  </a:cubicBezTo>
                  <a:cubicBezTo>
                    <a:pt x="553" y="1604"/>
                    <a:pt x="511" y="1625"/>
                    <a:pt x="448" y="1628"/>
                  </a:cubicBezTo>
                  <a:cubicBezTo>
                    <a:pt x="385" y="1631"/>
                    <a:pt x="326" y="1669"/>
                    <a:pt x="261" y="1609"/>
                  </a:cubicBezTo>
                  <a:close/>
                </a:path>
              </a:pathLst>
            </a:custGeom>
            <a:solidFill>
              <a:srgbClr val="00CCFF"/>
            </a:solidFill>
            <a:ln w="9525">
              <a:round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00CCFF"/>
              </a:extrusionClr>
              <a:contourClr>
                <a:srgbClr val="00CCFF"/>
              </a:contour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grpSp>
          <p:nvGrpSpPr>
            <p:cNvPr id="121874" name="Group 191">
              <a:extLst>
                <a:ext uri="{FF2B5EF4-FFF2-40B4-BE49-F238E27FC236}">
                  <a16:creationId xmlns:a16="http://schemas.microsoft.com/office/drawing/2014/main" id="{49877FA6-451F-6278-D7EC-E10B97EA819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123" y="1285"/>
              <a:ext cx="282" cy="422"/>
              <a:chOff x="2154" y="2688"/>
              <a:chExt cx="308" cy="417"/>
            </a:xfrm>
          </p:grpSpPr>
          <p:sp>
            <p:nvSpPr>
              <p:cNvPr id="506048" name="Oval 192">
                <a:extLst>
                  <a:ext uri="{FF2B5EF4-FFF2-40B4-BE49-F238E27FC236}">
                    <a16:creationId xmlns:a16="http://schemas.microsoft.com/office/drawing/2014/main" id="{F337D954-9B10-D04C-65D5-6BE8FAD5A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79" name="Text Box 193">
                <a:extLst>
                  <a:ext uri="{FF2B5EF4-FFF2-40B4-BE49-F238E27FC236}">
                    <a16:creationId xmlns:a16="http://schemas.microsoft.com/office/drawing/2014/main" id="{4A15141D-CDDF-5939-7CC9-349DB84A1D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80" name="Text Box 194">
                <a:extLst>
                  <a:ext uri="{FF2B5EF4-FFF2-40B4-BE49-F238E27FC236}">
                    <a16:creationId xmlns:a16="http://schemas.microsoft.com/office/drawing/2014/main" id="{ED4F33B2-A0AE-1CA1-7344-EB67CF2FDC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75" name="Group 195">
              <a:extLst>
                <a:ext uri="{FF2B5EF4-FFF2-40B4-BE49-F238E27FC236}">
                  <a16:creationId xmlns:a16="http://schemas.microsoft.com/office/drawing/2014/main" id="{4EF7E772-4C68-7A8C-6982-75ABD01E2FB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244" y="1558"/>
              <a:ext cx="282" cy="422"/>
              <a:chOff x="2154" y="2688"/>
              <a:chExt cx="308" cy="417"/>
            </a:xfrm>
          </p:grpSpPr>
          <p:sp>
            <p:nvSpPr>
              <p:cNvPr id="506052" name="Oval 196">
                <a:extLst>
                  <a:ext uri="{FF2B5EF4-FFF2-40B4-BE49-F238E27FC236}">
                    <a16:creationId xmlns:a16="http://schemas.microsoft.com/office/drawing/2014/main" id="{98CE82B7-1A2A-55EF-E68E-C40EC0E30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76" name="Text Box 197">
                <a:extLst>
                  <a:ext uri="{FF2B5EF4-FFF2-40B4-BE49-F238E27FC236}">
                    <a16:creationId xmlns:a16="http://schemas.microsoft.com/office/drawing/2014/main" id="{70D2018D-CBD4-F766-EF32-A81E0F787D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77" name="Text Box 198">
                <a:extLst>
                  <a:ext uri="{FF2B5EF4-FFF2-40B4-BE49-F238E27FC236}">
                    <a16:creationId xmlns:a16="http://schemas.microsoft.com/office/drawing/2014/main" id="{39B7B3B6-816D-D542-A980-2C74A96746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76" name="Group 199">
              <a:extLst>
                <a:ext uri="{FF2B5EF4-FFF2-40B4-BE49-F238E27FC236}">
                  <a16:creationId xmlns:a16="http://schemas.microsoft.com/office/drawing/2014/main" id="{A451648D-58E7-3B7D-354A-7E54B3D8FC1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252" y="1715"/>
              <a:ext cx="282" cy="422"/>
              <a:chOff x="2154" y="2688"/>
              <a:chExt cx="308" cy="417"/>
            </a:xfrm>
          </p:grpSpPr>
          <p:sp>
            <p:nvSpPr>
              <p:cNvPr id="506056" name="Oval 200">
                <a:extLst>
                  <a:ext uri="{FF2B5EF4-FFF2-40B4-BE49-F238E27FC236}">
                    <a16:creationId xmlns:a16="http://schemas.microsoft.com/office/drawing/2014/main" id="{D87F3F50-8E7D-AB2E-E76B-D16623D6D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73" name="Text Box 201">
                <a:extLst>
                  <a:ext uri="{FF2B5EF4-FFF2-40B4-BE49-F238E27FC236}">
                    <a16:creationId xmlns:a16="http://schemas.microsoft.com/office/drawing/2014/main" id="{559EBEC3-36CC-4E93-91C1-A8EC3DE34B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74" name="Text Box 202">
                <a:extLst>
                  <a:ext uri="{FF2B5EF4-FFF2-40B4-BE49-F238E27FC236}">
                    <a16:creationId xmlns:a16="http://schemas.microsoft.com/office/drawing/2014/main" id="{E7A974C4-64E1-83AB-F40B-12B9A71921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77" name="Group 203">
              <a:extLst>
                <a:ext uri="{FF2B5EF4-FFF2-40B4-BE49-F238E27FC236}">
                  <a16:creationId xmlns:a16="http://schemas.microsoft.com/office/drawing/2014/main" id="{D1E9A10D-69B9-F7E5-21D1-25F43EF371C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209" y="1425"/>
              <a:ext cx="282" cy="422"/>
              <a:chOff x="2154" y="2688"/>
              <a:chExt cx="308" cy="417"/>
            </a:xfrm>
          </p:grpSpPr>
          <p:sp>
            <p:nvSpPr>
              <p:cNvPr id="506060" name="Oval 204">
                <a:extLst>
                  <a:ext uri="{FF2B5EF4-FFF2-40B4-BE49-F238E27FC236}">
                    <a16:creationId xmlns:a16="http://schemas.microsoft.com/office/drawing/2014/main" id="{AE7604D1-CF23-78F5-C57F-C27619E11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70" name="Text Box 205">
                <a:extLst>
                  <a:ext uri="{FF2B5EF4-FFF2-40B4-BE49-F238E27FC236}">
                    <a16:creationId xmlns:a16="http://schemas.microsoft.com/office/drawing/2014/main" id="{60A12383-264B-B008-B356-43DD04561C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71" name="Text Box 206">
                <a:extLst>
                  <a:ext uri="{FF2B5EF4-FFF2-40B4-BE49-F238E27FC236}">
                    <a16:creationId xmlns:a16="http://schemas.microsoft.com/office/drawing/2014/main" id="{57D4AECE-6595-BA8A-A914-ACAB092D97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78" name="Group 207">
              <a:extLst>
                <a:ext uri="{FF2B5EF4-FFF2-40B4-BE49-F238E27FC236}">
                  <a16:creationId xmlns:a16="http://schemas.microsoft.com/office/drawing/2014/main" id="{C29151AD-38EB-0904-134E-61B3B1569AD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51" y="1599"/>
              <a:ext cx="282" cy="422"/>
              <a:chOff x="2154" y="2688"/>
              <a:chExt cx="308" cy="417"/>
            </a:xfrm>
          </p:grpSpPr>
          <p:sp>
            <p:nvSpPr>
              <p:cNvPr id="506064" name="Oval 208">
                <a:extLst>
                  <a:ext uri="{FF2B5EF4-FFF2-40B4-BE49-F238E27FC236}">
                    <a16:creationId xmlns:a16="http://schemas.microsoft.com/office/drawing/2014/main" id="{ABF0E1BC-55A2-53C9-9F0A-6E574F71F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67" name="Text Box 209">
                <a:extLst>
                  <a:ext uri="{FF2B5EF4-FFF2-40B4-BE49-F238E27FC236}">
                    <a16:creationId xmlns:a16="http://schemas.microsoft.com/office/drawing/2014/main" id="{08F3054B-03F5-F7B9-8771-73F4DA41AC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68" name="Text Box 210">
                <a:extLst>
                  <a:ext uri="{FF2B5EF4-FFF2-40B4-BE49-F238E27FC236}">
                    <a16:creationId xmlns:a16="http://schemas.microsoft.com/office/drawing/2014/main" id="{EFBFF3B3-5ADA-B406-595E-D9F8DDEA44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79" name="Group 211">
              <a:extLst>
                <a:ext uri="{FF2B5EF4-FFF2-40B4-BE49-F238E27FC236}">
                  <a16:creationId xmlns:a16="http://schemas.microsoft.com/office/drawing/2014/main" id="{7824443F-A2BD-7B0C-7B93-9C736A9B4CB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16" y="1392"/>
              <a:ext cx="282" cy="422"/>
              <a:chOff x="2154" y="2688"/>
              <a:chExt cx="308" cy="417"/>
            </a:xfrm>
          </p:grpSpPr>
          <p:sp>
            <p:nvSpPr>
              <p:cNvPr id="506068" name="Oval 212">
                <a:extLst>
                  <a:ext uri="{FF2B5EF4-FFF2-40B4-BE49-F238E27FC236}">
                    <a16:creationId xmlns:a16="http://schemas.microsoft.com/office/drawing/2014/main" id="{E22FC75B-D72C-FD7A-90D5-C301DF0C3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64" name="Text Box 213">
                <a:extLst>
                  <a:ext uri="{FF2B5EF4-FFF2-40B4-BE49-F238E27FC236}">
                    <a16:creationId xmlns:a16="http://schemas.microsoft.com/office/drawing/2014/main" id="{18C3601A-67B4-9BD0-761C-FB8E121A7B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65" name="Text Box 214">
                <a:extLst>
                  <a:ext uri="{FF2B5EF4-FFF2-40B4-BE49-F238E27FC236}">
                    <a16:creationId xmlns:a16="http://schemas.microsoft.com/office/drawing/2014/main" id="{E7FD9AB9-B3FD-ADE2-652C-165B6CE75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0" name="Group 215">
              <a:extLst>
                <a:ext uri="{FF2B5EF4-FFF2-40B4-BE49-F238E27FC236}">
                  <a16:creationId xmlns:a16="http://schemas.microsoft.com/office/drawing/2014/main" id="{EF28854F-3B20-8B2B-8B8D-C2FED04DDFA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81" y="1507"/>
              <a:ext cx="281" cy="422"/>
              <a:chOff x="2154" y="2688"/>
              <a:chExt cx="308" cy="417"/>
            </a:xfrm>
          </p:grpSpPr>
          <p:sp>
            <p:nvSpPr>
              <p:cNvPr id="506072" name="Oval 216">
                <a:extLst>
                  <a:ext uri="{FF2B5EF4-FFF2-40B4-BE49-F238E27FC236}">
                    <a16:creationId xmlns:a16="http://schemas.microsoft.com/office/drawing/2014/main" id="{318C7988-82B4-BD73-C14D-C5618715B7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3" y="2747"/>
                <a:ext cx="137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61" name="Text Box 217">
                <a:extLst>
                  <a:ext uri="{FF2B5EF4-FFF2-40B4-BE49-F238E27FC236}">
                    <a16:creationId xmlns:a16="http://schemas.microsoft.com/office/drawing/2014/main" id="{4A43A9F9-FCA8-79AD-431F-139A551DA1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62" name="Text Box 218">
                <a:extLst>
                  <a:ext uri="{FF2B5EF4-FFF2-40B4-BE49-F238E27FC236}">
                    <a16:creationId xmlns:a16="http://schemas.microsoft.com/office/drawing/2014/main" id="{40D2F72C-F5DF-62D0-4B85-FF42DA688F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1" name="Group 219">
              <a:extLst>
                <a:ext uri="{FF2B5EF4-FFF2-40B4-BE49-F238E27FC236}">
                  <a16:creationId xmlns:a16="http://schemas.microsoft.com/office/drawing/2014/main" id="{D3CC4321-7EE3-F1F4-FCCA-89E5B97346B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294" y="1848"/>
              <a:ext cx="282" cy="421"/>
              <a:chOff x="2154" y="2688"/>
              <a:chExt cx="308" cy="417"/>
            </a:xfrm>
          </p:grpSpPr>
          <p:sp>
            <p:nvSpPr>
              <p:cNvPr id="506076" name="Oval 220">
                <a:extLst>
                  <a:ext uri="{FF2B5EF4-FFF2-40B4-BE49-F238E27FC236}">
                    <a16:creationId xmlns:a16="http://schemas.microsoft.com/office/drawing/2014/main" id="{8BB03994-2B3E-799A-A62A-F278CC5E6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58" name="Text Box 221">
                <a:extLst>
                  <a:ext uri="{FF2B5EF4-FFF2-40B4-BE49-F238E27FC236}">
                    <a16:creationId xmlns:a16="http://schemas.microsoft.com/office/drawing/2014/main" id="{6146E20B-6C68-88FD-1B54-8E1B289FB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59" name="Text Box 222">
                <a:extLst>
                  <a:ext uri="{FF2B5EF4-FFF2-40B4-BE49-F238E27FC236}">
                    <a16:creationId xmlns:a16="http://schemas.microsoft.com/office/drawing/2014/main" id="{AC141303-32A6-FEB3-A235-3A94500177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2" name="Group 223">
              <a:extLst>
                <a:ext uri="{FF2B5EF4-FFF2-40B4-BE49-F238E27FC236}">
                  <a16:creationId xmlns:a16="http://schemas.microsoft.com/office/drawing/2014/main" id="{49C88F3F-C866-2802-8085-28F5BA2E520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252" y="1992"/>
              <a:ext cx="282" cy="422"/>
              <a:chOff x="2154" y="2688"/>
              <a:chExt cx="308" cy="417"/>
            </a:xfrm>
          </p:grpSpPr>
          <p:sp>
            <p:nvSpPr>
              <p:cNvPr id="506080" name="Oval 224">
                <a:extLst>
                  <a:ext uri="{FF2B5EF4-FFF2-40B4-BE49-F238E27FC236}">
                    <a16:creationId xmlns:a16="http://schemas.microsoft.com/office/drawing/2014/main" id="{5F2F74AF-DCE7-4A68-75A4-2D39071B1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55" name="Text Box 225">
                <a:extLst>
                  <a:ext uri="{FF2B5EF4-FFF2-40B4-BE49-F238E27FC236}">
                    <a16:creationId xmlns:a16="http://schemas.microsoft.com/office/drawing/2014/main" id="{53F7E73E-2F30-4FC2-C2CC-9682588387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56" name="Text Box 226">
                <a:extLst>
                  <a:ext uri="{FF2B5EF4-FFF2-40B4-BE49-F238E27FC236}">
                    <a16:creationId xmlns:a16="http://schemas.microsoft.com/office/drawing/2014/main" id="{463CFEDF-6EA2-90AD-32A3-0EC7CD839E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3" name="Group 227">
              <a:extLst>
                <a:ext uri="{FF2B5EF4-FFF2-40B4-BE49-F238E27FC236}">
                  <a16:creationId xmlns:a16="http://schemas.microsoft.com/office/drawing/2014/main" id="{0E80B4C7-164D-34B4-54DD-A16336FFEBB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523" y="1309"/>
              <a:ext cx="282" cy="422"/>
              <a:chOff x="2154" y="2688"/>
              <a:chExt cx="308" cy="417"/>
            </a:xfrm>
          </p:grpSpPr>
          <p:sp>
            <p:nvSpPr>
              <p:cNvPr id="506084" name="Oval 228">
                <a:extLst>
                  <a:ext uri="{FF2B5EF4-FFF2-40B4-BE49-F238E27FC236}">
                    <a16:creationId xmlns:a16="http://schemas.microsoft.com/office/drawing/2014/main" id="{CDF04ACF-BF9D-9C19-533A-8C590671D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52" name="Text Box 229">
                <a:extLst>
                  <a:ext uri="{FF2B5EF4-FFF2-40B4-BE49-F238E27FC236}">
                    <a16:creationId xmlns:a16="http://schemas.microsoft.com/office/drawing/2014/main" id="{68480274-C706-E5B1-EE1D-7E2C8B51A2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53" name="Text Box 230">
                <a:extLst>
                  <a:ext uri="{FF2B5EF4-FFF2-40B4-BE49-F238E27FC236}">
                    <a16:creationId xmlns:a16="http://schemas.microsoft.com/office/drawing/2014/main" id="{2EDBEF7E-60FB-735D-2063-5D1C27D896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4" name="Group 231">
              <a:extLst>
                <a:ext uri="{FF2B5EF4-FFF2-40B4-BE49-F238E27FC236}">
                  <a16:creationId xmlns:a16="http://schemas.microsoft.com/office/drawing/2014/main" id="{DE749689-DC2E-C2CC-2EE8-B6DB7125423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523" y="1453"/>
              <a:ext cx="282" cy="422"/>
              <a:chOff x="2154" y="2688"/>
              <a:chExt cx="308" cy="417"/>
            </a:xfrm>
          </p:grpSpPr>
          <p:sp>
            <p:nvSpPr>
              <p:cNvPr id="506088" name="Oval 232">
                <a:extLst>
                  <a:ext uri="{FF2B5EF4-FFF2-40B4-BE49-F238E27FC236}">
                    <a16:creationId xmlns:a16="http://schemas.microsoft.com/office/drawing/2014/main" id="{2516BE9C-52B3-3B9D-2E63-AE77EAC53F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49" name="Text Box 233">
                <a:extLst>
                  <a:ext uri="{FF2B5EF4-FFF2-40B4-BE49-F238E27FC236}">
                    <a16:creationId xmlns:a16="http://schemas.microsoft.com/office/drawing/2014/main" id="{2EFDE364-A7A6-39CC-867F-93D93077AB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50" name="Text Box 234">
                <a:extLst>
                  <a:ext uri="{FF2B5EF4-FFF2-40B4-BE49-F238E27FC236}">
                    <a16:creationId xmlns:a16="http://schemas.microsoft.com/office/drawing/2014/main" id="{D4FC10A7-D02A-1871-A484-9CCC17AAFF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5" name="Group 235">
              <a:extLst>
                <a:ext uri="{FF2B5EF4-FFF2-40B4-BE49-F238E27FC236}">
                  <a16:creationId xmlns:a16="http://schemas.microsoft.com/office/drawing/2014/main" id="{6DC69449-5D78-18C8-6672-B606BA124A5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651" y="1598"/>
              <a:ext cx="282" cy="421"/>
              <a:chOff x="2154" y="2688"/>
              <a:chExt cx="308" cy="417"/>
            </a:xfrm>
          </p:grpSpPr>
          <p:sp>
            <p:nvSpPr>
              <p:cNvPr id="506092" name="Oval 236">
                <a:extLst>
                  <a:ext uri="{FF2B5EF4-FFF2-40B4-BE49-F238E27FC236}">
                    <a16:creationId xmlns:a16="http://schemas.microsoft.com/office/drawing/2014/main" id="{D90878BF-FBB1-BE60-7BFC-89BBD0660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46" name="Text Box 237">
                <a:extLst>
                  <a:ext uri="{FF2B5EF4-FFF2-40B4-BE49-F238E27FC236}">
                    <a16:creationId xmlns:a16="http://schemas.microsoft.com/office/drawing/2014/main" id="{D5930088-238E-93EE-4244-E6AEFDC20A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47" name="Text Box 238">
                <a:extLst>
                  <a:ext uri="{FF2B5EF4-FFF2-40B4-BE49-F238E27FC236}">
                    <a16:creationId xmlns:a16="http://schemas.microsoft.com/office/drawing/2014/main" id="{C37C1F27-ED95-3A1B-F650-86F194F660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6" name="Group 239">
              <a:extLst>
                <a:ext uri="{FF2B5EF4-FFF2-40B4-BE49-F238E27FC236}">
                  <a16:creationId xmlns:a16="http://schemas.microsoft.com/office/drawing/2014/main" id="{492445D5-9090-0C60-746B-5192E9A1BBF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69" y="1724"/>
              <a:ext cx="282" cy="422"/>
              <a:chOff x="2154" y="2688"/>
              <a:chExt cx="308" cy="417"/>
            </a:xfrm>
          </p:grpSpPr>
          <p:sp>
            <p:nvSpPr>
              <p:cNvPr id="506096" name="Oval 240">
                <a:extLst>
                  <a:ext uri="{FF2B5EF4-FFF2-40B4-BE49-F238E27FC236}">
                    <a16:creationId xmlns:a16="http://schemas.microsoft.com/office/drawing/2014/main" id="{4507793C-AAF8-6EC9-F6EA-9A12E857D5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43" name="Text Box 241">
                <a:extLst>
                  <a:ext uri="{FF2B5EF4-FFF2-40B4-BE49-F238E27FC236}">
                    <a16:creationId xmlns:a16="http://schemas.microsoft.com/office/drawing/2014/main" id="{31D22D9B-FA2B-602A-F35A-09B44318FA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44" name="Text Box 242">
                <a:extLst>
                  <a:ext uri="{FF2B5EF4-FFF2-40B4-BE49-F238E27FC236}">
                    <a16:creationId xmlns:a16="http://schemas.microsoft.com/office/drawing/2014/main" id="{547556E3-057A-46D2-C0F6-E31E211D03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7" name="Group 243">
              <a:extLst>
                <a:ext uri="{FF2B5EF4-FFF2-40B4-BE49-F238E27FC236}">
                  <a16:creationId xmlns:a16="http://schemas.microsoft.com/office/drawing/2014/main" id="{6574383E-5704-C30E-D86F-650F7CDD277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011" y="1853"/>
              <a:ext cx="281" cy="421"/>
              <a:chOff x="2154" y="2688"/>
              <a:chExt cx="308" cy="417"/>
            </a:xfrm>
          </p:grpSpPr>
          <p:sp>
            <p:nvSpPr>
              <p:cNvPr id="506100" name="Oval 244">
                <a:extLst>
                  <a:ext uri="{FF2B5EF4-FFF2-40B4-BE49-F238E27FC236}">
                    <a16:creationId xmlns:a16="http://schemas.microsoft.com/office/drawing/2014/main" id="{94B60ED2-DE34-F42E-83F0-8D488CADE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40" name="Text Box 245">
                <a:extLst>
                  <a:ext uri="{FF2B5EF4-FFF2-40B4-BE49-F238E27FC236}">
                    <a16:creationId xmlns:a16="http://schemas.microsoft.com/office/drawing/2014/main" id="{10EF94A7-9A5A-ECF3-0024-5090A9390A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41" name="Text Box 246">
                <a:extLst>
                  <a:ext uri="{FF2B5EF4-FFF2-40B4-BE49-F238E27FC236}">
                    <a16:creationId xmlns:a16="http://schemas.microsoft.com/office/drawing/2014/main" id="{86E194C5-1390-D0FF-D4A0-685968722D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8" name="Group 247">
              <a:extLst>
                <a:ext uri="{FF2B5EF4-FFF2-40B4-BE49-F238E27FC236}">
                  <a16:creationId xmlns:a16="http://schemas.microsoft.com/office/drawing/2014/main" id="{7402825F-479D-31C6-276E-5200A6BE47D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08" y="2130"/>
              <a:ext cx="282" cy="421"/>
              <a:chOff x="2154" y="2688"/>
              <a:chExt cx="308" cy="417"/>
            </a:xfrm>
          </p:grpSpPr>
          <p:sp>
            <p:nvSpPr>
              <p:cNvPr id="506104" name="Oval 248">
                <a:extLst>
                  <a:ext uri="{FF2B5EF4-FFF2-40B4-BE49-F238E27FC236}">
                    <a16:creationId xmlns:a16="http://schemas.microsoft.com/office/drawing/2014/main" id="{00055348-8915-7094-3997-F2CF6D260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37" name="Text Box 249">
                <a:extLst>
                  <a:ext uri="{FF2B5EF4-FFF2-40B4-BE49-F238E27FC236}">
                    <a16:creationId xmlns:a16="http://schemas.microsoft.com/office/drawing/2014/main" id="{8638FC73-5978-A94C-A957-3B73FBAE6B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38" name="Text Box 250">
                <a:extLst>
                  <a:ext uri="{FF2B5EF4-FFF2-40B4-BE49-F238E27FC236}">
                    <a16:creationId xmlns:a16="http://schemas.microsoft.com/office/drawing/2014/main" id="{F3780DE9-5E48-38A0-336E-109CDC3045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89" name="Group 251">
              <a:extLst>
                <a:ext uri="{FF2B5EF4-FFF2-40B4-BE49-F238E27FC236}">
                  <a16:creationId xmlns:a16="http://schemas.microsoft.com/office/drawing/2014/main" id="{328297FF-BAAB-3E05-62AB-D76EBB56D5C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201" y="2295"/>
              <a:ext cx="282" cy="421"/>
              <a:chOff x="2154" y="2688"/>
              <a:chExt cx="308" cy="417"/>
            </a:xfrm>
          </p:grpSpPr>
          <p:sp>
            <p:nvSpPr>
              <p:cNvPr id="506108" name="Oval 252">
                <a:extLst>
                  <a:ext uri="{FF2B5EF4-FFF2-40B4-BE49-F238E27FC236}">
                    <a16:creationId xmlns:a16="http://schemas.microsoft.com/office/drawing/2014/main" id="{CB21A113-BCEB-5AF1-B4BE-4F335D1771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34" name="Text Box 253">
                <a:extLst>
                  <a:ext uri="{FF2B5EF4-FFF2-40B4-BE49-F238E27FC236}">
                    <a16:creationId xmlns:a16="http://schemas.microsoft.com/office/drawing/2014/main" id="{05E7933D-4AC2-D68C-CD8C-779DCE320E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35" name="Text Box 254">
                <a:extLst>
                  <a:ext uri="{FF2B5EF4-FFF2-40B4-BE49-F238E27FC236}">
                    <a16:creationId xmlns:a16="http://schemas.microsoft.com/office/drawing/2014/main" id="{7048F8D8-52D6-F5B4-B4C5-F3D3F8DF99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0" name="Group 255">
              <a:extLst>
                <a:ext uri="{FF2B5EF4-FFF2-40B4-BE49-F238E27FC236}">
                  <a16:creationId xmlns:a16="http://schemas.microsoft.com/office/drawing/2014/main" id="{22D98657-D385-92DC-2964-CC12D116778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00" y="1992"/>
              <a:ext cx="281" cy="422"/>
              <a:chOff x="2154" y="2688"/>
              <a:chExt cx="308" cy="417"/>
            </a:xfrm>
          </p:grpSpPr>
          <p:sp>
            <p:nvSpPr>
              <p:cNvPr id="506112" name="Oval 256">
                <a:extLst>
                  <a:ext uri="{FF2B5EF4-FFF2-40B4-BE49-F238E27FC236}">
                    <a16:creationId xmlns:a16="http://schemas.microsoft.com/office/drawing/2014/main" id="{E7539DC7-ED01-F0B3-B2B6-B91F14001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3" y="2747"/>
                <a:ext cx="137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31" name="Text Box 257">
                <a:extLst>
                  <a:ext uri="{FF2B5EF4-FFF2-40B4-BE49-F238E27FC236}">
                    <a16:creationId xmlns:a16="http://schemas.microsoft.com/office/drawing/2014/main" id="{EA64EAD3-FDD9-986D-F727-5377571563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32" name="Text Box 258">
                <a:extLst>
                  <a:ext uri="{FF2B5EF4-FFF2-40B4-BE49-F238E27FC236}">
                    <a16:creationId xmlns:a16="http://schemas.microsoft.com/office/drawing/2014/main" id="{797BE28A-A73B-CC8A-6DB5-B397684766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1" name="Group 259">
              <a:extLst>
                <a:ext uri="{FF2B5EF4-FFF2-40B4-BE49-F238E27FC236}">
                  <a16:creationId xmlns:a16="http://schemas.microsoft.com/office/drawing/2014/main" id="{F528AC42-FA7C-66BA-8F29-BB02388B66C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209" y="2139"/>
              <a:ext cx="282" cy="422"/>
              <a:chOff x="2154" y="2688"/>
              <a:chExt cx="308" cy="417"/>
            </a:xfrm>
          </p:grpSpPr>
          <p:sp>
            <p:nvSpPr>
              <p:cNvPr id="506116" name="Oval 260">
                <a:extLst>
                  <a:ext uri="{FF2B5EF4-FFF2-40B4-BE49-F238E27FC236}">
                    <a16:creationId xmlns:a16="http://schemas.microsoft.com/office/drawing/2014/main" id="{0AB7BC92-2731-3033-EAA0-0AB599B03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28" name="Text Box 261">
                <a:extLst>
                  <a:ext uri="{FF2B5EF4-FFF2-40B4-BE49-F238E27FC236}">
                    <a16:creationId xmlns:a16="http://schemas.microsoft.com/office/drawing/2014/main" id="{960EF1B5-4AF2-B2C9-AB93-77BC3E2942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29" name="Text Box 262">
                <a:extLst>
                  <a:ext uri="{FF2B5EF4-FFF2-40B4-BE49-F238E27FC236}">
                    <a16:creationId xmlns:a16="http://schemas.microsoft.com/office/drawing/2014/main" id="{2B610E5D-EBAE-D4D7-7EEC-953DFBF589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2" name="Group 263">
              <a:extLst>
                <a:ext uri="{FF2B5EF4-FFF2-40B4-BE49-F238E27FC236}">
                  <a16:creationId xmlns:a16="http://schemas.microsoft.com/office/drawing/2014/main" id="{C0DA32F9-50A2-DCA8-BA56-60669C1B8B9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308" y="1174"/>
              <a:ext cx="282" cy="421"/>
              <a:chOff x="2154" y="2688"/>
              <a:chExt cx="308" cy="417"/>
            </a:xfrm>
          </p:grpSpPr>
          <p:sp>
            <p:nvSpPr>
              <p:cNvPr id="506120" name="Oval 264">
                <a:extLst>
                  <a:ext uri="{FF2B5EF4-FFF2-40B4-BE49-F238E27FC236}">
                    <a16:creationId xmlns:a16="http://schemas.microsoft.com/office/drawing/2014/main" id="{B76420F2-7E44-8192-7FD2-4DE1038C4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25" name="Text Box 265">
                <a:extLst>
                  <a:ext uri="{FF2B5EF4-FFF2-40B4-BE49-F238E27FC236}">
                    <a16:creationId xmlns:a16="http://schemas.microsoft.com/office/drawing/2014/main" id="{8582AD5E-A429-39A1-3E9D-5F08675C6D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26" name="Text Box 266">
                <a:extLst>
                  <a:ext uri="{FF2B5EF4-FFF2-40B4-BE49-F238E27FC236}">
                    <a16:creationId xmlns:a16="http://schemas.microsoft.com/office/drawing/2014/main" id="{C2E224AA-44B8-3DDB-C77A-DEB265DA5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3" name="Group 267">
              <a:extLst>
                <a:ext uri="{FF2B5EF4-FFF2-40B4-BE49-F238E27FC236}">
                  <a16:creationId xmlns:a16="http://schemas.microsoft.com/office/drawing/2014/main" id="{72544CC3-B3FF-E4E7-CEDE-6B1CE852A0D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66" y="1517"/>
              <a:ext cx="282" cy="422"/>
              <a:chOff x="2154" y="2688"/>
              <a:chExt cx="308" cy="417"/>
            </a:xfrm>
          </p:grpSpPr>
          <p:sp>
            <p:nvSpPr>
              <p:cNvPr id="506124" name="Oval 268">
                <a:extLst>
                  <a:ext uri="{FF2B5EF4-FFF2-40B4-BE49-F238E27FC236}">
                    <a16:creationId xmlns:a16="http://schemas.microsoft.com/office/drawing/2014/main" id="{7D022DDC-BD60-2D63-4DE5-E208DA5A8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22" name="Text Box 269">
                <a:extLst>
                  <a:ext uri="{FF2B5EF4-FFF2-40B4-BE49-F238E27FC236}">
                    <a16:creationId xmlns:a16="http://schemas.microsoft.com/office/drawing/2014/main" id="{0E345BE8-195E-3573-2597-73B342751B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23" name="Text Box 270">
                <a:extLst>
                  <a:ext uri="{FF2B5EF4-FFF2-40B4-BE49-F238E27FC236}">
                    <a16:creationId xmlns:a16="http://schemas.microsoft.com/office/drawing/2014/main" id="{5472F138-FFEE-43CB-40C0-D459051BB0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4" name="Group 271">
              <a:extLst>
                <a:ext uri="{FF2B5EF4-FFF2-40B4-BE49-F238E27FC236}">
                  <a16:creationId xmlns:a16="http://schemas.microsoft.com/office/drawing/2014/main" id="{E533F14B-8CA2-48F8-B846-8E4937A8993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344" y="1666"/>
              <a:ext cx="282" cy="421"/>
              <a:chOff x="2154" y="2688"/>
              <a:chExt cx="308" cy="417"/>
            </a:xfrm>
          </p:grpSpPr>
          <p:sp>
            <p:nvSpPr>
              <p:cNvPr id="506128" name="Oval 272">
                <a:extLst>
                  <a:ext uri="{FF2B5EF4-FFF2-40B4-BE49-F238E27FC236}">
                    <a16:creationId xmlns:a16="http://schemas.microsoft.com/office/drawing/2014/main" id="{5D312F25-F077-8343-2CD1-C56E06EE0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19" name="Text Box 273">
                <a:extLst>
                  <a:ext uri="{FF2B5EF4-FFF2-40B4-BE49-F238E27FC236}">
                    <a16:creationId xmlns:a16="http://schemas.microsoft.com/office/drawing/2014/main" id="{F64DB5FC-54B8-A7B3-F951-7AE8409CA1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20" name="Text Box 274">
                <a:extLst>
                  <a:ext uri="{FF2B5EF4-FFF2-40B4-BE49-F238E27FC236}">
                    <a16:creationId xmlns:a16="http://schemas.microsoft.com/office/drawing/2014/main" id="{D856AFB6-F482-9509-31F3-DC7E3E257F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5" name="Group 275">
              <a:extLst>
                <a:ext uri="{FF2B5EF4-FFF2-40B4-BE49-F238E27FC236}">
                  <a16:creationId xmlns:a16="http://schemas.microsoft.com/office/drawing/2014/main" id="{D1D86BBF-1AE4-3B45-496B-2B43CD87583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694" y="1766"/>
              <a:ext cx="282" cy="422"/>
              <a:chOff x="2154" y="2688"/>
              <a:chExt cx="308" cy="417"/>
            </a:xfrm>
          </p:grpSpPr>
          <p:sp>
            <p:nvSpPr>
              <p:cNvPr id="506132" name="Oval 276">
                <a:extLst>
                  <a:ext uri="{FF2B5EF4-FFF2-40B4-BE49-F238E27FC236}">
                    <a16:creationId xmlns:a16="http://schemas.microsoft.com/office/drawing/2014/main" id="{71F9FF37-715A-ABC1-B0A7-2B6A8B8E2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16" name="Text Box 277">
                <a:extLst>
                  <a:ext uri="{FF2B5EF4-FFF2-40B4-BE49-F238E27FC236}">
                    <a16:creationId xmlns:a16="http://schemas.microsoft.com/office/drawing/2014/main" id="{B669A990-3CC3-E0B3-169B-0AC4A66CFF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17" name="Text Box 278">
                <a:extLst>
                  <a:ext uri="{FF2B5EF4-FFF2-40B4-BE49-F238E27FC236}">
                    <a16:creationId xmlns:a16="http://schemas.microsoft.com/office/drawing/2014/main" id="{62708414-F91C-05A8-E2C4-19E2CE9700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6" name="Group 279">
              <a:extLst>
                <a:ext uri="{FF2B5EF4-FFF2-40B4-BE49-F238E27FC236}">
                  <a16:creationId xmlns:a16="http://schemas.microsoft.com/office/drawing/2014/main" id="{DBCFF8D0-850B-C239-7FEB-3E9124FA118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651" y="1922"/>
              <a:ext cx="282" cy="421"/>
              <a:chOff x="2154" y="2688"/>
              <a:chExt cx="308" cy="417"/>
            </a:xfrm>
          </p:grpSpPr>
          <p:sp>
            <p:nvSpPr>
              <p:cNvPr id="506136" name="Oval 280">
                <a:extLst>
                  <a:ext uri="{FF2B5EF4-FFF2-40B4-BE49-F238E27FC236}">
                    <a16:creationId xmlns:a16="http://schemas.microsoft.com/office/drawing/2014/main" id="{65CA9118-0B3E-C5A5-6C85-6EF7149C96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13" name="Text Box 281">
                <a:extLst>
                  <a:ext uri="{FF2B5EF4-FFF2-40B4-BE49-F238E27FC236}">
                    <a16:creationId xmlns:a16="http://schemas.microsoft.com/office/drawing/2014/main" id="{59630D22-23CD-297B-A7C5-D54426CF29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14" name="Text Box 282">
                <a:extLst>
                  <a:ext uri="{FF2B5EF4-FFF2-40B4-BE49-F238E27FC236}">
                    <a16:creationId xmlns:a16="http://schemas.microsoft.com/office/drawing/2014/main" id="{0783CEEC-4473-A662-6225-E67D83DE89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7" name="Group 283">
              <a:extLst>
                <a:ext uri="{FF2B5EF4-FFF2-40B4-BE49-F238E27FC236}">
                  <a16:creationId xmlns:a16="http://schemas.microsoft.com/office/drawing/2014/main" id="{A63A7B21-C7E4-D83E-DA3C-E8A97E66B2D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334" y="1960"/>
              <a:ext cx="281" cy="422"/>
              <a:chOff x="2154" y="2688"/>
              <a:chExt cx="308" cy="417"/>
            </a:xfrm>
          </p:grpSpPr>
          <p:sp>
            <p:nvSpPr>
              <p:cNvPr id="506140" name="Oval 284">
                <a:extLst>
                  <a:ext uri="{FF2B5EF4-FFF2-40B4-BE49-F238E27FC236}">
                    <a16:creationId xmlns:a16="http://schemas.microsoft.com/office/drawing/2014/main" id="{7188CA53-E71B-5154-71BD-EA8D392BE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3" y="2747"/>
                <a:ext cx="137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10" name="Text Box 285">
                <a:extLst>
                  <a:ext uri="{FF2B5EF4-FFF2-40B4-BE49-F238E27FC236}">
                    <a16:creationId xmlns:a16="http://schemas.microsoft.com/office/drawing/2014/main" id="{B8017259-70A9-61CE-3D4B-03A27DE7FB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11" name="Text Box 286">
                <a:extLst>
                  <a:ext uri="{FF2B5EF4-FFF2-40B4-BE49-F238E27FC236}">
                    <a16:creationId xmlns:a16="http://schemas.microsoft.com/office/drawing/2014/main" id="{D5DFADE2-2871-7E98-A650-4FBD8BF905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8" name="Group 287">
              <a:extLst>
                <a:ext uri="{FF2B5EF4-FFF2-40B4-BE49-F238E27FC236}">
                  <a16:creationId xmlns:a16="http://schemas.microsoft.com/office/drawing/2014/main" id="{570B98A1-18A9-9027-3B80-A662CDF73EA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930" y="2283"/>
              <a:ext cx="282" cy="421"/>
              <a:chOff x="2154" y="2688"/>
              <a:chExt cx="308" cy="417"/>
            </a:xfrm>
          </p:grpSpPr>
          <p:sp>
            <p:nvSpPr>
              <p:cNvPr id="506144" name="Oval 288">
                <a:extLst>
                  <a:ext uri="{FF2B5EF4-FFF2-40B4-BE49-F238E27FC236}">
                    <a16:creationId xmlns:a16="http://schemas.microsoft.com/office/drawing/2014/main" id="{B1F2E0A2-6A1F-5C33-CD66-80C8061C96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07" name="Text Box 289">
                <a:extLst>
                  <a:ext uri="{FF2B5EF4-FFF2-40B4-BE49-F238E27FC236}">
                    <a16:creationId xmlns:a16="http://schemas.microsoft.com/office/drawing/2014/main" id="{905A37F0-7BAD-4B3A-B47D-0A0B5BBF8D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08" name="Text Box 290">
                <a:extLst>
                  <a:ext uri="{FF2B5EF4-FFF2-40B4-BE49-F238E27FC236}">
                    <a16:creationId xmlns:a16="http://schemas.microsoft.com/office/drawing/2014/main" id="{4E902E4D-368A-0D9D-637E-C235A90964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899" name="Group 291">
              <a:extLst>
                <a:ext uri="{FF2B5EF4-FFF2-40B4-BE49-F238E27FC236}">
                  <a16:creationId xmlns:a16="http://schemas.microsoft.com/office/drawing/2014/main" id="{131ACD91-1EBD-7570-EE1C-C38208D22B9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5049" y="2429"/>
              <a:ext cx="282" cy="421"/>
              <a:chOff x="2154" y="2688"/>
              <a:chExt cx="308" cy="417"/>
            </a:xfrm>
          </p:grpSpPr>
          <p:sp>
            <p:nvSpPr>
              <p:cNvPr id="506148" name="Oval 292">
                <a:extLst>
                  <a:ext uri="{FF2B5EF4-FFF2-40B4-BE49-F238E27FC236}">
                    <a16:creationId xmlns:a16="http://schemas.microsoft.com/office/drawing/2014/main" id="{4D8CB478-6891-3F19-C123-05885196CB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04" name="Text Box 293">
                <a:extLst>
                  <a:ext uri="{FF2B5EF4-FFF2-40B4-BE49-F238E27FC236}">
                    <a16:creationId xmlns:a16="http://schemas.microsoft.com/office/drawing/2014/main" id="{5D156C74-877A-E953-469A-0EB32B367D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05" name="Text Box 294">
                <a:extLst>
                  <a:ext uri="{FF2B5EF4-FFF2-40B4-BE49-F238E27FC236}">
                    <a16:creationId xmlns:a16="http://schemas.microsoft.com/office/drawing/2014/main" id="{AFCDDAB8-4A1D-B9C5-94BE-71A0D4AADF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0" name="Group 295">
              <a:extLst>
                <a:ext uri="{FF2B5EF4-FFF2-40B4-BE49-F238E27FC236}">
                  <a16:creationId xmlns:a16="http://schemas.microsoft.com/office/drawing/2014/main" id="{C0FD89ED-0F3E-62A9-F565-2FB61C0AFDF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08" y="1475"/>
              <a:ext cx="281" cy="422"/>
              <a:chOff x="2154" y="2688"/>
              <a:chExt cx="308" cy="417"/>
            </a:xfrm>
          </p:grpSpPr>
          <p:sp>
            <p:nvSpPr>
              <p:cNvPr id="506152" name="Oval 296">
                <a:extLst>
                  <a:ext uri="{FF2B5EF4-FFF2-40B4-BE49-F238E27FC236}">
                    <a16:creationId xmlns:a16="http://schemas.microsoft.com/office/drawing/2014/main" id="{45F935B3-8001-8824-CA0D-18495B9F6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3" y="2747"/>
                <a:ext cx="137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2001" name="Text Box 297">
                <a:extLst>
                  <a:ext uri="{FF2B5EF4-FFF2-40B4-BE49-F238E27FC236}">
                    <a16:creationId xmlns:a16="http://schemas.microsoft.com/office/drawing/2014/main" id="{6A5857C6-09CE-148E-C70C-301F2C47D6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002" name="Text Box 298">
                <a:extLst>
                  <a:ext uri="{FF2B5EF4-FFF2-40B4-BE49-F238E27FC236}">
                    <a16:creationId xmlns:a16="http://schemas.microsoft.com/office/drawing/2014/main" id="{EF2D13AE-8500-2409-8268-31383B8C6A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1" name="Group 299">
              <a:extLst>
                <a:ext uri="{FF2B5EF4-FFF2-40B4-BE49-F238E27FC236}">
                  <a16:creationId xmlns:a16="http://schemas.microsoft.com/office/drawing/2014/main" id="{AEA2F4FC-7BFD-D35E-3BA7-61A9CA91323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29" y="1632"/>
              <a:ext cx="282" cy="422"/>
              <a:chOff x="2154" y="2688"/>
              <a:chExt cx="308" cy="417"/>
            </a:xfrm>
          </p:grpSpPr>
          <p:sp>
            <p:nvSpPr>
              <p:cNvPr id="506156" name="Oval 300">
                <a:extLst>
                  <a:ext uri="{FF2B5EF4-FFF2-40B4-BE49-F238E27FC236}">
                    <a16:creationId xmlns:a16="http://schemas.microsoft.com/office/drawing/2014/main" id="{055DD925-F397-A2BD-25CE-CAE1EB3E97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98" name="Text Box 301">
                <a:extLst>
                  <a:ext uri="{FF2B5EF4-FFF2-40B4-BE49-F238E27FC236}">
                    <a16:creationId xmlns:a16="http://schemas.microsoft.com/office/drawing/2014/main" id="{8097DA50-DE5D-B744-9616-F3B987E364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99" name="Text Box 302">
                <a:extLst>
                  <a:ext uri="{FF2B5EF4-FFF2-40B4-BE49-F238E27FC236}">
                    <a16:creationId xmlns:a16="http://schemas.microsoft.com/office/drawing/2014/main" id="{2971CA74-58C9-E818-3AED-CEAE5385A3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2" name="Group 303">
              <a:extLst>
                <a:ext uri="{FF2B5EF4-FFF2-40B4-BE49-F238E27FC236}">
                  <a16:creationId xmlns:a16="http://schemas.microsoft.com/office/drawing/2014/main" id="{4BE35D0D-6416-6A54-1EA0-4CD76178E37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405" y="1807"/>
              <a:ext cx="282" cy="422"/>
              <a:chOff x="2154" y="2688"/>
              <a:chExt cx="308" cy="417"/>
            </a:xfrm>
          </p:grpSpPr>
          <p:sp>
            <p:nvSpPr>
              <p:cNvPr id="506160" name="Oval 304">
                <a:extLst>
                  <a:ext uri="{FF2B5EF4-FFF2-40B4-BE49-F238E27FC236}">
                    <a16:creationId xmlns:a16="http://schemas.microsoft.com/office/drawing/2014/main" id="{5D51F6FB-4473-0535-8202-C884233D0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95" name="Text Box 305">
                <a:extLst>
                  <a:ext uri="{FF2B5EF4-FFF2-40B4-BE49-F238E27FC236}">
                    <a16:creationId xmlns:a16="http://schemas.microsoft.com/office/drawing/2014/main" id="{9C9F33AF-4E7B-53BE-A5EE-8F785C42A4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96" name="Text Box 306">
                <a:extLst>
                  <a:ext uri="{FF2B5EF4-FFF2-40B4-BE49-F238E27FC236}">
                    <a16:creationId xmlns:a16="http://schemas.microsoft.com/office/drawing/2014/main" id="{DD1A027A-B486-7DB1-DC11-756882206C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3" name="Group 307">
              <a:extLst>
                <a:ext uri="{FF2B5EF4-FFF2-40B4-BE49-F238E27FC236}">
                  <a16:creationId xmlns:a16="http://schemas.microsoft.com/office/drawing/2014/main" id="{0146D07A-8525-119F-8FA4-320720DFBCC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16" y="2098"/>
              <a:ext cx="282" cy="422"/>
              <a:chOff x="2154" y="2688"/>
              <a:chExt cx="308" cy="417"/>
            </a:xfrm>
          </p:grpSpPr>
          <p:sp>
            <p:nvSpPr>
              <p:cNvPr id="506164" name="Oval 308">
                <a:extLst>
                  <a:ext uri="{FF2B5EF4-FFF2-40B4-BE49-F238E27FC236}">
                    <a16:creationId xmlns:a16="http://schemas.microsoft.com/office/drawing/2014/main" id="{1F71236A-C811-C7D2-32D4-99E3A61DE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92" name="Text Box 309">
                <a:extLst>
                  <a:ext uri="{FF2B5EF4-FFF2-40B4-BE49-F238E27FC236}">
                    <a16:creationId xmlns:a16="http://schemas.microsoft.com/office/drawing/2014/main" id="{8CBCDFD1-3D57-C0A9-3E1B-B87E871688E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93" name="Text Box 310">
                <a:extLst>
                  <a:ext uri="{FF2B5EF4-FFF2-40B4-BE49-F238E27FC236}">
                    <a16:creationId xmlns:a16="http://schemas.microsoft.com/office/drawing/2014/main" id="{91DB757B-38B5-162D-9D70-7480883E3C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4" name="Group 315">
              <a:extLst>
                <a:ext uri="{FF2B5EF4-FFF2-40B4-BE49-F238E27FC236}">
                  <a16:creationId xmlns:a16="http://schemas.microsoft.com/office/drawing/2014/main" id="{55F9D90A-50F4-4360-1821-E96A9D0DD5C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609" y="2223"/>
              <a:ext cx="282" cy="422"/>
              <a:chOff x="2154" y="2688"/>
              <a:chExt cx="308" cy="417"/>
            </a:xfrm>
          </p:grpSpPr>
          <p:sp>
            <p:nvSpPr>
              <p:cNvPr id="506172" name="Oval 316">
                <a:extLst>
                  <a:ext uri="{FF2B5EF4-FFF2-40B4-BE49-F238E27FC236}">
                    <a16:creationId xmlns:a16="http://schemas.microsoft.com/office/drawing/2014/main" id="{C3559C73-0F2E-FDF6-316B-E94B6C0B87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89" name="Text Box 317">
                <a:extLst>
                  <a:ext uri="{FF2B5EF4-FFF2-40B4-BE49-F238E27FC236}">
                    <a16:creationId xmlns:a16="http://schemas.microsoft.com/office/drawing/2014/main" id="{13D0EF57-54CE-B923-B1EC-BD0EC69014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90" name="Text Box 318">
                <a:extLst>
                  <a:ext uri="{FF2B5EF4-FFF2-40B4-BE49-F238E27FC236}">
                    <a16:creationId xmlns:a16="http://schemas.microsoft.com/office/drawing/2014/main" id="{2C6F1EDB-0C02-E2AE-1B39-E5EE941FC3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5" name="Group 319">
              <a:extLst>
                <a:ext uri="{FF2B5EF4-FFF2-40B4-BE49-F238E27FC236}">
                  <a16:creationId xmlns:a16="http://schemas.microsoft.com/office/drawing/2014/main" id="{DEA10930-D3EB-BBAB-08B7-ED1A1D94AFA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656" y="2362"/>
              <a:ext cx="282" cy="421"/>
              <a:chOff x="2154" y="2688"/>
              <a:chExt cx="308" cy="417"/>
            </a:xfrm>
          </p:grpSpPr>
          <p:sp>
            <p:nvSpPr>
              <p:cNvPr id="506176" name="Oval 320">
                <a:extLst>
                  <a:ext uri="{FF2B5EF4-FFF2-40B4-BE49-F238E27FC236}">
                    <a16:creationId xmlns:a16="http://schemas.microsoft.com/office/drawing/2014/main" id="{B67C577B-26BB-879D-A777-21CFD88BF3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86" name="Text Box 321">
                <a:extLst>
                  <a:ext uri="{FF2B5EF4-FFF2-40B4-BE49-F238E27FC236}">
                    <a16:creationId xmlns:a16="http://schemas.microsoft.com/office/drawing/2014/main" id="{AF1B2D8C-ADEC-1BD0-DD6D-7205D034AE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87" name="Text Box 322">
                <a:extLst>
                  <a:ext uri="{FF2B5EF4-FFF2-40B4-BE49-F238E27FC236}">
                    <a16:creationId xmlns:a16="http://schemas.microsoft.com/office/drawing/2014/main" id="{8D7DEBE6-DD2D-5097-1BC8-00D51617D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6" name="Group 323">
              <a:extLst>
                <a:ext uri="{FF2B5EF4-FFF2-40B4-BE49-F238E27FC236}">
                  <a16:creationId xmlns:a16="http://schemas.microsoft.com/office/drawing/2014/main" id="{D72042AA-7687-051B-3075-4216E8C3E62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01" y="1922"/>
              <a:ext cx="282" cy="421"/>
              <a:chOff x="2154" y="2688"/>
              <a:chExt cx="308" cy="417"/>
            </a:xfrm>
          </p:grpSpPr>
          <p:sp>
            <p:nvSpPr>
              <p:cNvPr id="506180" name="Oval 324">
                <a:extLst>
                  <a:ext uri="{FF2B5EF4-FFF2-40B4-BE49-F238E27FC236}">
                    <a16:creationId xmlns:a16="http://schemas.microsoft.com/office/drawing/2014/main" id="{C1FC9358-3169-DBCE-E0DF-DF3F512CAE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83" name="Text Box 325">
                <a:extLst>
                  <a:ext uri="{FF2B5EF4-FFF2-40B4-BE49-F238E27FC236}">
                    <a16:creationId xmlns:a16="http://schemas.microsoft.com/office/drawing/2014/main" id="{0544FB57-6A09-16C4-2D26-6F400A2AA2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84" name="Text Box 326">
                <a:extLst>
                  <a:ext uri="{FF2B5EF4-FFF2-40B4-BE49-F238E27FC236}">
                    <a16:creationId xmlns:a16="http://schemas.microsoft.com/office/drawing/2014/main" id="{4A5DD6C8-B016-6DDC-F416-1DCB942D5C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7" name="Group 327">
              <a:extLst>
                <a:ext uri="{FF2B5EF4-FFF2-40B4-BE49-F238E27FC236}">
                  <a16:creationId xmlns:a16="http://schemas.microsoft.com/office/drawing/2014/main" id="{F70D1226-DC11-3F22-568D-CE72B055480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23" y="2056"/>
              <a:ext cx="282" cy="422"/>
              <a:chOff x="2154" y="2688"/>
              <a:chExt cx="308" cy="417"/>
            </a:xfrm>
          </p:grpSpPr>
          <p:sp>
            <p:nvSpPr>
              <p:cNvPr id="506184" name="Oval 328">
                <a:extLst>
                  <a:ext uri="{FF2B5EF4-FFF2-40B4-BE49-F238E27FC236}">
                    <a16:creationId xmlns:a16="http://schemas.microsoft.com/office/drawing/2014/main" id="{FA3582DA-1EEE-50A5-EAFC-06D125356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80" name="Text Box 329">
                <a:extLst>
                  <a:ext uri="{FF2B5EF4-FFF2-40B4-BE49-F238E27FC236}">
                    <a16:creationId xmlns:a16="http://schemas.microsoft.com/office/drawing/2014/main" id="{8032AE8D-F2AC-D24F-F9FD-E465EDAFCD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81" name="Text Box 330">
                <a:extLst>
                  <a:ext uri="{FF2B5EF4-FFF2-40B4-BE49-F238E27FC236}">
                    <a16:creationId xmlns:a16="http://schemas.microsoft.com/office/drawing/2014/main" id="{8F48991F-A9D1-D0AB-2EBF-FB22172468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8" name="Group 331">
              <a:extLst>
                <a:ext uri="{FF2B5EF4-FFF2-40B4-BE49-F238E27FC236}">
                  <a16:creationId xmlns:a16="http://schemas.microsoft.com/office/drawing/2014/main" id="{CCF83D68-3467-B485-0694-F64FA3E1CEE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880" y="2207"/>
              <a:ext cx="282" cy="421"/>
              <a:chOff x="2154" y="2688"/>
              <a:chExt cx="308" cy="417"/>
            </a:xfrm>
          </p:grpSpPr>
          <p:sp>
            <p:nvSpPr>
              <p:cNvPr id="506188" name="Oval 332">
                <a:extLst>
                  <a:ext uri="{FF2B5EF4-FFF2-40B4-BE49-F238E27FC236}">
                    <a16:creationId xmlns:a16="http://schemas.microsoft.com/office/drawing/2014/main" id="{BF60FA77-A055-5287-A9C1-13C0D82E79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77" name="Text Box 333">
                <a:extLst>
                  <a:ext uri="{FF2B5EF4-FFF2-40B4-BE49-F238E27FC236}">
                    <a16:creationId xmlns:a16="http://schemas.microsoft.com/office/drawing/2014/main" id="{BC13FBD6-B4DD-0432-DBCD-AE71323A80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78" name="Text Box 334">
                <a:extLst>
                  <a:ext uri="{FF2B5EF4-FFF2-40B4-BE49-F238E27FC236}">
                    <a16:creationId xmlns:a16="http://schemas.microsoft.com/office/drawing/2014/main" id="{6B098680-0FE8-D1A9-DB72-B03A819E45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09" name="Group 335">
              <a:extLst>
                <a:ext uri="{FF2B5EF4-FFF2-40B4-BE49-F238E27FC236}">
                  <a16:creationId xmlns:a16="http://schemas.microsoft.com/office/drawing/2014/main" id="{CD2DF90F-64A0-0D25-432E-8542F098675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308" y="2222"/>
              <a:ext cx="282" cy="421"/>
              <a:chOff x="2154" y="2688"/>
              <a:chExt cx="308" cy="417"/>
            </a:xfrm>
          </p:grpSpPr>
          <p:sp>
            <p:nvSpPr>
              <p:cNvPr id="506192" name="Oval 336">
                <a:extLst>
                  <a:ext uri="{FF2B5EF4-FFF2-40B4-BE49-F238E27FC236}">
                    <a16:creationId xmlns:a16="http://schemas.microsoft.com/office/drawing/2014/main" id="{90704B71-144D-C821-1957-890981D38E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74" name="Text Box 337">
                <a:extLst>
                  <a:ext uri="{FF2B5EF4-FFF2-40B4-BE49-F238E27FC236}">
                    <a16:creationId xmlns:a16="http://schemas.microsoft.com/office/drawing/2014/main" id="{10EDCE83-2B41-1891-20CF-73AB9DAC0C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75" name="Text Box 338">
                <a:extLst>
                  <a:ext uri="{FF2B5EF4-FFF2-40B4-BE49-F238E27FC236}">
                    <a16:creationId xmlns:a16="http://schemas.microsoft.com/office/drawing/2014/main" id="{8743E42A-9498-938B-C0F7-537133D263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10" name="Group 339">
              <a:extLst>
                <a:ext uri="{FF2B5EF4-FFF2-40B4-BE49-F238E27FC236}">
                  <a16:creationId xmlns:a16="http://schemas.microsoft.com/office/drawing/2014/main" id="{750C1968-2FAF-4C81-77BD-18A9A61B6AE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352" y="2373"/>
              <a:ext cx="282" cy="422"/>
              <a:chOff x="2154" y="2688"/>
              <a:chExt cx="308" cy="417"/>
            </a:xfrm>
          </p:grpSpPr>
          <p:sp>
            <p:nvSpPr>
              <p:cNvPr id="506196" name="Oval 340">
                <a:extLst>
                  <a:ext uri="{FF2B5EF4-FFF2-40B4-BE49-F238E27FC236}">
                    <a16:creationId xmlns:a16="http://schemas.microsoft.com/office/drawing/2014/main" id="{03DD69E5-6755-AA01-8D01-9AFEB1D6B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71" name="Text Box 341">
                <a:extLst>
                  <a:ext uri="{FF2B5EF4-FFF2-40B4-BE49-F238E27FC236}">
                    <a16:creationId xmlns:a16="http://schemas.microsoft.com/office/drawing/2014/main" id="{20DD5CE0-98AB-FFD0-1B01-AE312A19C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72" name="Text Box 342">
                <a:extLst>
                  <a:ext uri="{FF2B5EF4-FFF2-40B4-BE49-F238E27FC236}">
                    <a16:creationId xmlns:a16="http://schemas.microsoft.com/office/drawing/2014/main" id="{DDF2F183-C739-1B1D-9B72-59B6B09C53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11" name="Group 343">
              <a:extLst>
                <a:ext uri="{FF2B5EF4-FFF2-40B4-BE49-F238E27FC236}">
                  <a16:creationId xmlns:a16="http://schemas.microsoft.com/office/drawing/2014/main" id="{5F38FF32-4470-3B46-A038-99195624FEF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81" y="2331"/>
              <a:ext cx="282" cy="421"/>
              <a:chOff x="2154" y="2688"/>
              <a:chExt cx="308" cy="417"/>
            </a:xfrm>
          </p:grpSpPr>
          <p:sp>
            <p:nvSpPr>
              <p:cNvPr id="506200" name="Oval 344">
                <a:extLst>
                  <a:ext uri="{FF2B5EF4-FFF2-40B4-BE49-F238E27FC236}">
                    <a16:creationId xmlns:a16="http://schemas.microsoft.com/office/drawing/2014/main" id="{7424A1A0-F3BC-E788-BF04-192CD76C4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68" name="Text Box 345">
                <a:extLst>
                  <a:ext uri="{FF2B5EF4-FFF2-40B4-BE49-F238E27FC236}">
                    <a16:creationId xmlns:a16="http://schemas.microsoft.com/office/drawing/2014/main" id="{A6497AA3-45FA-CE7B-76F3-AA0913502D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69" name="Text Box 346">
                <a:extLst>
                  <a:ext uri="{FF2B5EF4-FFF2-40B4-BE49-F238E27FC236}">
                    <a16:creationId xmlns:a16="http://schemas.microsoft.com/office/drawing/2014/main" id="{ED8F9F66-9006-AB33-6360-56F5B902C6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12" name="Group 347">
              <a:extLst>
                <a:ext uri="{FF2B5EF4-FFF2-40B4-BE49-F238E27FC236}">
                  <a16:creationId xmlns:a16="http://schemas.microsoft.com/office/drawing/2014/main" id="{CE42F367-FFD4-DD38-351C-B149302502D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857" y="2430"/>
              <a:ext cx="282" cy="422"/>
              <a:chOff x="2154" y="2688"/>
              <a:chExt cx="308" cy="417"/>
            </a:xfrm>
          </p:grpSpPr>
          <p:sp>
            <p:nvSpPr>
              <p:cNvPr id="506204" name="Oval 348">
                <a:extLst>
                  <a:ext uri="{FF2B5EF4-FFF2-40B4-BE49-F238E27FC236}">
                    <a16:creationId xmlns:a16="http://schemas.microsoft.com/office/drawing/2014/main" id="{A50B63F0-4382-454E-C55B-069DE46AD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65" name="Text Box 349">
                <a:extLst>
                  <a:ext uri="{FF2B5EF4-FFF2-40B4-BE49-F238E27FC236}">
                    <a16:creationId xmlns:a16="http://schemas.microsoft.com/office/drawing/2014/main" id="{1F3C1A98-88BC-2D43-9B04-62B2A53120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66" name="Text Box 350">
                <a:extLst>
                  <a:ext uri="{FF2B5EF4-FFF2-40B4-BE49-F238E27FC236}">
                    <a16:creationId xmlns:a16="http://schemas.microsoft.com/office/drawing/2014/main" id="{C5F876CB-6151-D888-EE34-108277FB35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1913" name="Line 351">
              <a:extLst>
                <a:ext uri="{FF2B5EF4-FFF2-40B4-BE49-F238E27FC236}">
                  <a16:creationId xmlns:a16="http://schemas.microsoft.com/office/drawing/2014/main" id="{5807DF62-DA01-8835-2E2E-65C9B7EC7B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750"/>
              <a:ext cx="47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4" name="Text Box 352">
              <a:extLst>
                <a:ext uri="{FF2B5EF4-FFF2-40B4-BE49-F238E27FC236}">
                  <a16:creationId xmlns:a16="http://schemas.microsoft.com/office/drawing/2014/main" id="{A8CF73C9-EB64-D7EF-B56E-F2BB7E49A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3" y="2657"/>
              <a:ext cx="299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/>
              <a:r>
                <a:rPr lang="en-US" altLang="zh-CN" sz="20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000" b="0" i="1" baseline="-25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21915" name="Group 353">
              <a:extLst>
                <a:ext uri="{FF2B5EF4-FFF2-40B4-BE49-F238E27FC236}">
                  <a16:creationId xmlns:a16="http://schemas.microsoft.com/office/drawing/2014/main" id="{A5250251-7538-AED1-58F6-DE0BF39FDEC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59" y="1134"/>
              <a:ext cx="282" cy="422"/>
              <a:chOff x="2154" y="2688"/>
              <a:chExt cx="308" cy="417"/>
            </a:xfrm>
          </p:grpSpPr>
          <p:sp>
            <p:nvSpPr>
              <p:cNvPr id="506210" name="Oval 354">
                <a:extLst>
                  <a:ext uri="{FF2B5EF4-FFF2-40B4-BE49-F238E27FC236}">
                    <a16:creationId xmlns:a16="http://schemas.microsoft.com/office/drawing/2014/main" id="{4230A3FA-B735-1B39-A62B-D86BFDC93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62" name="Text Box 355">
                <a:extLst>
                  <a:ext uri="{FF2B5EF4-FFF2-40B4-BE49-F238E27FC236}">
                    <a16:creationId xmlns:a16="http://schemas.microsoft.com/office/drawing/2014/main" id="{4572D296-1324-153D-0EF6-F8A38DB64D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63" name="Text Box 356">
                <a:extLst>
                  <a:ext uri="{FF2B5EF4-FFF2-40B4-BE49-F238E27FC236}">
                    <a16:creationId xmlns:a16="http://schemas.microsoft.com/office/drawing/2014/main" id="{05D9429B-F142-262A-C9CA-3C3055A713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16" name="Group 361">
              <a:extLst>
                <a:ext uri="{FF2B5EF4-FFF2-40B4-BE49-F238E27FC236}">
                  <a16:creationId xmlns:a16="http://schemas.microsoft.com/office/drawing/2014/main" id="{91BCA382-B77A-BFE1-16C6-BC7D053204E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822" y="1267"/>
              <a:ext cx="282" cy="421"/>
              <a:chOff x="2154" y="2688"/>
              <a:chExt cx="308" cy="417"/>
            </a:xfrm>
          </p:grpSpPr>
          <p:sp>
            <p:nvSpPr>
              <p:cNvPr id="506218" name="Oval 362">
                <a:extLst>
                  <a:ext uri="{FF2B5EF4-FFF2-40B4-BE49-F238E27FC236}">
                    <a16:creationId xmlns:a16="http://schemas.microsoft.com/office/drawing/2014/main" id="{1DEADACF-C070-A87E-99E4-18457FAAF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59" name="Text Box 363">
                <a:extLst>
                  <a:ext uri="{FF2B5EF4-FFF2-40B4-BE49-F238E27FC236}">
                    <a16:creationId xmlns:a16="http://schemas.microsoft.com/office/drawing/2014/main" id="{5D544519-94CE-4B62-4753-1B0DB44D02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60" name="Text Box 364">
                <a:extLst>
                  <a:ext uri="{FF2B5EF4-FFF2-40B4-BE49-F238E27FC236}">
                    <a16:creationId xmlns:a16="http://schemas.microsoft.com/office/drawing/2014/main" id="{A5F96CFC-7028-6E5B-37B9-4E3BFC4B1B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17" name="Group 365">
              <a:extLst>
                <a:ext uri="{FF2B5EF4-FFF2-40B4-BE49-F238E27FC236}">
                  <a16:creationId xmlns:a16="http://schemas.microsoft.com/office/drawing/2014/main" id="{1AA8A364-3532-CB4D-AB75-A72609EB539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73" y="1300"/>
              <a:ext cx="282" cy="422"/>
              <a:chOff x="2154" y="2688"/>
              <a:chExt cx="308" cy="417"/>
            </a:xfrm>
          </p:grpSpPr>
          <p:sp>
            <p:nvSpPr>
              <p:cNvPr id="506222" name="Oval 366">
                <a:extLst>
                  <a:ext uri="{FF2B5EF4-FFF2-40B4-BE49-F238E27FC236}">
                    <a16:creationId xmlns:a16="http://schemas.microsoft.com/office/drawing/2014/main" id="{6B8FBFA2-EFC2-4E95-CAF9-B473F320E4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56" name="Text Box 367">
                <a:extLst>
                  <a:ext uri="{FF2B5EF4-FFF2-40B4-BE49-F238E27FC236}">
                    <a16:creationId xmlns:a16="http://schemas.microsoft.com/office/drawing/2014/main" id="{7813B9FB-B80E-3D74-0E27-34CE93A1B6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57" name="Text Box 368">
                <a:extLst>
                  <a:ext uri="{FF2B5EF4-FFF2-40B4-BE49-F238E27FC236}">
                    <a16:creationId xmlns:a16="http://schemas.microsoft.com/office/drawing/2014/main" id="{9420C312-BAE7-F8BC-1F84-C50820B051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1918" name="Group 370">
              <a:extLst>
                <a:ext uri="{FF2B5EF4-FFF2-40B4-BE49-F238E27FC236}">
                  <a16:creationId xmlns:a16="http://schemas.microsoft.com/office/drawing/2014/main" id="{6DAA0335-8973-4DBF-0010-C9D3421534D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608" y="2085"/>
              <a:ext cx="282" cy="422"/>
              <a:chOff x="2154" y="2688"/>
              <a:chExt cx="308" cy="417"/>
            </a:xfrm>
          </p:grpSpPr>
          <p:sp>
            <p:nvSpPr>
              <p:cNvPr id="506227" name="Oval 371">
                <a:extLst>
                  <a:ext uri="{FF2B5EF4-FFF2-40B4-BE49-F238E27FC236}">
                    <a16:creationId xmlns:a16="http://schemas.microsoft.com/office/drawing/2014/main" id="{83A93208-213A-65B2-2057-7DCE824782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53" name="Text Box 372">
                <a:extLst>
                  <a:ext uri="{FF2B5EF4-FFF2-40B4-BE49-F238E27FC236}">
                    <a16:creationId xmlns:a16="http://schemas.microsoft.com/office/drawing/2014/main" id="{23AD8DB4-EE36-AB06-3482-269D7982C1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54" name="Text Box 373">
                <a:extLst>
                  <a:ext uri="{FF2B5EF4-FFF2-40B4-BE49-F238E27FC236}">
                    <a16:creationId xmlns:a16="http://schemas.microsoft.com/office/drawing/2014/main" id="{E39BCDCE-B9A2-B262-61ED-698E3D0B8D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1919" name="Oval 379">
              <a:extLst>
                <a:ext uri="{FF2B5EF4-FFF2-40B4-BE49-F238E27FC236}">
                  <a16:creationId xmlns:a16="http://schemas.microsoft.com/office/drawing/2014/main" id="{369A7630-416E-326D-EE2F-EA9F59069E2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24739" flipV="1">
              <a:off x="5044" y="2012"/>
              <a:ext cx="249" cy="112"/>
            </a:xfrm>
            <a:prstGeom prst="ellipse">
              <a:avLst/>
            </a:prstGeom>
            <a:solidFill>
              <a:srgbClr val="3366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121920" name="Group 382">
              <a:extLst>
                <a:ext uri="{FF2B5EF4-FFF2-40B4-BE49-F238E27FC236}">
                  <a16:creationId xmlns:a16="http://schemas.microsoft.com/office/drawing/2014/main" id="{07E17FFC-15AF-B6ED-BE5B-01E39F1C10F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58" y="1341"/>
              <a:ext cx="282" cy="421"/>
              <a:chOff x="2154" y="2688"/>
              <a:chExt cx="308" cy="417"/>
            </a:xfrm>
          </p:grpSpPr>
          <p:sp>
            <p:nvSpPr>
              <p:cNvPr id="506239" name="Oval 383">
                <a:extLst>
                  <a:ext uri="{FF2B5EF4-FFF2-40B4-BE49-F238E27FC236}">
                    <a16:creationId xmlns:a16="http://schemas.microsoft.com/office/drawing/2014/main" id="{4378927E-B165-AF63-72B2-327B0694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50" name="Text Box 384">
                <a:extLst>
                  <a:ext uri="{FF2B5EF4-FFF2-40B4-BE49-F238E27FC236}">
                    <a16:creationId xmlns:a16="http://schemas.microsoft.com/office/drawing/2014/main" id="{18CE51FF-3DAF-C08C-F8EB-BD8D32925C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51" name="Text Box 385">
                <a:extLst>
                  <a:ext uri="{FF2B5EF4-FFF2-40B4-BE49-F238E27FC236}">
                    <a16:creationId xmlns:a16="http://schemas.microsoft.com/office/drawing/2014/main" id="{A59FCFE0-F39C-03FA-729C-4053FBD7CE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1921" name="Line 386">
              <a:extLst>
                <a:ext uri="{FF2B5EF4-FFF2-40B4-BE49-F238E27FC236}">
                  <a16:creationId xmlns:a16="http://schemas.microsoft.com/office/drawing/2014/main" id="{E6ABFBE9-3D52-DE1C-D49F-6A32E271E4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5" y="2179"/>
              <a:ext cx="214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21922" name="Group 388">
              <a:extLst>
                <a:ext uri="{FF2B5EF4-FFF2-40B4-BE49-F238E27FC236}">
                  <a16:creationId xmlns:a16="http://schemas.microsoft.com/office/drawing/2014/main" id="{D330A61A-8089-C2FD-45A3-89C3A11E2EA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44" y="1785"/>
              <a:ext cx="282" cy="422"/>
              <a:chOff x="2154" y="2688"/>
              <a:chExt cx="308" cy="417"/>
            </a:xfrm>
          </p:grpSpPr>
          <p:sp>
            <p:nvSpPr>
              <p:cNvPr id="506245" name="Oval 389">
                <a:extLst>
                  <a:ext uri="{FF2B5EF4-FFF2-40B4-BE49-F238E27FC236}">
                    <a16:creationId xmlns:a16="http://schemas.microsoft.com/office/drawing/2014/main" id="{A533E123-42A5-E511-EF51-C6DC1ECDC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8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1947" name="Text Box 390">
                <a:extLst>
                  <a:ext uri="{FF2B5EF4-FFF2-40B4-BE49-F238E27FC236}">
                    <a16:creationId xmlns:a16="http://schemas.microsoft.com/office/drawing/2014/main" id="{D9508223-3E23-7BC8-4232-8519A8D9B7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948" name="Text Box 391">
                <a:extLst>
                  <a:ext uri="{FF2B5EF4-FFF2-40B4-BE49-F238E27FC236}">
                    <a16:creationId xmlns:a16="http://schemas.microsoft.com/office/drawing/2014/main" id="{78407DFE-C5AD-4D19-57DC-031787A03A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21923" name="Oval 392">
              <a:extLst>
                <a:ext uri="{FF2B5EF4-FFF2-40B4-BE49-F238E27FC236}">
                  <a16:creationId xmlns:a16="http://schemas.microsoft.com/office/drawing/2014/main" id="{E0FA4C35-D8EB-0A5D-BE01-F813FE7A6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1" y="1536"/>
              <a:ext cx="942" cy="747"/>
            </a:xfrm>
            <a:prstGeom prst="ellipse">
              <a:avLst/>
            </a:prstGeom>
            <a:solidFill>
              <a:srgbClr val="FF00FF">
                <a:alpha val="27843"/>
              </a:srgbClr>
            </a:solidFill>
            <a:ln w="28575">
              <a:solidFill>
                <a:srgbClr val="FF33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/>
              <a:endParaRPr lang="en-US" altLang="zh-CN" sz="1800" b="0">
                <a:solidFill>
                  <a:schemeClr val="accent2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1924" name="Line 394">
              <a:extLst>
                <a:ext uri="{FF2B5EF4-FFF2-40B4-BE49-F238E27FC236}">
                  <a16:creationId xmlns:a16="http://schemas.microsoft.com/office/drawing/2014/main" id="{BFA03B0A-CF52-05FB-ECA1-754256E05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3" y="1971"/>
              <a:ext cx="215" cy="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25" name="Oval 396">
              <a:extLst>
                <a:ext uri="{FF2B5EF4-FFF2-40B4-BE49-F238E27FC236}">
                  <a16:creationId xmlns:a16="http://schemas.microsoft.com/office/drawing/2014/main" id="{8B49C24D-9222-98B6-C81D-8E22855B9B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424739" flipV="1">
              <a:off x="4805" y="2019"/>
              <a:ext cx="249" cy="112"/>
            </a:xfrm>
            <a:prstGeom prst="ellips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21926" name="Line 397">
              <a:extLst>
                <a:ext uri="{FF2B5EF4-FFF2-40B4-BE49-F238E27FC236}">
                  <a16:creationId xmlns:a16="http://schemas.microsoft.com/office/drawing/2014/main" id="{1CE03827-561D-FD6B-2492-F7DCED8C1E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4" y="2076"/>
              <a:ext cx="215" cy="12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27" name="Line 399">
              <a:extLst>
                <a:ext uri="{FF2B5EF4-FFF2-40B4-BE49-F238E27FC236}">
                  <a16:creationId xmlns:a16="http://schemas.microsoft.com/office/drawing/2014/main" id="{6F3E0C1E-03C8-6397-8B81-1972DA6ED1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2" y="2159"/>
              <a:ext cx="34" cy="727"/>
            </a:xfrm>
            <a:prstGeom prst="line">
              <a:avLst/>
            </a:prstGeom>
            <a:noFill/>
            <a:ln w="15875">
              <a:solidFill>
                <a:srgbClr val="0000FF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28" name="Rectangle 418">
              <a:extLst>
                <a:ext uri="{FF2B5EF4-FFF2-40B4-BE49-F238E27FC236}">
                  <a16:creationId xmlns:a16="http://schemas.microsoft.com/office/drawing/2014/main" id="{26505EB0-F2F2-8309-41B7-26F67CE97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2" y="1620"/>
              <a:ext cx="2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 sz="2800" b="0">
                  <a:ea typeface="幼圆" panose="02010509060101010101" pitchFamily="49" charset="-122"/>
                </a:rPr>
                <a:t> </a:t>
              </a:r>
              <a:r>
                <a: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</a:p>
          </p:txBody>
        </p:sp>
        <p:grpSp>
          <p:nvGrpSpPr>
            <p:cNvPr id="121929" name="Group 436">
              <a:extLst>
                <a:ext uri="{FF2B5EF4-FFF2-40B4-BE49-F238E27FC236}">
                  <a16:creationId xmlns:a16="http://schemas.microsoft.com/office/drawing/2014/main" id="{C99E8FCE-08E9-6392-348A-1884208982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71" y="2840"/>
              <a:ext cx="1531" cy="612"/>
              <a:chOff x="4071" y="2840"/>
              <a:chExt cx="1531" cy="612"/>
            </a:xfrm>
          </p:grpSpPr>
          <p:graphicFrame>
            <p:nvGraphicFramePr>
              <p:cNvPr id="121930" name="Object 401">
                <a:extLst>
                  <a:ext uri="{FF2B5EF4-FFF2-40B4-BE49-F238E27FC236}">
                    <a16:creationId xmlns:a16="http://schemas.microsoft.com/office/drawing/2014/main" id="{8A8FF1EA-B803-D544-2678-2906FA9CCD3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56" y="2885"/>
              <a:ext cx="200" cy="2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" imgW="152268" imgH="203024" progId="Equation.3">
                      <p:embed/>
                    </p:oleObj>
                  </mc:Choice>
                  <mc:Fallback>
                    <p:oleObj r:id="rId7" imgW="152268" imgH="203024" progId="Equation.3">
                      <p:embed/>
                      <p:pic>
                        <p:nvPicPr>
                          <p:cNvPr id="0" name="Object 40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56" y="2885"/>
                            <a:ext cx="200" cy="25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1931" name="Object 402">
                <a:extLst>
                  <a:ext uri="{FF2B5EF4-FFF2-40B4-BE49-F238E27FC236}">
                    <a16:creationId xmlns:a16="http://schemas.microsoft.com/office/drawing/2014/main" id="{07ABB7C7-6B35-1ADB-E792-67263F70B05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50" y="3203"/>
              <a:ext cx="252" cy="24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215619" imgH="215619" progId="Equation.3">
                      <p:embed/>
                    </p:oleObj>
                  </mc:Choice>
                  <mc:Fallback>
                    <p:oleObj r:id="rId9" imgW="215619" imgH="215619" progId="Equation.3">
                      <p:embed/>
                      <p:pic>
                        <p:nvPicPr>
                          <p:cNvPr id="0" name="Object 40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50" y="3203"/>
                            <a:ext cx="252" cy="24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21932" name="Object 403">
                <a:extLst>
                  <a:ext uri="{FF2B5EF4-FFF2-40B4-BE49-F238E27FC236}">
                    <a16:creationId xmlns:a16="http://schemas.microsoft.com/office/drawing/2014/main" id="{A670AD92-DF38-0C8E-9BF5-89CE2A1975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39" y="3112"/>
              <a:ext cx="124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126725" imgH="177415" progId="Equation.3">
                      <p:embed/>
                    </p:oleObj>
                  </mc:Choice>
                  <mc:Fallback>
                    <p:oleObj r:id="rId11" imgW="126725" imgH="177415" progId="Equation.3">
                      <p:embed/>
                      <p:pic>
                        <p:nvPicPr>
                          <p:cNvPr id="0" name="Object 40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9" y="3112"/>
                            <a:ext cx="124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1933" name="Oval 405">
                <a:extLst>
                  <a:ext uri="{FF2B5EF4-FFF2-40B4-BE49-F238E27FC236}">
                    <a16:creationId xmlns:a16="http://schemas.microsoft.com/office/drawing/2014/main" id="{3E194774-7AD3-EAF6-2E1B-EFA6E4112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8537600" flipV="1">
                <a:off x="4790" y="3010"/>
                <a:ext cx="574" cy="231"/>
              </a:xfrm>
              <a:prstGeom prst="ellipse">
                <a:avLst/>
              </a:prstGeom>
              <a:solidFill>
                <a:srgbClr val="66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sp>
            <p:nvSpPr>
              <p:cNvPr id="121934" name="Line 406">
                <a:extLst>
                  <a:ext uri="{FF2B5EF4-FFF2-40B4-BE49-F238E27FC236}">
                    <a16:creationId xmlns:a16="http://schemas.microsoft.com/office/drawing/2014/main" id="{425E9C30-D4EF-D546-ED71-7D25478744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6" y="3360"/>
                <a:ext cx="725" cy="0"/>
              </a:xfrm>
              <a:prstGeom prst="line">
                <a:avLst/>
              </a:prstGeom>
              <a:noFill/>
              <a:ln w="22225">
                <a:solidFill>
                  <a:srgbClr val="66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35" name="Line 408">
                <a:extLst>
                  <a:ext uri="{FF2B5EF4-FFF2-40B4-BE49-F238E27FC236}">
                    <a16:creationId xmlns:a16="http://schemas.microsoft.com/office/drawing/2014/main" id="{1C6CBBCE-546E-DCBC-D7CE-2C7041A87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5" y="3258"/>
                <a:ext cx="755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36" name="Line 409">
                <a:extLst>
                  <a:ext uri="{FF2B5EF4-FFF2-40B4-BE49-F238E27FC236}">
                    <a16:creationId xmlns:a16="http://schemas.microsoft.com/office/drawing/2014/main" id="{70D88BDD-C3F9-BA8A-4457-EEB5BCE1A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134"/>
                <a:ext cx="661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37" name="Line 411">
                <a:extLst>
                  <a:ext uri="{FF2B5EF4-FFF2-40B4-BE49-F238E27FC236}">
                    <a16:creationId xmlns:a16="http://schemas.microsoft.com/office/drawing/2014/main" id="{4160FAE0-6217-CA53-E4F1-440A3104F0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9" y="2968"/>
                <a:ext cx="692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38" name="Line 412">
                <a:extLst>
                  <a:ext uri="{FF2B5EF4-FFF2-40B4-BE49-F238E27FC236}">
                    <a16:creationId xmlns:a16="http://schemas.microsoft.com/office/drawing/2014/main" id="{8BDB5803-F2E1-60A6-37AF-11C9D9CD6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6" y="3134"/>
                <a:ext cx="43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39" name="Line 413">
                <a:extLst>
                  <a:ext uri="{FF2B5EF4-FFF2-40B4-BE49-F238E27FC236}">
                    <a16:creationId xmlns:a16="http://schemas.microsoft.com/office/drawing/2014/main" id="{1E1DF843-F1C6-2A55-5AC1-030A40011D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73" y="3135"/>
                <a:ext cx="272" cy="20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40" name="Line 415">
                <a:extLst>
                  <a:ext uri="{FF2B5EF4-FFF2-40B4-BE49-F238E27FC236}">
                    <a16:creationId xmlns:a16="http://schemas.microsoft.com/office/drawing/2014/main" id="{F3E1251A-F56B-5ECD-2273-A517B4DBDC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1" y="3175"/>
                <a:ext cx="691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941" name="Line 416">
                <a:extLst>
                  <a:ext uri="{FF2B5EF4-FFF2-40B4-BE49-F238E27FC236}">
                    <a16:creationId xmlns:a16="http://schemas.microsoft.com/office/drawing/2014/main" id="{70460AD2-C8AC-3621-0561-B8925F3D2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42" y="3051"/>
                <a:ext cx="692" cy="0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21942" name="Object 428">
                <a:extLst>
                  <a:ext uri="{FF2B5EF4-FFF2-40B4-BE49-F238E27FC236}">
                    <a16:creationId xmlns:a16="http://schemas.microsoft.com/office/drawing/2014/main" id="{4D3C043C-DE56-10F5-76B2-9A001112062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00" y="2968"/>
              <a:ext cx="272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253670" imgH="177569" progId="Equation.DSMT4">
                      <p:embed/>
                    </p:oleObj>
                  </mc:Choice>
                  <mc:Fallback>
                    <p:oleObj r:id="rId13" imgW="253670" imgH="177569" progId="Equation.DSMT4">
                      <p:embed/>
                      <p:pic>
                        <p:nvPicPr>
                          <p:cNvPr id="0" name="Object 4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0" y="2968"/>
                            <a:ext cx="272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1943" name="Oval 433">
                <a:extLst>
                  <a:ext uri="{FF2B5EF4-FFF2-40B4-BE49-F238E27FC236}">
                    <a16:creationId xmlns:a16="http://schemas.microsoft.com/office/drawing/2014/main" id="{921B8C2F-67A2-1603-BBA6-A4AB83459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8537600" flipV="1">
                <a:off x="4790" y="3010"/>
                <a:ext cx="574" cy="231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sp>
            <p:nvSpPr>
              <p:cNvPr id="121944" name="Oval 434">
                <a:extLst>
                  <a:ext uri="{FF2B5EF4-FFF2-40B4-BE49-F238E27FC236}">
                    <a16:creationId xmlns:a16="http://schemas.microsoft.com/office/drawing/2014/main" id="{6A343B7A-B282-8417-FA15-B56BCDF9E3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8537600" flipV="1">
                <a:off x="4069" y="3010"/>
                <a:ext cx="574" cy="231"/>
              </a:xfrm>
              <a:prstGeom prst="ellips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sp>
            <p:nvSpPr>
              <p:cNvPr id="121945" name="Line 435">
                <a:extLst>
                  <a:ext uri="{FF2B5EF4-FFF2-40B4-BE49-F238E27FC236}">
                    <a16:creationId xmlns:a16="http://schemas.microsoft.com/office/drawing/2014/main" id="{CBC35AB6-D90B-A203-DC42-B1361162A6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4" y="2890"/>
                <a:ext cx="725" cy="0"/>
              </a:xfrm>
              <a:prstGeom prst="line">
                <a:avLst/>
              </a:prstGeom>
              <a:noFill/>
              <a:ln w="22225">
                <a:solidFill>
                  <a:srgbClr val="66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21866" name="AutoShape 446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4DEE6846-32B2-AC0E-3129-1AAE67BDE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1867" name="AutoShape 44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19D10AB-5E32-E1FD-0A13-094CC795B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1868" name="AutoShape 44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C4AC136-F7D5-666A-649B-69171AC17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1869" name="AutoShape 44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5F973391-3634-99B0-5F60-1CB658A93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506306" name="Object 450">
            <a:extLst>
              <a:ext uri="{FF2B5EF4-FFF2-40B4-BE49-F238E27FC236}">
                <a16:creationId xmlns:a16="http://schemas.microsoft.com/office/drawing/2014/main" id="{7FB917FD-CDEC-3BC2-4916-5311AF87E349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0" y="4352925"/>
          <a:ext cx="6084888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797176" imgH="190361" progId="Equation.3">
                  <p:embed/>
                </p:oleObj>
              </mc:Choice>
              <mc:Fallback>
                <p:oleObj r:id="rId16" imgW="1797176" imgH="190361" progId="Equation.3">
                  <p:embed/>
                  <p:pic>
                    <p:nvPicPr>
                      <p:cNvPr id="0" name="Object 45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352925"/>
                        <a:ext cx="6084888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6308" name="Text Box 452">
            <a:extLst>
              <a:ext uri="{FF2B5EF4-FFF2-40B4-BE49-F238E27FC236}">
                <a16:creationId xmlns:a16="http://schemas.microsoft.com/office/drawing/2014/main" id="{BEB2C6C1-0724-6411-C301-A554B1509D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941888"/>
            <a:ext cx="54737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由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</a:rPr>
              <a:t>电荷守恒定律</a:t>
            </a:r>
            <a:r>
              <a:rPr lang="zh-CN" altLang="en-US">
                <a:latin typeface="Times New Roman" panose="02020603050405020304" pitchFamily="18" charset="0"/>
              </a:rPr>
              <a:t>可知</a:t>
            </a:r>
            <a:r>
              <a:rPr lang="zh-CN" altLang="en-US">
                <a:latin typeface="楷体_GB2312" pitchFamily="49" charset="-122"/>
              </a:rPr>
              <a:t>→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因极化而留在封闭面内的总束缚电荷量</a:t>
            </a:r>
            <a:endParaRPr lang="zh-CN" altLang="en-US"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灯片编号占位符 2">
            <a:extLst>
              <a:ext uri="{FF2B5EF4-FFF2-40B4-BE49-F238E27FC236}">
                <a16:creationId xmlns:a16="http://schemas.microsoft.com/office/drawing/2014/main" id="{BC24925D-4D3F-557C-D6E6-F4E523418E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7C73D9B-289D-4BE0-AA47-1D126AB6A192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15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10983" name="Rectangle 7">
            <a:extLst>
              <a:ext uri="{FF2B5EF4-FFF2-40B4-BE49-F238E27FC236}">
                <a16:creationId xmlns:a16="http://schemas.microsoft.com/office/drawing/2014/main" id="{5B84B105-BD40-11DB-05F1-A9E85D0BB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76250"/>
            <a:ext cx="4679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( 2 )</a:t>
            </a:r>
            <a:r>
              <a:rPr lang="en-US" altLang="zh-CN">
                <a:latin typeface="楷体_GB2312" pitchFamily="49" charset="-122"/>
              </a:rPr>
              <a:t> </a:t>
            </a:r>
            <a:r>
              <a:rPr lang="zh-CN" altLang="en-US">
                <a:latin typeface="楷体_GB2312" pitchFamily="49" charset="-122"/>
              </a:rPr>
              <a:t>极化电荷面密度</a:t>
            </a:r>
          </a:p>
        </p:txBody>
      </p:sp>
      <p:graphicFrame>
        <p:nvGraphicFramePr>
          <p:cNvPr id="510984" name="Object 8">
            <a:extLst>
              <a:ext uri="{FF2B5EF4-FFF2-40B4-BE49-F238E27FC236}">
                <a16:creationId xmlns:a16="http://schemas.microsoft.com/office/drawing/2014/main" id="{D1EB0F6A-AB4F-9EB4-9E03-DB440DD03E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08200" y="2852738"/>
          <a:ext cx="1687513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33452" imgH="171658" progId="Equation.DSMT4">
                  <p:embed/>
                </p:oleObj>
              </mc:Choice>
              <mc:Fallback>
                <p:oleObj r:id="rId3" imgW="533452" imgH="171658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2852738"/>
                        <a:ext cx="1687513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9">
            <a:extLst>
              <a:ext uri="{FF2B5EF4-FFF2-40B4-BE49-F238E27FC236}">
                <a16:creationId xmlns:a16="http://schemas.microsoft.com/office/drawing/2014/main" id="{4049B88C-DBE9-6FA7-9FE3-684BC893D1AE}"/>
              </a:ext>
            </a:extLst>
          </p:cNvPr>
          <p:cNvGrpSpPr>
            <a:grpSpLocks/>
          </p:cNvGrpSpPr>
          <p:nvPr/>
        </p:nvGrpSpPr>
        <p:grpSpPr bwMode="auto">
          <a:xfrm>
            <a:off x="180975" y="836613"/>
            <a:ext cx="8712200" cy="1008062"/>
            <a:chOff x="114" y="618"/>
            <a:chExt cx="5488" cy="635"/>
          </a:xfrm>
        </p:grpSpPr>
        <p:sp>
          <p:nvSpPr>
            <p:cNvPr id="124107" name="Rectangle 9">
              <a:extLst>
                <a:ext uri="{FF2B5EF4-FFF2-40B4-BE49-F238E27FC236}">
                  <a16:creationId xmlns:a16="http://schemas.microsoft.com/office/drawing/2014/main" id="{EF3B81CE-F4FD-4BA7-884D-39F110E2A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" y="618"/>
              <a:ext cx="5488" cy="6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25000"/>
                </a:lnSpc>
              </a:pPr>
              <a:r>
                <a:rPr lang="en-US" altLang="zh-CN" dirty="0">
                  <a:latin typeface="楷体_GB2312" pitchFamily="49" charset="-122"/>
                </a:rPr>
                <a:t>    </a:t>
              </a:r>
              <a:r>
                <a:rPr lang="zh-CN" altLang="en-US" dirty="0">
                  <a:latin typeface="楷体_GB2312" pitchFamily="49" charset="-122"/>
                </a:rPr>
                <a:t>紧贴电介质表面取如图所示的闭合曲面，则穿过面积元   的极化电荷为</a:t>
              </a:r>
            </a:p>
          </p:txBody>
        </p:sp>
        <p:graphicFrame>
          <p:nvGraphicFramePr>
            <p:cNvPr id="124108" name="Object 11">
              <a:extLst>
                <a:ext uri="{FF2B5EF4-FFF2-40B4-BE49-F238E27FC236}">
                  <a16:creationId xmlns:a16="http://schemas.microsoft.com/office/drawing/2014/main" id="{3A92E8E1-8E41-AD53-062D-744A22863D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93486676"/>
                </p:ext>
              </p:extLst>
            </p:nvPr>
          </p:nvGraphicFramePr>
          <p:xfrm>
            <a:off x="4975" y="645"/>
            <a:ext cx="249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20672" imgH="120535" progId="Equation.DSMT4">
                    <p:embed/>
                  </p:oleObj>
                </mc:Choice>
                <mc:Fallback>
                  <p:oleObj r:id="rId5" imgW="120672" imgH="12053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5" y="645"/>
                          <a:ext cx="249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0992" name="Text Box 16">
            <a:extLst>
              <a:ext uri="{FF2B5EF4-FFF2-40B4-BE49-F238E27FC236}">
                <a16:creationId xmlns:a16="http://schemas.microsoft.com/office/drawing/2014/main" id="{861F8ACD-ABAE-12B7-A218-B23E3B0C8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395538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anose="02020603050405020304" pitchFamily="18" charset="0"/>
              </a:rPr>
              <a:t>故电介质表面的极化电荷面密度：</a:t>
            </a:r>
          </a:p>
        </p:txBody>
      </p:sp>
      <p:grpSp>
        <p:nvGrpSpPr>
          <p:cNvPr id="3" name="Group 237">
            <a:extLst>
              <a:ext uri="{FF2B5EF4-FFF2-40B4-BE49-F238E27FC236}">
                <a16:creationId xmlns:a16="http://schemas.microsoft.com/office/drawing/2014/main" id="{00901F65-5D24-6FCB-0346-A67395421D42}"/>
              </a:ext>
            </a:extLst>
          </p:cNvPr>
          <p:cNvGrpSpPr>
            <a:grpSpLocks/>
          </p:cNvGrpSpPr>
          <p:nvPr/>
        </p:nvGrpSpPr>
        <p:grpSpPr bwMode="auto">
          <a:xfrm>
            <a:off x="5113338" y="2866231"/>
            <a:ext cx="3779837" cy="2592388"/>
            <a:chOff x="2699" y="2115"/>
            <a:chExt cx="2381" cy="1633"/>
          </a:xfrm>
        </p:grpSpPr>
        <p:sp>
          <p:nvSpPr>
            <p:cNvPr id="123923" name="Rectangle 20">
              <a:extLst>
                <a:ext uri="{FF2B5EF4-FFF2-40B4-BE49-F238E27FC236}">
                  <a16:creationId xmlns:a16="http://schemas.microsoft.com/office/drawing/2014/main" id="{747A3885-DC5C-81AA-08DB-647558A4A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9" y="2115"/>
              <a:ext cx="2381" cy="16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23924" name="Freeform 21">
              <a:extLst>
                <a:ext uri="{FF2B5EF4-FFF2-40B4-BE49-F238E27FC236}">
                  <a16:creationId xmlns:a16="http://schemas.microsoft.com/office/drawing/2014/main" id="{A4B95DAE-E336-DCC4-7BDE-1BEE1B472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2297"/>
              <a:ext cx="1755" cy="1332"/>
            </a:xfrm>
            <a:custGeom>
              <a:avLst/>
              <a:gdLst>
                <a:gd name="T0" fmla="*/ 1523 w 1756"/>
                <a:gd name="T1" fmla="*/ 1185 h 1417"/>
                <a:gd name="T2" fmla="*/ 1694 w 1756"/>
                <a:gd name="T3" fmla="*/ 910 h 1417"/>
                <a:gd name="T4" fmla="*/ 1735 w 1756"/>
                <a:gd name="T5" fmla="*/ 589 h 1417"/>
                <a:gd name="T6" fmla="*/ 1580 w 1756"/>
                <a:gd name="T7" fmla="*/ 114 h 1417"/>
                <a:gd name="T8" fmla="*/ 1548 w 1756"/>
                <a:gd name="T9" fmla="*/ 43 h 1417"/>
                <a:gd name="T10" fmla="*/ 1188 w 1756"/>
                <a:gd name="T11" fmla="*/ 9 h 1417"/>
                <a:gd name="T12" fmla="*/ 606 w 1756"/>
                <a:gd name="T13" fmla="*/ 52 h 1417"/>
                <a:gd name="T14" fmla="*/ 166 w 1756"/>
                <a:gd name="T15" fmla="*/ 24 h 1417"/>
                <a:gd name="T16" fmla="*/ 142 w 1756"/>
                <a:gd name="T17" fmla="*/ 17 h 1417"/>
                <a:gd name="T18" fmla="*/ 138 w 1756"/>
                <a:gd name="T19" fmla="*/ 123 h 1417"/>
                <a:gd name="T20" fmla="*/ 174 w 1756"/>
                <a:gd name="T21" fmla="*/ 361 h 1417"/>
                <a:gd name="T22" fmla="*/ 150 w 1756"/>
                <a:gd name="T23" fmla="*/ 609 h 1417"/>
                <a:gd name="T24" fmla="*/ 46 w 1756"/>
                <a:gd name="T25" fmla="*/ 906 h 1417"/>
                <a:gd name="T26" fmla="*/ 22 w 1756"/>
                <a:gd name="T27" fmla="*/ 1202 h 1417"/>
                <a:gd name="T28" fmla="*/ 179 w 1756"/>
                <a:gd name="T29" fmla="*/ 1200 h 1417"/>
                <a:gd name="T30" fmla="*/ 425 w 1756"/>
                <a:gd name="T31" fmla="*/ 1171 h 1417"/>
                <a:gd name="T32" fmla="*/ 915 w 1756"/>
                <a:gd name="T33" fmla="*/ 1142 h 1417"/>
                <a:gd name="T34" fmla="*/ 1203 w 1756"/>
                <a:gd name="T35" fmla="*/ 1171 h 1417"/>
                <a:gd name="T36" fmla="*/ 1366 w 1756"/>
                <a:gd name="T37" fmla="*/ 1200 h 1417"/>
                <a:gd name="T38" fmla="*/ 1523 w 1756"/>
                <a:gd name="T39" fmla="*/ 1185 h 141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756" h="1417">
                  <a:moveTo>
                    <a:pt x="1525" y="1342"/>
                  </a:moveTo>
                  <a:cubicBezTo>
                    <a:pt x="1580" y="1287"/>
                    <a:pt x="1661" y="1142"/>
                    <a:pt x="1696" y="1030"/>
                  </a:cubicBezTo>
                  <a:cubicBezTo>
                    <a:pt x="1732" y="917"/>
                    <a:pt x="1756" y="817"/>
                    <a:pt x="1737" y="667"/>
                  </a:cubicBezTo>
                  <a:cubicBezTo>
                    <a:pt x="1718" y="517"/>
                    <a:pt x="1613" y="232"/>
                    <a:pt x="1582" y="129"/>
                  </a:cubicBezTo>
                  <a:cubicBezTo>
                    <a:pt x="1551" y="26"/>
                    <a:pt x="1615" y="69"/>
                    <a:pt x="1550" y="49"/>
                  </a:cubicBezTo>
                  <a:cubicBezTo>
                    <a:pt x="1485" y="29"/>
                    <a:pt x="1347" y="9"/>
                    <a:pt x="1190" y="11"/>
                  </a:cubicBezTo>
                  <a:cubicBezTo>
                    <a:pt x="1033" y="13"/>
                    <a:pt x="777" y="56"/>
                    <a:pt x="606" y="59"/>
                  </a:cubicBezTo>
                  <a:cubicBezTo>
                    <a:pt x="435" y="62"/>
                    <a:pt x="243" y="34"/>
                    <a:pt x="166" y="27"/>
                  </a:cubicBezTo>
                  <a:cubicBezTo>
                    <a:pt x="89" y="20"/>
                    <a:pt x="147" y="0"/>
                    <a:pt x="142" y="19"/>
                  </a:cubicBezTo>
                  <a:cubicBezTo>
                    <a:pt x="137" y="38"/>
                    <a:pt x="133" y="74"/>
                    <a:pt x="138" y="139"/>
                  </a:cubicBezTo>
                  <a:cubicBezTo>
                    <a:pt x="143" y="204"/>
                    <a:pt x="172" y="317"/>
                    <a:pt x="174" y="409"/>
                  </a:cubicBezTo>
                  <a:cubicBezTo>
                    <a:pt x="176" y="501"/>
                    <a:pt x="171" y="586"/>
                    <a:pt x="150" y="689"/>
                  </a:cubicBezTo>
                  <a:cubicBezTo>
                    <a:pt x="129" y="792"/>
                    <a:pt x="67" y="913"/>
                    <a:pt x="46" y="1025"/>
                  </a:cubicBezTo>
                  <a:cubicBezTo>
                    <a:pt x="25" y="1137"/>
                    <a:pt x="0" y="1305"/>
                    <a:pt x="22" y="1361"/>
                  </a:cubicBezTo>
                  <a:cubicBezTo>
                    <a:pt x="44" y="1417"/>
                    <a:pt x="112" y="1365"/>
                    <a:pt x="179" y="1359"/>
                  </a:cubicBezTo>
                  <a:cubicBezTo>
                    <a:pt x="246" y="1353"/>
                    <a:pt x="302" y="1337"/>
                    <a:pt x="425" y="1326"/>
                  </a:cubicBezTo>
                  <a:cubicBezTo>
                    <a:pt x="548" y="1315"/>
                    <a:pt x="786" y="1293"/>
                    <a:pt x="917" y="1293"/>
                  </a:cubicBezTo>
                  <a:cubicBezTo>
                    <a:pt x="1047" y="1293"/>
                    <a:pt x="1130" y="1315"/>
                    <a:pt x="1205" y="1326"/>
                  </a:cubicBezTo>
                  <a:cubicBezTo>
                    <a:pt x="1279" y="1337"/>
                    <a:pt x="1315" y="1356"/>
                    <a:pt x="1368" y="1359"/>
                  </a:cubicBezTo>
                  <a:cubicBezTo>
                    <a:pt x="1421" y="1362"/>
                    <a:pt x="1471" y="1397"/>
                    <a:pt x="1525" y="1342"/>
                  </a:cubicBezTo>
                  <a:close/>
                </a:path>
              </a:pathLst>
            </a:custGeom>
            <a:solidFill>
              <a:srgbClr val="00CCFF"/>
            </a:solidFill>
            <a:ln w="9525">
              <a:round/>
              <a:headEnd/>
              <a:tailEnd/>
            </a:ln>
            <a:scene3d>
              <a:camera prst="legacyPerspectiveTopRight"/>
              <a:lightRig rig="legacyFlat3" dir="b"/>
            </a:scene3d>
            <a:sp3d extrusionH="887400" prstMaterial="legacyMatte">
              <a:bevelT w="13500" h="13500" prst="angle"/>
              <a:bevelB w="13500" h="13500" prst="angle"/>
              <a:extrusionClr>
                <a:srgbClr val="00CCFF"/>
              </a:extrusionClr>
              <a:contourClr>
                <a:srgbClr val="00CCFF"/>
              </a:contourClr>
            </a:sp3d>
          </p:spPr>
          <p:txBody>
            <a:bodyPr>
              <a:flatTx/>
            </a:bodyPr>
            <a:lstStyle/>
            <a:p>
              <a:endParaRPr lang="zh-CN" altLang="en-US"/>
            </a:p>
          </p:txBody>
        </p:sp>
        <p:grpSp>
          <p:nvGrpSpPr>
            <p:cNvPr id="123925" name="Group 22">
              <a:extLst>
                <a:ext uri="{FF2B5EF4-FFF2-40B4-BE49-F238E27FC236}">
                  <a16:creationId xmlns:a16="http://schemas.microsoft.com/office/drawing/2014/main" id="{364BB4B0-8166-FE81-967A-EE91634791C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85" y="2237"/>
              <a:ext cx="265" cy="422"/>
              <a:chOff x="2154" y="2688"/>
              <a:chExt cx="308" cy="417"/>
            </a:xfrm>
          </p:grpSpPr>
          <p:sp>
            <p:nvSpPr>
              <p:cNvPr id="510999" name="Oval 23">
                <a:extLst>
                  <a:ext uri="{FF2B5EF4-FFF2-40B4-BE49-F238E27FC236}">
                    <a16:creationId xmlns:a16="http://schemas.microsoft.com/office/drawing/2014/main" id="{F6504185-B4D0-89DC-FA78-C4F3344101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105" name="Text Box 24">
                <a:extLst>
                  <a:ext uri="{FF2B5EF4-FFF2-40B4-BE49-F238E27FC236}">
                    <a16:creationId xmlns:a16="http://schemas.microsoft.com/office/drawing/2014/main" id="{BFEF6292-0608-5C75-D376-7EC86656A1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106" name="Text Box 25">
                <a:extLst>
                  <a:ext uri="{FF2B5EF4-FFF2-40B4-BE49-F238E27FC236}">
                    <a16:creationId xmlns:a16="http://schemas.microsoft.com/office/drawing/2014/main" id="{5A4850E0-E79A-FCD3-8CC1-FF08263285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26" name="Group 26">
              <a:extLst>
                <a:ext uri="{FF2B5EF4-FFF2-40B4-BE49-F238E27FC236}">
                  <a16:creationId xmlns:a16="http://schemas.microsoft.com/office/drawing/2014/main" id="{FB4F9D4B-D187-6EC7-0D61-B8DF8F943EB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06" y="2493"/>
              <a:ext cx="265" cy="422"/>
              <a:chOff x="2154" y="2688"/>
              <a:chExt cx="308" cy="417"/>
            </a:xfrm>
          </p:grpSpPr>
          <p:sp>
            <p:nvSpPr>
              <p:cNvPr id="511003" name="Oval 27">
                <a:extLst>
                  <a:ext uri="{FF2B5EF4-FFF2-40B4-BE49-F238E27FC236}">
                    <a16:creationId xmlns:a16="http://schemas.microsoft.com/office/drawing/2014/main" id="{8D8AB540-0CC9-A9C2-1603-F141830EB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102" name="Text Box 28">
                <a:extLst>
                  <a:ext uri="{FF2B5EF4-FFF2-40B4-BE49-F238E27FC236}">
                    <a16:creationId xmlns:a16="http://schemas.microsoft.com/office/drawing/2014/main" id="{073B8A97-5C35-814D-0467-8EC01C5B8D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103" name="Text Box 29">
                <a:extLst>
                  <a:ext uri="{FF2B5EF4-FFF2-40B4-BE49-F238E27FC236}">
                    <a16:creationId xmlns:a16="http://schemas.microsoft.com/office/drawing/2014/main" id="{F8657F4A-DE40-CCD1-E017-210C3C73B6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27" name="Group 30">
              <a:extLst>
                <a:ext uri="{FF2B5EF4-FFF2-40B4-BE49-F238E27FC236}">
                  <a16:creationId xmlns:a16="http://schemas.microsoft.com/office/drawing/2014/main" id="{5D83FF37-5981-5137-0886-E97AB737952A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33" y="2641"/>
              <a:ext cx="265" cy="422"/>
              <a:chOff x="2154" y="2688"/>
              <a:chExt cx="308" cy="417"/>
            </a:xfrm>
          </p:grpSpPr>
          <p:sp>
            <p:nvSpPr>
              <p:cNvPr id="511007" name="Oval 31">
                <a:extLst>
                  <a:ext uri="{FF2B5EF4-FFF2-40B4-BE49-F238E27FC236}">
                    <a16:creationId xmlns:a16="http://schemas.microsoft.com/office/drawing/2014/main" id="{0FBC1F42-D359-FD9A-7B0A-2A7B4556A0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99" name="Text Box 32">
                <a:extLst>
                  <a:ext uri="{FF2B5EF4-FFF2-40B4-BE49-F238E27FC236}">
                    <a16:creationId xmlns:a16="http://schemas.microsoft.com/office/drawing/2014/main" id="{8EFF1EEA-9871-96CC-D48E-FB682C129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100" name="Text Box 33">
                <a:extLst>
                  <a:ext uri="{FF2B5EF4-FFF2-40B4-BE49-F238E27FC236}">
                    <a16:creationId xmlns:a16="http://schemas.microsoft.com/office/drawing/2014/main" id="{5A1042D2-D13E-65D6-F305-6262C77691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28" name="Group 34">
              <a:extLst>
                <a:ext uri="{FF2B5EF4-FFF2-40B4-BE49-F238E27FC236}">
                  <a16:creationId xmlns:a16="http://schemas.microsoft.com/office/drawing/2014/main" id="{835E5A44-554E-D393-95EF-8688807545E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171" y="2368"/>
              <a:ext cx="265" cy="422"/>
              <a:chOff x="2154" y="2688"/>
              <a:chExt cx="308" cy="417"/>
            </a:xfrm>
          </p:grpSpPr>
          <p:sp>
            <p:nvSpPr>
              <p:cNvPr id="511011" name="Oval 35">
                <a:extLst>
                  <a:ext uri="{FF2B5EF4-FFF2-40B4-BE49-F238E27FC236}">
                    <a16:creationId xmlns:a16="http://schemas.microsoft.com/office/drawing/2014/main" id="{F1F12056-1122-CC61-FE1C-5DA6DAA6E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96" name="Text Box 36">
                <a:extLst>
                  <a:ext uri="{FF2B5EF4-FFF2-40B4-BE49-F238E27FC236}">
                    <a16:creationId xmlns:a16="http://schemas.microsoft.com/office/drawing/2014/main" id="{4A1A07D4-1730-107E-CAAC-2144F2BD33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97" name="Text Box 37">
                <a:extLst>
                  <a:ext uri="{FF2B5EF4-FFF2-40B4-BE49-F238E27FC236}">
                    <a16:creationId xmlns:a16="http://schemas.microsoft.com/office/drawing/2014/main" id="{599808C8-7A77-BAFB-77B1-3557A6AAB7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29" name="Group 38">
              <a:extLst>
                <a:ext uri="{FF2B5EF4-FFF2-40B4-BE49-F238E27FC236}">
                  <a16:creationId xmlns:a16="http://schemas.microsoft.com/office/drawing/2014/main" id="{0D56A2D9-F8F9-6E4B-11B3-5B06365F340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13" y="2532"/>
              <a:ext cx="265" cy="422"/>
              <a:chOff x="2154" y="2688"/>
              <a:chExt cx="308" cy="417"/>
            </a:xfrm>
          </p:grpSpPr>
          <p:sp>
            <p:nvSpPr>
              <p:cNvPr id="511015" name="Oval 39">
                <a:extLst>
                  <a:ext uri="{FF2B5EF4-FFF2-40B4-BE49-F238E27FC236}">
                    <a16:creationId xmlns:a16="http://schemas.microsoft.com/office/drawing/2014/main" id="{1780D672-3DD9-8361-975A-4EEFF0731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93" name="Text Box 40">
                <a:extLst>
                  <a:ext uri="{FF2B5EF4-FFF2-40B4-BE49-F238E27FC236}">
                    <a16:creationId xmlns:a16="http://schemas.microsoft.com/office/drawing/2014/main" id="{9B4785D7-B31C-DC51-B58D-AA036CC685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94" name="Text Box 41">
                <a:extLst>
                  <a:ext uri="{FF2B5EF4-FFF2-40B4-BE49-F238E27FC236}">
                    <a16:creationId xmlns:a16="http://schemas.microsoft.com/office/drawing/2014/main" id="{71DB0AB1-4B1F-5E9A-0661-FFE29197EC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0" name="Group 42">
              <a:extLst>
                <a:ext uri="{FF2B5EF4-FFF2-40B4-BE49-F238E27FC236}">
                  <a16:creationId xmlns:a16="http://schemas.microsoft.com/office/drawing/2014/main" id="{FED9D5BC-3A4E-7D1D-B0E8-D4CC1731DB9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778" y="2337"/>
              <a:ext cx="265" cy="422"/>
              <a:chOff x="2154" y="2688"/>
              <a:chExt cx="308" cy="417"/>
            </a:xfrm>
          </p:grpSpPr>
          <p:sp>
            <p:nvSpPr>
              <p:cNvPr id="511019" name="Oval 43">
                <a:extLst>
                  <a:ext uri="{FF2B5EF4-FFF2-40B4-BE49-F238E27FC236}">
                    <a16:creationId xmlns:a16="http://schemas.microsoft.com/office/drawing/2014/main" id="{6E35937B-C098-0E15-B0A7-3EA26326F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90" name="Text Box 44">
                <a:extLst>
                  <a:ext uri="{FF2B5EF4-FFF2-40B4-BE49-F238E27FC236}">
                    <a16:creationId xmlns:a16="http://schemas.microsoft.com/office/drawing/2014/main" id="{14612AB8-8609-654C-8C78-59FBC9675F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91" name="Text Box 45">
                <a:extLst>
                  <a:ext uri="{FF2B5EF4-FFF2-40B4-BE49-F238E27FC236}">
                    <a16:creationId xmlns:a16="http://schemas.microsoft.com/office/drawing/2014/main" id="{211060E8-71BA-4749-A9BC-9961BC79CB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1" name="Group 46">
              <a:extLst>
                <a:ext uri="{FF2B5EF4-FFF2-40B4-BE49-F238E27FC236}">
                  <a16:creationId xmlns:a16="http://schemas.microsoft.com/office/drawing/2014/main" id="{C93CA3C7-164D-16D3-DF4C-3B8C3F9BDD7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846" y="2446"/>
              <a:ext cx="264" cy="422"/>
              <a:chOff x="2154" y="2688"/>
              <a:chExt cx="308" cy="417"/>
            </a:xfrm>
          </p:grpSpPr>
          <p:sp>
            <p:nvSpPr>
              <p:cNvPr id="511023" name="Oval 47">
                <a:extLst>
                  <a:ext uri="{FF2B5EF4-FFF2-40B4-BE49-F238E27FC236}">
                    <a16:creationId xmlns:a16="http://schemas.microsoft.com/office/drawing/2014/main" id="{DCA5AFB8-1F07-C5D7-2836-081391018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87" name="Text Box 48">
                <a:extLst>
                  <a:ext uri="{FF2B5EF4-FFF2-40B4-BE49-F238E27FC236}">
                    <a16:creationId xmlns:a16="http://schemas.microsoft.com/office/drawing/2014/main" id="{4B5C9E07-C603-B97C-0F29-0D1E6464FD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88" name="Text Box 49">
                <a:extLst>
                  <a:ext uri="{FF2B5EF4-FFF2-40B4-BE49-F238E27FC236}">
                    <a16:creationId xmlns:a16="http://schemas.microsoft.com/office/drawing/2014/main" id="{9FAFCD9F-15E8-E58C-1917-F0984BC519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2" name="Group 50">
              <a:extLst>
                <a:ext uri="{FF2B5EF4-FFF2-40B4-BE49-F238E27FC236}">
                  <a16:creationId xmlns:a16="http://schemas.microsoft.com/office/drawing/2014/main" id="{C566933C-FDD6-6F2C-81EC-C5DD1E19467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57" y="2767"/>
              <a:ext cx="265" cy="421"/>
              <a:chOff x="2154" y="2688"/>
              <a:chExt cx="308" cy="417"/>
            </a:xfrm>
          </p:grpSpPr>
          <p:sp>
            <p:nvSpPr>
              <p:cNvPr id="511027" name="Oval 51">
                <a:extLst>
                  <a:ext uri="{FF2B5EF4-FFF2-40B4-BE49-F238E27FC236}">
                    <a16:creationId xmlns:a16="http://schemas.microsoft.com/office/drawing/2014/main" id="{60E5528C-9469-19F2-094B-135399F286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84" name="Text Box 52">
                <a:extLst>
                  <a:ext uri="{FF2B5EF4-FFF2-40B4-BE49-F238E27FC236}">
                    <a16:creationId xmlns:a16="http://schemas.microsoft.com/office/drawing/2014/main" id="{0591FAF6-F119-D9BF-2E16-2D77C8C7FF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85" name="Text Box 53">
                <a:extLst>
                  <a:ext uri="{FF2B5EF4-FFF2-40B4-BE49-F238E27FC236}">
                    <a16:creationId xmlns:a16="http://schemas.microsoft.com/office/drawing/2014/main" id="{260AE4C7-B272-60D1-31F8-AD2B3A7E52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3" name="Group 54">
              <a:extLst>
                <a:ext uri="{FF2B5EF4-FFF2-40B4-BE49-F238E27FC236}">
                  <a16:creationId xmlns:a16="http://schemas.microsoft.com/office/drawing/2014/main" id="{201CE831-77EA-D0DB-273D-E10CA7CB735C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57" y="2901"/>
              <a:ext cx="265" cy="422"/>
              <a:chOff x="2154" y="2688"/>
              <a:chExt cx="308" cy="417"/>
            </a:xfrm>
          </p:grpSpPr>
          <p:sp>
            <p:nvSpPr>
              <p:cNvPr id="511031" name="Oval 55">
                <a:extLst>
                  <a:ext uri="{FF2B5EF4-FFF2-40B4-BE49-F238E27FC236}">
                    <a16:creationId xmlns:a16="http://schemas.microsoft.com/office/drawing/2014/main" id="{2F019D42-AF85-8CAB-5E1B-B289F00D2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81" name="Text Box 56">
                <a:extLst>
                  <a:ext uri="{FF2B5EF4-FFF2-40B4-BE49-F238E27FC236}">
                    <a16:creationId xmlns:a16="http://schemas.microsoft.com/office/drawing/2014/main" id="{72B5CC2A-D966-DA44-49CD-0BCC19F67B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82" name="Text Box 57">
                <a:extLst>
                  <a:ext uri="{FF2B5EF4-FFF2-40B4-BE49-F238E27FC236}">
                    <a16:creationId xmlns:a16="http://schemas.microsoft.com/office/drawing/2014/main" id="{01BD7CF0-9BF2-6062-8013-627DE5B979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4" name="Group 58">
              <a:extLst>
                <a:ext uri="{FF2B5EF4-FFF2-40B4-BE49-F238E27FC236}">
                  <a16:creationId xmlns:a16="http://schemas.microsoft.com/office/drawing/2014/main" id="{3A812B33-AABD-8C28-F751-05FBBAD8871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486" y="2259"/>
              <a:ext cx="265" cy="421"/>
              <a:chOff x="2154" y="2688"/>
              <a:chExt cx="308" cy="417"/>
            </a:xfrm>
          </p:grpSpPr>
          <p:sp>
            <p:nvSpPr>
              <p:cNvPr id="511035" name="Oval 59">
                <a:extLst>
                  <a:ext uri="{FF2B5EF4-FFF2-40B4-BE49-F238E27FC236}">
                    <a16:creationId xmlns:a16="http://schemas.microsoft.com/office/drawing/2014/main" id="{756C4C33-6E84-2803-593B-B9A93811DA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78" name="Text Box 60">
                <a:extLst>
                  <a:ext uri="{FF2B5EF4-FFF2-40B4-BE49-F238E27FC236}">
                    <a16:creationId xmlns:a16="http://schemas.microsoft.com/office/drawing/2014/main" id="{F3F9B3E9-8C4C-9190-2EB6-C6509D155B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79" name="Text Box 61">
                <a:extLst>
                  <a:ext uri="{FF2B5EF4-FFF2-40B4-BE49-F238E27FC236}">
                    <a16:creationId xmlns:a16="http://schemas.microsoft.com/office/drawing/2014/main" id="{4A92383E-85F4-4383-FB8C-896D16C624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5" name="Group 62">
              <a:extLst>
                <a:ext uri="{FF2B5EF4-FFF2-40B4-BE49-F238E27FC236}">
                  <a16:creationId xmlns:a16="http://schemas.microsoft.com/office/drawing/2014/main" id="{A7501DB3-19C9-4546-5C1A-F73111D0CC4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486" y="2395"/>
              <a:ext cx="265" cy="421"/>
              <a:chOff x="2154" y="2688"/>
              <a:chExt cx="308" cy="417"/>
            </a:xfrm>
          </p:grpSpPr>
          <p:sp>
            <p:nvSpPr>
              <p:cNvPr id="511039" name="Oval 63">
                <a:extLst>
                  <a:ext uri="{FF2B5EF4-FFF2-40B4-BE49-F238E27FC236}">
                    <a16:creationId xmlns:a16="http://schemas.microsoft.com/office/drawing/2014/main" id="{070AEE52-A0A3-43D6-B46D-D7FEED5887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75" name="Text Box 64">
                <a:extLst>
                  <a:ext uri="{FF2B5EF4-FFF2-40B4-BE49-F238E27FC236}">
                    <a16:creationId xmlns:a16="http://schemas.microsoft.com/office/drawing/2014/main" id="{299E3432-1902-7F9F-C6FA-D85CC9628F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76" name="Text Box 65">
                <a:extLst>
                  <a:ext uri="{FF2B5EF4-FFF2-40B4-BE49-F238E27FC236}">
                    <a16:creationId xmlns:a16="http://schemas.microsoft.com/office/drawing/2014/main" id="{7D732B2E-049A-194E-6AF5-208FF0DEF3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6" name="Group 66">
              <a:extLst>
                <a:ext uri="{FF2B5EF4-FFF2-40B4-BE49-F238E27FC236}">
                  <a16:creationId xmlns:a16="http://schemas.microsoft.com/office/drawing/2014/main" id="{72896A24-38D0-157D-4F7A-0F657419949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614" y="2533"/>
              <a:ext cx="265" cy="420"/>
              <a:chOff x="2154" y="2688"/>
              <a:chExt cx="308" cy="417"/>
            </a:xfrm>
          </p:grpSpPr>
          <p:sp>
            <p:nvSpPr>
              <p:cNvPr id="511043" name="Oval 67">
                <a:extLst>
                  <a:ext uri="{FF2B5EF4-FFF2-40B4-BE49-F238E27FC236}">
                    <a16:creationId xmlns:a16="http://schemas.microsoft.com/office/drawing/2014/main" id="{B456357F-E61E-7C3B-C6E8-125D2CFA3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21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72" name="Text Box 68">
                <a:extLst>
                  <a:ext uri="{FF2B5EF4-FFF2-40B4-BE49-F238E27FC236}">
                    <a16:creationId xmlns:a16="http://schemas.microsoft.com/office/drawing/2014/main" id="{469C6921-B523-B558-C16B-5E3D11A4EE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73" name="Text Box 69">
                <a:extLst>
                  <a:ext uri="{FF2B5EF4-FFF2-40B4-BE49-F238E27FC236}">
                    <a16:creationId xmlns:a16="http://schemas.microsoft.com/office/drawing/2014/main" id="{A2DF7979-A5EF-2436-C62A-1AEB7B0BD8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7" name="Group 70">
              <a:extLst>
                <a:ext uri="{FF2B5EF4-FFF2-40B4-BE49-F238E27FC236}">
                  <a16:creationId xmlns:a16="http://schemas.microsoft.com/office/drawing/2014/main" id="{4843180D-FD0D-7ABD-D3F8-A45516E24C5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31" y="2649"/>
              <a:ext cx="265" cy="422"/>
              <a:chOff x="2154" y="2688"/>
              <a:chExt cx="308" cy="417"/>
            </a:xfrm>
          </p:grpSpPr>
          <p:sp>
            <p:nvSpPr>
              <p:cNvPr id="511047" name="Oval 71">
                <a:extLst>
                  <a:ext uri="{FF2B5EF4-FFF2-40B4-BE49-F238E27FC236}">
                    <a16:creationId xmlns:a16="http://schemas.microsoft.com/office/drawing/2014/main" id="{014EEC2C-0F56-B064-6DD9-90C240AF19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69" name="Text Box 72">
                <a:extLst>
                  <a:ext uri="{FF2B5EF4-FFF2-40B4-BE49-F238E27FC236}">
                    <a16:creationId xmlns:a16="http://schemas.microsoft.com/office/drawing/2014/main" id="{2C6BB484-1C8B-1F04-A9BC-966A099546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70" name="Text Box 73">
                <a:extLst>
                  <a:ext uri="{FF2B5EF4-FFF2-40B4-BE49-F238E27FC236}">
                    <a16:creationId xmlns:a16="http://schemas.microsoft.com/office/drawing/2014/main" id="{61E1A877-17FB-77ED-2193-94864367CE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8" name="Group 74">
              <a:extLst>
                <a:ext uri="{FF2B5EF4-FFF2-40B4-BE49-F238E27FC236}">
                  <a16:creationId xmlns:a16="http://schemas.microsoft.com/office/drawing/2014/main" id="{7A1F95D1-2826-EBDB-97E4-F89594D279E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975" y="2771"/>
              <a:ext cx="264" cy="421"/>
              <a:chOff x="2154" y="2688"/>
              <a:chExt cx="308" cy="417"/>
            </a:xfrm>
          </p:grpSpPr>
          <p:sp>
            <p:nvSpPr>
              <p:cNvPr id="511051" name="Oval 75">
                <a:extLst>
                  <a:ext uri="{FF2B5EF4-FFF2-40B4-BE49-F238E27FC236}">
                    <a16:creationId xmlns:a16="http://schemas.microsoft.com/office/drawing/2014/main" id="{F77DADB7-69FB-3214-62A7-FE5CE0882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9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66" name="Text Box 76">
                <a:extLst>
                  <a:ext uri="{FF2B5EF4-FFF2-40B4-BE49-F238E27FC236}">
                    <a16:creationId xmlns:a16="http://schemas.microsoft.com/office/drawing/2014/main" id="{7DE64DE7-1008-9F14-9818-AA54FFAB67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67" name="Text Box 77">
                <a:extLst>
                  <a:ext uri="{FF2B5EF4-FFF2-40B4-BE49-F238E27FC236}">
                    <a16:creationId xmlns:a16="http://schemas.microsoft.com/office/drawing/2014/main" id="{5341896E-F517-EF8F-AB53-5BCC13F4AE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39" name="Group 78">
              <a:extLst>
                <a:ext uri="{FF2B5EF4-FFF2-40B4-BE49-F238E27FC236}">
                  <a16:creationId xmlns:a16="http://schemas.microsoft.com/office/drawing/2014/main" id="{BB799706-9492-C633-907F-995487657166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871" y="3032"/>
              <a:ext cx="265" cy="421"/>
              <a:chOff x="2154" y="2688"/>
              <a:chExt cx="308" cy="417"/>
            </a:xfrm>
          </p:grpSpPr>
          <p:sp>
            <p:nvSpPr>
              <p:cNvPr id="511055" name="Oval 79">
                <a:extLst>
                  <a:ext uri="{FF2B5EF4-FFF2-40B4-BE49-F238E27FC236}">
                    <a16:creationId xmlns:a16="http://schemas.microsoft.com/office/drawing/2014/main" id="{2DF3376D-B9D7-E360-3187-0F18B6139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63" name="Text Box 80">
                <a:extLst>
                  <a:ext uri="{FF2B5EF4-FFF2-40B4-BE49-F238E27FC236}">
                    <a16:creationId xmlns:a16="http://schemas.microsoft.com/office/drawing/2014/main" id="{A3E4E3D3-0B5C-AB3F-404C-FAE29515C2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64" name="Text Box 81">
                <a:extLst>
                  <a:ext uri="{FF2B5EF4-FFF2-40B4-BE49-F238E27FC236}">
                    <a16:creationId xmlns:a16="http://schemas.microsoft.com/office/drawing/2014/main" id="{87B19DB6-240F-6EDB-4402-06088B06CC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0" name="Group 82">
              <a:extLst>
                <a:ext uri="{FF2B5EF4-FFF2-40B4-BE49-F238E27FC236}">
                  <a16:creationId xmlns:a16="http://schemas.microsoft.com/office/drawing/2014/main" id="{ED733329-B223-5028-0569-6EE664C240B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164" y="3187"/>
              <a:ext cx="265" cy="421"/>
              <a:chOff x="2154" y="2688"/>
              <a:chExt cx="308" cy="417"/>
            </a:xfrm>
          </p:grpSpPr>
          <p:sp>
            <p:nvSpPr>
              <p:cNvPr id="511059" name="Oval 83">
                <a:extLst>
                  <a:ext uri="{FF2B5EF4-FFF2-40B4-BE49-F238E27FC236}">
                    <a16:creationId xmlns:a16="http://schemas.microsoft.com/office/drawing/2014/main" id="{FEEB942A-34EF-CAE0-5A2B-BE4C431D07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60" name="Text Box 84">
                <a:extLst>
                  <a:ext uri="{FF2B5EF4-FFF2-40B4-BE49-F238E27FC236}">
                    <a16:creationId xmlns:a16="http://schemas.microsoft.com/office/drawing/2014/main" id="{7579C55F-5AE5-B576-102E-4CD2529772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61" name="Text Box 85">
                <a:extLst>
                  <a:ext uri="{FF2B5EF4-FFF2-40B4-BE49-F238E27FC236}">
                    <a16:creationId xmlns:a16="http://schemas.microsoft.com/office/drawing/2014/main" id="{EC706975-9620-FC96-8E21-1E610DF92B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1" name="Group 86">
              <a:extLst>
                <a:ext uri="{FF2B5EF4-FFF2-40B4-BE49-F238E27FC236}">
                  <a16:creationId xmlns:a16="http://schemas.microsoft.com/office/drawing/2014/main" id="{5838A369-C209-144B-0422-13DA373843B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865" y="2902"/>
              <a:ext cx="264" cy="422"/>
              <a:chOff x="2154" y="2688"/>
              <a:chExt cx="308" cy="417"/>
            </a:xfrm>
          </p:grpSpPr>
          <p:sp>
            <p:nvSpPr>
              <p:cNvPr id="511063" name="Oval 87">
                <a:extLst>
                  <a:ext uri="{FF2B5EF4-FFF2-40B4-BE49-F238E27FC236}">
                    <a16:creationId xmlns:a16="http://schemas.microsoft.com/office/drawing/2014/main" id="{F49265A3-4FD9-B3EA-3641-A7B5F1BB3A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57" name="Text Box 88">
                <a:extLst>
                  <a:ext uri="{FF2B5EF4-FFF2-40B4-BE49-F238E27FC236}">
                    <a16:creationId xmlns:a16="http://schemas.microsoft.com/office/drawing/2014/main" id="{54EC14DD-D50D-F948-161F-CF7F5D84EF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58" name="Text Box 89">
                <a:extLst>
                  <a:ext uri="{FF2B5EF4-FFF2-40B4-BE49-F238E27FC236}">
                    <a16:creationId xmlns:a16="http://schemas.microsoft.com/office/drawing/2014/main" id="{6F3FE906-2B1D-C3B8-2083-FF0432B6EF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2" name="Group 90">
              <a:extLst>
                <a:ext uri="{FF2B5EF4-FFF2-40B4-BE49-F238E27FC236}">
                  <a16:creationId xmlns:a16="http://schemas.microsoft.com/office/drawing/2014/main" id="{D8DC6E37-2002-D7F4-6EFE-4FCC3FB92F7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212" y="3039"/>
              <a:ext cx="265" cy="422"/>
              <a:chOff x="2154" y="2688"/>
              <a:chExt cx="308" cy="417"/>
            </a:xfrm>
          </p:grpSpPr>
          <p:sp>
            <p:nvSpPr>
              <p:cNvPr id="511067" name="Oval 91">
                <a:extLst>
                  <a:ext uri="{FF2B5EF4-FFF2-40B4-BE49-F238E27FC236}">
                    <a16:creationId xmlns:a16="http://schemas.microsoft.com/office/drawing/2014/main" id="{76407F86-F1C4-B401-B916-08D8CC88A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54" name="Text Box 92">
                <a:extLst>
                  <a:ext uri="{FF2B5EF4-FFF2-40B4-BE49-F238E27FC236}">
                    <a16:creationId xmlns:a16="http://schemas.microsoft.com/office/drawing/2014/main" id="{3F833199-4403-B561-E97D-66F4DD083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55" name="Text Box 93">
                <a:extLst>
                  <a:ext uri="{FF2B5EF4-FFF2-40B4-BE49-F238E27FC236}">
                    <a16:creationId xmlns:a16="http://schemas.microsoft.com/office/drawing/2014/main" id="{A5DB2377-D2BE-7EC5-2A9C-532071F6BF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3" name="Group 98">
              <a:extLst>
                <a:ext uri="{FF2B5EF4-FFF2-40B4-BE49-F238E27FC236}">
                  <a16:creationId xmlns:a16="http://schemas.microsoft.com/office/drawing/2014/main" id="{2A1F9E27-841F-234C-B91E-48A6FDA076F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229" y="2455"/>
              <a:ext cx="265" cy="422"/>
              <a:chOff x="2154" y="2688"/>
              <a:chExt cx="308" cy="417"/>
            </a:xfrm>
          </p:grpSpPr>
          <p:sp>
            <p:nvSpPr>
              <p:cNvPr id="511075" name="Oval 99">
                <a:extLst>
                  <a:ext uri="{FF2B5EF4-FFF2-40B4-BE49-F238E27FC236}">
                    <a16:creationId xmlns:a16="http://schemas.microsoft.com/office/drawing/2014/main" id="{3BDA7DC2-B879-163C-E3E9-7772AB0B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51" name="Text Box 100">
                <a:extLst>
                  <a:ext uri="{FF2B5EF4-FFF2-40B4-BE49-F238E27FC236}">
                    <a16:creationId xmlns:a16="http://schemas.microsoft.com/office/drawing/2014/main" id="{FA68B3C4-3883-E813-DB51-928C4A8C53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52" name="Text Box 101">
                <a:extLst>
                  <a:ext uri="{FF2B5EF4-FFF2-40B4-BE49-F238E27FC236}">
                    <a16:creationId xmlns:a16="http://schemas.microsoft.com/office/drawing/2014/main" id="{BC382353-080E-6A32-7677-A66A4DACFC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4" name="Group 102">
              <a:extLst>
                <a:ext uri="{FF2B5EF4-FFF2-40B4-BE49-F238E27FC236}">
                  <a16:creationId xmlns:a16="http://schemas.microsoft.com/office/drawing/2014/main" id="{77088FA6-8574-C8CB-4203-F4914EA38132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308" y="2596"/>
              <a:ext cx="265" cy="421"/>
              <a:chOff x="2154" y="2688"/>
              <a:chExt cx="308" cy="417"/>
            </a:xfrm>
          </p:grpSpPr>
          <p:sp>
            <p:nvSpPr>
              <p:cNvPr id="511079" name="Oval 103">
                <a:extLst>
                  <a:ext uri="{FF2B5EF4-FFF2-40B4-BE49-F238E27FC236}">
                    <a16:creationId xmlns:a16="http://schemas.microsoft.com/office/drawing/2014/main" id="{F7BBBBCD-1FC8-27B0-C49A-AC740F699C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48" name="Text Box 104">
                <a:extLst>
                  <a:ext uri="{FF2B5EF4-FFF2-40B4-BE49-F238E27FC236}">
                    <a16:creationId xmlns:a16="http://schemas.microsoft.com/office/drawing/2014/main" id="{D78B8DC4-0C2B-A4E7-EB1E-491C922F9C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49" name="Text Box 105">
                <a:extLst>
                  <a:ext uri="{FF2B5EF4-FFF2-40B4-BE49-F238E27FC236}">
                    <a16:creationId xmlns:a16="http://schemas.microsoft.com/office/drawing/2014/main" id="{16A9A8B4-0083-C4C6-4FBC-142CABC1B5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5" name="Group 106">
              <a:extLst>
                <a:ext uri="{FF2B5EF4-FFF2-40B4-BE49-F238E27FC236}">
                  <a16:creationId xmlns:a16="http://schemas.microsoft.com/office/drawing/2014/main" id="{001A5622-49A8-F538-7F6B-D198C64B60E1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657" y="2689"/>
              <a:ext cx="265" cy="421"/>
              <a:chOff x="2154" y="2688"/>
              <a:chExt cx="308" cy="417"/>
            </a:xfrm>
          </p:grpSpPr>
          <p:sp>
            <p:nvSpPr>
              <p:cNvPr id="511083" name="Oval 107">
                <a:extLst>
                  <a:ext uri="{FF2B5EF4-FFF2-40B4-BE49-F238E27FC236}">
                    <a16:creationId xmlns:a16="http://schemas.microsoft.com/office/drawing/2014/main" id="{37B304A7-7951-A614-3B46-E83526693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45" name="Text Box 108">
                <a:extLst>
                  <a:ext uri="{FF2B5EF4-FFF2-40B4-BE49-F238E27FC236}">
                    <a16:creationId xmlns:a16="http://schemas.microsoft.com/office/drawing/2014/main" id="{0EFD1EBE-B68C-C778-C798-4CF7A04592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46" name="Text Box 109">
                <a:extLst>
                  <a:ext uri="{FF2B5EF4-FFF2-40B4-BE49-F238E27FC236}">
                    <a16:creationId xmlns:a16="http://schemas.microsoft.com/office/drawing/2014/main" id="{5798387A-2771-6B9E-F0A0-B8432BA136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6" name="Group 110">
              <a:extLst>
                <a:ext uri="{FF2B5EF4-FFF2-40B4-BE49-F238E27FC236}">
                  <a16:creationId xmlns:a16="http://schemas.microsoft.com/office/drawing/2014/main" id="{D8092E77-A90B-4159-5CB3-67A5448E7A1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614" y="2837"/>
              <a:ext cx="265" cy="420"/>
              <a:chOff x="2154" y="2688"/>
              <a:chExt cx="308" cy="417"/>
            </a:xfrm>
          </p:grpSpPr>
          <p:sp>
            <p:nvSpPr>
              <p:cNvPr id="511087" name="Oval 111">
                <a:extLst>
                  <a:ext uri="{FF2B5EF4-FFF2-40B4-BE49-F238E27FC236}">
                    <a16:creationId xmlns:a16="http://schemas.microsoft.com/office/drawing/2014/main" id="{C4075DA9-F500-C59E-1073-27DCB00B1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21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42" name="Text Box 112">
                <a:extLst>
                  <a:ext uri="{FF2B5EF4-FFF2-40B4-BE49-F238E27FC236}">
                    <a16:creationId xmlns:a16="http://schemas.microsoft.com/office/drawing/2014/main" id="{D3062C3B-101D-D02C-91EE-CD575F09F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43" name="Text Box 113">
                <a:extLst>
                  <a:ext uri="{FF2B5EF4-FFF2-40B4-BE49-F238E27FC236}">
                    <a16:creationId xmlns:a16="http://schemas.microsoft.com/office/drawing/2014/main" id="{9843E245-FE98-FBA8-4CF4-19D235649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7" name="Group 114">
              <a:extLst>
                <a:ext uri="{FF2B5EF4-FFF2-40B4-BE49-F238E27FC236}">
                  <a16:creationId xmlns:a16="http://schemas.microsoft.com/office/drawing/2014/main" id="{AD31DC9F-C6BE-EB9E-E892-F63B61E4B46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300" y="2872"/>
              <a:ext cx="264" cy="422"/>
              <a:chOff x="2154" y="2688"/>
              <a:chExt cx="308" cy="417"/>
            </a:xfrm>
          </p:grpSpPr>
          <p:sp>
            <p:nvSpPr>
              <p:cNvPr id="511091" name="Oval 115">
                <a:extLst>
                  <a:ext uri="{FF2B5EF4-FFF2-40B4-BE49-F238E27FC236}">
                    <a16:creationId xmlns:a16="http://schemas.microsoft.com/office/drawing/2014/main" id="{CDC91855-4BE9-756D-6D55-50505316C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39" name="Text Box 116">
                <a:extLst>
                  <a:ext uri="{FF2B5EF4-FFF2-40B4-BE49-F238E27FC236}">
                    <a16:creationId xmlns:a16="http://schemas.microsoft.com/office/drawing/2014/main" id="{02EFF003-AE11-AFEF-D2D4-2136949D33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40" name="Text Box 117">
                <a:extLst>
                  <a:ext uri="{FF2B5EF4-FFF2-40B4-BE49-F238E27FC236}">
                    <a16:creationId xmlns:a16="http://schemas.microsoft.com/office/drawing/2014/main" id="{6FD5A63D-D928-9BF7-75D0-5EF4882924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8" name="Group 118">
              <a:extLst>
                <a:ext uri="{FF2B5EF4-FFF2-40B4-BE49-F238E27FC236}">
                  <a16:creationId xmlns:a16="http://schemas.microsoft.com/office/drawing/2014/main" id="{186E7F2D-BE96-50B2-6724-225ACD356ADB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893" y="3176"/>
              <a:ext cx="265" cy="421"/>
              <a:chOff x="2154" y="2688"/>
              <a:chExt cx="308" cy="417"/>
            </a:xfrm>
          </p:grpSpPr>
          <p:sp>
            <p:nvSpPr>
              <p:cNvPr id="511095" name="Oval 119">
                <a:extLst>
                  <a:ext uri="{FF2B5EF4-FFF2-40B4-BE49-F238E27FC236}">
                    <a16:creationId xmlns:a16="http://schemas.microsoft.com/office/drawing/2014/main" id="{9FB78B42-28E5-5A94-43B6-D9C18DEF9C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36" name="Text Box 120">
                <a:extLst>
                  <a:ext uri="{FF2B5EF4-FFF2-40B4-BE49-F238E27FC236}">
                    <a16:creationId xmlns:a16="http://schemas.microsoft.com/office/drawing/2014/main" id="{38CF5AF7-5AFC-7A40-4B9C-556488699C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37" name="Text Box 121">
                <a:extLst>
                  <a:ext uri="{FF2B5EF4-FFF2-40B4-BE49-F238E27FC236}">
                    <a16:creationId xmlns:a16="http://schemas.microsoft.com/office/drawing/2014/main" id="{4438AD20-184E-240A-933A-5B07B9CC02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49" name="Group 122">
              <a:extLst>
                <a:ext uri="{FF2B5EF4-FFF2-40B4-BE49-F238E27FC236}">
                  <a16:creationId xmlns:a16="http://schemas.microsoft.com/office/drawing/2014/main" id="{9A766F65-85F6-968D-DABD-CA7C5F0468F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4012" y="3313"/>
              <a:ext cx="265" cy="421"/>
              <a:chOff x="2154" y="2688"/>
              <a:chExt cx="308" cy="417"/>
            </a:xfrm>
          </p:grpSpPr>
          <p:sp>
            <p:nvSpPr>
              <p:cNvPr id="511099" name="Oval 123">
                <a:extLst>
                  <a:ext uri="{FF2B5EF4-FFF2-40B4-BE49-F238E27FC236}">
                    <a16:creationId xmlns:a16="http://schemas.microsoft.com/office/drawing/2014/main" id="{36905F77-2764-5D0D-438A-3DD67DFD7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33" name="Text Box 124">
                <a:extLst>
                  <a:ext uri="{FF2B5EF4-FFF2-40B4-BE49-F238E27FC236}">
                    <a16:creationId xmlns:a16="http://schemas.microsoft.com/office/drawing/2014/main" id="{99B27D50-0465-0362-CEEA-B293E47CF4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34" name="Text Box 125">
                <a:extLst>
                  <a:ext uri="{FF2B5EF4-FFF2-40B4-BE49-F238E27FC236}">
                    <a16:creationId xmlns:a16="http://schemas.microsoft.com/office/drawing/2014/main" id="{7B1292F6-AC26-CD8B-A9BE-A63BA693BA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0" name="Group 126">
              <a:extLst>
                <a:ext uri="{FF2B5EF4-FFF2-40B4-BE49-F238E27FC236}">
                  <a16:creationId xmlns:a16="http://schemas.microsoft.com/office/drawing/2014/main" id="{C58B6854-3524-62F9-92EF-C3915756A6B4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974" y="2416"/>
              <a:ext cx="264" cy="422"/>
              <a:chOff x="2154" y="2688"/>
              <a:chExt cx="308" cy="417"/>
            </a:xfrm>
          </p:grpSpPr>
          <p:sp>
            <p:nvSpPr>
              <p:cNvPr id="511103" name="Oval 127">
                <a:extLst>
                  <a:ext uri="{FF2B5EF4-FFF2-40B4-BE49-F238E27FC236}">
                    <a16:creationId xmlns:a16="http://schemas.microsoft.com/office/drawing/2014/main" id="{04EE29F7-0855-CC95-455B-BEDA445FB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30" name="Text Box 128">
                <a:extLst>
                  <a:ext uri="{FF2B5EF4-FFF2-40B4-BE49-F238E27FC236}">
                    <a16:creationId xmlns:a16="http://schemas.microsoft.com/office/drawing/2014/main" id="{5F18350E-8507-8DF1-8405-C093FD9231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31" name="Text Box 129">
                <a:extLst>
                  <a:ext uri="{FF2B5EF4-FFF2-40B4-BE49-F238E27FC236}">
                    <a16:creationId xmlns:a16="http://schemas.microsoft.com/office/drawing/2014/main" id="{EDED2FAC-A4E0-5ABB-70AC-F8132B4C6B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1" name="Group 130">
              <a:extLst>
                <a:ext uri="{FF2B5EF4-FFF2-40B4-BE49-F238E27FC236}">
                  <a16:creationId xmlns:a16="http://schemas.microsoft.com/office/drawing/2014/main" id="{68FAC33C-57A0-785E-B9E9-5614B49BBB5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992" y="2563"/>
              <a:ext cx="265" cy="422"/>
              <a:chOff x="2154" y="2688"/>
              <a:chExt cx="308" cy="417"/>
            </a:xfrm>
          </p:grpSpPr>
          <p:sp>
            <p:nvSpPr>
              <p:cNvPr id="511107" name="Oval 131">
                <a:extLst>
                  <a:ext uri="{FF2B5EF4-FFF2-40B4-BE49-F238E27FC236}">
                    <a16:creationId xmlns:a16="http://schemas.microsoft.com/office/drawing/2014/main" id="{C257DC1C-2E2E-A20B-DF59-30CB5389C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27" name="Text Box 132">
                <a:extLst>
                  <a:ext uri="{FF2B5EF4-FFF2-40B4-BE49-F238E27FC236}">
                    <a16:creationId xmlns:a16="http://schemas.microsoft.com/office/drawing/2014/main" id="{FA139C28-0174-289B-4B57-20DAA328D2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28" name="Text Box 133">
                <a:extLst>
                  <a:ext uri="{FF2B5EF4-FFF2-40B4-BE49-F238E27FC236}">
                    <a16:creationId xmlns:a16="http://schemas.microsoft.com/office/drawing/2014/main" id="{8EB0FACF-CFA1-7AB0-0BDF-5547DDFEB4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2" name="Group 134">
              <a:extLst>
                <a:ext uri="{FF2B5EF4-FFF2-40B4-BE49-F238E27FC236}">
                  <a16:creationId xmlns:a16="http://schemas.microsoft.com/office/drawing/2014/main" id="{BD356D2B-E110-0EF2-2E0E-0F7425FECAA0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368" y="2727"/>
              <a:ext cx="265" cy="421"/>
              <a:chOff x="2154" y="2688"/>
              <a:chExt cx="308" cy="417"/>
            </a:xfrm>
          </p:grpSpPr>
          <p:sp>
            <p:nvSpPr>
              <p:cNvPr id="511111" name="Oval 135">
                <a:extLst>
                  <a:ext uri="{FF2B5EF4-FFF2-40B4-BE49-F238E27FC236}">
                    <a16:creationId xmlns:a16="http://schemas.microsoft.com/office/drawing/2014/main" id="{59EB030A-1755-EABA-2779-BBF7644CF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24" name="Text Box 136">
                <a:extLst>
                  <a:ext uri="{FF2B5EF4-FFF2-40B4-BE49-F238E27FC236}">
                    <a16:creationId xmlns:a16="http://schemas.microsoft.com/office/drawing/2014/main" id="{7386CA20-E1C4-5E76-D14B-295E301A19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25" name="Text Box 137">
                <a:extLst>
                  <a:ext uri="{FF2B5EF4-FFF2-40B4-BE49-F238E27FC236}">
                    <a16:creationId xmlns:a16="http://schemas.microsoft.com/office/drawing/2014/main" id="{4392E4E7-D1E3-1ABD-D1EB-264E0D9BA0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3" name="Group 138">
              <a:extLst>
                <a:ext uri="{FF2B5EF4-FFF2-40B4-BE49-F238E27FC236}">
                  <a16:creationId xmlns:a16="http://schemas.microsoft.com/office/drawing/2014/main" id="{DB527BB0-08AB-7D04-F266-905EE14060D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179" y="3001"/>
              <a:ext cx="265" cy="422"/>
              <a:chOff x="2154" y="2688"/>
              <a:chExt cx="308" cy="417"/>
            </a:xfrm>
          </p:grpSpPr>
          <p:sp>
            <p:nvSpPr>
              <p:cNvPr id="511115" name="Oval 139">
                <a:extLst>
                  <a:ext uri="{FF2B5EF4-FFF2-40B4-BE49-F238E27FC236}">
                    <a16:creationId xmlns:a16="http://schemas.microsoft.com/office/drawing/2014/main" id="{DCFE24A1-28E4-A160-2358-82D250443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21" name="Text Box 140">
                <a:extLst>
                  <a:ext uri="{FF2B5EF4-FFF2-40B4-BE49-F238E27FC236}">
                    <a16:creationId xmlns:a16="http://schemas.microsoft.com/office/drawing/2014/main" id="{6E0B6A07-7C50-A55C-5BBC-3C2DFFB629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22" name="Text Box 141">
                <a:extLst>
                  <a:ext uri="{FF2B5EF4-FFF2-40B4-BE49-F238E27FC236}">
                    <a16:creationId xmlns:a16="http://schemas.microsoft.com/office/drawing/2014/main" id="{C21B3E54-8117-55BA-0368-918EBF33EC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4" name="Group 142">
              <a:extLst>
                <a:ext uri="{FF2B5EF4-FFF2-40B4-BE49-F238E27FC236}">
                  <a16:creationId xmlns:a16="http://schemas.microsoft.com/office/drawing/2014/main" id="{99E938D0-C1F1-4DBA-E69A-28D287BCB998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572" y="3118"/>
              <a:ext cx="265" cy="421"/>
              <a:chOff x="2154" y="2688"/>
              <a:chExt cx="308" cy="417"/>
            </a:xfrm>
          </p:grpSpPr>
          <p:sp>
            <p:nvSpPr>
              <p:cNvPr id="511119" name="Oval 143">
                <a:extLst>
                  <a:ext uri="{FF2B5EF4-FFF2-40B4-BE49-F238E27FC236}">
                    <a16:creationId xmlns:a16="http://schemas.microsoft.com/office/drawing/2014/main" id="{F8EEB68F-9598-7F01-B563-A344EB095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18" name="Text Box 144">
                <a:extLst>
                  <a:ext uri="{FF2B5EF4-FFF2-40B4-BE49-F238E27FC236}">
                    <a16:creationId xmlns:a16="http://schemas.microsoft.com/office/drawing/2014/main" id="{DB6D1422-7C9C-FEBC-F74F-8D8245315C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19" name="Text Box 145">
                <a:extLst>
                  <a:ext uri="{FF2B5EF4-FFF2-40B4-BE49-F238E27FC236}">
                    <a16:creationId xmlns:a16="http://schemas.microsoft.com/office/drawing/2014/main" id="{850D0D34-B2B4-5A85-24B7-40139D597B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5" name="Group 146">
              <a:extLst>
                <a:ext uri="{FF2B5EF4-FFF2-40B4-BE49-F238E27FC236}">
                  <a16:creationId xmlns:a16="http://schemas.microsoft.com/office/drawing/2014/main" id="{4F9C2042-75DA-2E04-F82F-140DA634044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619" y="3251"/>
              <a:ext cx="265" cy="420"/>
              <a:chOff x="2154" y="2688"/>
              <a:chExt cx="308" cy="417"/>
            </a:xfrm>
          </p:grpSpPr>
          <p:sp>
            <p:nvSpPr>
              <p:cNvPr id="511123" name="Oval 147">
                <a:extLst>
                  <a:ext uri="{FF2B5EF4-FFF2-40B4-BE49-F238E27FC236}">
                    <a16:creationId xmlns:a16="http://schemas.microsoft.com/office/drawing/2014/main" id="{7FB93815-195E-01F9-534C-4DF4F09A2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21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15" name="Text Box 148">
                <a:extLst>
                  <a:ext uri="{FF2B5EF4-FFF2-40B4-BE49-F238E27FC236}">
                    <a16:creationId xmlns:a16="http://schemas.microsoft.com/office/drawing/2014/main" id="{1B154222-64FF-FE53-CF19-111FBFDDB4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16" name="Text Box 149">
                <a:extLst>
                  <a:ext uri="{FF2B5EF4-FFF2-40B4-BE49-F238E27FC236}">
                    <a16:creationId xmlns:a16="http://schemas.microsoft.com/office/drawing/2014/main" id="{F25D4442-4134-017E-4ACE-F8623322D0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6" name="Group 150">
              <a:extLst>
                <a:ext uri="{FF2B5EF4-FFF2-40B4-BE49-F238E27FC236}">
                  <a16:creationId xmlns:a16="http://schemas.microsoft.com/office/drawing/2014/main" id="{07B760AC-9846-1AE8-B9E0-BBBBA3A5F6D7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965" y="2836"/>
              <a:ext cx="265" cy="421"/>
              <a:chOff x="2154" y="2688"/>
              <a:chExt cx="308" cy="417"/>
            </a:xfrm>
          </p:grpSpPr>
          <p:sp>
            <p:nvSpPr>
              <p:cNvPr id="511127" name="Oval 151">
                <a:extLst>
                  <a:ext uri="{FF2B5EF4-FFF2-40B4-BE49-F238E27FC236}">
                    <a16:creationId xmlns:a16="http://schemas.microsoft.com/office/drawing/2014/main" id="{7014CED9-B738-46EA-7289-58DB92C00A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12" name="Text Box 152">
                <a:extLst>
                  <a:ext uri="{FF2B5EF4-FFF2-40B4-BE49-F238E27FC236}">
                    <a16:creationId xmlns:a16="http://schemas.microsoft.com/office/drawing/2014/main" id="{50595D92-EBA1-6CC3-181C-125F9E684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13" name="Text Box 153">
                <a:extLst>
                  <a:ext uri="{FF2B5EF4-FFF2-40B4-BE49-F238E27FC236}">
                    <a16:creationId xmlns:a16="http://schemas.microsoft.com/office/drawing/2014/main" id="{26BA66CB-BA06-C452-38FB-5C08C874AC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7" name="Group 154">
              <a:extLst>
                <a:ext uri="{FF2B5EF4-FFF2-40B4-BE49-F238E27FC236}">
                  <a16:creationId xmlns:a16="http://schemas.microsoft.com/office/drawing/2014/main" id="{6F3735FD-81A7-0C88-0590-076DEC5EACA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886" y="2961"/>
              <a:ext cx="265" cy="422"/>
              <a:chOff x="2154" y="2688"/>
              <a:chExt cx="308" cy="417"/>
            </a:xfrm>
          </p:grpSpPr>
          <p:sp>
            <p:nvSpPr>
              <p:cNvPr id="511131" name="Oval 155">
                <a:extLst>
                  <a:ext uri="{FF2B5EF4-FFF2-40B4-BE49-F238E27FC236}">
                    <a16:creationId xmlns:a16="http://schemas.microsoft.com/office/drawing/2014/main" id="{C7C3CD30-26AA-EABF-02D0-643A4BD96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09" name="Text Box 156">
                <a:extLst>
                  <a:ext uri="{FF2B5EF4-FFF2-40B4-BE49-F238E27FC236}">
                    <a16:creationId xmlns:a16="http://schemas.microsoft.com/office/drawing/2014/main" id="{564D9BF9-F969-E79A-EDD8-81EA3EED22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10" name="Text Box 157">
                <a:extLst>
                  <a:ext uri="{FF2B5EF4-FFF2-40B4-BE49-F238E27FC236}">
                    <a16:creationId xmlns:a16="http://schemas.microsoft.com/office/drawing/2014/main" id="{E067E229-23A7-ABB7-65CC-9706CEF721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8" name="Group 158">
              <a:extLst>
                <a:ext uri="{FF2B5EF4-FFF2-40B4-BE49-F238E27FC236}">
                  <a16:creationId xmlns:a16="http://schemas.microsoft.com/office/drawing/2014/main" id="{3BC3269E-6F53-78CB-5240-544FD098E4F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844" y="3104"/>
              <a:ext cx="265" cy="421"/>
              <a:chOff x="2154" y="2688"/>
              <a:chExt cx="308" cy="417"/>
            </a:xfrm>
          </p:grpSpPr>
          <p:sp>
            <p:nvSpPr>
              <p:cNvPr id="511135" name="Oval 159">
                <a:extLst>
                  <a:ext uri="{FF2B5EF4-FFF2-40B4-BE49-F238E27FC236}">
                    <a16:creationId xmlns:a16="http://schemas.microsoft.com/office/drawing/2014/main" id="{B44BB55E-D107-B3B8-F434-E6F8DB15F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06" name="Text Box 160">
                <a:extLst>
                  <a:ext uri="{FF2B5EF4-FFF2-40B4-BE49-F238E27FC236}">
                    <a16:creationId xmlns:a16="http://schemas.microsoft.com/office/drawing/2014/main" id="{9D5A9AF5-F93F-0117-C202-4AD68C97F9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07" name="Text Box 161">
                <a:extLst>
                  <a:ext uri="{FF2B5EF4-FFF2-40B4-BE49-F238E27FC236}">
                    <a16:creationId xmlns:a16="http://schemas.microsoft.com/office/drawing/2014/main" id="{557311AE-FBC3-36A7-B6D3-9412ACF77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59" name="Group 162">
              <a:extLst>
                <a:ext uri="{FF2B5EF4-FFF2-40B4-BE49-F238E27FC236}">
                  <a16:creationId xmlns:a16="http://schemas.microsoft.com/office/drawing/2014/main" id="{05AB48D3-4301-D89E-696E-176E8245D219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272" y="3118"/>
              <a:ext cx="265" cy="421"/>
              <a:chOff x="2154" y="2688"/>
              <a:chExt cx="308" cy="417"/>
            </a:xfrm>
          </p:grpSpPr>
          <p:sp>
            <p:nvSpPr>
              <p:cNvPr id="511139" name="Oval 163">
                <a:extLst>
                  <a:ext uri="{FF2B5EF4-FFF2-40B4-BE49-F238E27FC236}">
                    <a16:creationId xmlns:a16="http://schemas.microsoft.com/office/drawing/2014/main" id="{261E96DB-19FE-76AB-E052-CE2E5BE04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03" name="Text Box 164">
                <a:extLst>
                  <a:ext uri="{FF2B5EF4-FFF2-40B4-BE49-F238E27FC236}">
                    <a16:creationId xmlns:a16="http://schemas.microsoft.com/office/drawing/2014/main" id="{664B1E96-B825-A34E-2651-4F4F6154E6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04" name="Text Box 165">
                <a:extLst>
                  <a:ext uri="{FF2B5EF4-FFF2-40B4-BE49-F238E27FC236}">
                    <a16:creationId xmlns:a16="http://schemas.microsoft.com/office/drawing/2014/main" id="{FF805839-28AC-1FF0-8E0A-2041E2FC16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60" name="Group 166">
              <a:extLst>
                <a:ext uri="{FF2B5EF4-FFF2-40B4-BE49-F238E27FC236}">
                  <a16:creationId xmlns:a16="http://schemas.microsoft.com/office/drawing/2014/main" id="{5CF610B5-6838-5925-4E77-7D08FF9317B5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315" y="3259"/>
              <a:ext cx="265" cy="422"/>
              <a:chOff x="2154" y="2688"/>
              <a:chExt cx="308" cy="417"/>
            </a:xfrm>
          </p:grpSpPr>
          <p:sp>
            <p:nvSpPr>
              <p:cNvPr id="511143" name="Oval 167">
                <a:extLst>
                  <a:ext uri="{FF2B5EF4-FFF2-40B4-BE49-F238E27FC236}">
                    <a16:creationId xmlns:a16="http://schemas.microsoft.com/office/drawing/2014/main" id="{2DAADF47-A507-1C90-5D85-549B2E672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4000" name="Text Box 168">
                <a:extLst>
                  <a:ext uri="{FF2B5EF4-FFF2-40B4-BE49-F238E27FC236}">
                    <a16:creationId xmlns:a16="http://schemas.microsoft.com/office/drawing/2014/main" id="{7469930D-1470-C09D-8DD3-DB1AEDD570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001" name="Text Box 169">
                <a:extLst>
                  <a:ext uri="{FF2B5EF4-FFF2-40B4-BE49-F238E27FC236}">
                    <a16:creationId xmlns:a16="http://schemas.microsoft.com/office/drawing/2014/main" id="{DF67A748-74CE-D0AA-FD37-EF2FBBD57E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61" name="Group 170">
              <a:extLst>
                <a:ext uri="{FF2B5EF4-FFF2-40B4-BE49-F238E27FC236}">
                  <a16:creationId xmlns:a16="http://schemas.microsoft.com/office/drawing/2014/main" id="{F058CAC3-0DF6-211F-4196-29E01FFCF10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045" y="3221"/>
              <a:ext cx="265" cy="421"/>
              <a:chOff x="2154" y="2688"/>
              <a:chExt cx="308" cy="417"/>
            </a:xfrm>
          </p:grpSpPr>
          <p:sp>
            <p:nvSpPr>
              <p:cNvPr id="511147" name="Oval 171">
                <a:extLst>
                  <a:ext uri="{FF2B5EF4-FFF2-40B4-BE49-F238E27FC236}">
                    <a16:creationId xmlns:a16="http://schemas.microsoft.com/office/drawing/2014/main" id="{4E169031-4CB1-1427-42BE-8AC0F20BA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3997" name="Text Box 172">
                <a:extLst>
                  <a:ext uri="{FF2B5EF4-FFF2-40B4-BE49-F238E27FC236}">
                    <a16:creationId xmlns:a16="http://schemas.microsoft.com/office/drawing/2014/main" id="{206D8B4E-BC5B-7AC5-A4AF-B2B354D60E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998" name="Text Box 173">
                <a:extLst>
                  <a:ext uri="{FF2B5EF4-FFF2-40B4-BE49-F238E27FC236}">
                    <a16:creationId xmlns:a16="http://schemas.microsoft.com/office/drawing/2014/main" id="{03CA40D8-3756-6E02-C074-3863340F3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62" name="Group 174">
              <a:extLst>
                <a:ext uri="{FF2B5EF4-FFF2-40B4-BE49-F238E27FC236}">
                  <a16:creationId xmlns:a16="http://schemas.microsoft.com/office/drawing/2014/main" id="{CBCE777E-62C1-8BA9-6F5B-E540698BE85D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820" y="3313"/>
              <a:ext cx="265" cy="422"/>
              <a:chOff x="2154" y="2688"/>
              <a:chExt cx="308" cy="417"/>
            </a:xfrm>
          </p:grpSpPr>
          <p:sp>
            <p:nvSpPr>
              <p:cNvPr id="511151" name="Oval 175">
                <a:extLst>
                  <a:ext uri="{FF2B5EF4-FFF2-40B4-BE49-F238E27FC236}">
                    <a16:creationId xmlns:a16="http://schemas.microsoft.com/office/drawing/2014/main" id="{AD2ABC21-6FCB-AA61-AB9B-46F67F03B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3994" name="Text Box 176">
                <a:extLst>
                  <a:ext uri="{FF2B5EF4-FFF2-40B4-BE49-F238E27FC236}">
                    <a16:creationId xmlns:a16="http://schemas.microsoft.com/office/drawing/2014/main" id="{8A0F8E84-BF63-444F-EB64-0563D6D92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995" name="Text Box 177">
                <a:extLst>
                  <a:ext uri="{FF2B5EF4-FFF2-40B4-BE49-F238E27FC236}">
                    <a16:creationId xmlns:a16="http://schemas.microsoft.com/office/drawing/2014/main" id="{1DA8B221-ACD2-AFBF-0E88-2F94769174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63" name="Group 184">
              <a:extLst>
                <a:ext uri="{FF2B5EF4-FFF2-40B4-BE49-F238E27FC236}">
                  <a16:creationId xmlns:a16="http://schemas.microsoft.com/office/drawing/2014/main" id="{3839E5FD-0CC6-4B82-5DF8-3132CC8D8ED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785" y="2221"/>
              <a:ext cx="265" cy="421"/>
              <a:chOff x="2154" y="2688"/>
              <a:chExt cx="308" cy="417"/>
            </a:xfrm>
          </p:grpSpPr>
          <p:sp>
            <p:nvSpPr>
              <p:cNvPr id="511161" name="Oval 185">
                <a:extLst>
                  <a:ext uri="{FF2B5EF4-FFF2-40B4-BE49-F238E27FC236}">
                    <a16:creationId xmlns:a16="http://schemas.microsoft.com/office/drawing/2014/main" id="{958A475F-176B-5F6D-C4FE-21A08E1C0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3991" name="Text Box 186">
                <a:extLst>
                  <a:ext uri="{FF2B5EF4-FFF2-40B4-BE49-F238E27FC236}">
                    <a16:creationId xmlns:a16="http://schemas.microsoft.com/office/drawing/2014/main" id="{114272EB-DE78-B0D8-C1C2-F3DB90C9B3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992" name="Text Box 187">
                <a:extLst>
                  <a:ext uri="{FF2B5EF4-FFF2-40B4-BE49-F238E27FC236}">
                    <a16:creationId xmlns:a16="http://schemas.microsoft.com/office/drawing/2014/main" id="{72FEB9F6-872E-0DA0-15C5-F3F634973D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64" name="Group 188">
              <a:extLst>
                <a:ext uri="{FF2B5EF4-FFF2-40B4-BE49-F238E27FC236}">
                  <a16:creationId xmlns:a16="http://schemas.microsoft.com/office/drawing/2014/main" id="{6288A19E-71D8-B565-33F8-DA2D3ED614B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2936" y="2251"/>
              <a:ext cx="265" cy="422"/>
              <a:chOff x="2154" y="2688"/>
              <a:chExt cx="308" cy="417"/>
            </a:xfrm>
          </p:grpSpPr>
          <p:sp>
            <p:nvSpPr>
              <p:cNvPr id="511165" name="Oval 189">
                <a:extLst>
                  <a:ext uri="{FF2B5EF4-FFF2-40B4-BE49-F238E27FC236}">
                    <a16:creationId xmlns:a16="http://schemas.microsoft.com/office/drawing/2014/main" id="{306283BC-9666-1520-7503-0F9B5F7AE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3988" name="Text Box 190">
                <a:extLst>
                  <a:ext uri="{FF2B5EF4-FFF2-40B4-BE49-F238E27FC236}">
                    <a16:creationId xmlns:a16="http://schemas.microsoft.com/office/drawing/2014/main" id="{E9DF268A-2D17-1FC2-3B00-7D1AEBEB37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989" name="Text Box 191">
                <a:extLst>
                  <a:ext uri="{FF2B5EF4-FFF2-40B4-BE49-F238E27FC236}">
                    <a16:creationId xmlns:a16="http://schemas.microsoft.com/office/drawing/2014/main" id="{625E91E2-2A65-49EC-DD05-B772C1A5CB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65" name="Group 192">
              <a:extLst>
                <a:ext uri="{FF2B5EF4-FFF2-40B4-BE49-F238E27FC236}">
                  <a16:creationId xmlns:a16="http://schemas.microsoft.com/office/drawing/2014/main" id="{550F2F8F-2EE2-76BF-A33A-5F2E401EB6DF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571" y="2989"/>
              <a:ext cx="265" cy="421"/>
              <a:chOff x="2154" y="2688"/>
              <a:chExt cx="308" cy="417"/>
            </a:xfrm>
          </p:grpSpPr>
          <p:sp>
            <p:nvSpPr>
              <p:cNvPr id="511169" name="Oval 193">
                <a:extLst>
                  <a:ext uri="{FF2B5EF4-FFF2-40B4-BE49-F238E27FC236}">
                    <a16:creationId xmlns:a16="http://schemas.microsoft.com/office/drawing/2014/main" id="{2CD8E288-B18D-FA6B-FE50-0DDD1F4D9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3985" name="Text Box 194">
                <a:extLst>
                  <a:ext uri="{FF2B5EF4-FFF2-40B4-BE49-F238E27FC236}">
                    <a16:creationId xmlns:a16="http://schemas.microsoft.com/office/drawing/2014/main" id="{4AC7FD33-47E1-1246-FFD1-10CD607A65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986" name="Text Box 195">
                <a:extLst>
                  <a:ext uri="{FF2B5EF4-FFF2-40B4-BE49-F238E27FC236}">
                    <a16:creationId xmlns:a16="http://schemas.microsoft.com/office/drawing/2014/main" id="{FFDB24CB-B472-A42B-4BCD-5CC472894A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66" name="Group 197">
              <a:extLst>
                <a:ext uri="{FF2B5EF4-FFF2-40B4-BE49-F238E27FC236}">
                  <a16:creationId xmlns:a16="http://schemas.microsoft.com/office/drawing/2014/main" id="{A5D466C1-BDED-71C1-8333-083DBAE04A43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222" y="2290"/>
              <a:ext cx="265" cy="421"/>
              <a:chOff x="2154" y="2688"/>
              <a:chExt cx="308" cy="417"/>
            </a:xfrm>
          </p:grpSpPr>
          <p:sp>
            <p:nvSpPr>
              <p:cNvPr id="511174" name="Oval 198">
                <a:extLst>
                  <a:ext uri="{FF2B5EF4-FFF2-40B4-BE49-F238E27FC236}">
                    <a16:creationId xmlns:a16="http://schemas.microsoft.com/office/drawing/2014/main" id="{93C48A0C-9DE2-1C15-7E1C-58D3EAE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34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3982" name="Text Box 199">
                <a:extLst>
                  <a:ext uri="{FF2B5EF4-FFF2-40B4-BE49-F238E27FC236}">
                    <a16:creationId xmlns:a16="http://schemas.microsoft.com/office/drawing/2014/main" id="{95704322-247B-A8C5-DB77-7F477DF569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983" name="Text Box 200">
                <a:extLst>
                  <a:ext uri="{FF2B5EF4-FFF2-40B4-BE49-F238E27FC236}">
                    <a16:creationId xmlns:a16="http://schemas.microsoft.com/office/drawing/2014/main" id="{FD8CBE98-65C0-345D-B8EC-5703C47143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23967" name="Group 202">
              <a:extLst>
                <a:ext uri="{FF2B5EF4-FFF2-40B4-BE49-F238E27FC236}">
                  <a16:creationId xmlns:a16="http://schemas.microsoft.com/office/drawing/2014/main" id="{FAB1FF52-974F-2302-8F30-FDE831E365EE}"/>
                </a:ext>
              </a:extLst>
            </p:cNvPr>
            <p:cNvGrpSpPr>
              <a:grpSpLocks/>
            </p:cNvGrpSpPr>
            <p:nvPr/>
          </p:nvGrpSpPr>
          <p:grpSpPr bwMode="auto">
            <a:xfrm rot="5400000">
              <a:off x="3007" y="2707"/>
              <a:ext cx="265" cy="422"/>
              <a:chOff x="2154" y="2688"/>
              <a:chExt cx="308" cy="417"/>
            </a:xfrm>
          </p:grpSpPr>
          <p:sp>
            <p:nvSpPr>
              <p:cNvPr id="511179" name="Oval 203">
                <a:extLst>
                  <a:ext uri="{FF2B5EF4-FFF2-40B4-BE49-F238E27FC236}">
                    <a16:creationId xmlns:a16="http://schemas.microsoft.com/office/drawing/2014/main" id="{D5D92154-2DF7-3923-9E07-D7C061939C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" y="2747"/>
                <a:ext cx="136" cy="2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18900000" scaled="1"/>
              </a:gradFill>
              <a:ln w="9525">
                <a:noFill/>
                <a:round/>
              </a:ln>
              <a:effectLst/>
            </p:spPr>
            <p:txBody>
              <a:bodyPr wrap="none" anchor="ctr">
                <a:spAutoFit/>
              </a:bodyPr>
              <a:lstStyle/>
              <a:p>
                <a:pPr algn="ctr" eaLnBrk="1" hangingPunct="1">
                  <a:spcBef>
                    <a:spcPct val="15000"/>
                  </a:spcBef>
                  <a:defRPr/>
                </a:pPr>
                <a:endParaRPr lang="zh-CN" altLang="en-US" b="0"/>
              </a:p>
            </p:txBody>
          </p:sp>
          <p:sp>
            <p:nvSpPr>
              <p:cNvPr id="123979" name="Text Box 204">
                <a:extLst>
                  <a:ext uri="{FF2B5EF4-FFF2-40B4-BE49-F238E27FC236}">
                    <a16:creationId xmlns:a16="http://schemas.microsoft.com/office/drawing/2014/main" id="{4C8E05D9-0376-651D-A85E-4D204ACDAC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688"/>
                <a:ext cx="272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600" b="0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Symbol" panose="05050102010706020507" pitchFamily="18" charset="2"/>
                  </a:rPr>
                  <a:t></a:t>
                </a:r>
                <a:endParaRPr lang="en-US" altLang="zh-CN" sz="1600" b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980" name="Text Box 205">
                <a:extLst>
                  <a:ext uri="{FF2B5EF4-FFF2-40B4-BE49-F238E27FC236}">
                    <a16:creationId xmlns:a16="http://schemas.microsoft.com/office/drawing/2014/main" id="{B3894E0F-AE71-AD3B-33B0-CB59055A48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4" y="2840"/>
                <a:ext cx="308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/>
                <a:r>
                  <a:rPr lang="en-US" altLang="zh-CN" sz="1400" b="0">
                    <a:solidFill>
                      <a:srgbClr val="00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sym typeface="Webdings" panose="05030102010509060703" pitchFamily="18" charset="2"/>
                  </a:rPr>
                  <a:t></a:t>
                </a:r>
                <a:endParaRPr lang="en-US" altLang="zh-CN" sz="1400" b="0">
                  <a:solidFill>
                    <a:srgbClr val="0000FF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123968" name="Object 211">
              <a:extLst>
                <a:ext uri="{FF2B5EF4-FFF2-40B4-BE49-F238E27FC236}">
                  <a16:creationId xmlns:a16="http://schemas.microsoft.com/office/drawing/2014/main" id="{597DBFF1-6450-FC9F-56A9-D4819D13C1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76" y="3294"/>
            <a:ext cx="216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76148" imgH="133419" progId="Equation.DSMT4">
                    <p:embed/>
                  </p:oleObj>
                </mc:Choice>
                <mc:Fallback>
                  <p:oleObj r:id="rId7" imgW="76148" imgH="133419" progId="Equation.DSMT4">
                    <p:embed/>
                    <p:pic>
                      <p:nvPicPr>
                        <p:cNvPr id="0" name="Object 2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6" y="3294"/>
                          <a:ext cx="216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969" name="Object 212">
              <a:extLst>
                <a:ext uri="{FF2B5EF4-FFF2-40B4-BE49-F238E27FC236}">
                  <a16:creationId xmlns:a16="http://schemas.microsoft.com/office/drawing/2014/main" id="{D4D0A300-89B5-D111-69CE-BBF59900562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66" y="3316"/>
            <a:ext cx="25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0672" imgH="88946" progId="Equation.DSMT4">
                    <p:embed/>
                  </p:oleObj>
                </mc:Choice>
                <mc:Fallback>
                  <p:oleObj r:id="rId9" imgW="120672" imgH="88946" progId="Equation.DSMT4">
                    <p:embed/>
                    <p:pic>
                      <p:nvPicPr>
                        <p:cNvPr id="0" name="Object 2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" y="3316"/>
                          <a:ext cx="25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970" name="Object 213">
              <a:extLst>
                <a:ext uri="{FF2B5EF4-FFF2-40B4-BE49-F238E27FC236}">
                  <a16:creationId xmlns:a16="http://schemas.microsoft.com/office/drawing/2014/main" id="{4E09A26F-E662-B1A1-B937-D0B806BE50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4" y="2659"/>
            <a:ext cx="184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39579" imgH="177646" progId="Equation.DSMT4">
                    <p:embed/>
                  </p:oleObj>
                </mc:Choice>
                <mc:Fallback>
                  <p:oleObj r:id="rId11" imgW="139579" imgH="177646" progId="Equation.DSMT4">
                    <p:embed/>
                    <p:pic>
                      <p:nvPicPr>
                        <p:cNvPr id="0" name="Object 2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4" y="2659"/>
                          <a:ext cx="184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971" name="Line 217">
              <a:extLst>
                <a:ext uri="{FF2B5EF4-FFF2-40B4-BE49-F238E27FC236}">
                  <a16:creationId xmlns:a16="http://schemas.microsoft.com/office/drawing/2014/main" id="{9F5456FA-241E-F343-DB88-FA083A0BF7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8" y="3069"/>
              <a:ext cx="24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2" name="Line 220">
              <a:extLst>
                <a:ext uri="{FF2B5EF4-FFF2-40B4-BE49-F238E27FC236}">
                  <a16:creationId xmlns:a16="http://schemas.microsoft.com/office/drawing/2014/main" id="{D2AEE024-845D-2F6E-7F79-124F3A3347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5" y="3209"/>
              <a:ext cx="39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3" name="Line 221">
              <a:extLst>
                <a:ext uri="{FF2B5EF4-FFF2-40B4-BE49-F238E27FC236}">
                  <a16:creationId xmlns:a16="http://schemas.microsoft.com/office/drawing/2014/main" id="{2CBF55C2-9C24-E144-2C6A-9E65EA968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0" y="3233"/>
              <a:ext cx="318" cy="136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4" name="Oval 225">
              <a:extLst>
                <a:ext uri="{FF2B5EF4-FFF2-40B4-BE49-F238E27FC236}">
                  <a16:creationId xmlns:a16="http://schemas.microsoft.com/office/drawing/2014/main" id="{2FDE1036-0B09-1272-A5B5-B24852D67C1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341138" flipV="1">
              <a:off x="4357" y="3155"/>
              <a:ext cx="319" cy="12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aphicFrame>
          <p:nvGraphicFramePr>
            <p:cNvPr id="123975" name="Object 227">
              <a:extLst>
                <a:ext uri="{FF2B5EF4-FFF2-40B4-BE49-F238E27FC236}">
                  <a16:creationId xmlns:a16="http://schemas.microsoft.com/office/drawing/2014/main" id="{D0BE1A99-DCCD-032B-3F6B-D9C3F31635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57" y="2916"/>
            <a:ext cx="163" cy="2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52268" imgH="203024" progId="Equation.DSMT4">
                    <p:embed/>
                  </p:oleObj>
                </mc:Choice>
                <mc:Fallback>
                  <p:oleObj r:id="rId13" imgW="152268" imgH="203024" progId="Equation.DSMT4">
                    <p:embed/>
                    <p:pic>
                      <p:nvPicPr>
                        <p:cNvPr id="0" name="Object 2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7" y="2916"/>
                          <a:ext cx="163" cy="25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976" name="Oval 234">
              <a:extLst>
                <a:ext uri="{FF2B5EF4-FFF2-40B4-BE49-F238E27FC236}">
                  <a16:creationId xmlns:a16="http://schemas.microsoft.com/office/drawing/2014/main" id="{C2643743-D599-3D47-C852-62B09656DF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7341138" flipV="1">
              <a:off x="4108" y="3164"/>
              <a:ext cx="319" cy="125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23977" name="Line 235">
              <a:extLst>
                <a:ext uri="{FF2B5EF4-FFF2-40B4-BE49-F238E27FC236}">
                  <a16:creationId xmlns:a16="http://schemas.microsoft.com/office/drawing/2014/main" id="{317FE398-5723-F461-82A7-E0980221C2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7" y="3387"/>
              <a:ext cx="24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23912" name="AutoShape 244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BA1B83AE-E57A-7FA3-3B77-9BD4223F7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3913" name="AutoShape 24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5FFC9CE-FFF1-F0F9-ABE2-24C1D34CD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3914" name="AutoShape 24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FC0D6C1-7013-7C6C-6D7B-42BC571F7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3915" name="AutoShape 24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4F54987-6515-3AAB-0150-5D3A76B61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511225" name="Object 249">
            <a:extLst>
              <a:ext uri="{FF2B5EF4-FFF2-40B4-BE49-F238E27FC236}">
                <a16:creationId xmlns:a16="http://schemas.microsoft.com/office/drawing/2014/main" id="{1F469EBE-E6B0-80BA-9470-3EE91728170A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269875" y="1628775"/>
          <a:ext cx="8694738" cy="117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400118" imgH="298427" progId="Equation.3">
                  <p:embed/>
                </p:oleObj>
              </mc:Choice>
              <mc:Fallback>
                <p:oleObj r:id="rId16" imgW="2400118" imgH="298427" progId="Equation.3">
                  <p:embed/>
                  <p:pic>
                    <p:nvPicPr>
                      <p:cNvPr id="0" name="Object 24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875" y="1628775"/>
                        <a:ext cx="8694738" cy="1179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488" name="Group 254">
            <a:extLst>
              <a:ext uri="{FF2B5EF4-FFF2-40B4-BE49-F238E27FC236}">
                <a16:creationId xmlns:a16="http://schemas.microsoft.com/office/drawing/2014/main" id="{2A014AA3-757B-5B83-64FC-546F0B3A46D7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908425"/>
            <a:ext cx="2016125" cy="457200"/>
            <a:chOff x="113" y="2614"/>
            <a:chExt cx="1270" cy="288"/>
          </a:xfrm>
        </p:grpSpPr>
        <p:sp>
          <p:nvSpPr>
            <p:cNvPr id="123921" name="Rectangle 255">
              <a:extLst>
                <a:ext uri="{FF2B5EF4-FFF2-40B4-BE49-F238E27FC236}">
                  <a16:creationId xmlns:a16="http://schemas.microsoft.com/office/drawing/2014/main" id="{61EA0DD9-4DE7-98E3-2DCD-F7C486870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614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>
                  <a:solidFill>
                    <a:srgbClr val="FFCC66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>
                  <a:solidFill>
                    <a:srgbClr val="FFCC66"/>
                  </a:solidFill>
                  <a:ea typeface="宋体" panose="02010600030101010101" pitchFamily="2" charset="-122"/>
                </a:rPr>
                <a:t>说明：</a:t>
              </a:r>
            </a:p>
          </p:txBody>
        </p:sp>
        <p:sp>
          <p:nvSpPr>
            <p:cNvPr id="123922" name="Rectangle 256">
              <a:extLst>
                <a:ext uri="{FF2B5EF4-FFF2-40B4-BE49-F238E27FC236}">
                  <a16:creationId xmlns:a16="http://schemas.microsoft.com/office/drawing/2014/main" id="{24F7B89B-3D93-D83C-7BE9-BA55A2804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704"/>
              <a:ext cx="136" cy="136"/>
            </a:xfrm>
            <a:prstGeom prst="rect">
              <a:avLst/>
            </a:prstGeom>
            <a:gradFill rotWithShape="1">
              <a:gsLst>
                <a:gs pos="0">
                  <a:srgbClr val="5B1818"/>
                </a:gs>
                <a:gs pos="100000">
                  <a:srgbClr val="F03E3E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511233" name="Rectangle 257">
            <a:extLst>
              <a:ext uri="{FF2B5EF4-FFF2-40B4-BE49-F238E27FC236}">
                <a16:creationId xmlns:a16="http://schemas.microsoft.com/office/drawing/2014/main" id="{F916022D-FD2D-EC78-2135-14B692888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4411663"/>
            <a:ext cx="3887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/>
              <a:t> </a:t>
            </a:r>
            <a:r>
              <a:rPr lang="zh-CN" altLang="en-US"/>
              <a:t>极化电荷的总和为零</a:t>
            </a:r>
            <a:r>
              <a:rPr lang="zh-CN" altLang="en-US">
                <a:latin typeface="楷体_GB2312" pitchFamily="49" charset="-122"/>
              </a:rPr>
              <a:t>→</a:t>
            </a:r>
          </a:p>
        </p:txBody>
      </p:sp>
      <p:graphicFrame>
        <p:nvGraphicFramePr>
          <p:cNvPr id="511234" name="Object 258">
            <a:extLst>
              <a:ext uri="{FF2B5EF4-FFF2-40B4-BE49-F238E27FC236}">
                <a16:creationId xmlns:a16="http://schemas.microsoft.com/office/drawing/2014/main" id="{1D9A1AF1-B172-3959-9898-49D1D619DD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4700" y="4838700"/>
          <a:ext cx="3360738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066904" imgH="234835" progId="Equation.3">
                  <p:embed/>
                </p:oleObj>
              </mc:Choice>
              <mc:Fallback>
                <p:oleObj r:id="rId18" imgW="1066904" imgH="234835" progId="Equation.3">
                  <p:embed/>
                  <p:pic>
                    <p:nvPicPr>
                      <p:cNvPr id="0" name="Object 2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700" y="4838700"/>
                        <a:ext cx="3360738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1236" name="Rectangle 260">
            <a:extLst>
              <a:ext uri="{FF2B5EF4-FFF2-40B4-BE49-F238E27FC236}">
                <a16:creationId xmlns:a16="http://schemas.microsoft.com/office/drawing/2014/main" id="{CEA63AC3-4EB6-79B0-1FD4-031252BB9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516563"/>
            <a:ext cx="82804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en-US" altLang="zh-CN" i="1">
                <a:latin typeface="Times New Roman" panose="02020603050405020304" pitchFamily="18" charset="0"/>
              </a:rPr>
              <a:t>  P</a:t>
            </a:r>
            <a:r>
              <a:rPr lang="zh-CN" altLang="en-US"/>
              <a:t>为常数时称为</a:t>
            </a:r>
            <a:r>
              <a:rPr lang="zh-CN" altLang="en-US">
                <a:solidFill>
                  <a:srgbClr val="FFD9D9"/>
                </a:solidFill>
              </a:rPr>
              <a:t>均匀极化</a:t>
            </a:r>
            <a:r>
              <a:rPr lang="zh-CN" altLang="en-US"/>
              <a:t>，此时媒质内部不会出现极化电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荷，极化电荷只会出现在媒质表面上。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灯片编号占位符 3">
            <a:extLst>
              <a:ext uri="{FF2B5EF4-FFF2-40B4-BE49-F238E27FC236}">
                <a16:creationId xmlns:a16="http://schemas.microsoft.com/office/drawing/2014/main" id="{D4E0E7B4-BEB6-924A-37B9-5F6935546C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0708925-9C54-4A07-BD03-5871B17ED60F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16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B1DDB99E-61A5-F2A3-219A-957D2D9BD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752475"/>
            <a:ext cx="762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513027" name="Rectangle 3">
            <a:extLst>
              <a:ext uri="{FF2B5EF4-FFF2-40B4-BE49-F238E27FC236}">
                <a16:creationId xmlns:a16="http://schemas.microsoft.com/office/drawing/2014/main" id="{CC6B56DC-45A9-826C-80AA-C47CB2B76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620713"/>
            <a:ext cx="85328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4.  </a:t>
            </a:r>
            <a:r>
              <a:rPr lang="zh-CN" altLang="en-US">
                <a:solidFill>
                  <a:srgbClr val="F8A6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电位移矢量  </a:t>
            </a:r>
            <a:r>
              <a:rPr lang="zh-CN" altLang="en-US" u="sng">
                <a:solidFill>
                  <a:srgbClr val="F8A6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电介质中的高斯定理</a:t>
            </a:r>
            <a:r>
              <a:rPr lang="zh-CN" altLang="en-US" sz="2000">
                <a:latin typeface="Times New Roman" panose="02020603050405020304" pitchFamily="18" charset="0"/>
              </a:rPr>
              <a:t>	</a:t>
            </a:r>
          </a:p>
        </p:txBody>
      </p:sp>
      <p:sp>
        <p:nvSpPr>
          <p:cNvPr id="513031" name="Rectangle 7">
            <a:extLst>
              <a:ext uri="{FF2B5EF4-FFF2-40B4-BE49-F238E27FC236}">
                <a16:creationId xmlns:a16="http://schemas.microsoft.com/office/drawing/2014/main" id="{E10F1F97-B372-72EB-6F17-9F3C120C1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25538"/>
            <a:ext cx="8893175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	  </a:t>
            </a:r>
            <a:r>
              <a:rPr lang="zh-CN" altLang="en-US">
                <a:latin typeface="Times New Roman" panose="02020603050405020304" pitchFamily="18" charset="0"/>
              </a:rPr>
              <a:t>介质的极化过程包括两个方面：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zh-CN" altLang="en-US">
                <a:latin typeface="Times New Roman" panose="02020603050405020304" pitchFamily="18" charset="0"/>
              </a:rPr>
              <a:t> 外加电场的作用使介质极化，产生极化电荷；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zh-CN" altLang="en-US">
                <a:latin typeface="Times New Roman" panose="02020603050405020304" pitchFamily="18" charset="0"/>
              </a:rPr>
              <a:t> 极化电荷反过来激发电场，两者相互制约，并达到平衡状态。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zh-CN" altLang="en-US">
                <a:latin typeface="Times New Roman" panose="02020603050405020304" pitchFamily="18" charset="0"/>
              </a:rPr>
              <a:t>无论是自由电荷还是极化电荷都激发电场，服从库仑定律和高斯定理。</a:t>
            </a:r>
          </a:p>
        </p:txBody>
      </p:sp>
      <p:sp>
        <p:nvSpPr>
          <p:cNvPr id="125958" name="Rectangle 8">
            <a:extLst>
              <a:ext uri="{FF2B5EF4-FFF2-40B4-BE49-F238E27FC236}">
                <a16:creationId xmlns:a16="http://schemas.microsoft.com/office/drawing/2014/main" id="{831D6892-E087-FFDA-40C3-A55584542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3273425"/>
            <a:ext cx="76200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513034" name="Object 10">
            <a:extLst>
              <a:ext uri="{FF2B5EF4-FFF2-40B4-BE49-F238E27FC236}">
                <a16:creationId xmlns:a16="http://schemas.microsoft.com/office/drawing/2014/main" id="{5069E120-21FF-F622-BE8F-4BA04BD541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4841875"/>
          <a:ext cx="3744913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87576" imgH="247719" progId="Equation.3">
                  <p:embed/>
                </p:oleObj>
              </mc:Choice>
              <mc:Fallback>
                <p:oleObj r:id="rId3" imgW="1187576" imgH="24771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841875"/>
                        <a:ext cx="3744913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9">
            <a:extLst>
              <a:ext uri="{FF2B5EF4-FFF2-40B4-BE49-F238E27FC236}">
                <a16:creationId xmlns:a16="http://schemas.microsoft.com/office/drawing/2014/main" id="{5FF833B5-4495-F4F3-88D8-0AA55CD85DBC}"/>
              </a:ext>
            </a:extLst>
          </p:cNvPr>
          <p:cNvGrpSpPr>
            <a:grpSpLocks/>
          </p:cNvGrpSpPr>
          <p:nvPr/>
        </p:nvGrpSpPr>
        <p:grpSpPr bwMode="auto">
          <a:xfrm>
            <a:off x="4643438" y="4941888"/>
            <a:ext cx="3013075" cy="558800"/>
            <a:chOff x="2925" y="3113"/>
            <a:chExt cx="1898" cy="352"/>
          </a:xfrm>
        </p:grpSpPr>
        <p:graphicFrame>
          <p:nvGraphicFramePr>
            <p:cNvPr id="125970" name="Object 11">
              <a:extLst>
                <a:ext uri="{FF2B5EF4-FFF2-40B4-BE49-F238E27FC236}">
                  <a16:creationId xmlns:a16="http://schemas.microsoft.com/office/drawing/2014/main" id="{9E9DE88F-4CF6-00C3-EDD0-3868BF29B7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8" y="3113"/>
            <a:ext cx="1255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793936" imgH="152539" progId="Equation.DSMT4">
                    <p:embed/>
                  </p:oleObj>
                </mc:Choice>
                <mc:Fallback>
                  <p:oleObj r:id="rId5" imgW="793936" imgH="152539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3113"/>
                          <a:ext cx="1255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5971" name="AutoShape 12">
              <a:extLst>
                <a:ext uri="{FF2B5EF4-FFF2-40B4-BE49-F238E27FC236}">
                  <a16:creationId xmlns:a16="http://schemas.microsoft.com/office/drawing/2014/main" id="{CC26F37A-357F-C2D1-E70C-5BDC5C58D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3203"/>
              <a:ext cx="453" cy="182"/>
            </a:xfrm>
            <a:prstGeom prst="rightArrow">
              <a:avLst>
                <a:gd name="adj1" fmla="val 50000"/>
                <a:gd name="adj2" fmla="val 62214"/>
              </a:avLst>
            </a:prstGeom>
            <a:solidFill>
              <a:srgbClr val="FFCC99"/>
            </a:solidFill>
            <a:ln w="222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:a16="http://schemas.microsoft.com/office/drawing/2014/main" id="{B7EFC285-7132-E3AC-7A64-EBA90A7FDF94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5441950"/>
            <a:ext cx="5111750" cy="992188"/>
            <a:chOff x="2064" y="3428"/>
            <a:chExt cx="3220" cy="625"/>
          </a:xfrm>
        </p:grpSpPr>
        <p:sp>
          <p:nvSpPr>
            <p:cNvPr id="125968" name="Line 13">
              <a:extLst>
                <a:ext uri="{FF2B5EF4-FFF2-40B4-BE49-F238E27FC236}">
                  <a16:creationId xmlns:a16="http://schemas.microsoft.com/office/drawing/2014/main" id="{AC06A479-F795-91D7-DBC7-F9BE58107A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4" y="3428"/>
              <a:ext cx="0" cy="31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969" name="Text Box 15">
              <a:extLst>
                <a:ext uri="{FF2B5EF4-FFF2-40B4-BE49-F238E27FC236}">
                  <a16:creationId xmlns:a16="http://schemas.microsoft.com/office/drawing/2014/main" id="{E80F6197-16A1-C895-343B-FF0FD712FF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793"/>
              <a:ext cx="3220" cy="260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2000">
                  <a:solidFill>
                    <a:srgbClr val="99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自由电荷和极化电荷共同激发的结果</a:t>
              </a:r>
            </a:p>
          </p:txBody>
        </p:sp>
      </p:grpSp>
      <p:sp>
        <p:nvSpPr>
          <p:cNvPr id="513042" name="Rectangle 18">
            <a:extLst>
              <a:ext uri="{FF2B5EF4-FFF2-40B4-BE49-F238E27FC236}">
                <a16:creationId xmlns:a16="http://schemas.microsoft.com/office/drawing/2014/main" id="{795A04DD-B612-D802-6F5A-086D10297C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683000"/>
            <a:ext cx="8675687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</a:t>
            </a:r>
            <a:r>
              <a:rPr lang="zh-CN" altLang="en-US"/>
              <a:t>介质中的电场应该是外加电场和极化电荷产生的电场的叠加，应用高斯定理得到：</a:t>
            </a:r>
          </a:p>
        </p:txBody>
      </p:sp>
      <p:sp>
        <p:nvSpPr>
          <p:cNvPr id="125963" name="AutoShape 25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7DA63F4D-A554-8947-3A9D-7814065B9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5964" name="AutoShape 2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11808DE-E67E-CBC4-CDB5-939AF1D9E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5965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3BA2353-0741-7600-4AE4-569B4F384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5966" name="AutoShape 28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A85BD06-E0FD-4F36-256C-92296A932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灯片编号占位符 2">
            <a:extLst>
              <a:ext uri="{FF2B5EF4-FFF2-40B4-BE49-F238E27FC236}">
                <a16:creationId xmlns:a16="http://schemas.microsoft.com/office/drawing/2014/main" id="{2C3D4BF7-0701-B302-F844-E38F8089D40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72FC5ADF-956F-45A0-BDB9-0F9A89DBB082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17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14059" name="Object 11">
            <a:extLst>
              <a:ext uri="{FF2B5EF4-FFF2-40B4-BE49-F238E27FC236}">
                <a16:creationId xmlns:a16="http://schemas.microsoft.com/office/drawing/2014/main" id="{488D4769-0567-A2E3-059A-97D5D8BD5F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492375"/>
          <a:ext cx="3198813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04770" imgH="152539" progId="Equation.3">
                  <p:embed/>
                </p:oleObj>
              </mc:Choice>
              <mc:Fallback>
                <p:oleObj r:id="rId3" imgW="1104770" imgH="15253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492375"/>
                        <a:ext cx="3198813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7">
            <a:extLst>
              <a:ext uri="{FF2B5EF4-FFF2-40B4-BE49-F238E27FC236}">
                <a16:creationId xmlns:a16="http://schemas.microsoft.com/office/drawing/2014/main" id="{A863B1AA-EA19-D3A6-CAD6-CD8BD2AD46A0}"/>
              </a:ext>
            </a:extLst>
          </p:cNvPr>
          <p:cNvGrpSpPr>
            <a:grpSpLocks/>
          </p:cNvGrpSpPr>
          <p:nvPr/>
        </p:nvGrpSpPr>
        <p:grpSpPr bwMode="auto">
          <a:xfrm>
            <a:off x="3202249" y="2565401"/>
            <a:ext cx="5833809" cy="1406949"/>
            <a:chOff x="3210" y="1661"/>
            <a:chExt cx="2528" cy="840"/>
          </a:xfrm>
        </p:grpSpPr>
        <p:sp>
          <p:nvSpPr>
            <p:cNvPr id="128025" name="Text Box 16">
              <a:extLst>
                <a:ext uri="{FF2B5EF4-FFF2-40B4-BE49-F238E27FC236}">
                  <a16:creationId xmlns:a16="http://schemas.microsoft.com/office/drawing/2014/main" id="{D154A65A-E543-4DAA-1C5E-F548BC9A6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5" y="1661"/>
              <a:ext cx="1823" cy="54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 sz="200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任意闭合曲面电位移矢量 </a:t>
              </a:r>
              <a:r>
                <a:rPr lang="en-US" altLang="zh-CN" sz="2000" i="1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D </a:t>
              </a:r>
              <a:r>
                <a:rPr lang="zh-CN" altLang="en-US" sz="2000">
                  <a:solidFill>
                    <a:srgbClr val="99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的通量等于该曲面包含自由电荷的代数和</a:t>
              </a:r>
              <a:r>
                <a:rPr lang="zh-CN" altLang="en-US" sz="2000" b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128026" name="Line 17">
              <a:extLst>
                <a:ext uri="{FF2B5EF4-FFF2-40B4-BE49-F238E27FC236}">
                  <a16:creationId xmlns:a16="http://schemas.microsoft.com/office/drawing/2014/main" id="{C72D6565-1EBC-115B-BD28-9DC94EBAA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10" y="2047"/>
              <a:ext cx="589" cy="454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4075" name="Rectangle 27">
            <a:extLst>
              <a:ext uri="{FF2B5EF4-FFF2-40B4-BE49-F238E27FC236}">
                <a16:creationId xmlns:a16="http://schemas.microsoft.com/office/drawing/2014/main" id="{69F2EBCD-D26B-A2E8-3431-73B5A0422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844675"/>
            <a:ext cx="47529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Times New Roman" panose="02020603050405020304" pitchFamily="18" charset="0"/>
              </a:rPr>
              <a:t>引入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</a:rPr>
              <a:t>电位移矢量</a:t>
            </a:r>
            <a:r>
              <a:rPr lang="zh-CN" altLang="en-US">
                <a:latin typeface="Times New Roman" panose="02020603050405020304" pitchFamily="18" charset="0"/>
              </a:rPr>
              <a:t>（单位：</a:t>
            </a:r>
            <a:r>
              <a:rPr lang="en-US" altLang="zh-CN">
                <a:latin typeface="Times New Roman" panose="02020603050405020304" pitchFamily="18" charset="0"/>
                <a:ea typeface="幼圆" panose="02010509060101010101" pitchFamily="49" charset="-122"/>
              </a:rPr>
              <a:t>C/m</a:t>
            </a:r>
            <a:r>
              <a:rPr lang="en-US" altLang="zh-CN" baseline="30000">
                <a:latin typeface="Times New Roman" panose="02020603050405020304" pitchFamily="18" charset="0"/>
                <a:ea typeface="幼圆" panose="02010509060101010101" pitchFamily="49" charset="-122"/>
              </a:rPr>
              <a:t>2 </a:t>
            </a:r>
            <a:r>
              <a:rPr lang="en-US" altLang="zh-CN">
                <a:latin typeface="楷体_GB2312" pitchFamily="49" charset="-122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grpSp>
        <p:nvGrpSpPr>
          <p:cNvPr id="3" name="Group 46">
            <a:extLst>
              <a:ext uri="{FF2B5EF4-FFF2-40B4-BE49-F238E27FC236}">
                <a16:creationId xmlns:a16="http://schemas.microsoft.com/office/drawing/2014/main" id="{237051ED-ADED-B640-E02A-219751FF2AB5}"/>
              </a:ext>
            </a:extLst>
          </p:cNvPr>
          <p:cNvGrpSpPr>
            <a:grpSpLocks/>
          </p:cNvGrpSpPr>
          <p:nvPr/>
        </p:nvGrpSpPr>
        <p:grpSpPr bwMode="auto">
          <a:xfrm>
            <a:off x="754063" y="549275"/>
            <a:ext cx="8355012" cy="600075"/>
            <a:chOff x="475" y="346"/>
            <a:chExt cx="5263" cy="378"/>
          </a:xfrm>
        </p:grpSpPr>
        <p:graphicFrame>
          <p:nvGraphicFramePr>
            <p:cNvPr id="128022" name="Object 10">
              <a:extLst>
                <a:ext uri="{FF2B5EF4-FFF2-40B4-BE49-F238E27FC236}">
                  <a16:creationId xmlns:a16="http://schemas.microsoft.com/office/drawing/2014/main" id="{65F00BC6-57A7-A4A6-D362-E5985B561B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61" y="391"/>
            <a:ext cx="905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65076" imgH="171658" progId="Equation.DSMT4">
                    <p:embed/>
                  </p:oleObj>
                </mc:Choice>
                <mc:Fallback>
                  <p:oleObj r:id="rId5" imgW="565076" imgH="171658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1" y="391"/>
                          <a:ext cx="905" cy="3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023" name="Rectangle 28">
              <a:extLst>
                <a:ext uri="{FF2B5EF4-FFF2-40B4-BE49-F238E27FC236}">
                  <a16:creationId xmlns:a16="http://schemas.microsoft.com/office/drawing/2014/main" id="{EE4525D6-4B74-6510-EB9E-E9AB752DD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346"/>
              <a:ext cx="5263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buFont typeface="Wingdings" panose="05000000000000000000" pitchFamily="2" charset="2"/>
                <a:buNone/>
              </a:pPr>
              <a:r>
                <a:rPr lang="zh-CN" altLang="en-US"/>
                <a:t>将极化电荷体密度表达式                  代入                       ，有</a:t>
              </a:r>
            </a:p>
          </p:txBody>
        </p:sp>
        <p:graphicFrame>
          <p:nvGraphicFramePr>
            <p:cNvPr id="128024" name="Object 30">
              <a:extLst>
                <a:ext uri="{FF2B5EF4-FFF2-40B4-BE49-F238E27FC236}">
                  <a16:creationId xmlns:a16="http://schemas.microsoft.com/office/drawing/2014/main" id="{ABC13CD1-B0CF-5CF8-855A-EAB8EDFFDF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20" y="372"/>
            <a:ext cx="1099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793936" imgH="152539" progId="Equation.DSMT4">
                    <p:embed/>
                  </p:oleObj>
                </mc:Choice>
                <mc:Fallback>
                  <p:oleObj r:id="rId7" imgW="793936" imgH="152539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20" y="372"/>
                          <a:ext cx="1099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22A5D7CB-8D54-874A-24C2-55B3A4E95AF3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128963"/>
            <a:ext cx="3600450" cy="519112"/>
            <a:chOff x="158" y="1971"/>
            <a:chExt cx="2268" cy="327"/>
          </a:xfrm>
        </p:grpSpPr>
        <p:graphicFrame>
          <p:nvGraphicFramePr>
            <p:cNvPr id="128020" name="Object 14">
              <a:extLst>
                <a:ext uri="{FF2B5EF4-FFF2-40B4-BE49-F238E27FC236}">
                  <a16:creationId xmlns:a16="http://schemas.microsoft.com/office/drawing/2014/main" id="{1730F043-DA15-1F4E-8582-3F774B62E34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46" y="1971"/>
            <a:ext cx="680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50646" imgH="139654" progId="Equation.DSMT4">
                    <p:embed/>
                  </p:oleObj>
                </mc:Choice>
                <mc:Fallback>
                  <p:oleObj r:id="rId9" imgW="450646" imgH="139654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1971"/>
                          <a:ext cx="680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021" name="Rectangle 32">
              <a:extLst>
                <a:ext uri="{FF2B5EF4-FFF2-40B4-BE49-F238E27FC236}">
                  <a16:creationId xmlns:a16="http://schemas.microsoft.com/office/drawing/2014/main" id="{FA4C6DBC-40E6-DD93-0A59-5B93E1FE7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1979"/>
              <a:ext cx="72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>
                  <a:latin typeface="楷体_GB2312" pitchFamily="49" charset="-122"/>
                </a:rPr>
                <a:t>则有</a:t>
              </a:r>
              <a:r>
                <a:rPr lang="zh-CN" altLang="en-US" b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128012" name="AutoShape 52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EEC4C946-38F5-1FF3-C375-E96993D36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8013" name="AutoShape 5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C478878-D5DF-8010-55D8-6A26E53A6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8014" name="AutoShape 5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6DBB2C0-87F4-C84A-1771-47815B756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28015" name="AutoShape 5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36744F79-9E24-8B2F-2343-52592FFD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514104" name="Object 56">
            <a:extLst>
              <a:ext uri="{FF2B5EF4-FFF2-40B4-BE49-F238E27FC236}">
                <a16:creationId xmlns:a16="http://schemas.microsoft.com/office/drawing/2014/main" id="{93A579BC-CCC3-FF10-DCDB-51A92B59342A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1187450" y="1196975"/>
          <a:ext cx="4103688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87457" imgH="152539" progId="Equation.3">
                  <p:embed/>
                </p:oleObj>
              </mc:Choice>
              <mc:Fallback>
                <p:oleObj r:id="rId12" imgW="1587457" imgH="152539" progId="Equation.3">
                  <p:embed/>
                  <p:pic>
                    <p:nvPicPr>
                      <p:cNvPr id="0" name="Object 5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96975"/>
                        <a:ext cx="4103688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3A0C7B20-BD15-452A-A9AE-9CCBDF637CC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" y="3592059"/>
            <a:ext cx="9144000" cy="320085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灯片编号占位符 2">
            <a:extLst>
              <a:ext uri="{FF2B5EF4-FFF2-40B4-BE49-F238E27FC236}">
                <a16:creationId xmlns:a16="http://schemas.microsoft.com/office/drawing/2014/main" id="{0D5EEEBF-1372-9869-9964-73A620D120C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22252FF-059B-4960-9FF6-65BCC41E66B7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18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484375" name="Rectangle 1047">
            <a:extLst>
              <a:ext uri="{FF2B5EF4-FFF2-40B4-BE49-F238E27FC236}">
                <a16:creationId xmlns:a16="http://schemas.microsoft.com/office/drawing/2014/main" id="{0E302C23-33C0-4D68-6478-867A9D8AB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3" y="333375"/>
            <a:ext cx="7488237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5.  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电介质的本构关系</a:t>
            </a:r>
          </a:p>
        </p:txBody>
      </p:sp>
      <p:grpSp>
        <p:nvGrpSpPr>
          <p:cNvPr id="2" name="Group 1071">
            <a:extLst>
              <a:ext uri="{FF2B5EF4-FFF2-40B4-BE49-F238E27FC236}">
                <a16:creationId xmlns:a16="http://schemas.microsoft.com/office/drawing/2014/main" id="{8761D6EF-F6A6-8C9D-C405-D76E66B6C9B1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836613"/>
            <a:ext cx="8713788" cy="554037"/>
            <a:chOff x="68" y="586"/>
            <a:chExt cx="5489" cy="349"/>
          </a:xfrm>
        </p:grpSpPr>
        <p:grpSp>
          <p:nvGrpSpPr>
            <p:cNvPr id="130060" name="Group 1072">
              <a:extLst>
                <a:ext uri="{FF2B5EF4-FFF2-40B4-BE49-F238E27FC236}">
                  <a16:creationId xmlns:a16="http://schemas.microsoft.com/office/drawing/2014/main" id="{EB360844-A993-106F-5E5F-8BECFBB9F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" y="586"/>
              <a:ext cx="5489" cy="349"/>
              <a:chOff x="178" y="586"/>
              <a:chExt cx="5489" cy="349"/>
            </a:xfrm>
          </p:grpSpPr>
          <p:graphicFrame>
            <p:nvGraphicFramePr>
              <p:cNvPr id="130062" name="Object 1073">
                <a:extLst>
                  <a:ext uri="{FF2B5EF4-FFF2-40B4-BE49-F238E27FC236}">
                    <a16:creationId xmlns:a16="http://schemas.microsoft.com/office/drawing/2014/main" id="{CD3485E7-0F35-C504-AD8F-566592930A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2510491"/>
                  </p:ext>
                </p:extLst>
              </p:nvPr>
            </p:nvGraphicFramePr>
            <p:xfrm>
              <a:off x="2241" y="595"/>
              <a:ext cx="216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69906" imgH="114300" progId="Equation.3">
                      <p:embed/>
                    </p:oleObj>
                  </mc:Choice>
                  <mc:Fallback>
                    <p:oleObj r:id="rId3" imgW="69906" imgH="114300" progId="Equation.3">
                      <p:embed/>
                      <p:pic>
                        <p:nvPicPr>
                          <p:cNvPr id="0" name="Object 10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41" y="595"/>
                            <a:ext cx="216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0063" name="Rectangle 1074">
                <a:extLst>
                  <a:ext uri="{FF2B5EF4-FFF2-40B4-BE49-F238E27FC236}">
                    <a16:creationId xmlns:a16="http://schemas.microsoft.com/office/drawing/2014/main" id="{52D3A029-AA50-2577-FDC5-2E87DFF21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" y="586"/>
                <a:ext cx="5489" cy="3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</a:pPr>
                <a:r>
                  <a:rPr lang="en-US" altLang="zh-CN" dirty="0">
                    <a:latin typeface="楷体_GB2312" pitchFamily="49" charset="-122"/>
                  </a:rPr>
                  <a:t>    </a:t>
                </a:r>
                <a:r>
                  <a:rPr lang="zh-CN" altLang="en-US" dirty="0">
                    <a:latin typeface="楷体_GB2312" pitchFamily="49" charset="-122"/>
                  </a:rPr>
                  <a:t>极化强度  与电场强度  之间的关系由电介质的性质决定。</a:t>
                </a:r>
              </a:p>
            </p:txBody>
          </p:sp>
          <p:graphicFrame>
            <p:nvGraphicFramePr>
              <p:cNvPr id="130064" name="Object 1075">
                <a:extLst>
                  <a:ext uri="{FF2B5EF4-FFF2-40B4-BE49-F238E27FC236}">
                    <a16:creationId xmlns:a16="http://schemas.microsoft.com/office/drawing/2014/main" id="{44FF88FC-D879-8BF6-9731-FFF18A67933F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68383980"/>
                  </p:ext>
                </p:extLst>
              </p:nvPr>
            </p:nvGraphicFramePr>
            <p:xfrm>
              <a:off x="1201" y="607"/>
              <a:ext cx="216" cy="2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69906" imgH="114300" progId="Equation.3">
                      <p:embed/>
                    </p:oleObj>
                  </mc:Choice>
                  <mc:Fallback>
                    <p:oleObj r:id="rId5" imgW="69906" imgH="114300" progId="Equation.3">
                      <p:embed/>
                      <p:pic>
                        <p:nvPicPr>
                          <p:cNvPr id="0" name="Object 10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1" y="607"/>
                            <a:ext cx="216" cy="2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0061" name="Oval 1076">
              <a:extLst>
                <a:ext uri="{FF2B5EF4-FFF2-40B4-BE49-F238E27FC236}">
                  <a16:creationId xmlns:a16="http://schemas.microsoft.com/office/drawing/2014/main" id="{43A86CA9-0BD9-5C3C-F2B7-4B74BC66896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754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4" name="Group 1077">
            <a:extLst>
              <a:ext uri="{FF2B5EF4-FFF2-40B4-BE49-F238E27FC236}">
                <a16:creationId xmlns:a16="http://schemas.microsoft.com/office/drawing/2014/main" id="{E91E3160-9153-4D4A-6122-55D78664AB51}"/>
              </a:ext>
            </a:extLst>
          </p:cNvPr>
          <p:cNvGrpSpPr>
            <a:grpSpLocks/>
          </p:cNvGrpSpPr>
          <p:nvPr/>
        </p:nvGrpSpPr>
        <p:grpSpPr bwMode="auto">
          <a:xfrm>
            <a:off x="417513" y="1341438"/>
            <a:ext cx="4464050" cy="566737"/>
            <a:chOff x="249" y="935"/>
            <a:chExt cx="2812" cy="357"/>
          </a:xfrm>
        </p:grpSpPr>
        <p:sp>
          <p:nvSpPr>
            <p:cNvPr id="130058" name="Rectangle 1078">
              <a:extLst>
                <a:ext uri="{FF2B5EF4-FFF2-40B4-BE49-F238E27FC236}">
                  <a16:creationId xmlns:a16="http://schemas.microsoft.com/office/drawing/2014/main" id="{8A13227C-C625-BAD0-FEDB-4CEFDA8C8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935"/>
              <a:ext cx="2676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/>
                <a:t>  </a:t>
              </a:r>
              <a:r>
                <a:rPr lang="zh-CN" altLang="en-US">
                  <a:solidFill>
                    <a:srgbClr val="FFCC66"/>
                  </a:solidFill>
                </a:rPr>
                <a:t>线性、各向同性电介质</a:t>
              </a:r>
            </a:p>
          </p:txBody>
        </p:sp>
        <p:sp>
          <p:nvSpPr>
            <p:cNvPr id="130059" name="Oval 1079">
              <a:extLst>
                <a:ext uri="{FF2B5EF4-FFF2-40B4-BE49-F238E27FC236}">
                  <a16:creationId xmlns:a16="http://schemas.microsoft.com/office/drawing/2014/main" id="{1DD7542D-33FE-4A37-9D3B-0D07E95371A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1081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484429" name="Object 1101">
            <a:extLst>
              <a:ext uri="{FF2B5EF4-FFF2-40B4-BE49-F238E27FC236}">
                <a16:creationId xmlns:a16="http://schemas.microsoft.com/office/drawing/2014/main" id="{42306B6B-390B-7A39-DD62-BBC548A89B47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827088" y="1971675"/>
          <a:ext cx="3240087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225442" imgH="774746" progId="Equation.3">
                  <p:embed/>
                </p:oleObj>
              </mc:Choice>
              <mc:Fallback>
                <p:oleObj r:id="rId7" imgW="1225442" imgH="774746" progId="Equation.3">
                  <p:embed/>
                  <p:pic>
                    <p:nvPicPr>
                      <p:cNvPr id="0" name="Object 110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971675"/>
                        <a:ext cx="3240087" cy="210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84430" name="Picture 1102">
            <a:extLst>
              <a:ext uri="{FF2B5EF4-FFF2-40B4-BE49-F238E27FC236}">
                <a16:creationId xmlns:a16="http://schemas.microsoft.com/office/drawing/2014/main" id="{4CD6E960-F194-DFEF-C67E-8CE2B75C2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4508500"/>
            <a:ext cx="72009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84431" name="Object 1103">
            <a:extLst>
              <a:ext uri="{FF2B5EF4-FFF2-40B4-BE49-F238E27FC236}">
                <a16:creationId xmlns:a16="http://schemas.microsoft.com/office/drawing/2014/main" id="{8B78D891-7F1D-4203-0E71-EA8394CEC6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1125538"/>
          <a:ext cx="442912" cy="310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7772" imgH="1168354" progId="Equation.3">
                  <p:embed/>
                </p:oleObj>
              </mc:Choice>
              <mc:Fallback>
                <p:oleObj r:id="rId10" imgW="107772" imgH="1168354" progId="Equation.3">
                  <p:embed/>
                  <p:pic>
                    <p:nvPicPr>
                      <p:cNvPr id="0" name="Object 1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125538"/>
                        <a:ext cx="442912" cy="310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432" name="Rectangle 1104">
            <a:extLst>
              <a:ext uri="{FF2B5EF4-FFF2-40B4-BE49-F238E27FC236}">
                <a16:creationId xmlns:a16="http://schemas.microsoft.com/office/drawing/2014/main" id="{8DA35936-4BF4-4378-0A31-2FB035F03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341438"/>
            <a:ext cx="4211637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 dirty="0"/>
              <a:t>：电介质的电极化率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dirty="0"/>
              <a:t>：电介质的相对介电常数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dirty="0"/>
              <a:t>（相对电容率）</a:t>
            </a:r>
            <a:endParaRPr lang="zh-CN" altLang="en-US" dirty="0">
              <a:latin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_GB2312" pitchFamily="49" charset="-122"/>
              </a:rPr>
              <a:t>：电介质中的总电场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_GB2312" pitchFamily="49" charset="-122"/>
              </a:rPr>
              <a:t>：真空中的电场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_GB2312" pitchFamily="49" charset="-122"/>
              </a:rPr>
              <a:t>：电介质极化后的附加电场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_GB2312" pitchFamily="49" charset="-122"/>
              </a:rPr>
              <a:t>（退极化场）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灯片编号占位符 2">
            <a:extLst>
              <a:ext uri="{FF2B5EF4-FFF2-40B4-BE49-F238E27FC236}">
                <a16:creationId xmlns:a16="http://schemas.microsoft.com/office/drawing/2014/main" id="{7150BFF6-B353-04FE-00F8-BAC61B5D67D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50AFF2F2-E622-4938-98B5-C41ED42A958B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19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2099" name="AutoShap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692EFDF-2BCA-2BC5-53A7-7F306CE08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2100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7CC77CA-A210-DD3D-0023-998666AD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2101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202232F-0A5D-CC3D-ADD5-521200E8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2102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2F2A1CC2-2B02-D5A7-0042-D49DE695D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54C5AAE4-DE10-0C37-6BED-CE96829A65D6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989138"/>
            <a:ext cx="4608513" cy="508000"/>
            <a:chOff x="748" y="1341"/>
            <a:chExt cx="2903" cy="320"/>
          </a:xfrm>
        </p:grpSpPr>
        <p:graphicFrame>
          <p:nvGraphicFramePr>
            <p:cNvPr id="132114" name="Object 23">
              <a:extLst>
                <a:ext uri="{FF2B5EF4-FFF2-40B4-BE49-F238E27FC236}">
                  <a16:creationId xmlns:a16="http://schemas.microsoft.com/office/drawing/2014/main" id="{D8B842C5-BC45-5404-3D4C-62AB461AE6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92" y="1341"/>
            <a:ext cx="235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517550" imgH="152539" progId="Equation.DSMT4">
                    <p:embed/>
                  </p:oleObj>
                </mc:Choice>
                <mc:Fallback>
                  <p:oleObj r:id="rId4" imgW="1517550" imgH="152539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2" y="1341"/>
                          <a:ext cx="2359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2115" name="AutoShape 24">
              <a:extLst>
                <a:ext uri="{FF2B5EF4-FFF2-40B4-BE49-F238E27FC236}">
                  <a16:creationId xmlns:a16="http://schemas.microsoft.com/office/drawing/2014/main" id="{AD054237-ADF7-C81B-3B15-2E793BAF4A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434"/>
              <a:ext cx="454" cy="136"/>
            </a:xfrm>
            <a:prstGeom prst="rightArrow">
              <a:avLst>
                <a:gd name="adj1" fmla="val 50000"/>
                <a:gd name="adj2" fmla="val 83440"/>
              </a:avLst>
            </a:prstGeom>
            <a:solidFill>
              <a:srgbClr val="FFCC99"/>
            </a:solidFill>
            <a:ln w="158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3" name="Group 25">
            <a:extLst>
              <a:ext uri="{FF2B5EF4-FFF2-40B4-BE49-F238E27FC236}">
                <a16:creationId xmlns:a16="http://schemas.microsoft.com/office/drawing/2014/main" id="{11D5BD28-6D6C-810E-24CA-470226B545A9}"/>
              </a:ext>
            </a:extLst>
          </p:cNvPr>
          <p:cNvGrpSpPr>
            <a:grpSpLocks/>
          </p:cNvGrpSpPr>
          <p:nvPr/>
        </p:nvGrpSpPr>
        <p:grpSpPr bwMode="auto">
          <a:xfrm>
            <a:off x="790575" y="2565400"/>
            <a:ext cx="8353425" cy="576263"/>
            <a:chOff x="158" y="1706"/>
            <a:chExt cx="5352" cy="409"/>
          </a:xfrm>
        </p:grpSpPr>
        <p:graphicFrame>
          <p:nvGraphicFramePr>
            <p:cNvPr id="132112" name="Object 26">
              <a:extLst>
                <a:ext uri="{FF2B5EF4-FFF2-40B4-BE49-F238E27FC236}">
                  <a16:creationId xmlns:a16="http://schemas.microsoft.com/office/drawing/2014/main" id="{9792B0E4-7398-C41E-196E-47E88CD3C9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49" y="1739"/>
            <a:ext cx="158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009481" imgH="133419" progId="Equation.3">
                    <p:embed/>
                  </p:oleObj>
                </mc:Choice>
                <mc:Fallback>
                  <p:oleObj r:id="rId6" imgW="1009481" imgH="133419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9" y="1739"/>
                          <a:ext cx="1587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2113" name="Rectangle 27">
              <a:extLst>
                <a:ext uri="{FF2B5EF4-FFF2-40B4-BE49-F238E27FC236}">
                  <a16:creationId xmlns:a16="http://schemas.microsoft.com/office/drawing/2014/main" id="{A8FE55B4-C50E-4032-7379-58A266228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1706"/>
              <a:ext cx="5352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latin typeface="Times New Roman" panose="02020603050405020304" pitchFamily="18" charset="0"/>
                </a:rPr>
                <a:t>其中：                                 </a:t>
              </a:r>
              <a:r>
                <a:rPr lang="zh-CN" altLang="en-US"/>
                <a:t>电介质</a:t>
              </a:r>
              <a:r>
                <a:rPr lang="zh-CN" altLang="en-US">
                  <a:latin typeface="Times New Roman" panose="02020603050405020304" pitchFamily="18" charset="0"/>
                </a:rPr>
                <a:t>的介电常数</a:t>
              </a:r>
            </a:p>
          </p:txBody>
        </p:sp>
      </p:grpSp>
      <p:graphicFrame>
        <p:nvGraphicFramePr>
          <p:cNvPr id="890908" name="Object 28">
            <a:extLst>
              <a:ext uri="{FF2B5EF4-FFF2-40B4-BE49-F238E27FC236}">
                <a16:creationId xmlns:a16="http://schemas.microsoft.com/office/drawing/2014/main" id="{89448304-1A90-8C52-502B-0EA31F3472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341438"/>
          <a:ext cx="1727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15842" imgH="152539" progId="Equation.3">
                  <p:embed/>
                </p:oleObj>
              </mc:Choice>
              <mc:Fallback>
                <p:oleObj r:id="rId8" imgW="615842" imgH="15253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341438"/>
                        <a:ext cx="1727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2106" name="Picture 29">
            <a:extLst>
              <a:ext uri="{FF2B5EF4-FFF2-40B4-BE49-F238E27FC236}">
                <a16:creationId xmlns:a16="http://schemas.microsoft.com/office/drawing/2014/main" id="{8806D192-6A52-DB60-0697-F44C97DF4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4437063"/>
            <a:ext cx="6624637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31">
            <a:extLst>
              <a:ext uri="{FF2B5EF4-FFF2-40B4-BE49-F238E27FC236}">
                <a16:creationId xmlns:a16="http://schemas.microsoft.com/office/drawing/2014/main" id="{108A64AA-8809-86B5-3339-2A87BBB40D38}"/>
              </a:ext>
            </a:extLst>
          </p:cNvPr>
          <p:cNvGrpSpPr>
            <a:grpSpLocks/>
          </p:cNvGrpSpPr>
          <p:nvPr/>
        </p:nvGrpSpPr>
        <p:grpSpPr bwMode="auto">
          <a:xfrm>
            <a:off x="417513" y="558800"/>
            <a:ext cx="4464050" cy="566738"/>
            <a:chOff x="249" y="935"/>
            <a:chExt cx="2812" cy="357"/>
          </a:xfrm>
        </p:grpSpPr>
        <p:sp>
          <p:nvSpPr>
            <p:cNvPr id="132110" name="Rectangle 32">
              <a:extLst>
                <a:ext uri="{FF2B5EF4-FFF2-40B4-BE49-F238E27FC236}">
                  <a16:creationId xmlns:a16="http://schemas.microsoft.com/office/drawing/2014/main" id="{9926970F-2686-6396-5C46-7CA38031B2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935"/>
              <a:ext cx="2676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/>
                <a:t>  </a:t>
              </a:r>
              <a:r>
                <a:rPr lang="zh-CN" altLang="en-US">
                  <a:solidFill>
                    <a:srgbClr val="FFCC66"/>
                  </a:solidFill>
                </a:rPr>
                <a:t>线性、各向同性电介质</a:t>
              </a:r>
            </a:p>
          </p:txBody>
        </p:sp>
        <p:sp>
          <p:nvSpPr>
            <p:cNvPr id="132111" name="Oval 33">
              <a:extLst>
                <a:ext uri="{FF2B5EF4-FFF2-40B4-BE49-F238E27FC236}">
                  <a16:creationId xmlns:a16="http://schemas.microsoft.com/office/drawing/2014/main" id="{CE78D397-6818-6020-4CCB-8AF61F200BD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1081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890914" name="Rectangle 34">
            <a:extLst>
              <a:ext uri="{FF2B5EF4-FFF2-40B4-BE49-F238E27FC236}">
                <a16:creationId xmlns:a16="http://schemas.microsoft.com/office/drawing/2014/main" id="{57F17CEA-C9CB-82C7-BBE5-EAC7F425FE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573463"/>
            <a:ext cx="51498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>
                <a:solidFill>
                  <a:srgbClr val="FFCC66"/>
                </a:solidFill>
              </a:rPr>
              <a:t>真空：</a:t>
            </a:r>
            <a:r>
              <a:rPr lang="zh-CN" altLang="en-US"/>
              <a:t>无极化效应，</a:t>
            </a:r>
            <a:endParaRPr lang="zh-CN" altLang="en-US">
              <a:latin typeface="楷体_GB2312" pitchFamily="49" charset="-122"/>
            </a:endParaRPr>
          </a:p>
        </p:txBody>
      </p:sp>
      <p:graphicFrame>
        <p:nvGraphicFramePr>
          <p:cNvPr id="890915" name="Object 35">
            <a:extLst>
              <a:ext uri="{FF2B5EF4-FFF2-40B4-BE49-F238E27FC236}">
                <a16:creationId xmlns:a16="http://schemas.microsoft.com/office/drawing/2014/main" id="{21760938-4AD1-F338-3AF5-8930E9C1AB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3100" y="3517900"/>
          <a:ext cx="423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600356" imgH="152539" progId="Equation.3">
                  <p:embed/>
                </p:oleObj>
              </mc:Choice>
              <mc:Fallback>
                <p:oleObj r:id="rId11" imgW="1600356" imgH="152539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3517900"/>
                        <a:ext cx="423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灯片编号占位符 2">
            <a:extLst>
              <a:ext uri="{FF2B5EF4-FFF2-40B4-BE49-F238E27FC236}">
                <a16:creationId xmlns:a16="http://schemas.microsoft.com/office/drawing/2014/main" id="{E2ADBAEF-0E92-61EB-AFA3-5A97DD3DF2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8972BC2E-2BAE-40D6-8F22-74C3B0BD1224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20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4147" name="AutoShape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D677DBA-4357-C860-375C-C4FC772D4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770688"/>
            <a:ext cx="360363" cy="252412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4148" name="AutoShape 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5B71153-07CB-0CB4-601D-9BC7D344E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770688"/>
            <a:ext cx="360362" cy="258762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4149" name="AutoShape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21B279D-FBA4-269D-EE01-011219963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770688"/>
            <a:ext cx="360363" cy="252412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4150" name="AutoShape 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9986BCE-6C15-09C1-F448-12540CC03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770688"/>
            <a:ext cx="360363" cy="252412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16136" name="Rectangle 8">
            <a:extLst>
              <a:ext uri="{FF2B5EF4-FFF2-40B4-BE49-F238E27FC236}">
                <a16:creationId xmlns:a16="http://schemas.microsoft.com/office/drawing/2014/main" id="{A088568F-8112-80E9-0EC8-C1302BFFA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01625"/>
            <a:ext cx="6048375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en-US">
                <a:solidFill>
                  <a:srgbClr val="F8A6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*</a:t>
            </a:r>
            <a:r>
              <a:rPr lang="en-US" altLang="zh-CN">
                <a:solidFill>
                  <a:srgbClr val="F8A6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lang="zh-CN" altLang="en-US">
                <a:solidFill>
                  <a:srgbClr val="F8A6A6"/>
                </a:solidFill>
                <a:latin typeface="幼圆" panose="02010509060101010101" pitchFamily="49" charset="-122"/>
                <a:ea typeface="宋体" panose="02010600030101010101" pitchFamily="2" charset="-122"/>
              </a:rPr>
              <a:t>电介质</a:t>
            </a:r>
            <a:r>
              <a:rPr lang="zh-CN" altLang="en-US">
                <a:solidFill>
                  <a:srgbClr val="F8A6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的分类</a:t>
            </a:r>
          </a:p>
        </p:txBody>
      </p:sp>
      <p:sp>
        <p:nvSpPr>
          <p:cNvPr id="816138" name="Rectangle 10">
            <a:extLst>
              <a:ext uri="{FF2B5EF4-FFF2-40B4-BE49-F238E27FC236}">
                <a16:creationId xmlns:a16="http://schemas.microsoft.com/office/drawing/2014/main" id="{D80BF13F-0EBE-E144-DC50-67DF697E5B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36613"/>
            <a:ext cx="7921625" cy="602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zh-CN" altLang="en-US">
                <a:latin typeface="楷体_GB2312" pitchFamily="49" charset="-122"/>
              </a:rPr>
              <a:t>线性电介质</a:t>
            </a:r>
            <a:r>
              <a:rPr lang="en-US" altLang="zh-CN">
                <a:latin typeface="楷体_GB2312" pitchFamily="49" charset="-122"/>
              </a:rPr>
              <a:t>: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/>
              <a:t>       非线性电介质：介电常数</a:t>
            </a:r>
            <a:r>
              <a:rPr lang="zh-CN" altLang="en-US">
                <a:sym typeface="Symbol" panose="05050102010706020507" pitchFamily="18" charset="2"/>
              </a:rPr>
              <a:t></a:t>
            </a:r>
            <a:r>
              <a:rPr lang="zh-CN" altLang="en-US"/>
              <a:t>与</a:t>
            </a:r>
            <a:r>
              <a:rPr lang="en-US" altLang="zh-CN" u="sng"/>
              <a:t>E</a:t>
            </a:r>
            <a:r>
              <a:rPr lang="zh-CN" altLang="en-US" u="sng"/>
              <a:t>的大小</a:t>
            </a:r>
            <a:r>
              <a:rPr lang="zh-CN" altLang="en-US"/>
              <a:t>有关。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zh-CN" altLang="en-US"/>
              <a:t>均匀电介质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/>
              <a:t>       非均匀电介质：介电常数是</a:t>
            </a:r>
            <a:r>
              <a:rPr lang="zh-CN" altLang="en-US" u="sng"/>
              <a:t>空间位置</a:t>
            </a:r>
            <a:r>
              <a:rPr lang="zh-CN" altLang="en-US"/>
              <a:t>的函数。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zh-CN" altLang="en-US"/>
              <a:t>各向同性电介质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/>
              <a:t>       各向异性电介质：介电常数是矢量，与</a:t>
            </a:r>
            <a:r>
              <a:rPr lang="en-US" altLang="zh-CN" u="sng"/>
              <a:t>E</a:t>
            </a:r>
            <a:r>
              <a:rPr lang="zh-CN" altLang="en-US" u="sng"/>
              <a:t>的方向</a:t>
            </a:r>
            <a:r>
              <a:rPr lang="zh-CN" altLang="en-US"/>
              <a:t>有关。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zh-CN" altLang="en-US"/>
              <a:t>时变电介质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/>
              <a:t>       时不变电介质：介电常数是</a:t>
            </a:r>
            <a:r>
              <a:rPr lang="zh-CN" altLang="en-US" u="sng"/>
              <a:t>时间</a:t>
            </a:r>
            <a:r>
              <a:rPr lang="zh-CN" altLang="en-US"/>
              <a:t>的函数。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  <a:buFontTx/>
              <a:buChar char="•"/>
            </a:pPr>
            <a:r>
              <a:rPr lang="zh-CN" altLang="en-US"/>
              <a:t>确定性电介质</a:t>
            </a:r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zh-CN" altLang="en-US"/>
              <a:t>       随机电介质</a:t>
            </a:r>
            <a:endParaRPr lang="en-US" altLang="zh-CN"/>
          </a:p>
        </p:txBody>
      </p:sp>
      <p:graphicFrame>
        <p:nvGraphicFramePr>
          <p:cNvPr id="484429" name="Object 1101">
            <a:extLst>
              <a:ext uri="{FF2B5EF4-FFF2-40B4-BE49-F238E27FC236}">
                <a16:creationId xmlns:a16="http://schemas.microsoft.com/office/drawing/2014/main" id="{483A1462-415F-149A-03A4-78643173D2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5963" y="476250"/>
          <a:ext cx="3254375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25442" imgH="355785" progId="Equation.3">
                  <p:embed/>
                </p:oleObj>
              </mc:Choice>
              <mc:Fallback>
                <p:oleObj r:id="rId4" imgW="1225442" imgH="355785" progId="Equation.3">
                  <p:embed/>
                  <p:pic>
                    <p:nvPicPr>
                      <p:cNvPr id="0" name="Object 1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76250"/>
                        <a:ext cx="3254375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08" name="Object 28">
            <a:extLst>
              <a:ext uri="{FF2B5EF4-FFF2-40B4-BE49-F238E27FC236}">
                <a16:creationId xmlns:a16="http://schemas.microsoft.com/office/drawing/2014/main" id="{21373DBB-D8DC-9F53-5437-A792CE268D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925513"/>
          <a:ext cx="1727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15842" imgH="152539" progId="Equation.3">
                  <p:embed/>
                </p:oleObj>
              </mc:Choice>
              <mc:Fallback>
                <p:oleObj r:id="rId6" imgW="615842" imgH="152539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925513"/>
                        <a:ext cx="1727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灯片编号占位符 3">
            <a:extLst>
              <a:ext uri="{FF2B5EF4-FFF2-40B4-BE49-F238E27FC236}">
                <a16:creationId xmlns:a16="http://schemas.microsoft.com/office/drawing/2014/main" id="{40E4D743-61BC-303F-64FB-AE5F7545904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AE2BCD0-C339-47B1-BEEC-FBE99E83E35F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36195" name="AutoShap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627960C-EBB1-60D2-639B-C95A1FF02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6196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D8B17BD-CB3D-257F-12F5-2B608B384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6197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CFF1819-B958-83FC-703C-91B09BB60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6198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E96FF225-6E2C-E3D2-7C9C-65138962C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136199" name="Object 6">
            <a:extLst>
              <a:ext uri="{FF2B5EF4-FFF2-40B4-BE49-F238E27FC236}">
                <a16:creationId xmlns:a16="http://schemas.microsoft.com/office/drawing/2014/main" id="{9645CE09-BD7A-2AF7-D83A-7A09FD1FC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1054100"/>
          <a:ext cx="35718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6148" imgH="133419" progId="Equation.DSMT4">
                  <p:embed/>
                </p:oleObj>
              </mc:Choice>
              <mc:Fallback>
                <p:oleObj r:id="rId4" imgW="76148" imgH="13341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1054100"/>
                        <a:ext cx="35718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991" name="Group 7">
            <a:extLst>
              <a:ext uri="{FF2B5EF4-FFF2-40B4-BE49-F238E27FC236}">
                <a16:creationId xmlns:a16="http://schemas.microsoft.com/office/drawing/2014/main" id="{7C03973C-9579-D6C5-EB83-BBDECD4EF49E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089025"/>
          <a:ext cx="8353425" cy="5303838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电介质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电介质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6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空气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聚苯乙烯泡沫塑料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干燥木头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石蜡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胶合板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聚乙烯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聚苯乙烯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PVC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琥珀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橡胶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纸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有机玻璃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干燥沙质土壤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1.0006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1.03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2~4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2.1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2.1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2.26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2.6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2.7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3.4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3.4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尼龙（固态）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石英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胶木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铅玻璃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云母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氯丁橡胶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大理石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硅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酒精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甘油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蒸馏水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二氧化钛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钛酸钡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3.8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50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81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89~173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1200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6217" name="Object 24">
            <a:extLst>
              <a:ext uri="{FF2B5EF4-FFF2-40B4-BE49-F238E27FC236}">
                <a16:creationId xmlns:a16="http://schemas.microsoft.com/office/drawing/2014/main" id="{97522C8F-571B-DD47-BDFF-2183234C6D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5113" y="1052513"/>
          <a:ext cx="3571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76148" imgH="133419" progId="Equation.DSMT4">
                  <p:embed/>
                </p:oleObj>
              </mc:Choice>
              <mc:Fallback>
                <p:oleObj r:id="rId6" imgW="76148" imgH="13341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1052513"/>
                        <a:ext cx="357187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218" name="Rectangle 25">
            <a:extLst>
              <a:ext uri="{FF2B5EF4-FFF2-40B4-BE49-F238E27FC236}">
                <a16:creationId xmlns:a16="http://schemas.microsoft.com/office/drawing/2014/main" id="{6122E983-CAF4-11C0-8F9E-C0EBFF2B5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938" y="504825"/>
            <a:ext cx="648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000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2.4.1  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部分电介质的相对介电常数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灯片编号占位符 2">
            <a:extLst>
              <a:ext uri="{FF2B5EF4-FFF2-40B4-BE49-F238E27FC236}">
                <a16:creationId xmlns:a16="http://schemas.microsoft.com/office/drawing/2014/main" id="{C090A13E-067D-70B1-0005-58CC06682DD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877050" y="65088"/>
            <a:ext cx="2133600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/>
            <a:fld id="{895815D1-9FEF-4809-ABD1-46020809A127}" type="slidenum">
              <a:rPr lang="en-US"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 algn="r" eaLnBrk="1" hangingPunct="1"/>
              <a:t>22</a:t>
            </a:fld>
            <a:endParaRPr lang="en-US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714754" name="Text Box 2">
            <a:extLst>
              <a:ext uri="{FF2B5EF4-FFF2-40B4-BE49-F238E27FC236}">
                <a16:creationId xmlns:a16="http://schemas.microsoft.com/office/drawing/2014/main" id="{27E10B3D-B08B-D418-BEE6-C7F3A1EB9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33375"/>
            <a:ext cx="8856663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>
                <a:solidFill>
                  <a:srgbClr val="FF33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例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</a:rPr>
              <a:t>2.4.1】</a:t>
            </a:r>
            <a:r>
              <a:rPr lang="zh-CN" altLang="en-US"/>
              <a:t>已知球体均匀带电</a:t>
            </a:r>
            <a:r>
              <a:rPr lang="en-US" altLang="zh-CN"/>
              <a:t>q</a:t>
            </a:r>
            <a:r>
              <a:rPr lang="zh-CN" altLang="en-US"/>
              <a:t>，求多层介质球的场。</a:t>
            </a:r>
          </a:p>
        </p:txBody>
      </p:sp>
      <p:sp>
        <p:nvSpPr>
          <p:cNvPr id="138244" name="AutoShape 4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2FE6F7A-5BDF-C6DF-20C6-FB4F409F1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8245" name="AutoShape 4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F8F3DE5-B5BE-90A1-F07E-B858A8D70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8246" name="AutoShape 4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F75C3FA-24BF-94C7-82E9-C4B3C2039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38247" name="AutoShape 4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1B1AF82-C142-8D4A-FED0-E7CFBACFC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03548" name="Rectangle 92">
            <a:extLst>
              <a:ext uri="{FF2B5EF4-FFF2-40B4-BE49-F238E27FC236}">
                <a16:creationId xmlns:a16="http://schemas.microsoft.com/office/drawing/2014/main" id="{82F2F384-98B6-A128-3B69-B3D97A812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1500188"/>
            <a:ext cx="622617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&lt;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分析</a:t>
            </a: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&gt;</a:t>
            </a:r>
            <a:endParaRPr lang="en-US" altLang="zh-CN">
              <a:solidFill>
                <a:srgbClr val="FF9900"/>
              </a:solidFill>
              <a:latin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楷体_GB2312" pitchFamily="49" charset="-122"/>
              </a:rPr>
              <a:t>欲求解</a:t>
            </a:r>
            <a:r>
              <a:rPr lang="zh-CN" altLang="en-US" u="sng">
                <a:solidFill>
                  <a:srgbClr val="F8A6A6"/>
                </a:solidFill>
              </a:rPr>
              <a:t>呈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球对称分布</a:t>
            </a:r>
            <a:r>
              <a:rPr lang="zh-CN" altLang="en-US">
                <a:latin typeface="楷体_GB2312" pitchFamily="49" charset="-122"/>
              </a:rPr>
              <a:t>的</a:t>
            </a:r>
            <a:r>
              <a:rPr lang="zh-CN" altLang="en-US" u="sng">
                <a:solidFill>
                  <a:srgbClr val="F8A6A6"/>
                </a:solidFill>
                <a:latin typeface="楷体_GB2312" pitchFamily="49" charset="-122"/>
              </a:rPr>
              <a:t>体电荷</a:t>
            </a:r>
            <a:r>
              <a:rPr lang="zh-CN" altLang="en-US">
                <a:latin typeface="楷体_GB2312" pitchFamily="49" charset="-122"/>
              </a:rPr>
              <a:t>产生的电场。</a:t>
            </a:r>
          </a:p>
        </p:txBody>
      </p:sp>
      <p:sp>
        <p:nvSpPr>
          <p:cNvPr id="15" name="Rectangle 92">
            <a:extLst>
              <a:ext uri="{FF2B5EF4-FFF2-40B4-BE49-F238E27FC236}">
                <a16:creationId xmlns:a16="http://schemas.microsoft.com/office/drawing/2014/main" id="{DF80BF55-94D4-221B-B3FC-33F3CC87C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924175"/>
            <a:ext cx="91948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&lt;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</a:rPr>
              <a:t>思考</a:t>
            </a:r>
            <a:r>
              <a:rPr lang="en-US" altLang="zh-CN">
                <a:solidFill>
                  <a:srgbClr val="FF0000"/>
                </a:solidFill>
                <a:latin typeface="楷体_GB2312" pitchFamily="49" charset="-122"/>
              </a:rPr>
              <a:t>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zh-CN"/>
              <a:t>源分布</a:t>
            </a:r>
            <a:r>
              <a:rPr lang="zh-CN" altLang="en-US"/>
              <a:t>和场分布</a:t>
            </a:r>
            <a:r>
              <a:rPr lang="zh-CN" altLang="zh-CN"/>
              <a:t>具有什么特性？</a:t>
            </a:r>
            <a:endParaRPr lang="zh-CN" altLang="en-US"/>
          </a:p>
          <a:p>
            <a:r>
              <a:rPr lang="zh-CN" altLang="en-US">
                <a:solidFill>
                  <a:srgbClr val="FFC000"/>
                </a:solidFill>
              </a:rPr>
              <a:t>  （球对称）</a:t>
            </a:r>
            <a:endParaRPr lang="zh-CN" altLang="en-US"/>
          </a:p>
          <a:p>
            <a:endParaRPr lang="zh-CN" altLang="zh-CN">
              <a:solidFill>
                <a:srgbClr val="FFC000"/>
              </a:solidFill>
            </a:endParaRPr>
          </a:p>
        </p:txBody>
      </p:sp>
      <p:sp>
        <p:nvSpPr>
          <p:cNvPr id="16" name="Rectangle 92">
            <a:extLst>
              <a:ext uri="{FF2B5EF4-FFF2-40B4-BE49-F238E27FC236}">
                <a16:creationId xmlns:a16="http://schemas.microsoft.com/office/drawing/2014/main" id="{415743E6-8F25-2689-A7E3-B750D9ACA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05263"/>
            <a:ext cx="74168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坐标系</a:t>
            </a:r>
            <a:r>
              <a:rPr lang="zh-CN" altLang="zh-CN"/>
              <a:t>如何选取</a:t>
            </a:r>
            <a:r>
              <a:rPr lang="zh-CN" altLang="en-US"/>
              <a:t>？</a:t>
            </a:r>
          </a:p>
          <a:p>
            <a:r>
              <a:rPr lang="zh-CN" altLang="en-US">
                <a:solidFill>
                  <a:srgbClr val="FFC000"/>
                </a:solidFill>
              </a:rPr>
              <a:t>（球坐标系）</a:t>
            </a:r>
            <a:endParaRPr lang="en-US" altLang="zh-CN">
              <a:solidFill>
                <a:srgbClr val="FFC000"/>
              </a:solidFill>
            </a:endParaRPr>
          </a:p>
        </p:txBody>
      </p:sp>
      <p:pic>
        <p:nvPicPr>
          <p:cNvPr id="289804" name="Picture 12">
            <a:extLst>
              <a:ext uri="{FF2B5EF4-FFF2-40B4-BE49-F238E27FC236}">
                <a16:creationId xmlns:a16="http://schemas.microsoft.com/office/drawing/2014/main" id="{F75832AB-3961-706F-0577-50C3B95C7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9563" y="920750"/>
            <a:ext cx="2233612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92">
            <a:extLst>
              <a:ext uri="{FF2B5EF4-FFF2-40B4-BE49-F238E27FC236}">
                <a16:creationId xmlns:a16="http://schemas.microsoft.com/office/drawing/2014/main" id="{9E171A2A-195B-CA59-2A8A-30271B279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5300663"/>
            <a:ext cx="74168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电场方向？</a:t>
            </a:r>
            <a:r>
              <a:rPr lang="zh-CN" altLang="en-US">
                <a:solidFill>
                  <a:srgbClr val="FFC000"/>
                </a:solidFill>
              </a:rPr>
              <a:t>（球径方向）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高斯面？</a:t>
            </a:r>
            <a:r>
              <a:rPr lang="zh-CN" altLang="en-US">
                <a:solidFill>
                  <a:srgbClr val="FFC000"/>
                </a:solidFill>
              </a:rPr>
              <a:t>（闭合球面）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/>
              <a:t>高斯面的法向</a:t>
            </a:r>
            <a:r>
              <a:rPr lang="zh-CN" altLang="zh-CN"/>
              <a:t>？</a:t>
            </a:r>
            <a:r>
              <a:rPr lang="zh-CN" altLang="zh-CN">
                <a:solidFill>
                  <a:srgbClr val="FFC000"/>
                </a:solidFill>
              </a:rPr>
              <a:t>（球径方向）</a:t>
            </a:r>
            <a:endParaRPr lang="en-US" altLang="zh-CN">
              <a:solidFill>
                <a:srgbClr val="FFC000"/>
              </a:solidFill>
            </a:endParaRPr>
          </a:p>
        </p:txBody>
      </p:sp>
      <p:sp>
        <p:nvSpPr>
          <p:cNvPr id="3" name="Rectangle 92">
            <a:extLst>
              <a:ext uri="{FF2B5EF4-FFF2-40B4-BE49-F238E27FC236}">
                <a16:creationId xmlns:a16="http://schemas.microsoft.com/office/drawing/2014/main" id="{BA3D84CD-A5FF-88AD-0D2B-7D5483DA4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981075"/>
            <a:ext cx="2303463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9900"/>
                </a:solidFill>
                <a:latin typeface="楷体_GB2312" pitchFamily="49" charset="-122"/>
              </a:rPr>
              <a:t>（体分布电荷）</a:t>
            </a:r>
            <a:endParaRPr lang="zh-CN" altLang="en-US" b="0">
              <a:solidFill>
                <a:srgbClr val="FF9900"/>
              </a:solidFill>
              <a:latin typeface="楷体_GB2312" pitchFamily="49" charset="-122"/>
            </a:endParaRPr>
          </a:p>
        </p:txBody>
      </p:sp>
      <p:pic>
        <p:nvPicPr>
          <p:cNvPr id="138254" name="Picture 15">
            <a:extLst>
              <a:ext uri="{FF2B5EF4-FFF2-40B4-BE49-F238E27FC236}">
                <a16:creationId xmlns:a16="http://schemas.microsoft.com/office/drawing/2014/main" id="{7586A066-77ED-7D42-5593-F942A49C22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313" y="3068638"/>
            <a:ext cx="2960687" cy="342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灯片编号占位符 2">
            <a:extLst>
              <a:ext uri="{FF2B5EF4-FFF2-40B4-BE49-F238E27FC236}">
                <a16:creationId xmlns:a16="http://schemas.microsoft.com/office/drawing/2014/main" id="{8E7C2127-36C3-3164-20A5-876AECE789D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9D2C8C1D-1A3E-40CF-A6A7-343AD087A90D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23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0291" name="AutoShape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1CB53E5-739D-FBD7-7B97-99FBE807D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0292" name="AutoShape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BAF1E47-14F6-2802-A64E-5A699BE63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0293" name="AutoShap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85E632E-DF8F-85E0-B20D-35DF4E763E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0294" name="AutoShape 6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6709F5E2-00B1-C48D-C903-74160AB46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913415" name="Object 7">
            <a:extLst>
              <a:ext uri="{FF2B5EF4-FFF2-40B4-BE49-F238E27FC236}">
                <a16:creationId xmlns:a16="http://schemas.microsoft.com/office/drawing/2014/main" id="{3ED1D635-E7A2-7689-1277-AA73B88236FC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0" y="1144588"/>
          <a:ext cx="9220200" cy="466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16376" imgH="1511254" progId="Equation.3">
                  <p:embed/>
                </p:oleObj>
              </mc:Choice>
              <mc:Fallback>
                <p:oleObj r:id="rId3" imgW="3016376" imgH="1511254" progId="Equation.3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144588"/>
                        <a:ext cx="9220200" cy="466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3416" name="Text Box 8">
            <a:extLst>
              <a:ext uri="{FF2B5EF4-FFF2-40B4-BE49-F238E27FC236}">
                <a16:creationId xmlns:a16="http://schemas.microsoft.com/office/drawing/2014/main" id="{DEA12E58-0EFE-D52C-CC92-F849655C3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549275"/>
            <a:ext cx="1081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【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解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</a:rPr>
              <a:t>】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pic>
        <p:nvPicPr>
          <p:cNvPr id="140297" name="Picture 13">
            <a:extLst>
              <a:ext uri="{FF2B5EF4-FFF2-40B4-BE49-F238E27FC236}">
                <a16:creationId xmlns:a16="http://schemas.microsoft.com/office/drawing/2014/main" id="{E72A5882-FC68-FF59-BE5D-C4D691291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313" y="3463925"/>
            <a:ext cx="2960687" cy="342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Box 8">
            <a:extLst>
              <a:ext uri="{FF2B5EF4-FFF2-40B4-BE49-F238E27FC236}">
                <a16:creationId xmlns:a16="http://schemas.microsoft.com/office/drawing/2014/main" id="{6D5DE0F3-C4B2-E6F2-65AB-01A832FAD1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813" y="1844675"/>
            <a:ext cx="3527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球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体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内部</a:t>
            </a:r>
            <a:r>
              <a:rPr lang="zh-CN" altLang="en-US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←→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高斯面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endParaRPr lang="en-US" altLang="zh-CN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70C86E3F-B76C-11D4-B8FF-C9CC376EA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3213100"/>
            <a:ext cx="3384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球</a:t>
            </a:r>
            <a:r>
              <a:rPr lang="zh-CN" altLang="en-US" sz="2800">
                <a:solidFill>
                  <a:srgbClr val="00FF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壳</a:t>
            </a:r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内部</a:t>
            </a:r>
            <a:r>
              <a:rPr lang="zh-CN" altLang="en-US">
                <a:solidFill>
                  <a:srgbClr val="00FF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←→</a:t>
            </a:r>
            <a:r>
              <a:rPr lang="zh-CN" altLang="en-US">
                <a:solidFill>
                  <a:srgbClr val="00FF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高斯面</a:t>
            </a:r>
            <a:r>
              <a:rPr lang="en-US" altLang="zh-CN">
                <a:solidFill>
                  <a:srgbClr val="00FF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endParaRPr lang="en-US" altLang="zh-CN">
              <a:solidFill>
                <a:srgbClr val="00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4A8274D0-037B-E3A3-0971-08653A3C8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4494213"/>
            <a:ext cx="3384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66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球壳</a:t>
            </a:r>
            <a:r>
              <a:rPr lang="zh-CN" altLang="en-US" sz="2800">
                <a:solidFill>
                  <a:srgbClr val="FF66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外</a:t>
            </a:r>
            <a:r>
              <a:rPr lang="zh-CN" altLang="en-US">
                <a:solidFill>
                  <a:srgbClr val="FF66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←→</a:t>
            </a:r>
            <a:r>
              <a:rPr lang="zh-CN" altLang="en-US">
                <a:solidFill>
                  <a:srgbClr val="FF66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高斯面</a:t>
            </a:r>
            <a:r>
              <a:rPr lang="en-US" altLang="zh-CN">
                <a:solidFill>
                  <a:srgbClr val="FF66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endParaRPr lang="en-US" altLang="zh-CN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0301" name="Rectangle 18">
            <a:extLst>
              <a:ext uri="{FF2B5EF4-FFF2-40B4-BE49-F238E27FC236}">
                <a16:creationId xmlns:a16="http://schemas.microsoft.com/office/drawing/2014/main" id="{D1ED7059-D084-E56D-E22A-6D4A3722F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5949950"/>
            <a:ext cx="5145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r>
              <a:rPr lang="zh-CN" altLang="en-US">
                <a:solidFill>
                  <a:srgbClr val="FF9933"/>
                </a:solidFill>
              </a:rPr>
              <a:t>相关例题；</a:t>
            </a:r>
            <a:r>
              <a:rPr lang="en-US" altLang="zh-CN">
                <a:solidFill>
                  <a:srgbClr val="FF9933"/>
                </a:solidFill>
              </a:rPr>
              <a:t>【</a:t>
            </a:r>
            <a:r>
              <a:rPr lang="zh-CN" altLang="en-US">
                <a:solidFill>
                  <a:srgbClr val="FF9933"/>
                </a:solidFill>
              </a:rPr>
              <a:t>例</a:t>
            </a:r>
            <a:r>
              <a:rPr lang="en-US" altLang="zh-CN">
                <a:solidFill>
                  <a:srgbClr val="FF9933"/>
                </a:solidFill>
              </a:rPr>
              <a:t>2.2.3 】 </a:t>
            </a:r>
            <a:r>
              <a:rPr lang="en-US" altLang="zh-CN">
                <a:solidFill>
                  <a:schemeClr val="bg2"/>
                </a:solidFill>
              </a:rPr>
              <a:t>【</a:t>
            </a:r>
            <a:r>
              <a:rPr lang="zh-CN" altLang="en-US">
                <a:solidFill>
                  <a:schemeClr val="bg2"/>
                </a:solidFill>
              </a:rPr>
              <a:t>例</a:t>
            </a:r>
            <a:r>
              <a:rPr lang="en-US" altLang="zh-CN">
                <a:solidFill>
                  <a:schemeClr val="bg2"/>
                </a:solidFill>
              </a:rPr>
              <a:t>2.4.1 】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灯片编号占位符 4">
            <a:extLst>
              <a:ext uri="{FF2B5EF4-FFF2-40B4-BE49-F238E27FC236}">
                <a16:creationId xmlns:a16="http://schemas.microsoft.com/office/drawing/2014/main" id="{5589EE42-36A2-6822-F434-AF7F94BE47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0D3CB1CB-20DA-4ABE-B148-F869613C62E3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24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11010" name="Rectangle 2">
            <a:extLst>
              <a:ext uri="{FF2B5EF4-FFF2-40B4-BE49-F238E27FC236}">
                <a16:creationId xmlns:a16="http://schemas.microsoft.com/office/drawing/2014/main" id="{0CBFE2F9-371F-809A-87B0-C8663F1A9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351184"/>
            <a:ext cx="558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800" dirty="0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小   结</a:t>
            </a:r>
            <a:endParaRPr lang="zh-CN" altLang="en-US" sz="2800" b="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D97AB918-133B-E6A4-AD8E-8C3D02BBECD4}"/>
              </a:ext>
            </a:extLst>
          </p:cNvPr>
          <p:cNvGrpSpPr>
            <a:grpSpLocks/>
          </p:cNvGrpSpPr>
          <p:nvPr/>
        </p:nvGrpSpPr>
        <p:grpSpPr bwMode="auto">
          <a:xfrm>
            <a:off x="1125757" y="1376215"/>
            <a:ext cx="4032250" cy="1087438"/>
            <a:chOff x="567" y="3294"/>
            <a:chExt cx="2540" cy="685"/>
          </a:xfrm>
        </p:grpSpPr>
        <p:graphicFrame>
          <p:nvGraphicFramePr>
            <p:cNvPr id="141344" name="Object 4">
              <a:extLst>
                <a:ext uri="{FF2B5EF4-FFF2-40B4-BE49-F238E27FC236}">
                  <a16:creationId xmlns:a16="http://schemas.microsoft.com/office/drawing/2014/main" id="{090015D0-CC64-4B40-11FE-2E66BD7FC02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7" y="3294"/>
            <a:ext cx="1044" cy="6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533452" imgH="374488" progId="Equation.DSMT4">
                    <p:embed/>
                  </p:oleObj>
                </mc:Choice>
                <mc:Fallback>
                  <p:oleObj r:id="rId2" imgW="533452" imgH="374488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3294"/>
                          <a:ext cx="1044" cy="6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345" name="Rectangle 5">
              <a:extLst>
                <a:ext uri="{FF2B5EF4-FFF2-40B4-BE49-F238E27FC236}">
                  <a16:creationId xmlns:a16="http://schemas.microsoft.com/office/drawing/2014/main" id="{70A35F28-C0A6-CC7A-0C32-D6AF8D909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3475"/>
              <a:ext cx="16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zh-CN" altLang="en-US">
                  <a:latin typeface="楷体_GB2312" pitchFamily="49" charset="-122"/>
                </a:rPr>
                <a:t>（微分形式），</a:t>
              </a:r>
              <a:r>
                <a:rPr lang="zh-CN" altLang="en-US" b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141319" name="AutoShape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0522403-40B5-A4D4-C20E-64E791A14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1320" name="AutoShape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7A2B0E5-2BAE-ABAE-0093-001BADB84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1321" name="AutoShape 1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059BF90-EADA-B59F-4938-7A383EE39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1322" name="AutoShape 1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DB8751F-10E1-8E96-4D89-81AAD1629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E0D4E390-049A-2FCE-F2CF-CA17AEAB3197}"/>
              </a:ext>
            </a:extLst>
          </p:cNvPr>
          <p:cNvGrpSpPr>
            <a:grpSpLocks/>
          </p:cNvGrpSpPr>
          <p:nvPr/>
        </p:nvGrpSpPr>
        <p:grpSpPr bwMode="auto">
          <a:xfrm>
            <a:off x="511176" y="3978621"/>
            <a:ext cx="7477125" cy="601663"/>
            <a:chOff x="322" y="2631"/>
            <a:chExt cx="4710" cy="379"/>
          </a:xfrm>
        </p:grpSpPr>
        <p:graphicFrame>
          <p:nvGraphicFramePr>
            <p:cNvPr id="141340" name="Object 19">
              <a:extLst>
                <a:ext uri="{FF2B5EF4-FFF2-40B4-BE49-F238E27FC236}">
                  <a16:creationId xmlns:a16="http://schemas.microsoft.com/office/drawing/2014/main" id="{010DB0B7-8817-60D7-78CE-F37C16B18ED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2932031"/>
                </p:ext>
              </p:extLst>
            </p:nvPr>
          </p:nvGraphicFramePr>
          <p:xfrm>
            <a:off x="4039" y="2631"/>
            <a:ext cx="993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533452" imgH="171658" progId="Equation.DSMT4">
                    <p:embed/>
                  </p:oleObj>
                </mc:Choice>
                <mc:Fallback>
                  <p:oleObj r:id="rId5" imgW="533452" imgH="171658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9" y="2631"/>
                          <a:ext cx="993" cy="3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341" name="Object 20">
              <a:extLst>
                <a:ext uri="{FF2B5EF4-FFF2-40B4-BE49-F238E27FC236}">
                  <a16:creationId xmlns:a16="http://schemas.microsoft.com/office/drawing/2014/main" id="{FC6608F1-BDB1-50AC-749B-9906D904F7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8637037"/>
                </p:ext>
              </p:extLst>
            </p:nvPr>
          </p:nvGraphicFramePr>
          <p:xfrm>
            <a:off x="2874" y="2666"/>
            <a:ext cx="889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65076" imgH="171658" progId="Equation.DSMT4">
                    <p:embed/>
                  </p:oleObj>
                </mc:Choice>
                <mc:Fallback>
                  <p:oleObj r:id="rId7" imgW="565076" imgH="171658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4" y="2666"/>
                          <a:ext cx="889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342" name="Rectangle 21">
              <a:extLst>
                <a:ext uri="{FF2B5EF4-FFF2-40B4-BE49-F238E27FC236}">
                  <a16:creationId xmlns:a16="http://schemas.microsoft.com/office/drawing/2014/main" id="{17EE3E4A-9578-AD21-8FF5-1CF835D1C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" y="2674"/>
              <a:ext cx="3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电介质中的极化电荷密度</a:t>
              </a:r>
            </a:p>
          </p:txBody>
        </p:sp>
        <p:sp>
          <p:nvSpPr>
            <p:cNvPr id="141343" name="Oval 22">
              <a:extLst>
                <a:ext uri="{FF2B5EF4-FFF2-40B4-BE49-F238E27FC236}">
                  <a16:creationId xmlns:a16="http://schemas.microsoft.com/office/drawing/2014/main" id="{D256A88F-1B66-B080-2F77-7CDD78FBEF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2" y="2775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5" name="Group 23">
            <a:extLst>
              <a:ext uri="{FF2B5EF4-FFF2-40B4-BE49-F238E27FC236}">
                <a16:creationId xmlns:a16="http://schemas.microsoft.com/office/drawing/2014/main" id="{BB5187A6-43FD-AEC4-9142-1B447AC3BEC3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863947"/>
            <a:ext cx="4751388" cy="457200"/>
            <a:chOff x="340" y="709"/>
            <a:chExt cx="2993" cy="288"/>
          </a:xfrm>
        </p:grpSpPr>
        <p:sp>
          <p:nvSpPr>
            <p:cNvPr id="141338" name="Rectangle 24">
              <a:extLst>
                <a:ext uri="{FF2B5EF4-FFF2-40B4-BE49-F238E27FC236}">
                  <a16:creationId xmlns:a16="http://schemas.microsoft.com/office/drawing/2014/main" id="{3846BDAC-9317-06B2-12B2-1A489E4B2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709"/>
              <a:ext cx="28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电介质中静电场的基本方程</a:t>
              </a:r>
            </a:p>
          </p:txBody>
        </p:sp>
        <p:sp>
          <p:nvSpPr>
            <p:cNvPr id="141339" name="Oval 25">
              <a:extLst>
                <a:ext uri="{FF2B5EF4-FFF2-40B4-BE49-F238E27FC236}">
                  <a16:creationId xmlns:a16="http://schemas.microsoft.com/office/drawing/2014/main" id="{EE123DE7-65A7-5074-8153-2ACA0F3BE27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6" name="Group 26">
            <a:extLst>
              <a:ext uri="{FF2B5EF4-FFF2-40B4-BE49-F238E27FC236}">
                <a16:creationId xmlns:a16="http://schemas.microsoft.com/office/drawing/2014/main" id="{36566313-C623-EFDA-E4E9-41753BA0C214}"/>
              </a:ext>
            </a:extLst>
          </p:cNvPr>
          <p:cNvGrpSpPr>
            <a:grpSpLocks/>
          </p:cNvGrpSpPr>
          <p:nvPr/>
        </p:nvGrpSpPr>
        <p:grpSpPr bwMode="auto">
          <a:xfrm>
            <a:off x="517526" y="3324571"/>
            <a:ext cx="7615238" cy="779463"/>
            <a:chOff x="326" y="2219"/>
            <a:chExt cx="4797" cy="491"/>
          </a:xfrm>
        </p:grpSpPr>
        <p:sp>
          <p:nvSpPr>
            <p:cNvPr id="141335" name="Rectangle 27">
              <a:extLst>
                <a:ext uri="{FF2B5EF4-FFF2-40B4-BE49-F238E27FC236}">
                  <a16:creationId xmlns:a16="http://schemas.microsoft.com/office/drawing/2014/main" id="{487A3812-21B5-0152-4176-CE0125620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" y="2316"/>
              <a:ext cx="3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/>
                <a:t>极化强度矢量</a:t>
              </a:r>
            </a:p>
          </p:txBody>
        </p:sp>
        <p:graphicFrame>
          <p:nvGraphicFramePr>
            <p:cNvPr id="141336" name="Object 28">
              <a:extLst>
                <a:ext uri="{FF2B5EF4-FFF2-40B4-BE49-F238E27FC236}">
                  <a16:creationId xmlns:a16="http://schemas.microsoft.com/office/drawing/2014/main" id="{29A113AB-0086-8DDB-E7A8-A06CFDE1344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6195563"/>
                </p:ext>
              </p:extLst>
            </p:nvPr>
          </p:nvGraphicFramePr>
          <p:xfrm>
            <a:off x="1965" y="2219"/>
            <a:ext cx="3158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847941" imgH="279308" progId="Equation.DSMT4">
                    <p:embed/>
                  </p:oleObj>
                </mc:Choice>
                <mc:Fallback>
                  <p:oleObj r:id="rId9" imgW="1847941" imgH="279308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65" y="2219"/>
                          <a:ext cx="3158" cy="4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337" name="Oval 29">
              <a:extLst>
                <a:ext uri="{FF2B5EF4-FFF2-40B4-BE49-F238E27FC236}">
                  <a16:creationId xmlns:a16="http://schemas.microsoft.com/office/drawing/2014/main" id="{88942121-B170-E4D6-9C54-F9A1831241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" y="2417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7" name="Group 35">
            <a:extLst>
              <a:ext uri="{FF2B5EF4-FFF2-40B4-BE49-F238E27FC236}">
                <a16:creationId xmlns:a16="http://schemas.microsoft.com/office/drawing/2014/main" id="{458D0F4C-5632-F50D-E1E3-7BD6E9ED11CE}"/>
              </a:ext>
            </a:extLst>
          </p:cNvPr>
          <p:cNvGrpSpPr>
            <a:grpSpLocks/>
          </p:cNvGrpSpPr>
          <p:nvPr/>
        </p:nvGrpSpPr>
        <p:grpSpPr bwMode="auto">
          <a:xfrm>
            <a:off x="534558" y="2803870"/>
            <a:ext cx="5400675" cy="457200"/>
            <a:chOff x="340" y="709"/>
            <a:chExt cx="2993" cy="288"/>
          </a:xfrm>
        </p:grpSpPr>
        <p:sp>
          <p:nvSpPr>
            <p:cNvPr id="141333" name="Rectangle 36">
              <a:extLst>
                <a:ext uri="{FF2B5EF4-FFF2-40B4-BE49-F238E27FC236}">
                  <a16:creationId xmlns:a16="http://schemas.microsoft.com/office/drawing/2014/main" id="{E5B3F73A-7FD8-9773-E341-845160ADC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709"/>
              <a:ext cx="28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/>
                <a:t>线性、各向同性电介质的本构关系</a:t>
              </a:r>
            </a:p>
          </p:txBody>
        </p:sp>
        <p:sp>
          <p:nvSpPr>
            <p:cNvPr id="141334" name="Oval 37">
              <a:extLst>
                <a:ext uri="{FF2B5EF4-FFF2-40B4-BE49-F238E27FC236}">
                  <a16:creationId xmlns:a16="http://schemas.microsoft.com/office/drawing/2014/main" id="{67F2CBD3-BDDC-E0CC-0FF5-445CA97969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40" y="79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811046" name="Object 38">
            <a:extLst>
              <a:ext uri="{FF2B5EF4-FFF2-40B4-BE49-F238E27FC236}">
                <a16:creationId xmlns:a16="http://schemas.microsoft.com/office/drawing/2014/main" id="{76947656-C055-0568-7CB0-E11AC2B43678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74246724"/>
              </p:ext>
            </p:extLst>
          </p:nvPr>
        </p:nvGraphicFramePr>
        <p:xfrm>
          <a:off x="2419350" y="3556347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8282" imgH="120535" progId="Equation.3">
                  <p:embed/>
                </p:oleObj>
              </mc:Choice>
              <mc:Fallback>
                <p:oleObj r:id="rId11" imgW="38282" imgH="120535" progId="Equation.3">
                  <p:embed/>
                  <p:pic>
                    <p:nvPicPr>
                      <p:cNvPr id="0" name="Object 3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9350" y="3556347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1049" name="Object 41">
            <a:extLst>
              <a:ext uri="{FF2B5EF4-FFF2-40B4-BE49-F238E27FC236}">
                <a16:creationId xmlns:a16="http://schemas.microsoft.com/office/drawing/2014/main" id="{09805954-504C-0C6E-3095-AEA2D7ABFC7C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3796870"/>
              </p:ext>
            </p:extLst>
          </p:nvPr>
        </p:nvGraphicFramePr>
        <p:xfrm>
          <a:off x="5646308" y="2816570"/>
          <a:ext cx="9366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49116" imgH="120535" progId="Equation.3">
                  <p:embed/>
                </p:oleObj>
              </mc:Choice>
              <mc:Fallback>
                <p:oleObj r:id="rId13" imgW="349116" imgH="120535" progId="Equation.3">
                  <p:embed/>
                  <p:pic>
                    <p:nvPicPr>
                      <p:cNvPr id="0" name="Object 4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6308" y="2816570"/>
                        <a:ext cx="9366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1053" name="Object 45">
            <a:extLst>
              <a:ext uri="{FF2B5EF4-FFF2-40B4-BE49-F238E27FC236}">
                <a16:creationId xmlns:a16="http://schemas.microsoft.com/office/drawing/2014/main" id="{F5FA4AB9-F6B5-2BAC-737E-AF3B7890BD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171253"/>
              </p:ext>
            </p:extLst>
          </p:nvPr>
        </p:nvGraphicFramePr>
        <p:xfrm>
          <a:off x="3526995" y="4485202"/>
          <a:ext cx="4238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600356" imgH="152539" progId="Equation.3">
                  <p:embed/>
                </p:oleObj>
              </mc:Choice>
              <mc:Fallback>
                <p:oleObj r:id="rId15" imgW="1600356" imgH="152539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995" y="4485202"/>
                        <a:ext cx="4238625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1">
            <a:extLst>
              <a:ext uri="{FF2B5EF4-FFF2-40B4-BE49-F238E27FC236}">
                <a16:creationId xmlns:a16="http://schemas.microsoft.com/office/drawing/2014/main" id="{E2F6A922-8392-E99D-BECC-568464D4CCD3}"/>
              </a:ext>
            </a:extLst>
          </p:cNvPr>
          <p:cNvGrpSpPr>
            <a:grpSpLocks/>
          </p:cNvGrpSpPr>
          <p:nvPr/>
        </p:nvGrpSpPr>
        <p:grpSpPr bwMode="auto">
          <a:xfrm>
            <a:off x="507570" y="4550291"/>
            <a:ext cx="4786312" cy="457200"/>
            <a:chOff x="252" y="750"/>
            <a:chExt cx="3015" cy="288"/>
          </a:xfrm>
        </p:grpSpPr>
        <p:sp>
          <p:nvSpPr>
            <p:cNvPr id="141331" name="Rectangle 52">
              <a:extLst>
                <a:ext uri="{FF2B5EF4-FFF2-40B4-BE49-F238E27FC236}">
                  <a16:creationId xmlns:a16="http://schemas.microsoft.com/office/drawing/2014/main" id="{61B862BF-41A0-1C2C-07CB-AC7FBA37A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" y="750"/>
              <a:ext cx="28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FFCC66"/>
                  </a:solidFill>
                </a:rPr>
                <a:t>真空：</a:t>
              </a:r>
              <a:r>
                <a:rPr lang="zh-CN" altLang="en-US" dirty="0"/>
                <a:t>无极化效应</a:t>
              </a:r>
            </a:p>
          </p:txBody>
        </p:sp>
        <p:sp>
          <p:nvSpPr>
            <p:cNvPr id="141332" name="Oval 53">
              <a:extLst>
                <a:ext uri="{FF2B5EF4-FFF2-40B4-BE49-F238E27FC236}">
                  <a16:creationId xmlns:a16="http://schemas.microsoft.com/office/drawing/2014/main" id="{325B0421-76A0-0096-7D5B-32799AB8AAC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2" y="82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8C31B07B-A565-2628-914F-1808EC14FE0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10358" y="1090386"/>
            <a:ext cx="3755533" cy="167554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C10AC81-1A41-B546-7F40-AFDFC4787A2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2924944"/>
            <a:ext cx="9144000" cy="39630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灯片编号占位符 4">
            <a:extLst>
              <a:ext uri="{FF2B5EF4-FFF2-40B4-BE49-F238E27FC236}">
                <a16:creationId xmlns:a16="http://schemas.microsoft.com/office/drawing/2014/main" id="{B7FCBE3C-2760-6908-FBBA-6B9B277CE74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4A8E024-0B4C-4475-8EC1-D25F714B5A97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25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0226" name="Rectangle 2">
            <a:extLst>
              <a:ext uri="{FF2B5EF4-FFF2-40B4-BE49-F238E27FC236}">
                <a16:creationId xmlns:a16="http://schemas.microsoft.com/office/drawing/2014/main" id="{51598B1B-9F29-48BD-98C5-98B31A850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04813"/>
            <a:ext cx="82073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>
                <a:latin typeface="Times New Roman" panose="02020603050405020304" pitchFamily="18" charset="0"/>
                <a:ea typeface="幼圆" panose="02010509060101010101" pitchFamily="49" charset="-122"/>
              </a:rPr>
              <a:t>2.4.2  </a:t>
            </a:r>
            <a:r>
              <a:rPr lang="zh-CN" altLang="en-US">
                <a:latin typeface="Times New Roman" panose="02020603050405020304" pitchFamily="18" charset="0"/>
                <a:ea typeface="幼圆" panose="02010509060101010101" pitchFamily="49" charset="-122"/>
              </a:rPr>
              <a:t>磁介质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的磁化  磁场强度</a:t>
            </a:r>
          </a:p>
        </p:txBody>
      </p:sp>
      <p:sp>
        <p:nvSpPr>
          <p:cNvPr id="820227" name="Rectangle 3">
            <a:extLst>
              <a:ext uri="{FF2B5EF4-FFF2-40B4-BE49-F238E27FC236}">
                <a16:creationId xmlns:a16="http://schemas.microsoft.com/office/drawing/2014/main" id="{10CA2126-A5AA-B534-EE20-C2F4F2074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125538"/>
            <a:ext cx="3494088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>
                <a:solidFill>
                  <a:srgbClr val="F8A6A6"/>
                </a:solidFill>
                <a:ea typeface="宋体" panose="02010600030101010101" pitchFamily="2" charset="-122"/>
              </a:rPr>
              <a:t>磁介质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的磁化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34F9306-36D1-05E4-F2F7-7D57FF6FAC2B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765175"/>
            <a:ext cx="3024187" cy="2447925"/>
            <a:chOff x="2290" y="754"/>
            <a:chExt cx="1905" cy="1542"/>
          </a:xfrm>
        </p:grpSpPr>
        <p:sp>
          <p:nvSpPr>
            <p:cNvPr id="142424" name="Rectangle 5">
              <a:extLst>
                <a:ext uri="{FF2B5EF4-FFF2-40B4-BE49-F238E27FC236}">
                  <a16:creationId xmlns:a16="http://schemas.microsoft.com/office/drawing/2014/main" id="{142DFD12-4D8D-7FB3-33EA-C564CD008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754"/>
              <a:ext cx="1905" cy="1542"/>
            </a:xfrm>
            <a:prstGeom prst="rect">
              <a:avLst/>
            </a:prstGeom>
            <a:solidFill>
              <a:srgbClr val="E9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42425" name="Text Box 6">
              <a:extLst>
                <a:ext uri="{FF2B5EF4-FFF2-40B4-BE49-F238E27FC236}">
                  <a16:creationId xmlns:a16="http://schemas.microsoft.com/office/drawing/2014/main" id="{3D785DAC-275C-8C4C-89E2-D94AD7567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2024"/>
              <a:ext cx="145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r>
                <a:rPr lang="zh-CN" altLang="en-US" sz="2000">
                  <a:solidFill>
                    <a:schemeClr val="tx1"/>
                  </a:solidFill>
                  <a:latin typeface="Times New Roman" panose="02020603050405020304" pitchFamily="18" charset="0"/>
                </a:rPr>
                <a:t>无外加磁场</a:t>
              </a:r>
              <a:endParaRPr lang="zh-CN" alt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142426" name="Group 7">
              <a:extLst>
                <a:ext uri="{FF2B5EF4-FFF2-40B4-BE49-F238E27FC236}">
                  <a16:creationId xmlns:a16="http://schemas.microsoft.com/office/drawing/2014/main" id="{07DCDBBF-E261-3B68-AA98-ED83AC25E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5" y="935"/>
              <a:ext cx="1434" cy="1044"/>
              <a:chOff x="385" y="2840"/>
              <a:chExt cx="1434" cy="1044"/>
            </a:xfrm>
          </p:grpSpPr>
          <p:sp>
            <p:nvSpPr>
              <p:cNvPr id="142427" name="Rectangle 8">
                <a:extLst>
                  <a:ext uri="{FF2B5EF4-FFF2-40B4-BE49-F238E27FC236}">
                    <a16:creationId xmlns:a16="http://schemas.microsoft.com/office/drawing/2014/main" id="{180A6AD2-2B0D-7A72-A3BB-6C6ED7401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" y="3203"/>
                <a:ext cx="1089" cy="681"/>
              </a:xfrm>
              <a:prstGeom prst="rect">
                <a:avLst/>
              </a:prstGeom>
              <a:solidFill>
                <a:srgbClr val="98D0D4">
                  <a:alpha val="98038"/>
                </a:srgbClr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801800" prstMaterial="legacyMatte">
                <a:bevelT w="13500" h="13500" prst="angle"/>
                <a:bevelB w="13500" h="13500" prst="angle"/>
                <a:extrusionClr>
                  <a:srgbClr val="98D0D4"/>
                </a:extrusionClr>
                <a:contourClr>
                  <a:srgbClr val="98D0D4"/>
                </a:contourClr>
              </a:sp3d>
            </p:spPr>
            <p:txBody>
              <a:bodyPr anchor="ctr">
                <a:spAutoFit/>
                <a:flatTx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42428" name="Group 9">
                <a:extLst>
                  <a:ext uri="{FF2B5EF4-FFF2-40B4-BE49-F238E27FC236}">
                    <a16:creationId xmlns:a16="http://schemas.microsoft.com/office/drawing/2014/main" id="{FBF885B5-8135-B518-89BB-8C35AD29B0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1" y="3249"/>
                <a:ext cx="180" cy="224"/>
                <a:chOff x="4500" y="4480"/>
                <a:chExt cx="360" cy="548"/>
              </a:xfrm>
            </p:grpSpPr>
            <p:sp>
              <p:nvSpPr>
                <p:cNvPr id="142480" name="Oval 10">
                  <a:extLst>
                    <a:ext uri="{FF2B5EF4-FFF2-40B4-BE49-F238E27FC236}">
                      <a16:creationId xmlns:a16="http://schemas.microsoft.com/office/drawing/2014/main" id="{E889BE93-FAA3-65E4-784B-10C8F166AB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81" name="Line 11">
                  <a:extLst>
                    <a:ext uri="{FF2B5EF4-FFF2-40B4-BE49-F238E27FC236}">
                      <a16:creationId xmlns:a16="http://schemas.microsoft.com/office/drawing/2014/main" id="{D3FDF9D4-4E4A-3570-A884-EEF57CD39A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29" name="Group 12">
                <a:extLst>
                  <a:ext uri="{FF2B5EF4-FFF2-40B4-BE49-F238E27FC236}">
                    <a16:creationId xmlns:a16="http://schemas.microsoft.com/office/drawing/2014/main" id="{DEC5388B-7D90-1D53-D9D6-CC6FCCA12F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3928815">
                <a:off x="605" y="3254"/>
                <a:ext cx="207" cy="195"/>
                <a:chOff x="4500" y="4480"/>
                <a:chExt cx="360" cy="548"/>
              </a:xfrm>
            </p:grpSpPr>
            <p:sp>
              <p:nvSpPr>
                <p:cNvPr id="142478" name="Oval 13">
                  <a:extLst>
                    <a:ext uri="{FF2B5EF4-FFF2-40B4-BE49-F238E27FC236}">
                      <a16:creationId xmlns:a16="http://schemas.microsoft.com/office/drawing/2014/main" id="{87ECCDC7-CAEA-66D0-8198-B55E7EF501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79" name="Line 14">
                  <a:extLst>
                    <a:ext uri="{FF2B5EF4-FFF2-40B4-BE49-F238E27FC236}">
                      <a16:creationId xmlns:a16="http://schemas.microsoft.com/office/drawing/2014/main" id="{914FB696-1D64-12EB-E3C6-D615DED2B4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0" name="Group 15">
                <a:extLst>
                  <a:ext uri="{FF2B5EF4-FFF2-40B4-BE49-F238E27FC236}">
                    <a16:creationId xmlns:a16="http://schemas.microsoft.com/office/drawing/2014/main" id="{05394F6D-1AA9-54FA-F1AD-4C194F2D7F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6692806">
                <a:off x="449" y="3616"/>
                <a:ext cx="206" cy="195"/>
                <a:chOff x="4500" y="4480"/>
                <a:chExt cx="360" cy="548"/>
              </a:xfrm>
            </p:grpSpPr>
            <p:sp>
              <p:nvSpPr>
                <p:cNvPr id="142476" name="Oval 16">
                  <a:extLst>
                    <a:ext uri="{FF2B5EF4-FFF2-40B4-BE49-F238E27FC236}">
                      <a16:creationId xmlns:a16="http://schemas.microsoft.com/office/drawing/2014/main" id="{D77183F2-A5C9-A819-59CD-420879BC65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77" name="Line 17">
                  <a:extLst>
                    <a:ext uri="{FF2B5EF4-FFF2-40B4-BE49-F238E27FC236}">
                      <a16:creationId xmlns:a16="http://schemas.microsoft.com/office/drawing/2014/main" id="{4E9492AD-1A9D-1F87-19B4-8091C8E044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1" name="Group 18">
                <a:extLst>
                  <a:ext uri="{FF2B5EF4-FFF2-40B4-BE49-F238E27FC236}">
                    <a16:creationId xmlns:a16="http://schemas.microsoft.com/office/drawing/2014/main" id="{49E4EE37-2C26-0C1E-540F-60510A6079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658266">
                <a:off x="700" y="3514"/>
                <a:ext cx="181" cy="223"/>
                <a:chOff x="4500" y="4480"/>
                <a:chExt cx="360" cy="548"/>
              </a:xfrm>
            </p:grpSpPr>
            <p:sp>
              <p:nvSpPr>
                <p:cNvPr id="142474" name="Oval 19">
                  <a:extLst>
                    <a:ext uri="{FF2B5EF4-FFF2-40B4-BE49-F238E27FC236}">
                      <a16:creationId xmlns:a16="http://schemas.microsoft.com/office/drawing/2014/main" id="{F00D3E25-BA2D-EDFF-C656-D948CF1DEB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75" name="Line 20">
                  <a:extLst>
                    <a:ext uri="{FF2B5EF4-FFF2-40B4-BE49-F238E27FC236}">
                      <a16:creationId xmlns:a16="http://schemas.microsoft.com/office/drawing/2014/main" id="{9C088955-C1A2-8064-8A6A-C64AD456BF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2" name="Group 21">
                <a:extLst>
                  <a:ext uri="{FF2B5EF4-FFF2-40B4-BE49-F238E27FC236}">
                    <a16:creationId xmlns:a16="http://schemas.microsoft.com/office/drawing/2014/main" id="{BB1CA1B3-23B4-F279-4D2D-0A7C026C79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101501">
                <a:off x="930" y="3015"/>
                <a:ext cx="180" cy="224"/>
                <a:chOff x="4500" y="4480"/>
                <a:chExt cx="360" cy="548"/>
              </a:xfrm>
            </p:grpSpPr>
            <p:sp>
              <p:nvSpPr>
                <p:cNvPr id="142472" name="Oval 22">
                  <a:extLst>
                    <a:ext uri="{FF2B5EF4-FFF2-40B4-BE49-F238E27FC236}">
                      <a16:creationId xmlns:a16="http://schemas.microsoft.com/office/drawing/2014/main" id="{538AC1F6-DB3D-3B2A-DBF1-A6CDC8B011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282828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73" name="Line 23">
                  <a:extLst>
                    <a:ext uri="{FF2B5EF4-FFF2-40B4-BE49-F238E27FC236}">
                      <a16:creationId xmlns:a16="http://schemas.microsoft.com/office/drawing/2014/main" id="{97145551-BFBE-E95D-F465-BBF461C442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282828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3" name="Group 24">
                <a:extLst>
                  <a:ext uri="{FF2B5EF4-FFF2-40B4-BE49-F238E27FC236}">
                    <a16:creationId xmlns:a16="http://schemas.microsoft.com/office/drawing/2014/main" id="{EAB5EA65-4620-7DB2-705E-619FE288BC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1540505">
                <a:off x="911" y="3614"/>
                <a:ext cx="179" cy="224"/>
                <a:chOff x="4500" y="4480"/>
                <a:chExt cx="360" cy="548"/>
              </a:xfrm>
            </p:grpSpPr>
            <p:sp>
              <p:nvSpPr>
                <p:cNvPr id="142470" name="Oval 25">
                  <a:extLst>
                    <a:ext uri="{FF2B5EF4-FFF2-40B4-BE49-F238E27FC236}">
                      <a16:creationId xmlns:a16="http://schemas.microsoft.com/office/drawing/2014/main" id="{74B14979-A6D8-BEFD-0F33-9A72598D32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71" name="Line 26">
                  <a:extLst>
                    <a:ext uri="{FF2B5EF4-FFF2-40B4-BE49-F238E27FC236}">
                      <a16:creationId xmlns:a16="http://schemas.microsoft.com/office/drawing/2014/main" id="{6B4B9C12-CFAB-20A0-4326-8C618723E7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4" name="Group 27">
                <a:extLst>
                  <a:ext uri="{FF2B5EF4-FFF2-40B4-BE49-F238E27FC236}">
                    <a16:creationId xmlns:a16="http://schemas.microsoft.com/office/drawing/2014/main" id="{8B8E3D0F-7A7D-C2D2-5D1F-9CA283BCF0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87" y="3388"/>
                <a:ext cx="179" cy="224"/>
                <a:chOff x="4500" y="4480"/>
                <a:chExt cx="360" cy="548"/>
              </a:xfrm>
            </p:grpSpPr>
            <p:sp>
              <p:nvSpPr>
                <p:cNvPr id="142468" name="Oval 28">
                  <a:extLst>
                    <a:ext uri="{FF2B5EF4-FFF2-40B4-BE49-F238E27FC236}">
                      <a16:creationId xmlns:a16="http://schemas.microsoft.com/office/drawing/2014/main" id="{3156C737-95BF-80B2-DD2D-0A49A46DD4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69" name="Line 29">
                  <a:extLst>
                    <a:ext uri="{FF2B5EF4-FFF2-40B4-BE49-F238E27FC236}">
                      <a16:creationId xmlns:a16="http://schemas.microsoft.com/office/drawing/2014/main" id="{4480E58E-9415-D322-798D-7F1B7DAAFF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5" name="Group 30">
                <a:extLst>
                  <a:ext uri="{FF2B5EF4-FFF2-40B4-BE49-F238E27FC236}">
                    <a16:creationId xmlns:a16="http://schemas.microsoft.com/office/drawing/2014/main" id="{45C8829B-0D01-FA96-7159-6F2BE42082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0" y="2889"/>
                <a:ext cx="180" cy="224"/>
                <a:chOff x="4500" y="4480"/>
                <a:chExt cx="360" cy="548"/>
              </a:xfrm>
            </p:grpSpPr>
            <p:sp>
              <p:nvSpPr>
                <p:cNvPr id="142466" name="Oval 31">
                  <a:extLst>
                    <a:ext uri="{FF2B5EF4-FFF2-40B4-BE49-F238E27FC236}">
                      <a16:creationId xmlns:a16="http://schemas.microsoft.com/office/drawing/2014/main" id="{CD07C7FD-7E81-D642-679A-57CFEB8239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32323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67" name="Line 32">
                  <a:extLst>
                    <a:ext uri="{FF2B5EF4-FFF2-40B4-BE49-F238E27FC236}">
                      <a16:creationId xmlns:a16="http://schemas.microsoft.com/office/drawing/2014/main" id="{57F61EE8-7192-D4EA-E69D-9D5A25C8ED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323232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6" name="Group 33">
                <a:extLst>
                  <a:ext uri="{FF2B5EF4-FFF2-40B4-BE49-F238E27FC236}">
                    <a16:creationId xmlns:a16="http://schemas.microsoft.com/office/drawing/2014/main" id="{4A46AF10-8F0F-14A4-E0E1-76C883C0C3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2235994">
                <a:off x="1060" y="3206"/>
                <a:ext cx="179" cy="224"/>
                <a:chOff x="4500" y="4480"/>
                <a:chExt cx="360" cy="548"/>
              </a:xfrm>
            </p:grpSpPr>
            <p:sp>
              <p:nvSpPr>
                <p:cNvPr id="142464" name="Oval 34">
                  <a:extLst>
                    <a:ext uri="{FF2B5EF4-FFF2-40B4-BE49-F238E27FC236}">
                      <a16:creationId xmlns:a16="http://schemas.microsoft.com/office/drawing/2014/main" id="{1738BAF0-56D5-692A-9920-D5EBA55F48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65" name="Line 35">
                  <a:extLst>
                    <a:ext uri="{FF2B5EF4-FFF2-40B4-BE49-F238E27FC236}">
                      <a16:creationId xmlns:a16="http://schemas.microsoft.com/office/drawing/2014/main" id="{88430011-9A94-3B05-DBD5-4CF9890DC5A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7" name="Group 36">
                <a:extLst>
                  <a:ext uri="{FF2B5EF4-FFF2-40B4-BE49-F238E27FC236}">
                    <a16:creationId xmlns:a16="http://schemas.microsoft.com/office/drawing/2014/main" id="{431E565C-1C69-0B80-3DB7-FB7F0C9B4F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3227349">
                <a:off x="1225" y="3229"/>
                <a:ext cx="205" cy="196"/>
                <a:chOff x="4500" y="4480"/>
                <a:chExt cx="360" cy="548"/>
              </a:xfrm>
            </p:grpSpPr>
            <p:sp>
              <p:nvSpPr>
                <p:cNvPr id="142462" name="Oval 37">
                  <a:extLst>
                    <a:ext uri="{FF2B5EF4-FFF2-40B4-BE49-F238E27FC236}">
                      <a16:creationId xmlns:a16="http://schemas.microsoft.com/office/drawing/2014/main" id="{DC446340-60D7-C0F6-338C-A96DBF831E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63" name="Line 38">
                  <a:extLst>
                    <a:ext uri="{FF2B5EF4-FFF2-40B4-BE49-F238E27FC236}">
                      <a16:creationId xmlns:a16="http://schemas.microsoft.com/office/drawing/2014/main" id="{8751FDE1-9B3B-97F1-A431-4D3DD697EB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8" name="Group 39">
                <a:extLst>
                  <a:ext uri="{FF2B5EF4-FFF2-40B4-BE49-F238E27FC236}">
                    <a16:creationId xmlns:a16="http://schemas.microsoft.com/office/drawing/2014/main" id="{CF35D786-BA78-2608-00DD-55CF4CE6FB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2223290">
                <a:off x="1611" y="2934"/>
                <a:ext cx="180" cy="224"/>
                <a:chOff x="4500" y="4480"/>
                <a:chExt cx="360" cy="548"/>
              </a:xfrm>
            </p:grpSpPr>
            <p:sp>
              <p:nvSpPr>
                <p:cNvPr id="142460" name="Oval 40">
                  <a:extLst>
                    <a:ext uri="{FF2B5EF4-FFF2-40B4-BE49-F238E27FC236}">
                      <a16:creationId xmlns:a16="http://schemas.microsoft.com/office/drawing/2014/main" id="{1FB383F3-E9AF-F07F-97E0-C2B95ED816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32323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61" name="Line 41">
                  <a:extLst>
                    <a:ext uri="{FF2B5EF4-FFF2-40B4-BE49-F238E27FC236}">
                      <a16:creationId xmlns:a16="http://schemas.microsoft.com/office/drawing/2014/main" id="{56F1D0C6-0FA7-6795-29E6-1C86E1A99D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323232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39" name="Group 42">
                <a:extLst>
                  <a:ext uri="{FF2B5EF4-FFF2-40B4-BE49-F238E27FC236}">
                    <a16:creationId xmlns:a16="http://schemas.microsoft.com/office/drawing/2014/main" id="{24158412-92F3-738D-E6A7-381AF17F37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320945">
                <a:off x="1510" y="3425"/>
                <a:ext cx="179" cy="224"/>
                <a:chOff x="4500" y="4480"/>
                <a:chExt cx="360" cy="548"/>
              </a:xfrm>
            </p:grpSpPr>
            <p:sp>
              <p:nvSpPr>
                <p:cNvPr id="142458" name="Oval 43">
                  <a:extLst>
                    <a:ext uri="{FF2B5EF4-FFF2-40B4-BE49-F238E27FC236}">
                      <a16:creationId xmlns:a16="http://schemas.microsoft.com/office/drawing/2014/main" id="{49243A82-899B-D530-594D-FE1EB9C49E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59" name="Line 44">
                  <a:extLst>
                    <a:ext uri="{FF2B5EF4-FFF2-40B4-BE49-F238E27FC236}">
                      <a16:creationId xmlns:a16="http://schemas.microsoft.com/office/drawing/2014/main" id="{F5E7FF2D-6FCD-981E-34EA-0E8D52C2F5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40" name="Group 45">
                <a:extLst>
                  <a:ext uri="{FF2B5EF4-FFF2-40B4-BE49-F238E27FC236}">
                    <a16:creationId xmlns:a16="http://schemas.microsoft.com/office/drawing/2014/main" id="{E4A0FD10-925B-D8D7-B63A-9A1566FC92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7" y="3613"/>
                <a:ext cx="179" cy="225"/>
                <a:chOff x="4500" y="4480"/>
                <a:chExt cx="360" cy="548"/>
              </a:xfrm>
            </p:grpSpPr>
            <p:sp>
              <p:nvSpPr>
                <p:cNvPr id="142456" name="Oval 46">
                  <a:extLst>
                    <a:ext uri="{FF2B5EF4-FFF2-40B4-BE49-F238E27FC236}">
                      <a16:creationId xmlns:a16="http://schemas.microsoft.com/office/drawing/2014/main" id="{1E3E4F8F-D552-D041-CB17-CB468CB6F0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57" name="Line 47">
                  <a:extLst>
                    <a:ext uri="{FF2B5EF4-FFF2-40B4-BE49-F238E27FC236}">
                      <a16:creationId xmlns:a16="http://schemas.microsoft.com/office/drawing/2014/main" id="{96B0F5D1-4DEE-04B7-63FA-87D897B40D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41" name="Group 48">
                <a:extLst>
                  <a:ext uri="{FF2B5EF4-FFF2-40B4-BE49-F238E27FC236}">
                    <a16:creationId xmlns:a16="http://schemas.microsoft.com/office/drawing/2014/main" id="{07ED6F62-73AF-1926-0C34-140DAF42E1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3735420">
                <a:off x="1180" y="3455"/>
                <a:ext cx="207" cy="196"/>
                <a:chOff x="4500" y="4480"/>
                <a:chExt cx="360" cy="548"/>
              </a:xfrm>
            </p:grpSpPr>
            <p:sp>
              <p:nvSpPr>
                <p:cNvPr id="142454" name="Oval 49">
                  <a:extLst>
                    <a:ext uri="{FF2B5EF4-FFF2-40B4-BE49-F238E27FC236}">
                      <a16:creationId xmlns:a16="http://schemas.microsoft.com/office/drawing/2014/main" id="{91B7D15B-7FA9-F6F8-3C07-24FC322547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55" name="Line 50">
                  <a:extLst>
                    <a:ext uri="{FF2B5EF4-FFF2-40B4-BE49-F238E27FC236}">
                      <a16:creationId xmlns:a16="http://schemas.microsoft.com/office/drawing/2014/main" id="{35CCE96B-6AAC-DA2F-DE3D-17F6A7589E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42" name="Group 51">
                <a:extLst>
                  <a:ext uri="{FF2B5EF4-FFF2-40B4-BE49-F238E27FC236}">
                    <a16:creationId xmlns:a16="http://schemas.microsoft.com/office/drawing/2014/main" id="{3AC8625F-E937-6623-8A69-8F29A1E9AE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4" y="2840"/>
                <a:ext cx="180" cy="223"/>
                <a:chOff x="4500" y="4480"/>
                <a:chExt cx="360" cy="548"/>
              </a:xfrm>
            </p:grpSpPr>
            <p:sp>
              <p:nvSpPr>
                <p:cNvPr id="142452" name="Oval 52">
                  <a:extLst>
                    <a:ext uri="{FF2B5EF4-FFF2-40B4-BE49-F238E27FC236}">
                      <a16:creationId xmlns:a16="http://schemas.microsoft.com/office/drawing/2014/main" id="{FBC458DD-7247-E8F1-9581-06238E734B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53" name="Line 53">
                  <a:extLst>
                    <a:ext uri="{FF2B5EF4-FFF2-40B4-BE49-F238E27FC236}">
                      <a16:creationId xmlns:a16="http://schemas.microsoft.com/office/drawing/2014/main" id="{84BAD2A9-0A85-F58C-88F0-457E867841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43" name="Group 54">
                <a:extLst>
                  <a:ext uri="{FF2B5EF4-FFF2-40B4-BE49-F238E27FC236}">
                    <a16:creationId xmlns:a16="http://schemas.microsoft.com/office/drawing/2014/main" id="{4BE6FAAA-D736-4FE6-063D-2DDF018C36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9886399">
                <a:off x="1060" y="2892"/>
                <a:ext cx="179" cy="225"/>
                <a:chOff x="4500" y="4480"/>
                <a:chExt cx="360" cy="548"/>
              </a:xfrm>
            </p:grpSpPr>
            <p:sp>
              <p:nvSpPr>
                <p:cNvPr id="142450" name="Oval 55">
                  <a:extLst>
                    <a:ext uri="{FF2B5EF4-FFF2-40B4-BE49-F238E27FC236}">
                      <a16:creationId xmlns:a16="http://schemas.microsoft.com/office/drawing/2014/main" id="{5573B50A-CB60-B0C1-3CF1-76B7E1F6A4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51" name="Line 56">
                  <a:extLst>
                    <a:ext uri="{FF2B5EF4-FFF2-40B4-BE49-F238E27FC236}">
                      <a16:creationId xmlns:a16="http://schemas.microsoft.com/office/drawing/2014/main" id="{15E4B554-BF4B-AA5A-6892-E3B136D291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44" name="Group 57">
                <a:extLst>
                  <a:ext uri="{FF2B5EF4-FFF2-40B4-BE49-F238E27FC236}">
                    <a16:creationId xmlns:a16="http://schemas.microsoft.com/office/drawing/2014/main" id="{F2191F7E-B32C-C17C-C1A5-20A46D56B2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9365767">
                <a:off x="1641" y="3244"/>
                <a:ext cx="178" cy="227"/>
                <a:chOff x="4500" y="4480"/>
                <a:chExt cx="360" cy="548"/>
              </a:xfrm>
            </p:grpSpPr>
            <p:sp>
              <p:nvSpPr>
                <p:cNvPr id="142448" name="Oval 58">
                  <a:extLst>
                    <a:ext uri="{FF2B5EF4-FFF2-40B4-BE49-F238E27FC236}">
                      <a16:creationId xmlns:a16="http://schemas.microsoft.com/office/drawing/2014/main" id="{EFE3F032-0E33-94AF-35F5-50CFBD7506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49" name="Line 59">
                  <a:extLst>
                    <a:ext uri="{FF2B5EF4-FFF2-40B4-BE49-F238E27FC236}">
                      <a16:creationId xmlns:a16="http://schemas.microsoft.com/office/drawing/2014/main" id="{309DE4F8-3C00-54C7-1D5B-84CF5DEFF2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2445" name="Group 60">
                <a:extLst>
                  <a:ext uri="{FF2B5EF4-FFF2-40B4-BE49-F238E27FC236}">
                    <a16:creationId xmlns:a16="http://schemas.microsoft.com/office/drawing/2014/main" id="{E4C78DB5-2A4C-DD77-08A9-003043EEF2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-5721320">
                <a:off x="1454" y="3207"/>
                <a:ext cx="206" cy="195"/>
                <a:chOff x="4500" y="4480"/>
                <a:chExt cx="360" cy="548"/>
              </a:xfrm>
            </p:grpSpPr>
            <p:sp>
              <p:nvSpPr>
                <p:cNvPr id="142446" name="Oval 61">
                  <a:extLst>
                    <a:ext uri="{FF2B5EF4-FFF2-40B4-BE49-F238E27FC236}">
                      <a16:creationId xmlns:a16="http://schemas.microsoft.com/office/drawing/2014/main" id="{75232951-2601-1D42-2F97-C266A8F717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2447" name="Line 62">
                  <a:extLst>
                    <a:ext uri="{FF2B5EF4-FFF2-40B4-BE49-F238E27FC236}">
                      <a16:creationId xmlns:a16="http://schemas.microsoft.com/office/drawing/2014/main" id="{66C3E666-0A18-18D0-B749-CA40DDAACC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22" name="Group 63">
            <a:extLst>
              <a:ext uri="{FF2B5EF4-FFF2-40B4-BE49-F238E27FC236}">
                <a16:creationId xmlns:a16="http://schemas.microsoft.com/office/drawing/2014/main" id="{063047E7-67DC-D0D4-2D1F-F98AD0CE0ACB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3644900"/>
            <a:ext cx="3024187" cy="2592388"/>
            <a:chOff x="385" y="2432"/>
            <a:chExt cx="1905" cy="1633"/>
          </a:xfrm>
        </p:grpSpPr>
        <p:sp>
          <p:nvSpPr>
            <p:cNvPr id="142363" name="Rectangle 64">
              <a:extLst>
                <a:ext uri="{FF2B5EF4-FFF2-40B4-BE49-F238E27FC236}">
                  <a16:creationId xmlns:a16="http://schemas.microsoft.com/office/drawing/2014/main" id="{F53F2832-8427-1E53-7723-DDE68495F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432"/>
              <a:ext cx="1905" cy="1633"/>
            </a:xfrm>
            <a:prstGeom prst="rect">
              <a:avLst/>
            </a:prstGeom>
            <a:solidFill>
              <a:srgbClr val="E9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142364" name="Group 65">
              <a:extLst>
                <a:ext uri="{FF2B5EF4-FFF2-40B4-BE49-F238E27FC236}">
                  <a16:creationId xmlns:a16="http://schemas.microsoft.com/office/drawing/2014/main" id="{5FE6B040-873C-6029-BEE8-97AEAAD0CE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" y="2477"/>
              <a:ext cx="1543" cy="1542"/>
              <a:chOff x="4195" y="754"/>
              <a:chExt cx="1543" cy="1542"/>
            </a:xfrm>
          </p:grpSpPr>
          <p:sp>
            <p:nvSpPr>
              <p:cNvPr id="142365" name="Text Box 66">
                <a:extLst>
                  <a:ext uri="{FF2B5EF4-FFF2-40B4-BE49-F238E27FC236}">
                    <a16:creationId xmlns:a16="http://schemas.microsoft.com/office/drawing/2014/main" id="{5F66D98C-9D9A-BD81-3C59-9322BC17B0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88" y="2038"/>
                <a:ext cx="1450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r>
                  <a:rPr lang="zh-CN" altLang="en-US" sz="2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外加磁场</a:t>
                </a:r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2366" name="Group 67">
                <a:extLst>
                  <a:ext uri="{FF2B5EF4-FFF2-40B4-BE49-F238E27FC236}">
                    <a16:creationId xmlns:a16="http://schemas.microsoft.com/office/drawing/2014/main" id="{CB169B28-ACCA-6EC7-7CD9-AF57E2D67D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95" y="888"/>
                <a:ext cx="1476" cy="1091"/>
                <a:chOff x="4241" y="2702"/>
                <a:chExt cx="1476" cy="1091"/>
              </a:xfrm>
            </p:grpSpPr>
            <p:sp>
              <p:nvSpPr>
                <p:cNvPr id="142369" name="Rectangle 68">
                  <a:extLst>
                    <a:ext uri="{FF2B5EF4-FFF2-40B4-BE49-F238E27FC236}">
                      <a16:creationId xmlns:a16="http://schemas.microsoft.com/office/drawing/2014/main" id="{DBDC65A8-C927-A8A4-8F72-5EEA0FD5C2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41" y="3112"/>
                  <a:ext cx="1089" cy="681"/>
                </a:xfrm>
                <a:prstGeom prst="rect">
                  <a:avLst/>
                </a:prstGeom>
                <a:solidFill>
                  <a:srgbClr val="98D0D4">
                    <a:alpha val="98822"/>
                  </a:srgbClr>
                </a:solidFill>
                <a:ln w="9525">
                  <a:miter lim="800000"/>
                  <a:headEnd/>
                  <a:tailEnd/>
                </a:ln>
                <a:scene3d>
                  <a:camera prst="legacyObliqueTopRight"/>
                  <a:lightRig rig="legacyFlat3" dir="b"/>
                </a:scene3d>
                <a:sp3d extrusionH="1801800" prstMaterial="legacyMatte">
                  <a:bevelT w="13500" h="13500" prst="angle"/>
                  <a:bevelB w="13500" h="13500" prst="angle"/>
                  <a:extrusionClr>
                    <a:srgbClr val="98D0D4"/>
                  </a:extrusionClr>
                  <a:contourClr>
                    <a:srgbClr val="98D0D4"/>
                  </a:contourClr>
                </a:sp3d>
              </p:spPr>
              <p:txBody>
                <a:bodyPr anchor="ctr">
                  <a:spAutoFit/>
                  <a:flatTx/>
                </a:bodyPr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grpSp>
              <p:nvGrpSpPr>
                <p:cNvPr id="142370" name="Group 69">
                  <a:extLst>
                    <a:ext uri="{FF2B5EF4-FFF2-40B4-BE49-F238E27FC236}">
                      <a16:creationId xmlns:a16="http://schemas.microsoft.com/office/drawing/2014/main" id="{38A247CF-C918-7602-BFFD-FE21489F26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16" y="2702"/>
                  <a:ext cx="177" cy="229"/>
                  <a:chOff x="4500" y="4480"/>
                  <a:chExt cx="360" cy="548"/>
                </a:xfrm>
              </p:grpSpPr>
              <p:sp>
                <p:nvSpPr>
                  <p:cNvPr id="142422" name="Oval 70">
                    <a:extLst>
                      <a:ext uri="{FF2B5EF4-FFF2-40B4-BE49-F238E27FC236}">
                        <a16:creationId xmlns:a16="http://schemas.microsoft.com/office/drawing/2014/main" id="{52E2280A-880A-C4BD-D22D-A4DB6125ED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23" name="Line 71">
                    <a:extLst>
                      <a:ext uri="{FF2B5EF4-FFF2-40B4-BE49-F238E27FC236}">
                        <a16:creationId xmlns:a16="http://schemas.microsoft.com/office/drawing/2014/main" id="{97E50926-CA42-201C-7663-635204F41E4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71" name="Group 72">
                  <a:extLst>
                    <a:ext uri="{FF2B5EF4-FFF2-40B4-BE49-F238E27FC236}">
                      <a16:creationId xmlns:a16="http://schemas.microsoft.com/office/drawing/2014/main" id="{573719C1-4A96-97DF-3CD8-FC191DCE51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30" y="2795"/>
                  <a:ext cx="178" cy="229"/>
                  <a:chOff x="4500" y="4480"/>
                  <a:chExt cx="360" cy="548"/>
                </a:xfrm>
              </p:grpSpPr>
              <p:sp>
                <p:nvSpPr>
                  <p:cNvPr id="142420" name="Oval 73">
                    <a:extLst>
                      <a:ext uri="{FF2B5EF4-FFF2-40B4-BE49-F238E27FC236}">
                        <a16:creationId xmlns:a16="http://schemas.microsoft.com/office/drawing/2014/main" id="{19BA4A65-C5EA-CCEA-9347-3ADA2B4050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21" name="Line 74">
                    <a:extLst>
                      <a:ext uri="{FF2B5EF4-FFF2-40B4-BE49-F238E27FC236}">
                        <a16:creationId xmlns:a16="http://schemas.microsoft.com/office/drawing/2014/main" id="{90BE2D86-85F9-35DB-0FCB-8A63725E59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72" name="Group 75">
                  <a:extLst>
                    <a:ext uri="{FF2B5EF4-FFF2-40B4-BE49-F238E27FC236}">
                      <a16:creationId xmlns:a16="http://schemas.microsoft.com/office/drawing/2014/main" id="{705E40DB-778A-AFFA-B596-3E900E234A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04" y="2750"/>
                  <a:ext cx="178" cy="229"/>
                  <a:chOff x="4500" y="4480"/>
                  <a:chExt cx="360" cy="548"/>
                </a:xfrm>
              </p:grpSpPr>
              <p:sp>
                <p:nvSpPr>
                  <p:cNvPr id="142418" name="Oval 76">
                    <a:extLst>
                      <a:ext uri="{FF2B5EF4-FFF2-40B4-BE49-F238E27FC236}">
                        <a16:creationId xmlns:a16="http://schemas.microsoft.com/office/drawing/2014/main" id="{BE42B9FB-6B06-7B18-B499-3E3D656CC6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19" name="Line 77">
                    <a:extLst>
                      <a:ext uri="{FF2B5EF4-FFF2-40B4-BE49-F238E27FC236}">
                        <a16:creationId xmlns:a16="http://schemas.microsoft.com/office/drawing/2014/main" id="{3D7395E9-C6A8-5EF6-3F7A-78A60EB6333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73" name="Group 78">
                  <a:extLst>
                    <a:ext uri="{FF2B5EF4-FFF2-40B4-BE49-F238E27FC236}">
                      <a16:creationId xmlns:a16="http://schemas.microsoft.com/office/drawing/2014/main" id="{3520858D-8E81-BF77-E029-9FBB480461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20" y="3201"/>
                  <a:ext cx="178" cy="229"/>
                  <a:chOff x="4500" y="4480"/>
                  <a:chExt cx="360" cy="548"/>
                </a:xfrm>
              </p:grpSpPr>
              <p:sp>
                <p:nvSpPr>
                  <p:cNvPr id="142416" name="Oval 79">
                    <a:extLst>
                      <a:ext uri="{FF2B5EF4-FFF2-40B4-BE49-F238E27FC236}">
                        <a16:creationId xmlns:a16="http://schemas.microsoft.com/office/drawing/2014/main" id="{8ED2EE39-C4F9-07F5-393A-EC995D9939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17" name="Line 80">
                    <a:extLst>
                      <a:ext uri="{FF2B5EF4-FFF2-40B4-BE49-F238E27FC236}">
                        <a16:creationId xmlns:a16="http://schemas.microsoft.com/office/drawing/2014/main" id="{4EBA10BE-4E37-FB51-80BE-2B93CCE3BC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74" name="Group 81">
                  <a:extLst>
                    <a:ext uri="{FF2B5EF4-FFF2-40B4-BE49-F238E27FC236}">
                      <a16:creationId xmlns:a16="http://schemas.microsoft.com/office/drawing/2014/main" id="{76C7CAED-E606-B853-E186-38AF45D1CD7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89" y="3384"/>
                  <a:ext cx="178" cy="228"/>
                  <a:chOff x="4500" y="4480"/>
                  <a:chExt cx="360" cy="548"/>
                </a:xfrm>
              </p:grpSpPr>
              <p:sp>
                <p:nvSpPr>
                  <p:cNvPr id="142414" name="Oval 82">
                    <a:extLst>
                      <a:ext uri="{FF2B5EF4-FFF2-40B4-BE49-F238E27FC236}">
                        <a16:creationId xmlns:a16="http://schemas.microsoft.com/office/drawing/2014/main" id="{9E4B84A7-C0A7-D18A-CC29-ECA2B1BD3A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15" name="Line 83">
                    <a:extLst>
                      <a:ext uri="{FF2B5EF4-FFF2-40B4-BE49-F238E27FC236}">
                        <a16:creationId xmlns:a16="http://schemas.microsoft.com/office/drawing/2014/main" id="{3E71A230-5183-A88D-A37C-85F3EE120FD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75" name="Group 84">
                  <a:extLst>
                    <a:ext uri="{FF2B5EF4-FFF2-40B4-BE49-F238E27FC236}">
                      <a16:creationId xmlns:a16="http://schemas.microsoft.com/office/drawing/2014/main" id="{E32479D6-F793-6B5B-45DE-3F659E48E76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31" y="3474"/>
                  <a:ext cx="178" cy="229"/>
                  <a:chOff x="4500" y="4480"/>
                  <a:chExt cx="360" cy="548"/>
                </a:xfrm>
              </p:grpSpPr>
              <p:sp>
                <p:nvSpPr>
                  <p:cNvPr id="142412" name="Oval 85">
                    <a:extLst>
                      <a:ext uri="{FF2B5EF4-FFF2-40B4-BE49-F238E27FC236}">
                        <a16:creationId xmlns:a16="http://schemas.microsoft.com/office/drawing/2014/main" id="{8BADD4C3-690F-2BA0-8B48-165F99C879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13" name="Line 86">
                    <a:extLst>
                      <a:ext uri="{FF2B5EF4-FFF2-40B4-BE49-F238E27FC236}">
                        <a16:creationId xmlns:a16="http://schemas.microsoft.com/office/drawing/2014/main" id="{86EAF189-B076-B536-0CDD-D469A15514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76" name="Group 87">
                  <a:extLst>
                    <a:ext uri="{FF2B5EF4-FFF2-40B4-BE49-F238E27FC236}">
                      <a16:creationId xmlns:a16="http://schemas.microsoft.com/office/drawing/2014/main" id="{9A2D44A9-F433-7CCF-E73D-0B7C8381A1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64" y="3201"/>
                  <a:ext cx="178" cy="229"/>
                  <a:chOff x="4500" y="4480"/>
                  <a:chExt cx="360" cy="548"/>
                </a:xfrm>
              </p:grpSpPr>
              <p:sp>
                <p:nvSpPr>
                  <p:cNvPr id="142410" name="Oval 88">
                    <a:extLst>
                      <a:ext uri="{FF2B5EF4-FFF2-40B4-BE49-F238E27FC236}">
                        <a16:creationId xmlns:a16="http://schemas.microsoft.com/office/drawing/2014/main" id="{31F96ABC-1C34-981C-F4E6-77A1C448D2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11" name="Line 89">
                    <a:extLst>
                      <a:ext uri="{FF2B5EF4-FFF2-40B4-BE49-F238E27FC236}">
                        <a16:creationId xmlns:a16="http://schemas.microsoft.com/office/drawing/2014/main" id="{E1337DDE-AC9A-66C6-7C19-2480305E873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77" name="Group 90">
                  <a:extLst>
                    <a:ext uri="{FF2B5EF4-FFF2-40B4-BE49-F238E27FC236}">
                      <a16:creationId xmlns:a16="http://schemas.microsoft.com/office/drawing/2014/main" id="{6498B381-2625-D742-51CB-0873A4E113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77" y="3292"/>
                  <a:ext cx="179" cy="229"/>
                  <a:chOff x="4500" y="4480"/>
                  <a:chExt cx="360" cy="548"/>
                </a:xfrm>
              </p:grpSpPr>
              <p:sp>
                <p:nvSpPr>
                  <p:cNvPr id="142408" name="Oval 91">
                    <a:extLst>
                      <a:ext uri="{FF2B5EF4-FFF2-40B4-BE49-F238E27FC236}">
                        <a16:creationId xmlns:a16="http://schemas.microsoft.com/office/drawing/2014/main" id="{53C4168F-3EAB-DA8D-4663-4F79D184C5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09" name="Line 92">
                    <a:extLst>
                      <a:ext uri="{FF2B5EF4-FFF2-40B4-BE49-F238E27FC236}">
                        <a16:creationId xmlns:a16="http://schemas.microsoft.com/office/drawing/2014/main" id="{94882129-7B5B-68DA-9A03-0942486778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78" name="Group 93">
                  <a:extLst>
                    <a:ext uri="{FF2B5EF4-FFF2-40B4-BE49-F238E27FC236}">
                      <a16:creationId xmlns:a16="http://schemas.microsoft.com/office/drawing/2014/main" id="{D858B4FA-6A8F-C613-9A08-365CD62A62A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111" y="3244"/>
                  <a:ext cx="178" cy="229"/>
                  <a:chOff x="4500" y="4480"/>
                  <a:chExt cx="360" cy="548"/>
                </a:xfrm>
              </p:grpSpPr>
              <p:sp>
                <p:nvSpPr>
                  <p:cNvPr id="142406" name="Oval 94">
                    <a:extLst>
                      <a:ext uri="{FF2B5EF4-FFF2-40B4-BE49-F238E27FC236}">
                        <a16:creationId xmlns:a16="http://schemas.microsoft.com/office/drawing/2014/main" id="{8657832B-98F5-6B0E-FF7A-61FA9D50987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07" name="Line 95">
                    <a:extLst>
                      <a:ext uri="{FF2B5EF4-FFF2-40B4-BE49-F238E27FC236}">
                        <a16:creationId xmlns:a16="http://schemas.microsoft.com/office/drawing/2014/main" id="{C70B1E63-FB29-FFE7-5DCB-981E681C56C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79" name="Group 96">
                  <a:extLst>
                    <a:ext uri="{FF2B5EF4-FFF2-40B4-BE49-F238E27FC236}">
                      <a16:creationId xmlns:a16="http://schemas.microsoft.com/office/drawing/2014/main" id="{54E97133-6683-BA48-3353-0E93742222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76" y="3474"/>
                  <a:ext cx="178" cy="228"/>
                  <a:chOff x="4500" y="4480"/>
                  <a:chExt cx="360" cy="548"/>
                </a:xfrm>
              </p:grpSpPr>
              <p:sp>
                <p:nvSpPr>
                  <p:cNvPr id="142404" name="Oval 97">
                    <a:extLst>
                      <a:ext uri="{FF2B5EF4-FFF2-40B4-BE49-F238E27FC236}">
                        <a16:creationId xmlns:a16="http://schemas.microsoft.com/office/drawing/2014/main" id="{9C9FB104-0F41-D598-39F0-F6579DAC8D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05" name="Line 98">
                    <a:extLst>
                      <a:ext uri="{FF2B5EF4-FFF2-40B4-BE49-F238E27FC236}">
                        <a16:creationId xmlns:a16="http://schemas.microsoft.com/office/drawing/2014/main" id="{7E77F8A7-1CA0-F0E5-F13A-4000408881C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80" name="Group 99">
                  <a:extLst>
                    <a:ext uri="{FF2B5EF4-FFF2-40B4-BE49-F238E27FC236}">
                      <a16:creationId xmlns:a16="http://schemas.microsoft.com/office/drawing/2014/main" id="{362706F1-FA68-3411-7868-F9FC41B96C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42" y="3020"/>
                  <a:ext cx="178" cy="229"/>
                  <a:chOff x="4500" y="4480"/>
                  <a:chExt cx="360" cy="548"/>
                </a:xfrm>
              </p:grpSpPr>
              <p:sp>
                <p:nvSpPr>
                  <p:cNvPr id="142402" name="Oval 100">
                    <a:extLst>
                      <a:ext uri="{FF2B5EF4-FFF2-40B4-BE49-F238E27FC236}">
                        <a16:creationId xmlns:a16="http://schemas.microsoft.com/office/drawing/2014/main" id="{8A2B46DC-4F77-6EBF-0E2F-B23D387B37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03" name="Line 101">
                    <a:extLst>
                      <a:ext uri="{FF2B5EF4-FFF2-40B4-BE49-F238E27FC236}">
                        <a16:creationId xmlns:a16="http://schemas.microsoft.com/office/drawing/2014/main" id="{439F4EE6-CF39-EE55-6979-27CC1E6ABA7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81" name="Group 102">
                  <a:extLst>
                    <a:ext uri="{FF2B5EF4-FFF2-40B4-BE49-F238E27FC236}">
                      <a16:creationId xmlns:a16="http://schemas.microsoft.com/office/drawing/2014/main" id="{1815A481-4181-718C-F41A-6029CE14790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75" y="2976"/>
                  <a:ext cx="177" cy="229"/>
                  <a:chOff x="4500" y="4480"/>
                  <a:chExt cx="360" cy="548"/>
                </a:xfrm>
              </p:grpSpPr>
              <p:sp>
                <p:nvSpPr>
                  <p:cNvPr id="142400" name="Oval 103">
                    <a:extLst>
                      <a:ext uri="{FF2B5EF4-FFF2-40B4-BE49-F238E27FC236}">
                        <a16:creationId xmlns:a16="http://schemas.microsoft.com/office/drawing/2014/main" id="{282E4A45-A122-9A9B-AEDD-18B4B5912A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401" name="Line 104">
                    <a:extLst>
                      <a:ext uri="{FF2B5EF4-FFF2-40B4-BE49-F238E27FC236}">
                        <a16:creationId xmlns:a16="http://schemas.microsoft.com/office/drawing/2014/main" id="{8561265B-F901-FD4A-1640-8FA6AFC3912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82" name="Group 105">
                  <a:extLst>
                    <a:ext uri="{FF2B5EF4-FFF2-40B4-BE49-F238E27FC236}">
                      <a16:creationId xmlns:a16="http://schemas.microsoft.com/office/drawing/2014/main" id="{63CE4494-D388-3C44-0CF4-5E9618F72B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61" y="2974"/>
                  <a:ext cx="178" cy="229"/>
                  <a:chOff x="4500" y="4480"/>
                  <a:chExt cx="360" cy="548"/>
                </a:xfrm>
              </p:grpSpPr>
              <p:sp>
                <p:nvSpPr>
                  <p:cNvPr id="142398" name="Oval 106">
                    <a:extLst>
                      <a:ext uri="{FF2B5EF4-FFF2-40B4-BE49-F238E27FC236}">
                        <a16:creationId xmlns:a16="http://schemas.microsoft.com/office/drawing/2014/main" id="{344B1FC2-8AF7-A2B9-0B58-41D928161D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399" name="Line 107">
                    <a:extLst>
                      <a:ext uri="{FF2B5EF4-FFF2-40B4-BE49-F238E27FC236}">
                        <a16:creationId xmlns:a16="http://schemas.microsoft.com/office/drawing/2014/main" id="{323338E2-52CA-031F-C2A6-C9FD171EC0C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83" name="Group 108">
                  <a:extLst>
                    <a:ext uri="{FF2B5EF4-FFF2-40B4-BE49-F238E27FC236}">
                      <a16:creationId xmlns:a16="http://schemas.microsoft.com/office/drawing/2014/main" id="{7CB84911-8EC9-D768-DD1A-1289B3B0123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27" y="2779"/>
                  <a:ext cx="178" cy="229"/>
                  <a:chOff x="4500" y="4480"/>
                  <a:chExt cx="360" cy="548"/>
                </a:xfrm>
              </p:grpSpPr>
              <p:sp>
                <p:nvSpPr>
                  <p:cNvPr id="142396" name="Oval 109">
                    <a:extLst>
                      <a:ext uri="{FF2B5EF4-FFF2-40B4-BE49-F238E27FC236}">
                        <a16:creationId xmlns:a16="http://schemas.microsoft.com/office/drawing/2014/main" id="{34FD1378-A776-55DA-5E08-9327AD0FA3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397" name="Line 110">
                    <a:extLst>
                      <a:ext uri="{FF2B5EF4-FFF2-40B4-BE49-F238E27FC236}">
                        <a16:creationId xmlns:a16="http://schemas.microsoft.com/office/drawing/2014/main" id="{A948151A-1314-BC46-0452-F61543372E3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84" name="Group 111">
                  <a:extLst>
                    <a:ext uri="{FF2B5EF4-FFF2-40B4-BE49-F238E27FC236}">
                      <a16:creationId xmlns:a16="http://schemas.microsoft.com/office/drawing/2014/main" id="{3FB067A0-3C57-04F5-C1B8-F0D480651F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540" y="3067"/>
                  <a:ext cx="177" cy="229"/>
                  <a:chOff x="4500" y="4480"/>
                  <a:chExt cx="360" cy="548"/>
                </a:xfrm>
              </p:grpSpPr>
              <p:sp>
                <p:nvSpPr>
                  <p:cNvPr id="142394" name="Oval 112">
                    <a:extLst>
                      <a:ext uri="{FF2B5EF4-FFF2-40B4-BE49-F238E27FC236}">
                        <a16:creationId xmlns:a16="http://schemas.microsoft.com/office/drawing/2014/main" id="{19BBF7D0-87CA-FDEC-2A0F-3BC9137133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395" name="Line 113">
                    <a:extLst>
                      <a:ext uri="{FF2B5EF4-FFF2-40B4-BE49-F238E27FC236}">
                        <a16:creationId xmlns:a16="http://schemas.microsoft.com/office/drawing/2014/main" id="{CA8A8DE4-069F-59B8-8AB7-E94FFC192D1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85" name="Group 114">
                  <a:extLst>
                    <a:ext uri="{FF2B5EF4-FFF2-40B4-BE49-F238E27FC236}">
                      <a16:creationId xmlns:a16="http://schemas.microsoft.com/office/drawing/2014/main" id="{34906B60-4AD6-867E-C6BC-FE17559767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402" y="3332"/>
                  <a:ext cx="178" cy="229"/>
                  <a:chOff x="4500" y="4480"/>
                  <a:chExt cx="360" cy="548"/>
                </a:xfrm>
              </p:grpSpPr>
              <p:sp>
                <p:nvSpPr>
                  <p:cNvPr id="142392" name="Oval 115">
                    <a:extLst>
                      <a:ext uri="{FF2B5EF4-FFF2-40B4-BE49-F238E27FC236}">
                        <a16:creationId xmlns:a16="http://schemas.microsoft.com/office/drawing/2014/main" id="{BC984A6F-E4BC-2761-D003-9350D54C67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393" name="Line 116">
                    <a:extLst>
                      <a:ext uri="{FF2B5EF4-FFF2-40B4-BE49-F238E27FC236}">
                        <a16:creationId xmlns:a16="http://schemas.microsoft.com/office/drawing/2014/main" id="{38A29AEE-1DB4-081F-B3A0-56569E85C1B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86" name="Group 117">
                  <a:extLst>
                    <a:ext uri="{FF2B5EF4-FFF2-40B4-BE49-F238E27FC236}">
                      <a16:creationId xmlns:a16="http://schemas.microsoft.com/office/drawing/2014/main" id="{517D0C0C-DA2E-1634-A9C1-A469765A743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38" y="3108"/>
                  <a:ext cx="178" cy="229"/>
                  <a:chOff x="4500" y="4480"/>
                  <a:chExt cx="360" cy="548"/>
                </a:xfrm>
              </p:grpSpPr>
              <p:sp>
                <p:nvSpPr>
                  <p:cNvPr id="142390" name="Oval 118">
                    <a:extLst>
                      <a:ext uri="{FF2B5EF4-FFF2-40B4-BE49-F238E27FC236}">
                        <a16:creationId xmlns:a16="http://schemas.microsoft.com/office/drawing/2014/main" id="{815B3823-2F3E-8B5D-1B9A-CE1A6C2A2F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391" name="Line 119">
                    <a:extLst>
                      <a:ext uri="{FF2B5EF4-FFF2-40B4-BE49-F238E27FC236}">
                        <a16:creationId xmlns:a16="http://schemas.microsoft.com/office/drawing/2014/main" id="{9B4A1DB8-80AE-59EA-A478-5B503E6A0C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42387" name="Group 120">
                  <a:extLst>
                    <a:ext uri="{FF2B5EF4-FFF2-40B4-BE49-F238E27FC236}">
                      <a16:creationId xmlns:a16="http://schemas.microsoft.com/office/drawing/2014/main" id="{3E783E63-BF0C-ED86-2D2C-1F52588DD2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43" y="2750"/>
                  <a:ext cx="177" cy="229"/>
                  <a:chOff x="4500" y="4480"/>
                  <a:chExt cx="360" cy="548"/>
                </a:xfrm>
              </p:grpSpPr>
              <p:sp>
                <p:nvSpPr>
                  <p:cNvPr id="142388" name="Oval 121">
                    <a:extLst>
                      <a:ext uri="{FF2B5EF4-FFF2-40B4-BE49-F238E27FC236}">
                        <a16:creationId xmlns:a16="http://schemas.microsoft.com/office/drawing/2014/main" id="{0C4EBAE2-99D3-1655-55F4-A22D70722B6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4872"/>
                    <a:ext cx="360" cy="156"/>
                  </a:xfrm>
                  <a:prstGeom prst="ellips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1pPr>
                    <a:lvl2pPr marL="742950" indent="-28575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2pPr>
                    <a:lvl3pPr marL="11430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3pPr>
                    <a:lvl4pPr marL="16002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4pPr>
                    <a:lvl5pPr marL="2057400" indent="-228600"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楷体_GB2312" pitchFamily="49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15000"/>
                      </a:spcBef>
                    </a:pPr>
                    <a:endParaRPr lang="zh-CN" altLang="en-US" b="0"/>
                  </a:p>
                </p:txBody>
              </p:sp>
              <p:sp>
                <p:nvSpPr>
                  <p:cNvPr id="142389" name="Line 122">
                    <a:extLst>
                      <a:ext uri="{FF2B5EF4-FFF2-40B4-BE49-F238E27FC236}">
                        <a16:creationId xmlns:a16="http://schemas.microsoft.com/office/drawing/2014/main" id="{68BDFDAB-CE95-8AAD-6422-22EBB6FDEDC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680" y="4480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42367" name="Text Box 123">
                <a:extLst>
                  <a:ext uri="{FF2B5EF4-FFF2-40B4-BE49-F238E27FC236}">
                    <a16:creationId xmlns:a16="http://schemas.microsoft.com/office/drawing/2014/main" id="{84E002DA-9FCE-0019-271F-D10A0D5F1F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66" y="754"/>
                <a:ext cx="273" cy="2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just" eaLnBrk="1" hangingPunct="1">
                  <a:spcBef>
                    <a:spcPct val="15000"/>
                  </a:spcBef>
                </a:pPr>
                <a:r>
                  <a:rPr lang="en-US" altLang="zh-CN" i="1">
                    <a:solidFill>
                      <a:srgbClr val="FF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b="0">
                  <a:solidFill>
                    <a:srgbClr val="FF0000"/>
                  </a:solidFill>
                  <a:ea typeface="幼圆" panose="02010509060101010101" pitchFamily="49" charset="-122"/>
                </a:endParaRPr>
              </a:p>
            </p:txBody>
          </p:sp>
          <p:sp>
            <p:nvSpPr>
              <p:cNvPr id="142368" name="Line 124">
                <a:extLst>
                  <a:ext uri="{FF2B5EF4-FFF2-40B4-BE49-F238E27FC236}">
                    <a16:creationId xmlns:a16="http://schemas.microsoft.com/office/drawing/2014/main" id="{C7680A24-9C77-44D0-A0A0-D8EE791E2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37" y="799"/>
                <a:ext cx="0" cy="363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820349" name="Object 125">
            <a:extLst>
              <a:ext uri="{FF2B5EF4-FFF2-40B4-BE49-F238E27FC236}">
                <a16:creationId xmlns:a16="http://schemas.microsoft.com/office/drawing/2014/main" id="{8E0ED0DD-AA7A-A0BD-48D0-26918F269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2774950"/>
          <a:ext cx="137953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63546" imgH="152539" progId="Equation.DSMT4">
                  <p:embed/>
                </p:oleObj>
              </mc:Choice>
              <mc:Fallback>
                <p:oleObj r:id="rId3" imgW="463546" imgH="152539" progId="Equation.DSMT4">
                  <p:embed/>
                  <p:pic>
                    <p:nvPicPr>
                      <p:cNvPr id="0" name="Object 1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774950"/>
                        <a:ext cx="1379538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9" name="Group 126">
            <a:extLst>
              <a:ext uri="{FF2B5EF4-FFF2-40B4-BE49-F238E27FC236}">
                <a16:creationId xmlns:a16="http://schemas.microsoft.com/office/drawing/2014/main" id="{EB768D97-B4F9-2173-400E-412558932D05}"/>
              </a:ext>
            </a:extLst>
          </p:cNvPr>
          <p:cNvGrpSpPr>
            <a:grpSpLocks/>
          </p:cNvGrpSpPr>
          <p:nvPr/>
        </p:nvGrpSpPr>
        <p:grpSpPr bwMode="auto">
          <a:xfrm>
            <a:off x="4848225" y="908050"/>
            <a:ext cx="1739900" cy="1081088"/>
            <a:chOff x="2918" y="572"/>
            <a:chExt cx="1096" cy="681"/>
          </a:xfrm>
        </p:grpSpPr>
        <p:graphicFrame>
          <p:nvGraphicFramePr>
            <p:cNvPr id="142361" name="Object 127">
              <a:extLst>
                <a:ext uri="{FF2B5EF4-FFF2-40B4-BE49-F238E27FC236}">
                  <a16:creationId xmlns:a16="http://schemas.microsoft.com/office/drawing/2014/main" id="{C4955DBE-708E-BE40-DC7B-F1F3AF41E0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8" y="572"/>
            <a:ext cx="717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63546" imgH="152539" progId="Equation.DSMT4">
                    <p:embed/>
                  </p:oleObj>
                </mc:Choice>
                <mc:Fallback>
                  <p:oleObj r:id="rId5" imgW="463546" imgH="152539" progId="Equation.DSMT4">
                    <p:embed/>
                    <p:pic>
                      <p:nvPicPr>
                        <p:cNvPr id="0" name="Object 1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" y="572"/>
                          <a:ext cx="717" cy="303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2362" name="Line 128">
              <a:extLst>
                <a:ext uri="{FF2B5EF4-FFF2-40B4-BE49-F238E27FC236}">
                  <a16:creationId xmlns:a16="http://schemas.microsoft.com/office/drawing/2014/main" id="{50CBA25D-8C46-7076-547C-0E7FF74F7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890"/>
              <a:ext cx="408" cy="36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2345" name="AutoShape 12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4148E6D9-4EA6-E96B-FC49-4420D961E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2346" name="AutoShape 13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DA682AB-7268-1063-798B-39701FB61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2347" name="AutoShape 13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D731F7C1-1F2D-6847-F263-192EDFD5A9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2348" name="AutoShape 13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2329ACD4-0BFD-47F6-A800-82043E643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140" name="Group 133">
            <a:extLst>
              <a:ext uri="{FF2B5EF4-FFF2-40B4-BE49-F238E27FC236}">
                <a16:creationId xmlns:a16="http://schemas.microsoft.com/office/drawing/2014/main" id="{87B45BA1-677C-B556-41BB-9F7E17F13D47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1628775"/>
            <a:ext cx="5616575" cy="1152525"/>
            <a:chOff x="249" y="981"/>
            <a:chExt cx="3176" cy="726"/>
          </a:xfrm>
        </p:grpSpPr>
        <p:sp>
          <p:nvSpPr>
            <p:cNvPr id="142359" name="Rectangle 134">
              <a:extLst>
                <a:ext uri="{FF2B5EF4-FFF2-40B4-BE49-F238E27FC236}">
                  <a16:creationId xmlns:a16="http://schemas.microsoft.com/office/drawing/2014/main" id="{08E473F1-DB4B-D495-66EC-2F6EBAFD9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981"/>
              <a:ext cx="2994" cy="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zh-CN" altLang="en-US"/>
                <a:t>磁介质</a:t>
              </a:r>
              <a:r>
                <a:rPr lang="zh-CN" altLang="en-US">
                  <a:latin typeface="幼圆" panose="02010509060101010101" pitchFamily="49" charset="-122"/>
                </a:rPr>
                <a:t>分子或原子内的电子运动形成分子电流，形成</a:t>
              </a:r>
              <a:r>
                <a:rPr lang="zh-CN" altLang="en-US">
                  <a:solidFill>
                    <a:srgbClr val="FFD1E8"/>
                  </a:solidFill>
                  <a:latin typeface="幼圆" panose="02010509060101010101" pitchFamily="49" charset="-122"/>
                </a:rPr>
                <a:t>分子磁矩</a:t>
              </a:r>
              <a:r>
                <a:rPr lang="zh-CN" altLang="en-US">
                  <a:latin typeface="幼圆" panose="02010509060101010101" pitchFamily="49" charset="-122"/>
                </a:rPr>
                <a:t>。</a:t>
              </a:r>
            </a:p>
          </p:txBody>
        </p:sp>
        <p:sp>
          <p:nvSpPr>
            <p:cNvPr id="142360" name="Oval 135">
              <a:extLst>
                <a:ext uri="{FF2B5EF4-FFF2-40B4-BE49-F238E27FC236}">
                  <a16:creationId xmlns:a16="http://schemas.microsoft.com/office/drawing/2014/main" id="{BD1AF6D6-15F8-2C28-28EF-EB51FD3A26B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1172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141" name="Group 136">
            <a:extLst>
              <a:ext uri="{FF2B5EF4-FFF2-40B4-BE49-F238E27FC236}">
                <a16:creationId xmlns:a16="http://schemas.microsoft.com/office/drawing/2014/main" id="{EE62D1A0-1438-5BEF-B67B-775622ABD427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3429000"/>
            <a:ext cx="5689600" cy="1152525"/>
            <a:chOff x="249" y="2160"/>
            <a:chExt cx="3085" cy="726"/>
          </a:xfrm>
        </p:grpSpPr>
        <p:sp>
          <p:nvSpPr>
            <p:cNvPr id="142357" name="Rectangle 137">
              <a:extLst>
                <a:ext uri="{FF2B5EF4-FFF2-40B4-BE49-F238E27FC236}">
                  <a16:creationId xmlns:a16="http://schemas.microsoft.com/office/drawing/2014/main" id="{2F4173DF-016A-31BD-1194-D9039EA10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160"/>
              <a:ext cx="2858" cy="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zh-CN" altLang="en-US">
                  <a:solidFill>
                    <a:srgbClr val="FFCC66"/>
                  </a:solidFill>
                  <a:latin typeface="幼圆" panose="02010509060101010101" pitchFamily="49" charset="-122"/>
                </a:rPr>
                <a:t>无外磁场作用时：</a:t>
              </a:r>
              <a:r>
                <a:rPr lang="zh-CN" altLang="en-US">
                  <a:latin typeface="幼圆" panose="02010509060101010101" pitchFamily="49" charset="-122"/>
                </a:rPr>
                <a:t>分子磁矩不规则排列，宏观上不显磁性。</a:t>
              </a:r>
              <a:endParaRPr lang="zh-CN" altLang="en-US">
                <a:latin typeface="宋体" panose="02010600030101010101" pitchFamily="2" charset="-122"/>
              </a:endParaRPr>
            </a:p>
          </p:txBody>
        </p:sp>
        <p:sp>
          <p:nvSpPr>
            <p:cNvPr id="142358" name="Oval 138">
              <a:extLst>
                <a:ext uri="{FF2B5EF4-FFF2-40B4-BE49-F238E27FC236}">
                  <a16:creationId xmlns:a16="http://schemas.microsoft.com/office/drawing/2014/main" id="{53F2EC86-C53C-BEA2-E6E3-BC95F08211C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2352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142" name="Group 139">
            <a:extLst>
              <a:ext uri="{FF2B5EF4-FFF2-40B4-BE49-F238E27FC236}">
                <a16:creationId xmlns:a16="http://schemas.microsoft.com/office/drawing/2014/main" id="{B1F701F4-154E-4150-6BE9-85091833EE7D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725988"/>
            <a:ext cx="5545137" cy="1582737"/>
            <a:chOff x="249" y="2977"/>
            <a:chExt cx="3130" cy="997"/>
          </a:xfrm>
        </p:grpSpPr>
        <p:sp>
          <p:nvSpPr>
            <p:cNvPr id="142355" name="Rectangle 140">
              <a:extLst>
                <a:ext uri="{FF2B5EF4-FFF2-40B4-BE49-F238E27FC236}">
                  <a16:creationId xmlns:a16="http://schemas.microsoft.com/office/drawing/2014/main" id="{14A47939-88AF-734F-EBD3-E70B744FC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" y="2977"/>
              <a:ext cx="2903" cy="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zh-CN" altLang="en-US" dirty="0">
                  <a:solidFill>
                    <a:srgbClr val="FFCC66"/>
                  </a:solidFill>
                  <a:latin typeface="幼圆" panose="02010509060101010101" pitchFamily="49" charset="-122"/>
                </a:rPr>
                <a:t>在外磁场作用下：</a:t>
              </a:r>
              <a:r>
                <a:rPr lang="zh-CN" altLang="en-US" dirty="0">
                  <a:latin typeface="幼圆" panose="02010509060101010101" pitchFamily="49" charset="-122"/>
                </a:rPr>
                <a:t>分子磁矩定向排列，宏观上显示出磁性，这种现象称为</a:t>
              </a:r>
              <a:r>
                <a:rPr lang="zh-CN" altLang="en-US" dirty="0"/>
                <a:t>磁介质</a:t>
              </a:r>
              <a:r>
                <a:rPr lang="zh-CN" altLang="en-US" dirty="0">
                  <a:latin typeface="幼圆" panose="02010509060101010101" pitchFamily="49" charset="-122"/>
                </a:rPr>
                <a:t>的</a:t>
              </a:r>
              <a:r>
                <a:rPr lang="zh-CN" altLang="en-US" dirty="0">
                  <a:solidFill>
                    <a:srgbClr val="FFD1E8"/>
                  </a:solidFill>
                  <a:latin typeface="幼圆" panose="02010509060101010101" pitchFamily="49" charset="-122"/>
                  <a:ea typeface="宋体" panose="02010600030101010101" pitchFamily="2" charset="-122"/>
                </a:rPr>
                <a:t>磁化</a:t>
              </a:r>
              <a:r>
                <a:rPr lang="zh-CN" altLang="en-US" dirty="0">
                  <a:latin typeface="宋体" panose="02010600030101010101" pitchFamily="2" charset="-122"/>
                </a:rPr>
                <a:t>。</a:t>
              </a:r>
            </a:p>
          </p:txBody>
        </p:sp>
        <p:sp>
          <p:nvSpPr>
            <p:cNvPr id="142356" name="Oval 141">
              <a:extLst>
                <a:ext uri="{FF2B5EF4-FFF2-40B4-BE49-F238E27FC236}">
                  <a16:creationId xmlns:a16="http://schemas.microsoft.com/office/drawing/2014/main" id="{E8398DBE-6E4A-BB7A-0532-E66FF1D0076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3123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pic>
        <p:nvPicPr>
          <p:cNvPr id="820373" name="Picture 149">
            <a:extLst>
              <a:ext uri="{FF2B5EF4-FFF2-40B4-BE49-F238E27FC236}">
                <a16:creationId xmlns:a16="http://schemas.microsoft.com/office/drawing/2014/main" id="{23843979-2EF0-87A0-78B3-B0A6CE82BB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2205038"/>
            <a:ext cx="1111250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8AEC124-E2DE-42B4-F053-1CDD691AD4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4866" y="4059238"/>
            <a:ext cx="1581150" cy="66675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465B8E-DAD2-4D82-AC61-68DC7BE7BCF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97794" y="5821363"/>
            <a:ext cx="1476375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灯片编号占位符 3">
            <a:extLst>
              <a:ext uri="{FF2B5EF4-FFF2-40B4-BE49-F238E27FC236}">
                <a16:creationId xmlns:a16="http://schemas.microsoft.com/office/drawing/2014/main" id="{F3EEB270-8FA4-2A7F-0FB7-4A86E3353E4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01D0A96-6576-433B-900B-B6034BF08C3E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26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822274" name="Object 2">
            <a:extLst>
              <a:ext uri="{FF2B5EF4-FFF2-40B4-BE49-F238E27FC236}">
                <a16:creationId xmlns:a16="http://schemas.microsoft.com/office/drawing/2014/main" id="{21DB7A1C-0668-5637-E055-62181B845E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350" y="2452688"/>
          <a:ext cx="30511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43052" imgH="311312" progId="Equation.DSMT4">
                  <p:embed/>
                </p:oleObj>
              </mc:Choice>
              <mc:Fallback>
                <p:oleObj r:id="rId3" imgW="1143052" imgH="31131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2452688"/>
                        <a:ext cx="30511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>
            <a:extLst>
              <a:ext uri="{FF2B5EF4-FFF2-40B4-BE49-F238E27FC236}">
                <a16:creationId xmlns:a16="http://schemas.microsoft.com/office/drawing/2014/main" id="{39754657-7D65-CF80-D926-72B614E8DF67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1412875"/>
            <a:ext cx="2881313" cy="2447925"/>
            <a:chOff x="3923" y="799"/>
            <a:chExt cx="1815" cy="1542"/>
          </a:xfrm>
        </p:grpSpPr>
        <p:sp>
          <p:nvSpPr>
            <p:cNvPr id="144402" name="Rectangle 4">
              <a:extLst>
                <a:ext uri="{FF2B5EF4-FFF2-40B4-BE49-F238E27FC236}">
                  <a16:creationId xmlns:a16="http://schemas.microsoft.com/office/drawing/2014/main" id="{F8688A07-52E6-6EBC-F5FF-00F2C1CA8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799"/>
              <a:ext cx="1815" cy="1542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grpSp>
          <p:nvGrpSpPr>
            <p:cNvPr id="144403" name="Group 5">
              <a:extLst>
                <a:ext uri="{FF2B5EF4-FFF2-40B4-BE49-F238E27FC236}">
                  <a16:creationId xmlns:a16="http://schemas.microsoft.com/office/drawing/2014/main" id="{17A8A659-3CCC-DA9C-DDBF-E75892BAB7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5" y="1024"/>
              <a:ext cx="1476" cy="1091"/>
              <a:chOff x="4241" y="2702"/>
              <a:chExt cx="1476" cy="1091"/>
            </a:xfrm>
          </p:grpSpPr>
          <p:sp>
            <p:nvSpPr>
              <p:cNvPr id="144407" name="Rectangle 6">
                <a:extLst>
                  <a:ext uri="{FF2B5EF4-FFF2-40B4-BE49-F238E27FC236}">
                    <a16:creationId xmlns:a16="http://schemas.microsoft.com/office/drawing/2014/main" id="{A9685A79-02B0-32E3-5B9B-250EE96069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1" y="3112"/>
                <a:ext cx="1089" cy="681"/>
              </a:xfrm>
              <a:prstGeom prst="rect">
                <a:avLst/>
              </a:prstGeom>
              <a:solidFill>
                <a:srgbClr val="6FBDC3">
                  <a:alpha val="98822"/>
                </a:srgbClr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1801800" prstMaterial="legacyMatte">
                <a:bevelT w="13500" h="13500" prst="angle"/>
                <a:bevelB w="13500" h="13500" prst="angle"/>
                <a:extrusionClr>
                  <a:srgbClr val="6FBDC3"/>
                </a:extrusionClr>
                <a:contourClr>
                  <a:srgbClr val="6FBDC3"/>
                </a:contourClr>
              </a:sp3d>
            </p:spPr>
            <p:txBody>
              <a:bodyPr anchor="ctr">
                <a:spAutoFit/>
                <a:flatTx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15000"/>
                  </a:spcBef>
                </a:pPr>
                <a:endParaRPr lang="zh-CN" altLang="en-US" b="0"/>
              </a:p>
            </p:txBody>
          </p:sp>
          <p:grpSp>
            <p:nvGrpSpPr>
              <p:cNvPr id="144408" name="Group 7">
                <a:extLst>
                  <a:ext uri="{FF2B5EF4-FFF2-40B4-BE49-F238E27FC236}">
                    <a16:creationId xmlns:a16="http://schemas.microsoft.com/office/drawing/2014/main" id="{49D05694-63F0-8D97-E21B-B92551956B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16" y="2702"/>
                <a:ext cx="177" cy="229"/>
                <a:chOff x="4500" y="4480"/>
                <a:chExt cx="360" cy="548"/>
              </a:xfrm>
            </p:grpSpPr>
            <p:sp>
              <p:nvSpPr>
                <p:cNvPr id="144460" name="Oval 8">
                  <a:extLst>
                    <a:ext uri="{FF2B5EF4-FFF2-40B4-BE49-F238E27FC236}">
                      <a16:creationId xmlns:a16="http://schemas.microsoft.com/office/drawing/2014/main" id="{8349FDD0-4FC6-C309-FD49-9F0484B0BE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61" name="Line 9">
                  <a:extLst>
                    <a:ext uri="{FF2B5EF4-FFF2-40B4-BE49-F238E27FC236}">
                      <a16:creationId xmlns:a16="http://schemas.microsoft.com/office/drawing/2014/main" id="{07C7CBED-B623-22A2-1C95-AB63C33B9B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09" name="Group 10">
                <a:extLst>
                  <a:ext uri="{FF2B5EF4-FFF2-40B4-BE49-F238E27FC236}">
                    <a16:creationId xmlns:a16="http://schemas.microsoft.com/office/drawing/2014/main" id="{23DF07EB-C574-6147-0BE0-F9CC57686B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30" y="2795"/>
                <a:ext cx="178" cy="229"/>
                <a:chOff x="4500" y="4480"/>
                <a:chExt cx="360" cy="548"/>
              </a:xfrm>
            </p:grpSpPr>
            <p:sp>
              <p:nvSpPr>
                <p:cNvPr id="144458" name="Oval 11">
                  <a:extLst>
                    <a:ext uri="{FF2B5EF4-FFF2-40B4-BE49-F238E27FC236}">
                      <a16:creationId xmlns:a16="http://schemas.microsoft.com/office/drawing/2014/main" id="{E30D620E-AB93-ACFD-F5FB-5D1B22A258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59" name="Line 12">
                  <a:extLst>
                    <a:ext uri="{FF2B5EF4-FFF2-40B4-BE49-F238E27FC236}">
                      <a16:creationId xmlns:a16="http://schemas.microsoft.com/office/drawing/2014/main" id="{CB55F53B-FA25-2F51-265A-153D49CD26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0" name="Group 13">
                <a:extLst>
                  <a:ext uri="{FF2B5EF4-FFF2-40B4-BE49-F238E27FC236}">
                    <a16:creationId xmlns:a16="http://schemas.microsoft.com/office/drawing/2014/main" id="{FF099D36-F150-A325-942C-F77BF43055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4" y="2750"/>
                <a:ext cx="178" cy="229"/>
                <a:chOff x="4500" y="4480"/>
                <a:chExt cx="360" cy="548"/>
              </a:xfrm>
            </p:grpSpPr>
            <p:sp>
              <p:nvSpPr>
                <p:cNvPr id="144456" name="Oval 14">
                  <a:extLst>
                    <a:ext uri="{FF2B5EF4-FFF2-40B4-BE49-F238E27FC236}">
                      <a16:creationId xmlns:a16="http://schemas.microsoft.com/office/drawing/2014/main" id="{F976C517-19C8-411E-BF5E-EEEC831043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57" name="Line 15">
                  <a:extLst>
                    <a:ext uri="{FF2B5EF4-FFF2-40B4-BE49-F238E27FC236}">
                      <a16:creationId xmlns:a16="http://schemas.microsoft.com/office/drawing/2014/main" id="{2F3C58AF-DD26-034D-2577-93DC8855B9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1" name="Group 16">
                <a:extLst>
                  <a:ext uri="{FF2B5EF4-FFF2-40B4-BE49-F238E27FC236}">
                    <a16:creationId xmlns:a16="http://schemas.microsoft.com/office/drawing/2014/main" id="{1EAD0539-5C19-29CE-4C50-E5C0D39775B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20" y="3201"/>
                <a:ext cx="178" cy="229"/>
                <a:chOff x="4500" y="4480"/>
                <a:chExt cx="360" cy="548"/>
              </a:xfrm>
            </p:grpSpPr>
            <p:sp>
              <p:nvSpPr>
                <p:cNvPr id="144454" name="Oval 17">
                  <a:extLst>
                    <a:ext uri="{FF2B5EF4-FFF2-40B4-BE49-F238E27FC236}">
                      <a16:creationId xmlns:a16="http://schemas.microsoft.com/office/drawing/2014/main" id="{AF6C88E9-6B9A-239D-A5D0-5F40A33DC6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55" name="Line 18">
                  <a:extLst>
                    <a:ext uri="{FF2B5EF4-FFF2-40B4-BE49-F238E27FC236}">
                      <a16:creationId xmlns:a16="http://schemas.microsoft.com/office/drawing/2014/main" id="{0D337194-349E-B340-2CA6-9FC638D89B8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2" name="Group 19">
                <a:extLst>
                  <a:ext uri="{FF2B5EF4-FFF2-40B4-BE49-F238E27FC236}">
                    <a16:creationId xmlns:a16="http://schemas.microsoft.com/office/drawing/2014/main" id="{D7673AEC-F54B-3EF2-BB13-72E534ACBA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89" y="3384"/>
                <a:ext cx="178" cy="228"/>
                <a:chOff x="4500" y="4480"/>
                <a:chExt cx="360" cy="548"/>
              </a:xfrm>
            </p:grpSpPr>
            <p:sp>
              <p:nvSpPr>
                <p:cNvPr id="144452" name="Oval 20">
                  <a:extLst>
                    <a:ext uri="{FF2B5EF4-FFF2-40B4-BE49-F238E27FC236}">
                      <a16:creationId xmlns:a16="http://schemas.microsoft.com/office/drawing/2014/main" id="{DD74EB24-B46E-1D3C-F7BC-CB446B87B7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53" name="Line 21">
                  <a:extLst>
                    <a:ext uri="{FF2B5EF4-FFF2-40B4-BE49-F238E27FC236}">
                      <a16:creationId xmlns:a16="http://schemas.microsoft.com/office/drawing/2014/main" id="{2DCC0D38-4D62-2ECB-DE56-6AC361D965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3" name="Group 22">
                <a:extLst>
                  <a:ext uri="{FF2B5EF4-FFF2-40B4-BE49-F238E27FC236}">
                    <a16:creationId xmlns:a16="http://schemas.microsoft.com/office/drawing/2014/main" id="{E66526A8-60FB-C635-319D-0DEE424DDD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31" y="3474"/>
                <a:ext cx="178" cy="229"/>
                <a:chOff x="4500" y="4480"/>
                <a:chExt cx="360" cy="548"/>
              </a:xfrm>
            </p:grpSpPr>
            <p:sp>
              <p:nvSpPr>
                <p:cNvPr id="144450" name="Oval 23">
                  <a:extLst>
                    <a:ext uri="{FF2B5EF4-FFF2-40B4-BE49-F238E27FC236}">
                      <a16:creationId xmlns:a16="http://schemas.microsoft.com/office/drawing/2014/main" id="{8BC407DA-476B-89CB-B95F-D79AE94ACE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51" name="Line 24">
                  <a:extLst>
                    <a:ext uri="{FF2B5EF4-FFF2-40B4-BE49-F238E27FC236}">
                      <a16:creationId xmlns:a16="http://schemas.microsoft.com/office/drawing/2014/main" id="{BB6E7E81-EAC9-38E8-3F20-C821318C22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4" name="Group 25">
                <a:extLst>
                  <a:ext uri="{FF2B5EF4-FFF2-40B4-BE49-F238E27FC236}">
                    <a16:creationId xmlns:a16="http://schemas.microsoft.com/office/drawing/2014/main" id="{370E1B01-D4FA-B033-80D3-8B0CAB49CD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64" y="3201"/>
                <a:ext cx="178" cy="229"/>
                <a:chOff x="4500" y="4480"/>
                <a:chExt cx="360" cy="548"/>
              </a:xfrm>
            </p:grpSpPr>
            <p:sp>
              <p:nvSpPr>
                <p:cNvPr id="144448" name="Oval 26">
                  <a:extLst>
                    <a:ext uri="{FF2B5EF4-FFF2-40B4-BE49-F238E27FC236}">
                      <a16:creationId xmlns:a16="http://schemas.microsoft.com/office/drawing/2014/main" id="{86860939-0A36-6194-C5B1-73F4842589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49" name="Line 27">
                  <a:extLst>
                    <a:ext uri="{FF2B5EF4-FFF2-40B4-BE49-F238E27FC236}">
                      <a16:creationId xmlns:a16="http://schemas.microsoft.com/office/drawing/2014/main" id="{B175991F-EED4-18DD-7500-81A166BFE7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5" name="Group 28">
                <a:extLst>
                  <a:ext uri="{FF2B5EF4-FFF2-40B4-BE49-F238E27FC236}">
                    <a16:creationId xmlns:a16="http://schemas.microsoft.com/office/drawing/2014/main" id="{F5BF5BA7-D41E-B24F-A050-466CC9360F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7" y="3292"/>
                <a:ext cx="179" cy="229"/>
                <a:chOff x="4500" y="4480"/>
                <a:chExt cx="360" cy="548"/>
              </a:xfrm>
            </p:grpSpPr>
            <p:sp>
              <p:nvSpPr>
                <p:cNvPr id="144446" name="Oval 29">
                  <a:extLst>
                    <a:ext uri="{FF2B5EF4-FFF2-40B4-BE49-F238E27FC236}">
                      <a16:creationId xmlns:a16="http://schemas.microsoft.com/office/drawing/2014/main" id="{1F8CE5E4-F868-E428-96C0-3FC0735FF5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47" name="Line 30">
                  <a:extLst>
                    <a:ext uri="{FF2B5EF4-FFF2-40B4-BE49-F238E27FC236}">
                      <a16:creationId xmlns:a16="http://schemas.microsoft.com/office/drawing/2014/main" id="{08FC00E0-1712-A207-1159-729227A80D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6" name="Group 31">
                <a:extLst>
                  <a:ext uri="{FF2B5EF4-FFF2-40B4-BE49-F238E27FC236}">
                    <a16:creationId xmlns:a16="http://schemas.microsoft.com/office/drawing/2014/main" id="{9CAE644D-EE2A-9A06-DEFD-BF1D8D2F42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11" y="3244"/>
                <a:ext cx="178" cy="229"/>
                <a:chOff x="4500" y="4480"/>
                <a:chExt cx="360" cy="548"/>
              </a:xfrm>
            </p:grpSpPr>
            <p:sp>
              <p:nvSpPr>
                <p:cNvPr id="144444" name="Oval 32">
                  <a:extLst>
                    <a:ext uri="{FF2B5EF4-FFF2-40B4-BE49-F238E27FC236}">
                      <a16:creationId xmlns:a16="http://schemas.microsoft.com/office/drawing/2014/main" id="{C260FA07-5BB5-B67F-101C-241A1F144D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45" name="Line 33">
                  <a:extLst>
                    <a:ext uri="{FF2B5EF4-FFF2-40B4-BE49-F238E27FC236}">
                      <a16:creationId xmlns:a16="http://schemas.microsoft.com/office/drawing/2014/main" id="{C5BB74A4-7AF5-0989-E464-CAD5C78BD4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7" name="Group 34">
                <a:extLst>
                  <a:ext uri="{FF2B5EF4-FFF2-40B4-BE49-F238E27FC236}">
                    <a16:creationId xmlns:a16="http://schemas.microsoft.com/office/drawing/2014/main" id="{ABC1970A-D88C-84A6-CD73-C3D8A78B5E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76" y="3474"/>
                <a:ext cx="178" cy="228"/>
                <a:chOff x="4500" y="4480"/>
                <a:chExt cx="360" cy="548"/>
              </a:xfrm>
            </p:grpSpPr>
            <p:sp>
              <p:nvSpPr>
                <p:cNvPr id="144442" name="Oval 35">
                  <a:extLst>
                    <a:ext uri="{FF2B5EF4-FFF2-40B4-BE49-F238E27FC236}">
                      <a16:creationId xmlns:a16="http://schemas.microsoft.com/office/drawing/2014/main" id="{90F38539-8569-4404-59A7-081A076197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43" name="Line 36">
                  <a:extLst>
                    <a:ext uri="{FF2B5EF4-FFF2-40B4-BE49-F238E27FC236}">
                      <a16:creationId xmlns:a16="http://schemas.microsoft.com/office/drawing/2014/main" id="{44DE50AF-BAC8-B6CB-4D3E-45D31265C1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8" name="Group 37">
                <a:extLst>
                  <a:ext uri="{FF2B5EF4-FFF2-40B4-BE49-F238E27FC236}">
                    <a16:creationId xmlns:a16="http://schemas.microsoft.com/office/drawing/2014/main" id="{BCF0A2BA-6778-42BB-36B0-A47777F7DE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42" y="3020"/>
                <a:ext cx="178" cy="229"/>
                <a:chOff x="4500" y="4480"/>
                <a:chExt cx="360" cy="548"/>
              </a:xfrm>
            </p:grpSpPr>
            <p:sp>
              <p:nvSpPr>
                <p:cNvPr id="144440" name="Oval 38">
                  <a:extLst>
                    <a:ext uri="{FF2B5EF4-FFF2-40B4-BE49-F238E27FC236}">
                      <a16:creationId xmlns:a16="http://schemas.microsoft.com/office/drawing/2014/main" id="{565D516B-75B6-4227-EADD-839ADDC0AD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41" name="Line 39">
                  <a:extLst>
                    <a:ext uri="{FF2B5EF4-FFF2-40B4-BE49-F238E27FC236}">
                      <a16:creationId xmlns:a16="http://schemas.microsoft.com/office/drawing/2014/main" id="{42F441C9-1DF4-05D6-D094-D25D965BF8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19" name="Group 40">
                <a:extLst>
                  <a:ext uri="{FF2B5EF4-FFF2-40B4-BE49-F238E27FC236}">
                    <a16:creationId xmlns:a16="http://schemas.microsoft.com/office/drawing/2014/main" id="{06F42C9A-A59C-EC54-D32D-E42E97AC11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5" y="2976"/>
                <a:ext cx="177" cy="229"/>
                <a:chOff x="4500" y="4480"/>
                <a:chExt cx="360" cy="548"/>
              </a:xfrm>
            </p:grpSpPr>
            <p:sp>
              <p:nvSpPr>
                <p:cNvPr id="144438" name="Oval 41">
                  <a:extLst>
                    <a:ext uri="{FF2B5EF4-FFF2-40B4-BE49-F238E27FC236}">
                      <a16:creationId xmlns:a16="http://schemas.microsoft.com/office/drawing/2014/main" id="{0B2D34E4-E83A-9818-B667-C3D2EBB3C9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39" name="Line 42">
                  <a:extLst>
                    <a:ext uri="{FF2B5EF4-FFF2-40B4-BE49-F238E27FC236}">
                      <a16:creationId xmlns:a16="http://schemas.microsoft.com/office/drawing/2014/main" id="{2A9E919C-510B-99B5-A6CD-B4D99DCCCA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20" name="Group 43">
                <a:extLst>
                  <a:ext uri="{FF2B5EF4-FFF2-40B4-BE49-F238E27FC236}">
                    <a16:creationId xmlns:a16="http://schemas.microsoft.com/office/drawing/2014/main" id="{7C6BFDC8-CBB1-0311-6B75-A11F8B4E92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61" y="2974"/>
                <a:ext cx="178" cy="229"/>
                <a:chOff x="4500" y="4480"/>
                <a:chExt cx="360" cy="548"/>
              </a:xfrm>
            </p:grpSpPr>
            <p:sp>
              <p:nvSpPr>
                <p:cNvPr id="144436" name="Oval 44">
                  <a:extLst>
                    <a:ext uri="{FF2B5EF4-FFF2-40B4-BE49-F238E27FC236}">
                      <a16:creationId xmlns:a16="http://schemas.microsoft.com/office/drawing/2014/main" id="{F3248739-CE48-D863-C433-37472003C7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37" name="Line 45">
                  <a:extLst>
                    <a:ext uri="{FF2B5EF4-FFF2-40B4-BE49-F238E27FC236}">
                      <a16:creationId xmlns:a16="http://schemas.microsoft.com/office/drawing/2014/main" id="{B987467B-2B48-0081-9D84-80128BDFCE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21" name="Group 46">
                <a:extLst>
                  <a:ext uri="{FF2B5EF4-FFF2-40B4-BE49-F238E27FC236}">
                    <a16:creationId xmlns:a16="http://schemas.microsoft.com/office/drawing/2014/main" id="{4BB26967-9068-D2A7-70B7-169C6FD223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27" y="2779"/>
                <a:ext cx="178" cy="229"/>
                <a:chOff x="4500" y="4480"/>
                <a:chExt cx="360" cy="548"/>
              </a:xfrm>
            </p:grpSpPr>
            <p:sp>
              <p:nvSpPr>
                <p:cNvPr id="144434" name="Oval 47">
                  <a:extLst>
                    <a:ext uri="{FF2B5EF4-FFF2-40B4-BE49-F238E27FC236}">
                      <a16:creationId xmlns:a16="http://schemas.microsoft.com/office/drawing/2014/main" id="{D1D70646-E161-557D-28AD-1657293470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35" name="Line 48">
                  <a:extLst>
                    <a:ext uri="{FF2B5EF4-FFF2-40B4-BE49-F238E27FC236}">
                      <a16:creationId xmlns:a16="http://schemas.microsoft.com/office/drawing/2014/main" id="{A083EB59-56C8-332D-8DF4-F261A059C4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22" name="Group 49">
                <a:extLst>
                  <a:ext uri="{FF2B5EF4-FFF2-40B4-BE49-F238E27FC236}">
                    <a16:creationId xmlns:a16="http://schemas.microsoft.com/office/drawing/2014/main" id="{D4B1EA4E-5FE1-60C6-6888-B5D951BB38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40" y="3067"/>
                <a:ext cx="177" cy="229"/>
                <a:chOff x="4500" y="4480"/>
                <a:chExt cx="360" cy="548"/>
              </a:xfrm>
            </p:grpSpPr>
            <p:sp>
              <p:nvSpPr>
                <p:cNvPr id="144432" name="Oval 50">
                  <a:extLst>
                    <a:ext uri="{FF2B5EF4-FFF2-40B4-BE49-F238E27FC236}">
                      <a16:creationId xmlns:a16="http://schemas.microsoft.com/office/drawing/2014/main" id="{7CF7FEB1-7AF8-CCB1-33CC-56811B71370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33" name="Line 51">
                  <a:extLst>
                    <a:ext uri="{FF2B5EF4-FFF2-40B4-BE49-F238E27FC236}">
                      <a16:creationId xmlns:a16="http://schemas.microsoft.com/office/drawing/2014/main" id="{3232199A-9A1C-CB0B-0ADC-EC1994695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23" name="Group 52">
                <a:extLst>
                  <a:ext uri="{FF2B5EF4-FFF2-40B4-BE49-F238E27FC236}">
                    <a16:creationId xmlns:a16="http://schemas.microsoft.com/office/drawing/2014/main" id="{1007B432-0B6F-EA9D-164C-BDF9B4E20C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02" y="3332"/>
                <a:ext cx="178" cy="229"/>
                <a:chOff x="4500" y="4480"/>
                <a:chExt cx="360" cy="548"/>
              </a:xfrm>
            </p:grpSpPr>
            <p:sp>
              <p:nvSpPr>
                <p:cNvPr id="144430" name="Oval 53">
                  <a:extLst>
                    <a:ext uri="{FF2B5EF4-FFF2-40B4-BE49-F238E27FC236}">
                      <a16:creationId xmlns:a16="http://schemas.microsoft.com/office/drawing/2014/main" id="{16B7A882-C799-4966-5689-B11D1AEAE0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31" name="Line 54">
                  <a:extLst>
                    <a:ext uri="{FF2B5EF4-FFF2-40B4-BE49-F238E27FC236}">
                      <a16:creationId xmlns:a16="http://schemas.microsoft.com/office/drawing/2014/main" id="{32E6A381-095A-6DB9-2877-34D7C84645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24" name="Group 55">
                <a:extLst>
                  <a:ext uri="{FF2B5EF4-FFF2-40B4-BE49-F238E27FC236}">
                    <a16:creationId xmlns:a16="http://schemas.microsoft.com/office/drawing/2014/main" id="{E4AA2894-5CA5-740D-F472-94855543A8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38" y="3108"/>
                <a:ext cx="178" cy="229"/>
                <a:chOff x="4500" y="4480"/>
                <a:chExt cx="360" cy="548"/>
              </a:xfrm>
            </p:grpSpPr>
            <p:sp>
              <p:nvSpPr>
                <p:cNvPr id="144428" name="Oval 56">
                  <a:extLst>
                    <a:ext uri="{FF2B5EF4-FFF2-40B4-BE49-F238E27FC236}">
                      <a16:creationId xmlns:a16="http://schemas.microsoft.com/office/drawing/2014/main" id="{18941700-1321-75DB-6F16-8FCF2355D2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29" name="Line 57">
                  <a:extLst>
                    <a:ext uri="{FF2B5EF4-FFF2-40B4-BE49-F238E27FC236}">
                      <a16:creationId xmlns:a16="http://schemas.microsoft.com/office/drawing/2014/main" id="{3E52D877-1E7F-9CAE-9076-212F679090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44425" name="Group 58">
                <a:extLst>
                  <a:ext uri="{FF2B5EF4-FFF2-40B4-BE49-F238E27FC236}">
                    <a16:creationId xmlns:a16="http://schemas.microsoft.com/office/drawing/2014/main" id="{97591670-3BD0-11D6-DF55-63077FF31F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43" y="2750"/>
                <a:ext cx="177" cy="229"/>
                <a:chOff x="4500" y="4480"/>
                <a:chExt cx="360" cy="548"/>
              </a:xfrm>
            </p:grpSpPr>
            <p:sp>
              <p:nvSpPr>
                <p:cNvPr id="144426" name="Oval 59">
                  <a:extLst>
                    <a:ext uri="{FF2B5EF4-FFF2-40B4-BE49-F238E27FC236}">
                      <a16:creationId xmlns:a16="http://schemas.microsoft.com/office/drawing/2014/main" id="{FED5E63B-8551-7621-17EF-D620F07434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00" y="4872"/>
                  <a:ext cx="360" cy="156"/>
                </a:xfrm>
                <a:prstGeom prst="ellips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1pPr>
                  <a:lvl2pPr marL="742950" indent="-28575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2pPr>
                  <a:lvl3pPr marL="11430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3pPr>
                  <a:lvl4pPr marL="16002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4pPr>
                  <a:lvl5pPr marL="2057400" indent="-228600"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chemeClr val="bg1"/>
                      </a:solidFill>
                      <a:latin typeface="Arial" panose="020B0604020202020204" pitchFamily="34" charset="0"/>
                      <a:ea typeface="楷体_GB2312" pitchFamily="49" charset="-122"/>
                    </a:defRPr>
                  </a:lvl9pPr>
                </a:lstStyle>
                <a:p>
                  <a:pPr algn="ctr" eaLnBrk="1" hangingPunct="1">
                    <a:spcBef>
                      <a:spcPct val="15000"/>
                    </a:spcBef>
                  </a:pPr>
                  <a:endParaRPr lang="zh-CN" altLang="en-US" b="0"/>
                </a:p>
              </p:txBody>
            </p:sp>
            <p:sp>
              <p:nvSpPr>
                <p:cNvPr id="144427" name="Line 60">
                  <a:extLst>
                    <a:ext uri="{FF2B5EF4-FFF2-40B4-BE49-F238E27FC236}">
                      <a16:creationId xmlns:a16="http://schemas.microsoft.com/office/drawing/2014/main" id="{5319C28C-A01D-6D04-4D4A-5D1500F250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80" y="4480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4404" name="Line 61">
              <a:extLst>
                <a:ext uri="{FF2B5EF4-FFF2-40B4-BE49-F238E27FC236}">
                  <a16:creationId xmlns:a16="http://schemas.microsoft.com/office/drawing/2014/main" id="{6BE80730-ADD6-B9BA-FC5B-026AD52F06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0" y="889"/>
              <a:ext cx="0" cy="363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5" name="Text Box 62">
              <a:extLst>
                <a:ext uri="{FF2B5EF4-FFF2-40B4-BE49-F238E27FC236}">
                  <a16:creationId xmlns:a16="http://schemas.microsoft.com/office/drawing/2014/main" id="{75CA931B-050C-E679-BB6D-82C678A2D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7" y="858"/>
              <a:ext cx="273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just" eaLnBrk="1" hangingPunct="1">
                <a:spcBef>
                  <a:spcPct val="15000"/>
                </a:spcBef>
              </a:pPr>
              <a:r>
                <a:rPr lang="en-US" altLang="zh-CN" i="1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b="0">
                <a:solidFill>
                  <a:srgbClr val="FF0000"/>
                </a:solidFill>
                <a:ea typeface="幼圆" panose="02010509060101010101" pitchFamily="49" charset="-122"/>
              </a:endParaRPr>
            </a:p>
          </p:txBody>
        </p:sp>
        <p:sp>
          <p:nvSpPr>
            <p:cNvPr id="144406" name="Oval 63">
              <a:extLst>
                <a:ext uri="{FF2B5EF4-FFF2-40B4-BE49-F238E27FC236}">
                  <a16:creationId xmlns:a16="http://schemas.microsoft.com/office/drawing/2014/main" id="{0AA9B5F9-AA31-362D-4D59-069E49D298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5" y="1525"/>
              <a:ext cx="498" cy="454"/>
            </a:xfrm>
            <a:prstGeom prst="ellipse">
              <a:avLst/>
            </a:prstGeom>
            <a:solidFill>
              <a:schemeClr val="accent1">
                <a:alpha val="5098"/>
              </a:schemeClr>
            </a:solidFill>
            <a:ln w="28575">
              <a:solidFill>
                <a:srgbClr val="FF330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22" name="Group 64">
            <a:extLst>
              <a:ext uri="{FF2B5EF4-FFF2-40B4-BE49-F238E27FC236}">
                <a16:creationId xmlns:a16="http://schemas.microsoft.com/office/drawing/2014/main" id="{83871BB9-C6E7-121C-DBF2-89467CABE7F8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76250"/>
            <a:ext cx="3600450" cy="504825"/>
            <a:chOff x="158" y="300"/>
            <a:chExt cx="2201" cy="318"/>
          </a:xfrm>
        </p:grpSpPr>
        <p:sp>
          <p:nvSpPr>
            <p:cNvPr id="144400" name="Rectangle 65">
              <a:extLst>
                <a:ext uri="{FF2B5EF4-FFF2-40B4-BE49-F238E27FC236}">
                  <a16:creationId xmlns:a16="http://schemas.microsoft.com/office/drawing/2014/main" id="{42B18DAF-2CCD-16FA-10EB-03EF6DEAC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300"/>
              <a:ext cx="2201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2.  </a:t>
              </a:r>
              <a:r>
                <a:rPr lang="zh-CN" altLang="en-US">
                  <a:solidFill>
                    <a:srgbClr val="F8A6A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磁化强度矢量</a:t>
              </a:r>
            </a:p>
          </p:txBody>
        </p:sp>
        <p:graphicFrame>
          <p:nvGraphicFramePr>
            <p:cNvPr id="144401" name="Object 66">
              <a:extLst>
                <a:ext uri="{FF2B5EF4-FFF2-40B4-BE49-F238E27FC236}">
                  <a16:creationId xmlns:a16="http://schemas.microsoft.com/office/drawing/2014/main" id="{A82763D3-6F5B-97F9-C378-5FB1344DB6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300"/>
            <a:ext cx="239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07772" imgH="114300" progId="Equation.DSMT4">
                    <p:embed/>
                  </p:oleObj>
                </mc:Choice>
                <mc:Fallback>
                  <p:oleObj r:id="rId5" imgW="107772" imgH="114300" progId="Equation.DSMT4">
                    <p:embed/>
                    <p:pic>
                      <p:nvPicPr>
                        <p:cNvPr id="0" name="Object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300"/>
                          <a:ext cx="239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Group 67">
            <a:extLst>
              <a:ext uri="{FF2B5EF4-FFF2-40B4-BE49-F238E27FC236}">
                <a16:creationId xmlns:a16="http://schemas.microsoft.com/office/drawing/2014/main" id="{9EF3F1EE-F58A-CE40-B524-534C4D82B033}"/>
              </a:ext>
            </a:extLst>
          </p:cNvPr>
          <p:cNvGrpSpPr>
            <a:grpSpLocks/>
          </p:cNvGrpSpPr>
          <p:nvPr/>
        </p:nvGrpSpPr>
        <p:grpSpPr bwMode="auto">
          <a:xfrm>
            <a:off x="7443788" y="620713"/>
            <a:ext cx="1295400" cy="2016125"/>
            <a:chOff x="4785" y="1979"/>
            <a:chExt cx="816" cy="1270"/>
          </a:xfrm>
        </p:grpSpPr>
        <p:sp>
          <p:nvSpPr>
            <p:cNvPr id="144398" name="Line 68">
              <a:extLst>
                <a:ext uri="{FF2B5EF4-FFF2-40B4-BE49-F238E27FC236}">
                  <a16:creationId xmlns:a16="http://schemas.microsoft.com/office/drawing/2014/main" id="{7A018CC7-3BC7-53FA-CC3C-020EB70B27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76" y="2296"/>
              <a:ext cx="317" cy="953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4399" name="Object 69">
              <a:extLst>
                <a:ext uri="{FF2B5EF4-FFF2-40B4-BE49-F238E27FC236}">
                  <a16:creationId xmlns:a16="http://schemas.microsoft.com/office/drawing/2014/main" id="{03EF5086-E133-DB30-4A90-D79604814C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85" y="1979"/>
            <a:ext cx="816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438163" imgH="152539" progId="Equation.DSMT4">
                    <p:embed/>
                  </p:oleObj>
                </mc:Choice>
                <mc:Fallback>
                  <p:oleObj r:id="rId7" imgW="438163" imgH="152539" progId="Equation.DSMT4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85" y="1979"/>
                          <a:ext cx="816" cy="325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2342" name="Rectangle 70">
            <a:extLst>
              <a:ext uri="{FF2B5EF4-FFF2-40B4-BE49-F238E27FC236}">
                <a16:creationId xmlns:a16="http://schemas.microsoft.com/office/drawing/2014/main" id="{2A041610-12AA-0426-915B-EE67DE3AD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355975"/>
            <a:ext cx="349408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单位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>
                <a:latin typeface="Times New Roman" panose="02020603050405020304" pitchFamily="18" charset="0"/>
              </a:rPr>
              <a:t>A </a:t>
            </a:r>
            <a:r>
              <a:rPr lang="en-US" altLang="zh-CN"/>
              <a:t>/ </a:t>
            </a:r>
            <a:r>
              <a:rPr lang="en-US" altLang="zh-CN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822347" name="Rectangle 75">
            <a:extLst>
              <a:ext uri="{FF2B5EF4-FFF2-40B4-BE49-F238E27FC236}">
                <a16:creationId xmlns:a16="http://schemas.microsoft.com/office/drawing/2014/main" id="{55144334-61D5-9E84-F334-E6BEA6520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684463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CC66"/>
                </a:solidFill>
                <a:ea typeface="宋体" panose="02010600030101010101" pitchFamily="2" charset="-122"/>
              </a:rPr>
              <a:t>定义：</a:t>
            </a:r>
          </a:p>
        </p:txBody>
      </p:sp>
      <p:sp>
        <p:nvSpPr>
          <p:cNvPr id="822348" name="Rectangle 76">
            <a:extLst>
              <a:ext uri="{FF2B5EF4-FFF2-40B4-BE49-F238E27FC236}">
                <a16:creationId xmlns:a16="http://schemas.microsoft.com/office/drawing/2014/main" id="{AD9E1B40-1236-AEAF-1981-6ED44AFAC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051300"/>
            <a:ext cx="628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CC66"/>
                </a:solidFill>
                <a:ea typeface="宋体" panose="02010600030101010101" pitchFamily="2" charset="-122"/>
              </a:rPr>
              <a:t>物理意义</a:t>
            </a:r>
            <a:r>
              <a:rPr lang="zh-CN" altLang="en-US">
                <a:solidFill>
                  <a:srgbClr val="FFCC66"/>
                </a:solidFill>
              </a:rPr>
              <a:t>：</a:t>
            </a:r>
            <a:r>
              <a:rPr lang="zh-CN" altLang="en-US"/>
              <a:t>单位体积中的分子磁矩的矢量和。</a:t>
            </a:r>
          </a:p>
        </p:txBody>
      </p:sp>
      <p:grpSp>
        <p:nvGrpSpPr>
          <p:cNvPr id="24" name="Group 78">
            <a:extLst>
              <a:ext uri="{FF2B5EF4-FFF2-40B4-BE49-F238E27FC236}">
                <a16:creationId xmlns:a16="http://schemas.microsoft.com/office/drawing/2014/main" id="{A514ECC9-7E1A-30B3-AC00-60977E59E51C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979488"/>
            <a:ext cx="8135938" cy="720725"/>
            <a:chOff x="386" y="799"/>
            <a:chExt cx="5125" cy="454"/>
          </a:xfrm>
        </p:grpSpPr>
        <p:sp>
          <p:nvSpPr>
            <p:cNvPr id="144396" name="Rectangle 79">
              <a:extLst>
                <a:ext uri="{FF2B5EF4-FFF2-40B4-BE49-F238E27FC236}">
                  <a16:creationId xmlns:a16="http://schemas.microsoft.com/office/drawing/2014/main" id="{E79EC393-BD99-BB05-C1FC-94887FFFD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" y="799"/>
              <a:ext cx="5125" cy="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zh-CN" altLang="en-US">
                  <a:latin typeface="楷体_GB2312" pitchFamily="49" charset="-122"/>
                </a:rPr>
                <a:t>磁化强度</a:t>
              </a:r>
              <a:r>
                <a:rPr lang="zh-CN" altLang="en-US">
                  <a:latin typeface="Times New Roman" panose="02020603050405020304" pitchFamily="18" charset="0"/>
                </a:rPr>
                <a:t>     是描述</a:t>
              </a:r>
              <a:r>
                <a:rPr lang="zh-CN" altLang="en-US"/>
                <a:t>磁介质</a:t>
              </a:r>
              <a:r>
                <a:rPr lang="zh-CN" altLang="en-US">
                  <a:latin typeface="Times New Roman" panose="02020603050405020304" pitchFamily="18" charset="0"/>
                </a:rPr>
                <a:t>磁化程度</a:t>
              </a:r>
            </a:p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zh-CN" altLang="en-US">
                  <a:latin typeface="Times New Roman" panose="02020603050405020304" pitchFamily="18" charset="0"/>
                </a:rPr>
                <a:t>的物理量。</a:t>
              </a:r>
            </a:p>
          </p:txBody>
        </p:sp>
        <p:graphicFrame>
          <p:nvGraphicFramePr>
            <p:cNvPr id="144397" name="Object 80">
              <a:extLst>
                <a:ext uri="{FF2B5EF4-FFF2-40B4-BE49-F238E27FC236}">
                  <a16:creationId xmlns:a16="http://schemas.microsoft.com/office/drawing/2014/main" id="{CD18B841-69A0-4120-A5D0-84608DB24E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235" y="873"/>
            <a:ext cx="239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07772" imgH="114300" progId="Equation.DSMT4">
                    <p:embed/>
                  </p:oleObj>
                </mc:Choice>
                <mc:Fallback>
                  <p:oleObj r:id="rId9" imgW="107772" imgH="114300" progId="Equation.DSMT4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5" y="873"/>
                          <a:ext cx="239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2358" name="Rectangle 86">
            <a:extLst>
              <a:ext uri="{FF2B5EF4-FFF2-40B4-BE49-F238E27FC236}">
                <a16:creationId xmlns:a16="http://schemas.microsoft.com/office/drawing/2014/main" id="{2DD0E193-8057-368A-D74B-6C9218B04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157788"/>
            <a:ext cx="7848600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</a:rPr>
              <a:t>均匀磁化：</a:t>
            </a:r>
            <a:r>
              <a:rPr lang="zh-CN" altLang="en-US"/>
              <a:t>磁</a:t>
            </a:r>
            <a:r>
              <a:rPr lang="zh-CN" altLang="en-US">
                <a:latin typeface="宋体" panose="02010600030101010101" pitchFamily="2" charset="-122"/>
              </a:rPr>
              <a:t>介质的某区域内各点的</a:t>
            </a:r>
            <a:r>
              <a:rPr lang="en-US" altLang="zh-CN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宋体" panose="02010600030101010101" pitchFamily="2" charset="-122"/>
              </a:rPr>
              <a:t>相同。</a:t>
            </a:r>
          </a:p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</a:rPr>
              <a:t>非均匀</a:t>
            </a:r>
            <a:r>
              <a:rPr lang="zh-CN" altLang="en-US">
                <a:solidFill>
                  <a:srgbClr val="FFCC66"/>
                </a:solidFill>
              </a:rPr>
              <a:t>磁</a:t>
            </a: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</a:rPr>
              <a:t>化：</a:t>
            </a:r>
            <a:r>
              <a:rPr lang="zh-CN" altLang="en-US">
                <a:latin typeface="宋体" panose="02010600030101010101" pitchFamily="2" charset="-122"/>
              </a:rPr>
              <a:t>磁</a:t>
            </a:r>
            <a:r>
              <a:rPr lang="zh-CN" altLang="en-US"/>
              <a:t>介质的某区域内各点的</a:t>
            </a:r>
            <a:r>
              <a:rPr lang="en-US" altLang="zh-CN">
                <a:latin typeface="Times New Roman" panose="02020603050405020304" pitchFamily="18" charset="0"/>
              </a:rPr>
              <a:t>M</a:t>
            </a:r>
            <a:r>
              <a:rPr lang="zh-CN" altLang="en-US"/>
              <a:t>不相同。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灯片编号占位符 3">
            <a:extLst>
              <a:ext uri="{FF2B5EF4-FFF2-40B4-BE49-F238E27FC236}">
                <a16:creationId xmlns:a16="http://schemas.microsoft.com/office/drawing/2014/main" id="{2C25F051-2E8A-3C19-6E1B-5992C9F9F96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B00A6F8-596C-4069-89D9-FFFD0AB5218D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27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87881" name="Rectangle 73">
            <a:extLst>
              <a:ext uri="{FF2B5EF4-FFF2-40B4-BE49-F238E27FC236}">
                <a16:creationId xmlns:a16="http://schemas.microsoft.com/office/drawing/2014/main" id="{6875AD10-C1BE-014A-19B0-A58BDDFA4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76250"/>
            <a:ext cx="410527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3.  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磁化电流（即束缚电流）</a:t>
            </a:r>
          </a:p>
        </p:txBody>
      </p:sp>
      <p:sp>
        <p:nvSpPr>
          <p:cNvPr id="887885" name="Text Box 77">
            <a:extLst>
              <a:ext uri="{FF2B5EF4-FFF2-40B4-BE49-F238E27FC236}">
                <a16:creationId xmlns:a16="http://schemas.microsoft.com/office/drawing/2014/main" id="{E9987ECA-1D4C-2D3D-DBA8-718AF8161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949325"/>
            <a:ext cx="9234488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/>
              <a:t>       </a:t>
            </a:r>
            <a:r>
              <a:rPr lang="zh-CN" altLang="en-US"/>
              <a:t>磁介质</a:t>
            </a:r>
            <a:r>
              <a:rPr lang="zh-CN" altLang="en-US">
                <a:latin typeface="楷体_GB2312" pitchFamily="49" charset="-122"/>
              </a:rPr>
              <a:t>被磁化后，在其内部与表面上可能出现宏观电流分布，称为</a:t>
            </a:r>
            <a:r>
              <a:rPr lang="zh-CN" altLang="en-US">
                <a:solidFill>
                  <a:srgbClr val="FFD1E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磁化电流</a:t>
            </a:r>
            <a:r>
              <a:rPr lang="zh-CN" altLang="en-US">
                <a:latin typeface="楷体_GB2312" pitchFamily="49" charset="-122"/>
              </a:rPr>
              <a:t>。</a:t>
            </a:r>
          </a:p>
        </p:txBody>
      </p:sp>
      <p:sp>
        <p:nvSpPr>
          <p:cNvPr id="146437" name="AutoShape 7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606EBBE-A89A-9BAF-AC1F-476817D77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6438" name="AutoShape 7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1EB4097-D888-F369-1D10-FCAB95B55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6439" name="AutoShape 8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C116914-E792-5094-66E5-030B206851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6440" name="AutoShape 8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5481020-DB4D-7EC1-C697-28A927A70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pic>
        <p:nvPicPr>
          <p:cNvPr id="887891" name="Picture 83">
            <a:extLst>
              <a:ext uri="{FF2B5EF4-FFF2-40B4-BE49-F238E27FC236}">
                <a16:creationId xmlns:a16="http://schemas.microsoft.com/office/drawing/2014/main" id="{22A4502F-4C40-0C2E-F748-87A2B56AF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2133600"/>
            <a:ext cx="6842125" cy="4246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灯片编号占位符 4">
            <a:extLst>
              <a:ext uri="{FF2B5EF4-FFF2-40B4-BE49-F238E27FC236}">
                <a16:creationId xmlns:a16="http://schemas.microsoft.com/office/drawing/2014/main" id="{D54B9A98-BA89-BE9A-39EF-50375F568B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C69CD9B2-C6C6-4A29-A382-79277DEA9CA5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28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4322" name="Text Box 2">
            <a:extLst>
              <a:ext uri="{FF2B5EF4-FFF2-40B4-BE49-F238E27FC236}">
                <a16:creationId xmlns:a16="http://schemas.microsoft.com/office/drawing/2014/main" id="{A66428E5-87FD-F67B-631C-2748D598C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908050"/>
            <a:ext cx="4537075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Times New Roman" panose="02020603050405020304" pitchFamily="18" charset="0"/>
              </a:rPr>
              <a:t>考察穿过</a:t>
            </a:r>
            <a:r>
              <a:rPr lang="zh-CN" altLang="en-US">
                <a:solidFill>
                  <a:srgbClr val="FFCC66"/>
                </a:solidFill>
              </a:rPr>
              <a:t>非均匀磁介质</a:t>
            </a:r>
            <a:r>
              <a:rPr lang="zh-CN" altLang="en-US"/>
              <a:t>内部</a:t>
            </a:r>
            <a:r>
              <a:rPr lang="zh-CN" altLang="en-US">
                <a:latin typeface="Times New Roman" panose="02020603050405020304" pitchFamily="18" charset="0"/>
              </a:rPr>
              <a:t>任意回路</a:t>
            </a:r>
            <a:r>
              <a:rPr lang="en-US" altLang="zh-CN" i="1">
                <a:latin typeface="Times New Roman" panose="02020603050405020304" pitchFamily="18" charset="0"/>
              </a:rPr>
              <a:t>C</a:t>
            </a:r>
            <a:r>
              <a:rPr lang="en-US" altLang="zh-CN" b="0" i="1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所围曲面</a:t>
            </a:r>
            <a:r>
              <a:rPr lang="en-US" altLang="zh-CN" i="1">
                <a:latin typeface="Times New Roman" panose="02020603050405020304" pitchFamily="18" charset="0"/>
              </a:rPr>
              <a:t>S </a:t>
            </a:r>
            <a:r>
              <a:rPr lang="zh-CN" altLang="en-US">
                <a:latin typeface="Times New Roman" panose="02020603050405020304" pitchFamily="18" charset="0"/>
              </a:rPr>
              <a:t>的电流，只有分子电流与回路相交链的分子才对磁化电流有贡献。</a:t>
            </a:r>
          </a:p>
        </p:txBody>
      </p:sp>
      <p:sp>
        <p:nvSpPr>
          <p:cNvPr id="824324" name="Rectangle 4">
            <a:extLst>
              <a:ext uri="{FF2B5EF4-FFF2-40B4-BE49-F238E27FC236}">
                <a16:creationId xmlns:a16="http://schemas.microsoft.com/office/drawing/2014/main" id="{21EABDE1-3293-68F3-88C7-2040E9177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633913"/>
            <a:ext cx="4826000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楷体_GB2312" pitchFamily="49" charset="-122"/>
              </a:rPr>
              <a:t>穿过曲面</a:t>
            </a:r>
            <a:r>
              <a:rPr lang="en-US" altLang="zh-CN" i="1">
                <a:latin typeface="Times New Roman" panose="02020603050405020304" pitchFamily="18" charset="0"/>
              </a:rPr>
              <a:t>S </a:t>
            </a:r>
            <a:r>
              <a:rPr lang="zh-CN" altLang="en-US">
                <a:latin typeface="Times New Roman" panose="02020603050405020304" pitchFamily="18" charset="0"/>
              </a:rPr>
              <a:t>的磁化电流为</a:t>
            </a:r>
          </a:p>
        </p:txBody>
      </p:sp>
      <p:graphicFrame>
        <p:nvGraphicFramePr>
          <p:cNvPr id="824325" name="Object 5">
            <a:extLst>
              <a:ext uri="{FF2B5EF4-FFF2-40B4-BE49-F238E27FC236}">
                <a16:creationId xmlns:a16="http://schemas.microsoft.com/office/drawing/2014/main" id="{50DE44B0-D3D2-A2D5-54E5-9DAE767CD0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675" y="5151438"/>
          <a:ext cx="42481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35161" imgH="247719" progId="Equation.3">
                  <p:embed/>
                </p:oleObj>
              </mc:Choice>
              <mc:Fallback>
                <p:oleObj r:id="rId3" imgW="1435161" imgH="24771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" y="5151438"/>
                        <a:ext cx="42481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86" name="AutoShape 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DCC8E04C-C55B-88A2-3CBC-647ACC893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8487" name="AutoShape 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0824BBE-C36A-54B8-CF85-5CB45D497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8488" name="AutoShape 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3072E70-CEAF-8D8F-E245-0A32D593B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48489" name="AutoShape 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656CD257-E675-5D5A-CDCC-459064FB4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824330" name="Object 10">
            <a:extLst>
              <a:ext uri="{FF2B5EF4-FFF2-40B4-BE49-F238E27FC236}">
                <a16:creationId xmlns:a16="http://schemas.microsoft.com/office/drawing/2014/main" id="{7C681171-49B3-118F-3CCC-59DF770C71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6148388"/>
          <a:ext cx="1485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596701" imgH="152539" progId="Equation.DSMT4">
                  <p:embed/>
                </p:oleObj>
              </mc:Choice>
              <mc:Fallback>
                <p:oleObj r:id="rId6" imgW="596701" imgH="152539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6148388"/>
                        <a:ext cx="14859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91" name="Rectangle 13">
            <a:extLst>
              <a:ext uri="{FF2B5EF4-FFF2-40B4-BE49-F238E27FC236}">
                <a16:creationId xmlns:a16="http://schemas.microsoft.com/office/drawing/2014/main" id="{8E44E717-AD75-14D6-5E41-321F4AECF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6003925"/>
            <a:ext cx="2089150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>
                <a:latin typeface="楷体_GB2312" pitchFamily="49" charset="-122"/>
              </a:rPr>
              <a:t>由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824334" name="AutoShape 14">
            <a:extLst>
              <a:ext uri="{FF2B5EF4-FFF2-40B4-BE49-F238E27FC236}">
                <a16:creationId xmlns:a16="http://schemas.microsoft.com/office/drawing/2014/main" id="{7AE438AD-29EE-27DC-78F9-98D6DBFB7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6291263"/>
            <a:ext cx="936625" cy="215900"/>
          </a:xfrm>
          <a:prstGeom prst="rightArrow">
            <a:avLst>
              <a:gd name="adj1" fmla="val 50000"/>
              <a:gd name="adj2" fmla="val 108436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24335" name="AutoShape 15">
            <a:extLst>
              <a:ext uri="{FF2B5EF4-FFF2-40B4-BE49-F238E27FC236}">
                <a16:creationId xmlns:a16="http://schemas.microsoft.com/office/drawing/2014/main" id="{EDF30729-F61F-2B33-9D69-A20EA2AA1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5715000"/>
            <a:ext cx="215900" cy="504825"/>
          </a:xfrm>
          <a:prstGeom prst="downArrow">
            <a:avLst>
              <a:gd name="adj1" fmla="val 50000"/>
              <a:gd name="adj2" fmla="val 58445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24336" name="Rectangle 16">
            <a:extLst>
              <a:ext uri="{FF2B5EF4-FFF2-40B4-BE49-F238E27FC236}">
                <a16:creationId xmlns:a16="http://schemas.microsoft.com/office/drawing/2014/main" id="{2CDB7EA3-C233-5A1C-AE17-B34061B1F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017838"/>
            <a:ext cx="662622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/>
              <a:t>       </a:t>
            </a:r>
            <a:r>
              <a:rPr lang="zh-CN" altLang="en-US"/>
              <a:t>与线元 </a:t>
            </a:r>
            <a:r>
              <a:rPr lang="en-US" altLang="zh-CN" b="0"/>
              <a:t>d</a:t>
            </a:r>
            <a:r>
              <a:rPr lang="en-US" altLang="zh-CN" i="1">
                <a:latin typeface="Times New Roman" panose="02020603050405020304" pitchFamily="18" charset="0"/>
              </a:rPr>
              <a:t>l</a:t>
            </a:r>
            <a:r>
              <a:rPr lang="en-US" altLang="zh-CN" i="1"/>
              <a:t> </a:t>
            </a:r>
            <a:r>
              <a:rPr lang="zh-CN" altLang="en-US"/>
              <a:t>相交链的分子，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中心位于如图所示的斜圆柱内，所交链的电流</a:t>
            </a:r>
          </a:p>
        </p:txBody>
      </p:sp>
      <p:grpSp>
        <p:nvGrpSpPr>
          <p:cNvPr id="3" name="Group 124">
            <a:extLst>
              <a:ext uri="{FF2B5EF4-FFF2-40B4-BE49-F238E27FC236}">
                <a16:creationId xmlns:a16="http://schemas.microsoft.com/office/drawing/2014/main" id="{D8BB0644-79AE-BF99-A667-721CAC28643A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33375"/>
            <a:ext cx="3586163" cy="598488"/>
            <a:chOff x="10" y="255"/>
            <a:chExt cx="2259" cy="377"/>
          </a:xfrm>
        </p:grpSpPr>
        <p:sp>
          <p:nvSpPr>
            <p:cNvPr id="148499" name="Rectangle 125">
              <a:extLst>
                <a:ext uri="{FF2B5EF4-FFF2-40B4-BE49-F238E27FC236}">
                  <a16:creationId xmlns:a16="http://schemas.microsoft.com/office/drawing/2014/main" id="{D63147D9-7054-6315-F76B-377E3AE76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255"/>
              <a:ext cx="2201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>
                  <a:latin typeface="楷体_GB2312" pitchFamily="49" charset="-122"/>
                </a:rPr>
                <a:t> </a:t>
              </a:r>
              <a:r>
                <a:rPr lang="zh-CN" altLang="en-US">
                  <a:latin typeface="楷体_GB2312" pitchFamily="49" charset="-122"/>
                </a:rPr>
                <a:t>磁化电流体密度</a:t>
              </a:r>
            </a:p>
          </p:txBody>
        </p:sp>
        <p:graphicFrame>
          <p:nvGraphicFramePr>
            <p:cNvPr id="148500" name="Object 126">
              <a:extLst>
                <a:ext uri="{FF2B5EF4-FFF2-40B4-BE49-F238E27FC236}">
                  <a16:creationId xmlns:a16="http://schemas.microsoft.com/office/drawing/2014/main" id="{DE0D616B-D6DC-6CFA-52DA-160DA021A2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75" y="312"/>
            <a:ext cx="25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20672" imgH="152539" progId="Equation.DSMT4">
                    <p:embed/>
                  </p:oleObj>
                </mc:Choice>
                <mc:Fallback>
                  <p:oleObj r:id="rId8" imgW="120672" imgH="152539" progId="Equation.DSMT4">
                    <p:embed/>
                    <p:pic>
                      <p:nvPicPr>
                        <p:cNvPr id="0" name="Object 1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75" y="312"/>
                          <a:ext cx="259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501" name="Oval 127">
              <a:extLst>
                <a:ext uri="{FF2B5EF4-FFF2-40B4-BE49-F238E27FC236}">
                  <a16:creationId xmlns:a16="http://schemas.microsoft.com/office/drawing/2014/main" id="{6286B017-1827-6C94-2BB9-966172B8287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" y="406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824448" name="Object 128">
            <a:extLst>
              <a:ext uri="{FF2B5EF4-FFF2-40B4-BE49-F238E27FC236}">
                <a16:creationId xmlns:a16="http://schemas.microsoft.com/office/drawing/2014/main" id="{F814869C-FB9C-6CF2-61B3-D206C29DC043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50850" y="4079875"/>
          <a:ext cx="8008938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203298" imgH="190361" progId="Equation.3">
                  <p:embed/>
                </p:oleObj>
              </mc:Choice>
              <mc:Fallback>
                <p:oleObj r:id="rId10" imgW="2203298" imgH="190361" progId="Equation.3">
                  <p:embed/>
                  <p:pic>
                    <p:nvPicPr>
                      <p:cNvPr id="0" name="Object 12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" y="4079875"/>
                        <a:ext cx="8008938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8497" name="Picture 129">
            <a:extLst>
              <a:ext uri="{FF2B5EF4-FFF2-40B4-BE49-F238E27FC236}">
                <a16:creationId xmlns:a16="http://schemas.microsoft.com/office/drawing/2014/main" id="{B1FA4B90-D88C-8A83-FBE6-87BCE6BC8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620713"/>
            <a:ext cx="4500562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A9AC6538-C0B4-0596-7F89-0E3C553A91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5986463"/>
          <a:ext cx="191770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628741" imgH="234835" progId="Equation.3">
                  <p:embed/>
                </p:oleObj>
              </mc:Choice>
              <mc:Fallback>
                <p:oleObj r:id="rId13" imgW="628741" imgH="23483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5986463"/>
                        <a:ext cx="191770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灯片编号占位符 2">
            <a:extLst>
              <a:ext uri="{FF2B5EF4-FFF2-40B4-BE49-F238E27FC236}">
                <a16:creationId xmlns:a16="http://schemas.microsoft.com/office/drawing/2014/main" id="{A2068D20-4A61-BB3F-6C65-401133DF83C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3F41DE3-C858-4DDB-9E82-F4DD032FC79F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29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5347" name="Rectangle 3">
            <a:extLst>
              <a:ext uri="{FF2B5EF4-FFF2-40B4-BE49-F238E27FC236}">
                <a16:creationId xmlns:a16="http://schemas.microsoft.com/office/drawing/2014/main" id="{80360F36-10F1-68E5-C2ED-1829ABC9F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81075"/>
            <a:ext cx="4897438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latin typeface="楷体_GB2312" pitchFamily="49" charset="-122"/>
              </a:rPr>
              <a:t>    </a:t>
            </a:r>
            <a:r>
              <a:rPr lang="zh-CN" altLang="en-US">
                <a:latin typeface="楷体_GB2312" pitchFamily="49" charset="-122"/>
              </a:rPr>
              <a:t>在紧贴磁介质表面取一长度元</a:t>
            </a:r>
            <a:r>
              <a:rPr lang="en-US" altLang="zh-CN">
                <a:latin typeface="楷体_GB2312" pitchFamily="49" charset="-122"/>
              </a:rPr>
              <a:t>d</a:t>
            </a:r>
            <a:r>
              <a:rPr lang="en-US" altLang="zh-CN" i="1">
                <a:latin typeface="Times New Roman" panose="02020603050405020304" pitchFamily="18" charset="0"/>
              </a:rPr>
              <a:t>l</a:t>
            </a:r>
            <a:r>
              <a:rPr lang="zh-CN" altLang="en-US">
                <a:latin typeface="楷体_GB2312" pitchFamily="49" charset="-122"/>
              </a:rPr>
              <a:t>，与此交链的磁化电流为</a:t>
            </a:r>
            <a:endParaRPr lang="zh-CN" altLang="en-US">
              <a:latin typeface="Times New Roman" panose="02020603050405020304" pitchFamily="18" charset="0"/>
            </a:endParaRP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67E1AE05-A03E-E6C6-7FB4-B5362F83AF17}"/>
              </a:ext>
            </a:extLst>
          </p:cNvPr>
          <p:cNvGrpSpPr>
            <a:grpSpLocks/>
          </p:cNvGrpSpPr>
          <p:nvPr/>
        </p:nvGrpSpPr>
        <p:grpSpPr bwMode="auto">
          <a:xfrm>
            <a:off x="252413" y="3429000"/>
            <a:ext cx="4824412" cy="576263"/>
            <a:chOff x="158" y="3203"/>
            <a:chExt cx="3039" cy="363"/>
          </a:xfrm>
        </p:grpSpPr>
        <p:sp>
          <p:nvSpPr>
            <p:cNvPr id="150556" name="Rectangle 8">
              <a:extLst>
                <a:ext uri="{FF2B5EF4-FFF2-40B4-BE49-F238E27FC236}">
                  <a16:creationId xmlns:a16="http://schemas.microsoft.com/office/drawing/2014/main" id="{2A47B964-CD26-D47F-E073-1AD1C0276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3203"/>
              <a:ext cx="3039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zh-CN" altLang="en-US">
                  <a:latin typeface="楷体_GB2312" pitchFamily="49" charset="-122"/>
                </a:rPr>
                <a:t>即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0557" name="Object 9">
              <a:extLst>
                <a:ext uri="{FF2B5EF4-FFF2-40B4-BE49-F238E27FC236}">
                  <a16:creationId xmlns:a16="http://schemas.microsoft.com/office/drawing/2014/main" id="{5BED5B68-14D3-A747-881F-6594E7D90A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77" y="3248"/>
            <a:ext cx="1177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641224" imgH="152539" progId="Equation.DSMT4">
                    <p:embed/>
                  </p:oleObj>
                </mc:Choice>
                <mc:Fallback>
                  <p:oleObj r:id="rId3" imgW="641224" imgH="152539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7" y="3248"/>
                          <a:ext cx="1177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0">
            <a:extLst>
              <a:ext uri="{FF2B5EF4-FFF2-40B4-BE49-F238E27FC236}">
                <a16:creationId xmlns:a16="http://schemas.microsoft.com/office/drawing/2014/main" id="{5C00BDD3-696C-F0DE-42B4-7704EB3D45ED}"/>
              </a:ext>
            </a:extLst>
          </p:cNvPr>
          <p:cNvGrpSpPr>
            <a:grpSpLocks/>
          </p:cNvGrpSpPr>
          <p:nvPr/>
        </p:nvGrpSpPr>
        <p:grpSpPr bwMode="auto">
          <a:xfrm>
            <a:off x="3592513" y="2565400"/>
            <a:ext cx="2203450" cy="1008063"/>
            <a:chOff x="2290" y="1616"/>
            <a:chExt cx="1388" cy="635"/>
          </a:xfrm>
        </p:grpSpPr>
        <p:grpSp>
          <p:nvGrpSpPr>
            <p:cNvPr id="150551" name="Group 11">
              <a:extLst>
                <a:ext uri="{FF2B5EF4-FFF2-40B4-BE49-F238E27FC236}">
                  <a16:creationId xmlns:a16="http://schemas.microsoft.com/office/drawing/2014/main" id="{4BF5C55A-C360-1716-5039-7AC8C67D5E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4" y="1933"/>
              <a:ext cx="1384" cy="272"/>
              <a:chOff x="3061" y="2704"/>
              <a:chExt cx="1384" cy="272"/>
            </a:xfrm>
          </p:grpSpPr>
          <p:sp>
            <p:nvSpPr>
              <p:cNvPr id="150554" name="Rectangle 12">
                <a:extLst>
                  <a:ext uri="{FF2B5EF4-FFF2-40B4-BE49-F238E27FC236}">
                    <a16:creationId xmlns:a16="http://schemas.microsoft.com/office/drawing/2014/main" id="{E2163DA4-E699-E50E-D290-4A1CD2F80B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9" y="2704"/>
                <a:ext cx="1316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algn="ctr" eaLnBrk="1" hangingPunct="1"/>
                <a:r>
                  <a:rPr lang="zh-CN" altLang="en-US">
                    <a:latin typeface="楷体_GB2312" pitchFamily="49" charset="-122"/>
                  </a:rPr>
                  <a:t>的切向分量</a:t>
                </a:r>
                <a:endParaRPr lang="zh-CN" altLang="en-US">
                  <a:latin typeface="Times New Roman" panose="02020603050405020304" pitchFamily="18" charset="0"/>
                </a:endParaRPr>
              </a:p>
            </p:txBody>
          </p:sp>
          <p:graphicFrame>
            <p:nvGraphicFramePr>
              <p:cNvPr id="150555" name="Object 13">
                <a:extLst>
                  <a:ext uri="{FF2B5EF4-FFF2-40B4-BE49-F238E27FC236}">
                    <a16:creationId xmlns:a16="http://schemas.microsoft.com/office/drawing/2014/main" id="{B886ABE0-2C48-69CE-D851-F4F1856F472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061" y="2704"/>
              <a:ext cx="250" cy="2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107772" imgH="114300" progId="Equation.DSMT4">
                      <p:embed/>
                    </p:oleObj>
                  </mc:Choice>
                  <mc:Fallback>
                    <p:oleObj r:id="rId5" imgW="107772" imgH="114300" progId="Equation.DSMT4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61" y="2704"/>
                            <a:ext cx="250" cy="2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0552" name="Rectangle 14">
              <a:extLst>
                <a:ext uri="{FF2B5EF4-FFF2-40B4-BE49-F238E27FC236}">
                  <a16:creationId xmlns:a16="http://schemas.microsoft.com/office/drawing/2014/main" id="{0EDEE393-C76B-1955-5D17-5C6378296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1979"/>
              <a:ext cx="1225" cy="272"/>
            </a:xfrm>
            <a:prstGeom prst="rect">
              <a:avLst/>
            </a:prstGeom>
            <a:noFill/>
            <a:ln w="15875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  <p:sp>
          <p:nvSpPr>
            <p:cNvPr id="150553" name="Line 15">
              <a:extLst>
                <a:ext uri="{FF2B5EF4-FFF2-40B4-BE49-F238E27FC236}">
                  <a16:creationId xmlns:a16="http://schemas.microsoft.com/office/drawing/2014/main" id="{B3D435C5-DF18-0CFA-EE41-C318A03B8B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44" y="1616"/>
              <a:ext cx="91" cy="363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534" name="AutoShape 16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A1E63284-1B27-2AB8-C0E4-767D8500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0535" name="AutoShape 1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8030ADEE-299C-D98D-8C2D-1AEFC269B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0536" name="AutoShape 18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01787EF8-E249-3E64-33A0-F0CA27C81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0537" name="AutoShape 19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540FA899-BA21-F60E-7EE4-935885DA7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25499" name="Rectangle 155">
            <a:extLst>
              <a:ext uri="{FF2B5EF4-FFF2-40B4-BE49-F238E27FC236}">
                <a16:creationId xmlns:a16="http://schemas.microsoft.com/office/drawing/2014/main" id="{CFAB4736-77F5-9285-A0E3-5BABB29EA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780088"/>
            <a:ext cx="691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CN"/>
              <a:t>    </a:t>
            </a:r>
            <a:r>
              <a:rPr lang="zh-CN" altLang="en-US"/>
              <a:t>均匀磁介质内部</a:t>
            </a:r>
            <a:r>
              <a:rPr lang="zh-CN" altLang="en-US">
                <a:solidFill>
                  <a:srgbClr val="FFD9D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一般</a:t>
            </a:r>
            <a:r>
              <a:rPr lang="zh-CN" altLang="en-US"/>
              <a:t>不存在磁化电流。</a:t>
            </a:r>
          </a:p>
        </p:txBody>
      </p:sp>
      <p:sp>
        <p:nvSpPr>
          <p:cNvPr id="825500" name="Rectangle 156">
            <a:extLst>
              <a:ext uri="{FF2B5EF4-FFF2-40B4-BE49-F238E27FC236}">
                <a16:creationId xmlns:a16="http://schemas.microsoft.com/office/drawing/2014/main" id="{2578567F-825C-E3B7-C730-70F92C562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619625"/>
            <a:ext cx="828040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Char char="•"/>
            </a:pPr>
            <a:r>
              <a:rPr lang="en-US" altLang="zh-CN"/>
              <a:t>    </a:t>
            </a:r>
            <a:r>
              <a:rPr lang="en-US" altLang="zh-CN">
                <a:latin typeface="Times New Roman" panose="02020603050405020304" pitchFamily="18" charset="0"/>
              </a:rPr>
              <a:t>M</a:t>
            </a:r>
            <a:r>
              <a:rPr lang="zh-CN" altLang="en-US">
                <a:latin typeface="Times New Roman" panose="02020603050405020304" pitchFamily="18" charset="0"/>
              </a:rPr>
              <a:t>为</a:t>
            </a:r>
            <a:r>
              <a:rPr lang="zh-CN" altLang="en-US"/>
              <a:t>常数时称为均匀磁化，此时磁介质内部不会出现磁化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/>
              <a:t>     电流，磁化电流只会出现在媒质表面上。</a:t>
            </a:r>
          </a:p>
        </p:txBody>
      </p:sp>
      <p:grpSp>
        <p:nvGrpSpPr>
          <p:cNvPr id="6" name="Group 157">
            <a:extLst>
              <a:ext uri="{FF2B5EF4-FFF2-40B4-BE49-F238E27FC236}">
                <a16:creationId xmlns:a16="http://schemas.microsoft.com/office/drawing/2014/main" id="{4FA276C0-C60D-2885-A42E-DA7D7CA1E1C9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124325"/>
            <a:ext cx="2016125" cy="457200"/>
            <a:chOff x="113" y="2614"/>
            <a:chExt cx="1270" cy="288"/>
          </a:xfrm>
        </p:grpSpPr>
        <p:sp>
          <p:nvSpPr>
            <p:cNvPr id="150549" name="Rectangle 158">
              <a:extLst>
                <a:ext uri="{FF2B5EF4-FFF2-40B4-BE49-F238E27FC236}">
                  <a16:creationId xmlns:a16="http://schemas.microsoft.com/office/drawing/2014/main" id="{2F640B08-F0EB-97EA-23DF-3F7E34C6A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614"/>
              <a:ext cx="11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15000"/>
                </a:spcBef>
              </a:pPr>
              <a:r>
                <a:rPr lang="en-US" altLang="zh-CN">
                  <a:solidFill>
                    <a:srgbClr val="FFCC66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>
                  <a:solidFill>
                    <a:srgbClr val="FFCC66"/>
                  </a:solidFill>
                  <a:ea typeface="宋体" panose="02010600030101010101" pitchFamily="2" charset="-122"/>
                </a:rPr>
                <a:t>说明</a:t>
              </a:r>
              <a:r>
                <a:rPr lang="zh-CN" altLang="en-US">
                  <a:ea typeface="宋体" panose="02010600030101010101" pitchFamily="2" charset="-122"/>
                </a:rPr>
                <a:t>：</a:t>
              </a:r>
            </a:p>
          </p:txBody>
        </p:sp>
        <p:sp>
          <p:nvSpPr>
            <p:cNvPr id="150550" name="Rectangle 159">
              <a:extLst>
                <a:ext uri="{FF2B5EF4-FFF2-40B4-BE49-F238E27FC236}">
                  <a16:creationId xmlns:a16="http://schemas.microsoft.com/office/drawing/2014/main" id="{DB2C265A-2187-C6A5-D5FC-E28DA8B7E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704"/>
              <a:ext cx="136" cy="136"/>
            </a:xfrm>
            <a:prstGeom prst="rect">
              <a:avLst/>
            </a:prstGeom>
            <a:gradFill rotWithShape="1">
              <a:gsLst>
                <a:gs pos="0">
                  <a:srgbClr val="5B1818"/>
                </a:gs>
                <a:gs pos="100000">
                  <a:srgbClr val="F03E3E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7" name="Group 160">
            <a:extLst>
              <a:ext uri="{FF2B5EF4-FFF2-40B4-BE49-F238E27FC236}">
                <a16:creationId xmlns:a16="http://schemas.microsoft.com/office/drawing/2014/main" id="{C6C7E8DA-D0B6-58E5-04CA-D8DE52F50ECB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404813"/>
            <a:ext cx="3586163" cy="598487"/>
            <a:chOff x="10" y="255"/>
            <a:chExt cx="2259" cy="377"/>
          </a:xfrm>
        </p:grpSpPr>
        <p:sp>
          <p:nvSpPr>
            <p:cNvPr id="150546" name="Rectangle 161">
              <a:extLst>
                <a:ext uri="{FF2B5EF4-FFF2-40B4-BE49-F238E27FC236}">
                  <a16:creationId xmlns:a16="http://schemas.microsoft.com/office/drawing/2014/main" id="{FC9CDD38-245A-5C65-E627-B05A638A6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255"/>
              <a:ext cx="2201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>
                  <a:latin typeface="楷体_GB2312" pitchFamily="49" charset="-122"/>
                </a:rPr>
                <a:t> </a:t>
              </a:r>
              <a:r>
                <a:rPr lang="zh-CN" altLang="en-US">
                  <a:latin typeface="楷体_GB2312" pitchFamily="49" charset="-122"/>
                </a:rPr>
                <a:t>磁化电流面密度</a:t>
              </a:r>
            </a:p>
          </p:txBody>
        </p:sp>
        <p:graphicFrame>
          <p:nvGraphicFramePr>
            <p:cNvPr id="150547" name="Object 162">
              <a:extLst>
                <a:ext uri="{FF2B5EF4-FFF2-40B4-BE49-F238E27FC236}">
                  <a16:creationId xmlns:a16="http://schemas.microsoft.com/office/drawing/2014/main" id="{3F52EA04-3786-BC0B-32A0-6BEA6728FD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45" y="312"/>
            <a:ext cx="32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71437" imgH="152539" progId="Equation.DSMT4">
                    <p:embed/>
                  </p:oleObj>
                </mc:Choice>
                <mc:Fallback>
                  <p:oleObj r:id="rId8" imgW="171437" imgH="152539" progId="Equation.DSMT4">
                    <p:embed/>
                    <p:pic>
                      <p:nvPicPr>
                        <p:cNvPr id="0" name="Object 1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5" y="312"/>
                          <a:ext cx="32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0548" name="Oval 163">
              <a:extLst>
                <a:ext uri="{FF2B5EF4-FFF2-40B4-BE49-F238E27FC236}">
                  <a16:creationId xmlns:a16="http://schemas.microsoft.com/office/drawing/2014/main" id="{704989A0-41CD-79D0-5479-807B8B91607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" y="406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pic>
        <p:nvPicPr>
          <p:cNvPr id="150542" name="Picture 165">
            <a:extLst>
              <a:ext uri="{FF2B5EF4-FFF2-40B4-BE49-F238E27FC236}">
                <a16:creationId xmlns:a16="http://schemas.microsoft.com/office/drawing/2014/main" id="{6192300F-0D9B-7B32-C92A-D28D237DD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525" y="908050"/>
            <a:ext cx="3208338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24325" name="Object 5">
            <a:extLst>
              <a:ext uri="{FF2B5EF4-FFF2-40B4-BE49-F238E27FC236}">
                <a16:creationId xmlns:a16="http://schemas.microsoft.com/office/drawing/2014/main" id="{27A63449-4F6A-881E-E5C9-31AE242F17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9750" y="1989138"/>
          <a:ext cx="4535488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269965" imgH="190361" progId="Equation.3">
                  <p:embed/>
                </p:oleObj>
              </mc:Choice>
              <mc:Fallback>
                <p:oleObj r:id="rId11" imgW="1269965" imgH="19036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989138"/>
                        <a:ext cx="4535488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>
            <a:extLst>
              <a:ext uri="{FF2B5EF4-FFF2-40B4-BE49-F238E27FC236}">
                <a16:creationId xmlns:a16="http://schemas.microsoft.com/office/drawing/2014/main" id="{B331B5DB-2BCE-F8F4-D4F8-D989DBE645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113" y="2565400"/>
          <a:ext cx="2613025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717372" imgH="298427" progId="Equation.3">
                  <p:embed/>
                </p:oleObj>
              </mc:Choice>
              <mc:Fallback>
                <p:oleObj r:id="rId13" imgW="717372" imgH="29842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2565400"/>
                        <a:ext cx="2613025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55">
            <a:extLst>
              <a:ext uri="{FF2B5EF4-FFF2-40B4-BE49-F238E27FC236}">
                <a16:creationId xmlns:a16="http://schemas.microsoft.com/office/drawing/2014/main" id="{B65DE48F-339F-4DF3-5B62-5E33387B8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781300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/>
              <a:t>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灯片编号占位符 2">
            <a:extLst>
              <a:ext uri="{FF2B5EF4-FFF2-40B4-BE49-F238E27FC236}">
                <a16:creationId xmlns:a16="http://schemas.microsoft.com/office/drawing/2014/main" id="{B5D6DD5B-32B8-CA36-A462-8018519F2D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797C5DC-A25C-4A93-AF25-B9D000F04DBD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30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27362" name="Rectangle 2">
            <a:extLst>
              <a:ext uri="{FF2B5EF4-FFF2-40B4-BE49-F238E27FC236}">
                <a16:creationId xmlns:a16="http://schemas.microsoft.com/office/drawing/2014/main" id="{99DE732D-FF6D-5868-5339-57636A081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76250"/>
            <a:ext cx="8893175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4.  </a:t>
            </a:r>
            <a:r>
              <a:rPr lang="zh-CN" altLang="en-US">
                <a:solidFill>
                  <a:srgbClr val="F8A6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磁场强度  </a:t>
            </a:r>
            <a:r>
              <a:rPr lang="zh-CN" altLang="en-US" u="sng">
                <a:solidFill>
                  <a:srgbClr val="F8A6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磁介质中安培环路定理</a:t>
            </a:r>
            <a:r>
              <a:rPr lang="zh-CN" altLang="en-US">
                <a:latin typeface="Times New Roman" panose="02020603050405020304" pitchFamily="18" charset="0"/>
              </a:rPr>
              <a:t>        </a:t>
            </a:r>
          </a:p>
        </p:txBody>
      </p:sp>
      <p:graphicFrame>
        <p:nvGraphicFramePr>
          <p:cNvPr id="527363" name="Object 3">
            <a:extLst>
              <a:ext uri="{FF2B5EF4-FFF2-40B4-BE49-F238E27FC236}">
                <a16:creationId xmlns:a16="http://schemas.microsoft.com/office/drawing/2014/main" id="{F2A4F88A-FF8C-8A62-B0D1-7C9D33B6B5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03388" y="2687638"/>
          <a:ext cx="213836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77857" imgH="152539" progId="Equation.DSMT4">
                  <p:embed/>
                </p:oleObj>
              </mc:Choice>
              <mc:Fallback>
                <p:oleObj r:id="rId3" imgW="977857" imgH="152539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388" y="2687638"/>
                        <a:ext cx="213836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7364" name="Object 4">
            <a:extLst>
              <a:ext uri="{FF2B5EF4-FFF2-40B4-BE49-F238E27FC236}">
                <a16:creationId xmlns:a16="http://schemas.microsoft.com/office/drawing/2014/main" id="{DDC4C510-2587-BA99-FF30-CCEA56C4D0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19250" y="3213100"/>
          <a:ext cx="30956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79387" imgH="247719" progId="Equation.3">
                  <p:embed/>
                </p:oleObj>
              </mc:Choice>
              <mc:Fallback>
                <p:oleObj r:id="rId5" imgW="1079387" imgH="24771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213100"/>
                        <a:ext cx="309562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">
            <a:extLst>
              <a:ext uri="{FF2B5EF4-FFF2-40B4-BE49-F238E27FC236}">
                <a16:creationId xmlns:a16="http://schemas.microsoft.com/office/drawing/2014/main" id="{1CD46A36-0F24-4EEA-27DF-7C9F674CBFA1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3922713"/>
            <a:ext cx="6335713" cy="650875"/>
            <a:chOff x="158" y="2024"/>
            <a:chExt cx="3991" cy="410"/>
          </a:xfrm>
        </p:grpSpPr>
        <p:graphicFrame>
          <p:nvGraphicFramePr>
            <p:cNvPr id="152595" name="Object 5">
              <a:extLst>
                <a:ext uri="{FF2B5EF4-FFF2-40B4-BE49-F238E27FC236}">
                  <a16:creationId xmlns:a16="http://schemas.microsoft.com/office/drawing/2014/main" id="{092232D0-1DEA-1E0F-425B-6F927570B8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8" y="2114"/>
            <a:ext cx="562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317491" imgH="152539" progId="Equation.DSMT4">
                    <p:embed/>
                  </p:oleObj>
                </mc:Choice>
                <mc:Fallback>
                  <p:oleObj r:id="rId7" imgW="317491" imgH="152539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" y="2114"/>
                          <a:ext cx="562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2596" name="Rectangle 7">
              <a:extLst>
                <a:ext uri="{FF2B5EF4-FFF2-40B4-BE49-F238E27FC236}">
                  <a16:creationId xmlns:a16="http://schemas.microsoft.com/office/drawing/2014/main" id="{C72B352B-D604-92C6-BB6A-5B4E9ABE5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7" y="2024"/>
              <a:ext cx="3492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30000"/>
                </a:spcBef>
              </a:pPr>
              <a:r>
                <a:rPr lang="zh-CN" altLang="en-US">
                  <a:latin typeface="楷体_GB2312" pitchFamily="49" charset="-122"/>
                </a:rPr>
                <a:t>分别是传导电流密度和磁化电流密度。</a:t>
              </a:r>
              <a:r>
                <a:rPr lang="zh-CN" altLang="en-US" sz="2000">
                  <a:latin typeface="楷体_GB2312" pitchFamily="49" charset="-122"/>
                </a:rPr>
                <a:t> </a:t>
              </a:r>
            </a:p>
          </p:txBody>
        </p:sp>
      </p:grpSp>
      <p:grpSp>
        <p:nvGrpSpPr>
          <p:cNvPr id="3" name="Group 33">
            <a:extLst>
              <a:ext uri="{FF2B5EF4-FFF2-40B4-BE49-F238E27FC236}">
                <a16:creationId xmlns:a16="http://schemas.microsoft.com/office/drawing/2014/main" id="{F9BD15C0-677E-8A64-0AA1-8E97BAD6D490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4537075"/>
            <a:ext cx="8964613" cy="1041400"/>
            <a:chOff x="68" y="2411"/>
            <a:chExt cx="5647" cy="656"/>
          </a:xfrm>
        </p:grpSpPr>
        <p:sp>
          <p:nvSpPr>
            <p:cNvPr id="152591" name="Rectangle 10">
              <a:extLst>
                <a:ext uri="{FF2B5EF4-FFF2-40B4-BE49-F238E27FC236}">
                  <a16:creationId xmlns:a16="http://schemas.microsoft.com/office/drawing/2014/main" id="{279309C4-5482-17DA-7836-7340E5DB7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2411"/>
              <a:ext cx="5647" cy="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buFont typeface="Wingdings" panose="05000000000000000000" pitchFamily="2" charset="2"/>
                <a:buNone/>
              </a:pPr>
              <a:r>
                <a:rPr lang="en-US" altLang="zh-CN"/>
                <a:t>       </a:t>
              </a:r>
              <a:r>
                <a:rPr lang="zh-CN" altLang="en-US"/>
                <a:t>将极化电荷体密度表达式                  代入                          ， 有</a:t>
              </a:r>
            </a:p>
          </p:txBody>
        </p:sp>
        <p:grpSp>
          <p:nvGrpSpPr>
            <p:cNvPr id="152592" name="Group 32">
              <a:extLst>
                <a:ext uri="{FF2B5EF4-FFF2-40B4-BE49-F238E27FC236}">
                  <a16:creationId xmlns:a16="http://schemas.microsoft.com/office/drawing/2014/main" id="{2241F9CF-CDF7-84A0-CC6D-6AD13750CB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5" y="2456"/>
              <a:ext cx="2669" cy="353"/>
              <a:chOff x="2615" y="2456"/>
              <a:chExt cx="2669" cy="353"/>
            </a:xfrm>
          </p:grpSpPr>
          <p:graphicFrame>
            <p:nvGraphicFramePr>
              <p:cNvPr id="152593" name="Object 12">
                <a:extLst>
                  <a:ext uri="{FF2B5EF4-FFF2-40B4-BE49-F238E27FC236}">
                    <a16:creationId xmlns:a16="http://schemas.microsoft.com/office/drawing/2014/main" id="{E05056FD-1518-6CE9-D425-E9EFAE04B94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15" y="2456"/>
              <a:ext cx="937" cy="3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596701" imgH="152539" progId="Equation.DSMT4">
                      <p:embed/>
                    </p:oleObj>
                  </mc:Choice>
                  <mc:Fallback>
                    <p:oleObj r:id="rId9" imgW="596701" imgH="152539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15" y="2456"/>
                            <a:ext cx="937" cy="3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2594" name="Object 16">
                <a:extLst>
                  <a:ext uri="{FF2B5EF4-FFF2-40B4-BE49-F238E27FC236}">
                    <a16:creationId xmlns:a16="http://schemas.microsoft.com/office/drawing/2014/main" id="{B5C7EE2B-6FAD-FB8C-F70F-88E2799F90F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96278350"/>
                  </p:ext>
                </p:extLst>
              </p:nvPr>
            </p:nvGraphicFramePr>
            <p:xfrm>
              <a:off x="3939" y="2478"/>
              <a:ext cx="1345" cy="3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977857" imgH="152539" progId="Equation.DSMT4">
                      <p:embed/>
                    </p:oleObj>
                  </mc:Choice>
                  <mc:Fallback>
                    <p:oleObj r:id="rId11" imgW="977857" imgH="152539" progId="Equation.DSMT4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39" y="2478"/>
                            <a:ext cx="1345" cy="3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527379" name="Object 19">
            <a:extLst>
              <a:ext uri="{FF2B5EF4-FFF2-40B4-BE49-F238E27FC236}">
                <a16:creationId xmlns:a16="http://schemas.microsoft.com/office/drawing/2014/main" id="{A379DCB8-CC53-96D4-2BB1-3F92BCD980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60700" y="5291138"/>
          <a:ext cx="230346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876326" imgH="336665" progId="Equation.3">
                  <p:embed/>
                </p:oleObj>
              </mc:Choice>
              <mc:Fallback>
                <p:oleObj r:id="rId13" imgW="876326" imgH="336665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5291138"/>
                        <a:ext cx="2303463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7385" name="Rectangle 25">
            <a:extLst>
              <a:ext uri="{FF2B5EF4-FFF2-40B4-BE49-F238E27FC236}">
                <a16:creationId xmlns:a16="http://schemas.microsoft.com/office/drawing/2014/main" id="{3C9F49AE-332D-1952-93BE-2CA72EDD0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1050925"/>
            <a:ext cx="88931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>
                <a:latin typeface="Times New Roman" panose="02020603050405020304" pitchFamily="18" charset="0"/>
              </a:rPr>
              <a:t>        </a:t>
            </a:r>
            <a:r>
              <a:rPr lang="zh-CN" altLang="en-US">
                <a:latin typeface="Times New Roman" panose="02020603050405020304" pitchFamily="18" charset="0"/>
              </a:rPr>
              <a:t>外加磁场使磁介质发生磁化，磁化导致磁化电流。磁化电流同样也激发磁感应强度，两种相互作用达到平衡，磁介质中的磁感应强度</a:t>
            </a:r>
            <a:r>
              <a:rPr lang="en-US" altLang="zh-CN" i="1">
                <a:latin typeface="Times New Roman" panose="02020603050405020304" pitchFamily="18" charset="0"/>
              </a:rPr>
              <a:t>B </a:t>
            </a:r>
            <a:r>
              <a:rPr lang="zh-CN" altLang="en-US">
                <a:latin typeface="Times New Roman" panose="02020603050405020304" pitchFamily="18" charset="0"/>
              </a:rPr>
              <a:t>应是所有电流源激励的结果：              </a:t>
            </a:r>
          </a:p>
        </p:txBody>
      </p:sp>
      <p:sp>
        <p:nvSpPr>
          <p:cNvPr id="152586" name="AutoShape 38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17960EC1-154F-96B4-1876-EBB779B6F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2587" name="AutoShape 39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A608374-F4DB-85AB-2D39-64EDC691B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2588" name="AutoShape 40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6E8DA6E-F9A5-7AA3-7212-2AAF9FFE1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2589" name="AutoShape 41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6436985-8635-0838-AA05-50BAC2417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152590" name="Object 42">
            <a:extLst>
              <a:ext uri="{FF2B5EF4-FFF2-40B4-BE49-F238E27FC236}">
                <a16:creationId xmlns:a16="http://schemas.microsoft.com/office/drawing/2014/main" id="{B5DDE132-4581-0697-72B5-4CD8D7C5AA24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5724525" y="2276475"/>
          <a:ext cx="3113088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3112922" imgH="1940052" progId="Visio.Drawing.11">
                  <p:embed/>
                </p:oleObj>
              </mc:Choice>
              <mc:Fallback>
                <p:oleObj r:id="rId16" imgW="3112922" imgH="1940052" progId="Visio.Drawing.11">
                  <p:embed/>
                  <p:pic>
                    <p:nvPicPr>
                      <p:cNvPr id="0" name="Object 4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276475"/>
                        <a:ext cx="3113088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灯片编号占位符 3">
            <a:extLst>
              <a:ext uri="{FF2B5EF4-FFF2-40B4-BE49-F238E27FC236}">
                <a16:creationId xmlns:a16="http://schemas.microsoft.com/office/drawing/2014/main" id="{B70289F4-CED6-49D6-94E6-BA236075AD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F2208A9A-C74A-4634-8F17-CE67FF879A8A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31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499717" name="Object 5">
            <a:extLst>
              <a:ext uri="{FF2B5EF4-FFF2-40B4-BE49-F238E27FC236}">
                <a16:creationId xmlns:a16="http://schemas.microsoft.com/office/drawing/2014/main" id="{CE78CA38-332A-167C-EC8E-077FB83E1A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246313"/>
          <a:ext cx="232251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25561" imgH="139654" progId="Equation.3">
                  <p:embed/>
                </p:oleObj>
              </mc:Choice>
              <mc:Fallback>
                <p:oleObj r:id="rId3" imgW="825561" imgH="13965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246313"/>
                        <a:ext cx="232251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9718" name="Object 6">
            <a:extLst>
              <a:ext uri="{FF2B5EF4-FFF2-40B4-BE49-F238E27FC236}">
                <a16:creationId xmlns:a16="http://schemas.microsoft.com/office/drawing/2014/main" id="{37819A48-D803-F8FE-933D-BB273F3A7C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06513" y="2222500"/>
          <a:ext cx="3221037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69965" imgH="209481" progId="Equation.3">
                  <p:embed/>
                </p:oleObj>
              </mc:Choice>
              <mc:Fallback>
                <p:oleObj r:id="rId5" imgW="1269965" imgH="20948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513" y="2222500"/>
                        <a:ext cx="3221037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9721" name="Rectangle 9">
            <a:extLst>
              <a:ext uri="{FF2B5EF4-FFF2-40B4-BE49-F238E27FC236}">
                <a16:creationId xmlns:a16="http://schemas.microsoft.com/office/drawing/2014/main" id="{CD817984-C09A-A455-0FD5-BA7E26988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597025"/>
            <a:ext cx="82296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楷体_GB2312" pitchFamily="49" charset="-122"/>
              </a:rPr>
              <a:t>则得到磁介质中的安培环路定理为：</a:t>
            </a:r>
          </a:p>
        </p:txBody>
      </p:sp>
      <p:sp>
        <p:nvSpPr>
          <p:cNvPr id="499734" name="Rectangle 22">
            <a:extLst>
              <a:ext uri="{FF2B5EF4-FFF2-40B4-BE49-F238E27FC236}">
                <a16:creationId xmlns:a16="http://schemas.microsoft.com/office/drawing/2014/main" id="{534C78B9-2261-3691-4550-74CD12626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744912"/>
            <a:ext cx="2124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dirty="0">
                <a:latin typeface="楷体_GB2312" pitchFamily="49" charset="-122"/>
              </a:rPr>
              <a:t>（积分形式）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99735" name="Rectangle 23">
            <a:extLst>
              <a:ext uri="{FF2B5EF4-FFF2-40B4-BE49-F238E27FC236}">
                <a16:creationId xmlns:a16="http://schemas.microsoft.com/office/drawing/2014/main" id="{2C5962A7-BE30-8BC7-6373-F7B3B3042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3790950"/>
            <a:ext cx="2555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latin typeface="楷体_GB2312" pitchFamily="49" charset="-122"/>
              </a:rPr>
              <a:t>（微分形式）</a:t>
            </a:r>
            <a:endParaRPr lang="zh-CN" altLang="en-US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4634" name="AutoShape 3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7F8C9557-D2A2-671E-B809-A8236B3A3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4635" name="AutoShape 3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67F7D85-B159-688A-D48C-EC93ED3A6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4636" name="AutoShape 3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19B4EAB-742B-2F06-B037-FDEB32046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4637" name="AutoShape 4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1E285460-3558-6B5C-3248-310C447BC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499753" name="Rectangle 41">
            <a:extLst>
              <a:ext uri="{FF2B5EF4-FFF2-40B4-BE49-F238E27FC236}">
                <a16:creationId xmlns:a16="http://schemas.microsoft.com/office/drawing/2014/main" id="{BFC6722C-3B72-6562-E9C9-6FA3469F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3070225"/>
            <a:ext cx="824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小结：</a:t>
            </a:r>
            <a:r>
              <a:rPr lang="zh-CN" altLang="en-US">
                <a:latin typeface="楷体_GB2312" pitchFamily="49" charset="-122"/>
              </a:rPr>
              <a:t>恒定磁场是无散有旋场，磁介质中的基本方程：</a:t>
            </a:r>
            <a:r>
              <a:rPr lang="zh-CN" altLang="en-US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CED0155F-4DAB-905B-091A-220BFE91D973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941388"/>
            <a:ext cx="2470150" cy="508000"/>
            <a:chOff x="3107" y="3609"/>
            <a:chExt cx="1556" cy="320"/>
          </a:xfrm>
        </p:grpSpPr>
        <p:graphicFrame>
          <p:nvGraphicFramePr>
            <p:cNvPr id="154645" name="Object 43">
              <a:extLst>
                <a:ext uri="{FF2B5EF4-FFF2-40B4-BE49-F238E27FC236}">
                  <a16:creationId xmlns:a16="http://schemas.microsoft.com/office/drawing/2014/main" id="{DFBFF6F3-6B2C-80CF-5550-749907EC82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5" y="3609"/>
            <a:ext cx="1148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793936" imgH="152539" progId="Equation.3">
                    <p:embed/>
                  </p:oleObj>
                </mc:Choice>
                <mc:Fallback>
                  <p:oleObj r:id="rId8" imgW="793936" imgH="152539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609"/>
                          <a:ext cx="1148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646" name="Rectangle 44">
              <a:extLst>
                <a:ext uri="{FF2B5EF4-FFF2-40B4-BE49-F238E27FC236}">
                  <a16:creationId xmlns:a16="http://schemas.microsoft.com/office/drawing/2014/main" id="{C58BCB80-8918-A736-565E-DCB43C675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3619"/>
              <a:ext cx="997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zh-CN">
                  <a:latin typeface="Times New Roman" panose="02020603050405020304" pitchFamily="18" charset="0"/>
                </a:rPr>
                <a:t>,  </a:t>
              </a:r>
              <a:r>
                <a:rPr lang="zh-CN" altLang="en-US">
                  <a:latin typeface="Times New Roman" panose="02020603050405020304" pitchFamily="18" charset="0"/>
                </a:rPr>
                <a:t>即</a:t>
              </a:r>
            </a:p>
          </p:txBody>
        </p:sp>
      </p:grpSp>
      <p:grpSp>
        <p:nvGrpSpPr>
          <p:cNvPr id="3" name="Group 45">
            <a:extLst>
              <a:ext uri="{FF2B5EF4-FFF2-40B4-BE49-F238E27FC236}">
                <a16:creationId xmlns:a16="http://schemas.microsoft.com/office/drawing/2014/main" id="{450DCE5E-9AD5-83DD-1CE9-16DBB2903D94}"/>
              </a:ext>
            </a:extLst>
          </p:cNvPr>
          <p:cNvGrpSpPr>
            <a:grpSpLocks/>
          </p:cNvGrpSpPr>
          <p:nvPr/>
        </p:nvGrpSpPr>
        <p:grpSpPr bwMode="auto">
          <a:xfrm>
            <a:off x="250825" y="730250"/>
            <a:ext cx="6983413" cy="898525"/>
            <a:chOff x="158" y="3521"/>
            <a:chExt cx="4399" cy="566"/>
          </a:xfrm>
        </p:grpSpPr>
        <p:graphicFrame>
          <p:nvGraphicFramePr>
            <p:cNvPr id="154641" name="Object 46">
              <a:extLst>
                <a:ext uri="{FF2B5EF4-FFF2-40B4-BE49-F238E27FC236}">
                  <a16:creationId xmlns:a16="http://schemas.microsoft.com/office/drawing/2014/main" id="{51AA68C9-D10F-B1F9-0A72-EAD1F92C8FE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7" y="3521"/>
            <a:ext cx="1134" cy="5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628741" imgH="336665" progId="Equation.3">
                    <p:embed/>
                  </p:oleObj>
                </mc:Choice>
                <mc:Fallback>
                  <p:oleObj r:id="rId10" imgW="628741" imgH="336665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3521"/>
                          <a:ext cx="1134" cy="5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4642" name="Group 47">
              <a:extLst>
                <a:ext uri="{FF2B5EF4-FFF2-40B4-BE49-F238E27FC236}">
                  <a16:creationId xmlns:a16="http://schemas.microsoft.com/office/drawing/2014/main" id="{D0197913-6735-725D-0B61-C07613324C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" y="3619"/>
              <a:ext cx="4399" cy="265"/>
              <a:chOff x="205" y="353"/>
              <a:chExt cx="4399" cy="265"/>
            </a:xfrm>
          </p:grpSpPr>
          <p:sp>
            <p:nvSpPr>
              <p:cNvPr id="154643" name="Rectangle 48">
                <a:extLst>
                  <a:ext uri="{FF2B5EF4-FFF2-40B4-BE49-F238E27FC236}">
                    <a16:creationId xmlns:a16="http://schemas.microsoft.com/office/drawing/2014/main" id="{154C693D-ECD4-0581-39CE-91483A19E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" y="353"/>
                <a:ext cx="4399" cy="2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zh-CN" altLang="en-US">
                    <a:latin typeface="Times New Roman" panose="02020603050405020304" pitchFamily="18" charset="0"/>
                  </a:rPr>
                  <a:t>定义</a:t>
                </a:r>
                <a:r>
                  <a:rPr lang="zh-CN" altLang="en-US">
                    <a:solidFill>
                      <a:srgbClr val="FFCC66"/>
                    </a:solidFill>
                    <a:latin typeface="Times New Roman" panose="02020603050405020304" pitchFamily="18" charset="0"/>
                  </a:rPr>
                  <a:t>磁场强度</a:t>
                </a:r>
                <a:r>
                  <a:rPr lang="zh-CN" altLang="en-US">
                    <a:latin typeface="Times New Roman" panose="02020603050405020304" pitchFamily="18" charset="0"/>
                  </a:rPr>
                  <a:t>     为：</a:t>
                </a:r>
              </a:p>
            </p:txBody>
          </p:sp>
          <p:graphicFrame>
            <p:nvGraphicFramePr>
              <p:cNvPr id="154644" name="Object 49">
                <a:extLst>
                  <a:ext uri="{FF2B5EF4-FFF2-40B4-BE49-F238E27FC236}">
                    <a16:creationId xmlns:a16="http://schemas.microsoft.com/office/drawing/2014/main" id="{9D851E90-462E-4A52-0267-54E75D45CFC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429" y="353"/>
              <a:ext cx="208" cy="2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89047" imgH="114300" progId="Equation.3">
                      <p:embed/>
                    </p:oleObj>
                  </mc:Choice>
                  <mc:Fallback>
                    <p:oleObj r:id="rId12" imgW="89047" imgH="114300" progId="Equation.3">
                      <p:embed/>
                      <p:pic>
                        <p:nvPicPr>
                          <p:cNvPr id="0" name="Object 4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29" y="353"/>
                            <a:ext cx="208" cy="2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E2495BB3-6D12-DCF0-621C-952E8BC2649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4289" y="4202112"/>
            <a:ext cx="8610600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灯片编号占位符 2">
            <a:extLst>
              <a:ext uri="{FF2B5EF4-FFF2-40B4-BE49-F238E27FC236}">
                <a16:creationId xmlns:a16="http://schemas.microsoft.com/office/drawing/2014/main" id="{2FFFA7BD-207B-CA3D-6EE2-36EA19C814B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BE8ECC00-F154-4C05-90AD-24A7693216CE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32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67304" name="Rectangle 8">
            <a:extLst>
              <a:ext uri="{FF2B5EF4-FFF2-40B4-BE49-F238E27FC236}">
                <a16:creationId xmlns:a16="http://schemas.microsoft.com/office/drawing/2014/main" id="{2A234F05-B7C5-70BC-E5F0-297C094CA7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77813"/>
            <a:ext cx="8207375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>
                <a:solidFill>
                  <a:srgbClr val="F8A6A6"/>
                </a:solidFill>
                <a:latin typeface="Times New Roman" panose="02020603050405020304" pitchFamily="18" charset="0"/>
              </a:rPr>
              <a:t>5.   </a:t>
            </a:r>
            <a:r>
              <a:rPr lang="zh-CN" altLang="en-US">
                <a:solidFill>
                  <a:srgbClr val="F8A6A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磁介质的本构关系</a:t>
            </a:r>
          </a:p>
        </p:txBody>
      </p:sp>
      <p:sp>
        <p:nvSpPr>
          <p:cNvPr id="156676" name="AutoShape 2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F5C73BB-209E-D53B-817C-994E3D457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6677" name="AutoShape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AB2A439-C27F-EA5D-B2E4-D0F470648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6678" name="AutoShape 2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E7D6906-5817-CFAF-A0BE-C25DDC406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6679" name="AutoShape 2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79EE0224-849E-7639-41D9-43CF4D3AF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567324" name="Object 28">
            <a:extLst>
              <a:ext uri="{FF2B5EF4-FFF2-40B4-BE49-F238E27FC236}">
                <a16:creationId xmlns:a16="http://schemas.microsoft.com/office/drawing/2014/main" id="{BFBED2CE-17A8-6B85-451F-4EA5451893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420938"/>
          <a:ext cx="1579563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65076" imgH="577735" progId="Equation.3">
                  <p:embed/>
                </p:oleObj>
              </mc:Choice>
              <mc:Fallback>
                <p:oleObj r:id="rId4" imgW="565076" imgH="577735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420938"/>
                        <a:ext cx="1579563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25" name="Object 29">
            <a:extLst>
              <a:ext uri="{FF2B5EF4-FFF2-40B4-BE49-F238E27FC236}">
                <a16:creationId xmlns:a16="http://schemas.microsoft.com/office/drawing/2014/main" id="{D4B456BA-1A8B-9BA8-91A8-DB1BC11131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1916113"/>
          <a:ext cx="469900" cy="257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20672" imgH="958873" progId="Equation.3">
                  <p:embed/>
                </p:oleObj>
              </mc:Choice>
              <mc:Fallback>
                <p:oleObj r:id="rId6" imgW="120672" imgH="958873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916113"/>
                        <a:ext cx="469900" cy="257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7326" name="Rectangle 30">
            <a:extLst>
              <a:ext uri="{FF2B5EF4-FFF2-40B4-BE49-F238E27FC236}">
                <a16:creationId xmlns:a16="http://schemas.microsoft.com/office/drawing/2014/main" id="{DAD7D3FF-798A-6DC9-2DAD-7BFDB9FF2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2028825"/>
            <a:ext cx="5149850" cy="274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 dirty="0"/>
              <a:t>：磁介质的磁化率（磁化系数）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dirty="0"/>
              <a:t>：磁介质的相对磁导率 </a:t>
            </a:r>
            <a:endParaRPr lang="zh-CN" altLang="en-US" dirty="0">
              <a:latin typeface="楷体_GB2312" pitchFamily="49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_GB2312" pitchFamily="49" charset="-122"/>
              </a:rPr>
              <a:t>：磁介质中的磁感应强度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_GB2312" pitchFamily="49" charset="-122"/>
              </a:rPr>
              <a:t>：真空中传导电流产生的磁感应强度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latin typeface="楷体_GB2312" pitchFamily="49" charset="-122"/>
              </a:rPr>
              <a:t>：</a:t>
            </a:r>
            <a:r>
              <a:rPr lang="zh-CN" altLang="en-US" dirty="0"/>
              <a:t>磁</a:t>
            </a:r>
            <a:r>
              <a:rPr lang="zh-CN" altLang="en-US" dirty="0">
                <a:latin typeface="楷体_GB2312" pitchFamily="49" charset="-122"/>
              </a:rPr>
              <a:t>化电流产生的磁感应强度</a:t>
            </a: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ECAC301F-5D9C-20C0-5393-3CFA0BBB1CFC}"/>
              </a:ext>
            </a:extLst>
          </p:cNvPr>
          <p:cNvGrpSpPr>
            <a:grpSpLocks/>
          </p:cNvGrpSpPr>
          <p:nvPr/>
        </p:nvGrpSpPr>
        <p:grpSpPr bwMode="auto">
          <a:xfrm>
            <a:off x="417513" y="1557338"/>
            <a:ext cx="4464050" cy="566737"/>
            <a:chOff x="249" y="935"/>
            <a:chExt cx="2812" cy="357"/>
          </a:xfrm>
        </p:grpSpPr>
        <p:sp>
          <p:nvSpPr>
            <p:cNvPr id="156688" name="Rectangle 32">
              <a:extLst>
                <a:ext uri="{FF2B5EF4-FFF2-40B4-BE49-F238E27FC236}">
                  <a16:creationId xmlns:a16="http://schemas.microsoft.com/office/drawing/2014/main" id="{89B7AC80-BBD0-876B-D11F-3038C380B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935"/>
              <a:ext cx="2676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/>
                <a:t>  </a:t>
              </a:r>
              <a:r>
                <a:rPr lang="zh-CN" altLang="en-US">
                  <a:solidFill>
                    <a:srgbClr val="FFCC66"/>
                  </a:solidFill>
                </a:rPr>
                <a:t>线性、各向同性磁介质</a:t>
              </a:r>
            </a:p>
          </p:txBody>
        </p:sp>
        <p:sp>
          <p:nvSpPr>
            <p:cNvPr id="156689" name="Oval 33">
              <a:extLst>
                <a:ext uri="{FF2B5EF4-FFF2-40B4-BE49-F238E27FC236}">
                  <a16:creationId xmlns:a16="http://schemas.microsoft.com/office/drawing/2014/main" id="{F59F67C9-B58C-C842-EFE1-435C594AF2B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1081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567330" name="Rectangle 34">
            <a:extLst>
              <a:ext uri="{FF2B5EF4-FFF2-40B4-BE49-F238E27FC236}">
                <a16:creationId xmlns:a16="http://schemas.microsoft.com/office/drawing/2014/main" id="{9B8A5A18-44DA-9294-66E7-3E7FB9485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1020763"/>
            <a:ext cx="89281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 dirty="0">
                <a:latin typeface="楷体_GB2312" pitchFamily="49" charset="-122"/>
              </a:rPr>
              <a:t>磁化强度    和磁场强度    之间的关系由磁介质的物理性质决定。</a:t>
            </a:r>
          </a:p>
        </p:txBody>
      </p:sp>
      <p:graphicFrame>
        <p:nvGraphicFramePr>
          <p:cNvPr id="567331" name="Object 35">
            <a:extLst>
              <a:ext uri="{FF2B5EF4-FFF2-40B4-BE49-F238E27FC236}">
                <a16:creationId xmlns:a16="http://schemas.microsoft.com/office/drawing/2014/main" id="{CC0D3AFB-3F8E-BE0B-620E-59B4394958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456902"/>
              </p:ext>
            </p:extLst>
          </p:nvPr>
        </p:nvGraphicFramePr>
        <p:xfrm>
          <a:off x="1470970" y="977640"/>
          <a:ext cx="442912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07772" imgH="114300" progId="Equation.3">
                  <p:embed/>
                </p:oleObj>
              </mc:Choice>
              <mc:Fallback>
                <p:oleObj r:id="rId8" imgW="107772" imgH="1143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970" y="977640"/>
                        <a:ext cx="442912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32" name="Object 36">
            <a:extLst>
              <a:ext uri="{FF2B5EF4-FFF2-40B4-BE49-F238E27FC236}">
                <a16:creationId xmlns:a16="http://schemas.microsoft.com/office/drawing/2014/main" id="{BF08FB37-4366-6E3D-BC47-CC8262A653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0479351"/>
              </p:ext>
            </p:extLst>
          </p:nvPr>
        </p:nvGraphicFramePr>
        <p:xfrm>
          <a:off x="3370545" y="981869"/>
          <a:ext cx="3873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89047" imgH="114300" progId="Equation.3">
                  <p:embed/>
                </p:oleObj>
              </mc:Choice>
              <mc:Fallback>
                <p:oleObj r:id="rId10" imgW="89047" imgH="114300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545" y="981869"/>
                        <a:ext cx="3873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687" name="Object 37">
            <a:extLst>
              <a:ext uri="{FF2B5EF4-FFF2-40B4-BE49-F238E27FC236}">
                <a16:creationId xmlns:a16="http://schemas.microsoft.com/office/drawing/2014/main" id="{CBFE4713-736B-F2F6-122D-E34BB0DEAC56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2051050" y="4292600"/>
          <a:ext cx="3816350" cy="237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112922" imgH="1940052" progId="Visio.Drawing.11">
                  <p:embed/>
                </p:oleObj>
              </mc:Choice>
              <mc:Fallback>
                <p:oleObj r:id="rId12" imgW="3112922" imgH="1940052" progId="Visio.Drawing.11">
                  <p:embed/>
                  <p:pic>
                    <p:nvPicPr>
                      <p:cNvPr id="0" name="Object 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292600"/>
                        <a:ext cx="3816350" cy="237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灯片编号占位符 2">
            <a:extLst>
              <a:ext uri="{FF2B5EF4-FFF2-40B4-BE49-F238E27FC236}">
                <a16:creationId xmlns:a16="http://schemas.microsoft.com/office/drawing/2014/main" id="{6F57916A-7219-0483-FF4A-5F39B533AFA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2070558F-F8B7-4AE6-8692-42520DD04C73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33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92940" name="Rectangle 12">
            <a:extLst>
              <a:ext uri="{FF2B5EF4-FFF2-40B4-BE49-F238E27FC236}">
                <a16:creationId xmlns:a16="http://schemas.microsoft.com/office/drawing/2014/main" id="{C64D6F8A-6C2F-CB3F-2B00-BEE62192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344" y="4540721"/>
            <a:ext cx="16002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顺磁质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抗磁质</a:t>
            </a:r>
          </a:p>
          <a:p>
            <a:pPr>
              <a:spcBef>
                <a:spcPct val="50000"/>
              </a:spcBef>
            </a:pPr>
            <a:r>
              <a:rPr lang="zh-CN" altLang="en-US" dirty="0">
                <a:latin typeface="楷体_GB2312" pitchFamily="49" charset="-122"/>
              </a:rPr>
              <a:t>铁磁质</a:t>
            </a:r>
          </a:p>
        </p:txBody>
      </p:sp>
      <p:sp>
        <p:nvSpPr>
          <p:cNvPr id="892941" name="Rectangle 13">
            <a:extLst>
              <a:ext uri="{FF2B5EF4-FFF2-40B4-BE49-F238E27FC236}">
                <a16:creationId xmlns:a16="http://schemas.microsoft.com/office/drawing/2014/main" id="{6BCABBBB-5437-D13C-61C4-72685CDB0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675604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CC66"/>
                </a:solidFill>
                <a:latin typeface="楷体_GB2312" pitchFamily="49" charset="-122"/>
              </a:rPr>
              <a:t> </a:t>
            </a:r>
          </a:p>
        </p:txBody>
      </p:sp>
      <p:graphicFrame>
        <p:nvGraphicFramePr>
          <p:cNvPr id="892942" name="Object 14">
            <a:extLst>
              <a:ext uri="{FF2B5EF4-FFF2-40B4-BE49-F238E27FC236}">
                <a16:creationId xmlns:a16="http://schemas.microsoft.com/office/drawing/2014/main" id="{53DC05C2-86B2-B45B-0E0D-7A29D7E5D4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8722836"/>
              </p:ext>
            </p:extLst>
          </p:nvPr>
        </p:nvGraphicFramePr>
        <p:xfrm>
          <a:off x="2727339" y="5628704"/>
          <a:ext cx="20431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06420" imgH="133419" progId="Equation.3">
                  <p:embed/>
                </p:oleObj>
              </mc:Choice>
              <mc:Fallback>
                <p:oleObj r:id="rId3" imgW="806420" imgH="133419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39" y="5628704"/>
                        <a:ext cx="20431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2950" name="Object 22">
            <a:extLst>
              <a:ext uri="{FF2B5EF4-FFF2-40B4-BE49-F238E27FC236}">
                <a16:creationId xmlns:a16="http://schemas.microsoft.com/office/drawing/2014/main" id="{5B8F084E-24D8-1755-14E8-A353CDF9C3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4328046"/>
              </p:ext>
            </p:extLst>
          </p:nvPr>
        </p:nvGraphicFramePr>
        <p:xfrm>
          <a:off x="2530475" y="4513679"/>
          <a:ext cx="1992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81037" imgH="133419" progId="Equation.3">
                  <p:embed/>
                </p:oleObj>
              </mc:Choice>
              <mc:Fallback>
                <p:oleObj r:id="rId5" imgW="781037" imgH="133419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4513679"/>
                        <a:ext cx="19923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2951" name="Object 23">
            <a:extLst>
              <a:ext uri="{FF2B5EF4-FFF2-40B4-BE49-F238E27FC236}">
                <a16:creationId xmlns:a16="http://schemas.microsoft.com/office/drawing/2014/main" id="{0A4D5FED-C4F5-5AA7-DB47-F56EF3993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7809060"/>
              </p:ext>
            </p:extLst>
          </p:nvPr>
        </p:nvGraphicFramePr>
        <p:xfrm>
          <a:off x="2530475" y="5018504"/>
          <a:ext cx="19923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81037" imgH="133419" progId="Equation.3">
                  <p:embed/>
                </p:oleObj>
              </mc:Choice>
              <mc:Fallback>
                <p:oleObj r:id="rId7" imgW="781037" imgH="133419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75" y="5018504"/>
                        <a:ext cx="19923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8" name="AutoShape 24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F2632CEC-34A9-A502-79D5-368DA0669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6599238"/>
            <a:ext cx="360362" cy="252412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8729" name="AutoShape 25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04FF381-0C64-F514-6851-6045132B0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600" y="6599238"/>
            <a:ext cx="360363" cy="258762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8730" name="AutoShape 2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808E09A3-B2BC-0AE7-5154-8FA13A787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113" y="6599238"/>
            <a:ext cx="360362" cy="252412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58731" name="AutoShape 27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6045FEEF-29EE-601E-2486-054FD31DE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3638" y="6599238"/>
            <a:ext cx="360362" cy="252412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2" name="Group 30">
            <a:extLst>
              <a:ext uri="{FF2B5EF4-FFF2-40B4-BE49-F238E27FC236}">
                <a16:creationId xmlns:a16="http://schemas.microsoft.com/office/drawing/2014/main" id="{34790B39-D539-01B6-29A5-7E14B47BC1CC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33375"/>
            <a:ext cx="4464050" cy="566738"/>
            <a:chOff x="249" y="935"/>
            <a:chExt cx="2812" cy="357"/>
          </a:xfrm>
        </p:grpSpPr>
        <p:sp>
          <p:nvSpPr>
            <p:cNvPr id="158743" name="Rectangle 31">
              <a:extLst>
                <a:ext uri="{FF2B5EF4-FFF2-40B4-BE49-F238E27FC236}">
                  <a16:creationId xmlns:a16="http://schemas.microsoft.com/office/drawing/2014/main" id="{D3B8A2AA-A541-A082-1765-0D10689D0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935"/>
              <a:ext cx="2676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/>
                <a:t>  </a:t>
              </a:r>
              <a:r>
                <a:rPr lang="zh-CN" altLang="en-US">
                  <a:solidFill>
                    <a:srgbClr val="FFCC66"/>
                  </a:solidFill>
                </a:rPr>
                <a:t>线性、各向同性磁介质</a:t>
              </a:r>
            </a:p>
          </p:txBody>
        </p:sp>
        <p:sp>
          <p:nvSpPr>
            <p:cNvPr id="158744" name="Oval 32">
              <a:extLst>
                <a:ext uri="{FF2B5EF4-FFF2-40B4-BE49-F238E27FC236}">
                  <a16:creationId xmlns:a16="http://schemas.microsoft.com/office/drawing/2014/main" id="{5B3F3FA1-A8CF-DDE3-115D-86A0A37EE7A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1081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892961" name="Object 33">
            <a:extLst>
              <a:ext uri="{FF2B5EF4-FFF2-40B4-BE49-F238E27FC236}">
                <a16:creationId xmlns:a16="http://schemas.microsoft.com/office/drawing/2014/main" id="{E331BD0E-9CF2-43FC-5CB9-A4F2E5290F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144091"/>
              </p:ext>
            </p:extLst>
          </p:nvPr>
        </p:nvGraphicFramePr>
        <p:xfrm>
          <a:off x="2236696" y="1716881"/>
          <a:ext cx="405447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88987" imgH="152539" progId="Equation.3">
                  <p:embed/>
                </p:oleObj>
              </mc:Choice>
              <mc:Fallback>
                <p:oleObj r:id="rId10" imgW="1688987" imgH="152539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696" y="1716881"/>
                        <a:ext cx="4054475" cy="56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4">
            <a:extLst>
              <a:ext uri="{FF2B5EF4-FFF2-40B4-BE49-F238E27FC236}">
                <a16:creationId xmlns:a16="http://schemas.microsoft.com/office/drawing/2014/main" id="{C1BB57A0-A724-F3C3-866A-AA2F9C7F0B9B}"/>
              </a:ext>
            </a:extLst>
          </p:cNvPr>
          <p:cNvGrpSpPr>
            <a:grpSpLocks/>
          </p:cNvGrpSpPr>
          <p:nvPr/>
        </p:nvGrpSpPr>
        <p:grpSpPr bwMode="auto">
          <a:xfrm>
            <a:off x="431347" y="2365234"/>
            <a:ext cx="8532812" cy="1152526"/>
            <a:chOff x="216" y="1846"/>
            <a:chExt cx="5375" cy="726"/>
          </a:xfrm>
        </p:grpSpPr>
        <p:graphicFrame>
          <p:nvGraphicFramePr>
            <p:cNvPr id="158740" name="Object 35">
              <a:extLst>
                <a:ext uri="{FF2B5EF4-FFF2-40B4-BE49-F238E27FC236}">
                  <a16:creationId xmlns:a16="http://schemas.microsoft.com/office/drawing/2014/main" id="{8405520B-8E3E-BC6C-3778-E0A8683D3B8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3558580"/>
                </p:ext>
              </p:extLst>
            </p:nvPr>
          </p:nvGraphicFramePr>
          <p:xfrm>
            <a:off x="643" y="1865"/>
            <a:ext cx="1543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123911" imgH="133419" progId="Equation.3">
                    <p:embed/>
                  </p:oleObj>
                </mc:Choice>
                <mc:Fallback>
                  <p:oleObj r:id="rId12" imgW="1123911" imgH="133419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3" y="1865"/>
                          <a:ext cx="1543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8741" name="Object 36">
              <a:extLst>
                <a:ext uri="{FF2B5EF4-FFF2-40B4-BE49-F238E27FC236}">
                  <a16:creationId xmlns:a16="http://schemas.microsoft.com/office/drawing/2014/main" id="{9D5D79B3-A1B0-7ABF-E6AA-D67B20FB7C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8847047"/>
                </p:ext>
              </p:extLst>
            </p:nvPr>
          </p:nvGraphicFramePr>
          <p:xfrm>
            <a:off x="3816" y="1860"/>
            <a:ext cx="862" cy="3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539694" imgH="120535" progId="Equation.3">
                    <p:embed/>
                  </p:oleObj>
                </mc:Choice>
                <mc:Fallback>
                  <p:oleObj r:id="rId14" imgW="539694" imgH="120535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1860"/>
                          <a:ext cx="862" cy="3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8742" name="Rectangle 37">
              <a:extLst>
                <a:ext uri="{FF2B5EF4-FFF2-40B4-BE49-F238E27FC236}">
                  <a16:creationId xmlns:a16="http://schemas.microsoft.com/office/drawing/2014/main" id="{68EE48B3-2B64-2DC1-65E6-80D45BCFD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" y="1846"/>
              <a:ext cx="5375" cy="7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40000"/>
                </a:lnSpc>
                <a:spcBef>
                  <a:spcPct val="20000"/>
                </a:spcBef>
              </a:pPr>
              <a:r>
                <a:rPr lang="zh-CN" altLang="en-US" dirty="0">
                  <a:latin typeface="Times New Roman" panose="02020603050405020304" pitchFamily="18" charset="0"/>
                </a:rPr>
                <a:t>其中                                称为介质的磁导率，                称为介质的相对磁导率（无量纲）。</a:t>
              </a:r>
            </a:p>
          </p:txBody>
        </p:sp>
      </p:grpSp>
      <p:sp>
        <p:nvSpPr>
          <p:cNvPr id="892967" name="Rectangle 39">
            <a:extLst>
              <a:ext uri="{FF2B5EF4-FFF2-40B4-BE49-F238E27FC236}">
                <a16:creationId xmlns:a16="http://schemas.microsoft.com/office/drawing/2014/main" id="{E438AB4D-1A65-616A-0F44-738471CA6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556" y="3920399"/>
            <a:ext cx="6048375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en-US" dirty="0">
                <a:solidFill>
                  <a:srgbClr val="F8A6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*</a:t>
            </a:r>
            <a:r>
              <a:rPr lang="en-US" altLang="zh-CN" dirty="0">
                <a:solidFill>
                  <a:srgbClr val="F8A6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</a:t>
            </a:r>
            <a:r>
              <a:rPr lang="zh-CN" altLang="en-US" dirty="0">
                <a:solidFill>
                  <a:srgbClr val="F8A6A6"/>
                </a:solidFill>
                <a:latin typeface="幼圆" panose="02010509060101010101" pitchFamily="49" charset="-122"/>
                <a:ea typeface="宋体" panose="02010600030101010101" pitchFamily="2" charset="-122"/>
              </a:rPr>
              <a:t>磁介质</a:t>
            </a:r>
            <a:r>
              <a:rPr lang="zh-CN" altLang="en-US" dirty="0">
                <a:solidFill>
                  <a:srgbClr val="F8A6A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的分类</a:t>
            </a:r>
            <a:r>
              <a:rPr lang="zh-CN" altLang="en-US" dirty="0">
                <a:solidFill>
                  <a:srgbClr val="FF66FF"/>
                </a:solidFill>
                <a:latin typeface="Times New Roman" panose="02020603050405020304" pitchFamily="18" charset="0"/>
              </a:rPr>
              <a:t>（磁化）</a:t>
            </a:r>
          </a:p>
        </p:txBody>
      </p:sp>
      <p:graphicFrame>
        <p:nvGraphicFramePr>
          <p:cNvPr id="892971" name="Object 43">
            <a:extLst>
              <a:ext uri="{FF2B5EF4-FFF2-40B4-BE49-F238E27FC236}">
                <a16:creationId xmlns:a16="http://schemas.microsoft.com/office/drawing/2014/main" id="{CD4A57CD-C262-0187-233D-BE942D6D58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2663" y="841375"/>
          <a:ext cx="1755775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628741" imgH="336665" progId="Equation.3">
                  <p:embed/>
                </p:oleObj>
              </mc:Choice>
              <mc:Fallback>
                <p:oleObj r:id="rId16" imgW="628741" imgH="336665" progId="Equation.3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841375"/>
                        <a:ext cx="1755775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2975" name="AutoShape 47">
            <a:extLst>
              <a:ext uri="{FF2B5EF4-FFF2-40B4-BE49-F238E27FC236}">
                <a16:creationId xmlns:a16="http://schemas.microsoft.com/office/drawing/2014/main" id="{EA3CEF0C-C65F-6D95-F843-B9FD361FD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734" y="1835439"/>
            <a:ext cx="936625" cy="215900"/>
          </a:xfrm>
          <a:prstGeom prst="rightArrow">
            <a:avLst>
              <a:gd name="adj1" fmla="val 50000"/>
              <a:gd name="adj2" fmla="val 108436"/>
            </a:avLst>
          </a:prstGeom>
          <a:solidFill>
            <a:srgbClr val="FFCC99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892976" name="Rectangle 48">
            <a:extLst>
              <a:ext uri="{FF2B5EF4-FFF2-40B4-BE49-F238E27FC236}">
                <a16:creationId xmlns:a16="http://schemas.microsoft.com/office/drawing/2014/main" id="{81AECC02-AE55-EB78-0D21-7E5B5BB4F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058" y="3472556"/>
            <a:ext cx="514985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lang="zh-CN" altLang="en-US" dirty="0">
                <a:solidFill>
                  <a:srgbClr val="FFCC66"/>
                </a:solidFill>
              </a:rPr>
              <a:t>真空：</a:t>
            </a:r>
            <a:r>
              <a:rPr lang="zh-CN" altLang="en-US" dirty="0"/>
              <a:t>无磁化效应，</a:t>
            </a:r>
            <a:endParaRPr lang="zh-CN" altLang="en-US" dirty="0">
              <a:latin typeface="楷体_GB2312" pitchFamily="49" charset="-122"/>
            </a:endParaRPr>
          </a:p>
        </p:txBody>
      </p:sp>
      <p:graphicFrame>
        <p:nvGraphicFramePr>
          <p:cNvPr id="892977" name="Object 49">
            <a:extLst>
              <a:ext uri="{FF2B5EF4-FFF2-40B4-BE49-F238E27FC236}">
                <a16:creationId xmlns:a16="http://schemas.microsoft.com/office/drawing/2014/main" id="{6971B9BA-D32F-4A2C-2792-2B6854684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2381566"/>
              </p:ext>
            </p:extLst>
          </p:nvPr>
        </p:nvGraphicFramePr>
        <p:xfrm>
          <a:off x="3120658" y="3416993"/>
          <a:ext cx="45148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721028" imgH="152539" progId="Equation.3">
                  <p:embed/>
                </p:oleObj>
              </mc:Choice>
              <mc:Fallback>
                <p:oleObj r:id="rId18" imgW="1721028" imgH="152539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0658" y="3416993"/>
                        <a:ext cx="45148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12">
            <a:extLst>
              <a:ext uri="{FF2B5EF4-FFF2-40B4-BE49-F238E27FC236}">
                <a16:creationId xmlns:a16="http://schemas.microsoft.com/office/drawing/2014/main" id="{2BB25250-7276-591E-CE96-24DB9DB8C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7097" y="4855554"/>
            <a:ext cx="241771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dirty="0">
                <a:solidFill>
                  <a:srgbClr val="FF66FF"/>
                </a:solidFill>
                <a:latin typeface="楷体_GB2312" pitchFamily="49" charset="-122"/>
              </a:rPr>
              <a:t>弱磁性物质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EE1281A-1E6D-5A6F-2940-6AC013A48799}"/>
              </a:ext>
            </a:extLst>
          </p:cNvPr>
          <p:cNvSpPr/>
          <p:nvPr/>
        </p:nvSpPr>
        <p:spPr bwMode="auto">
          <a:xfrm>
            <a:off x="4656506" y="4477483"/>
            <a:ext cx="1292570" cy="1100138"/>
          </a:xfrm>
          <a:prstGeom prst="roundRect">
            <a:avLst/>
          </a:prstGeom>
          <a:noFill/>
          <a:ln w="25400" cap="flat" cmpd="sng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15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96234BB8-8304-AD86-DADA-1DC022B1B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3190" y="4365104"/>
            <a:ext cx="170594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μ&gt;μ₀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8" name="Rectangle 34">
            <a:extLst>
              <a:ext uri="{FF2B5EF4-FFF2-40B4-BE49-F238E27FC236}">
                <a16:creationId xmlns:a16="http://schemas.microsoft.com/office/drawing/2014/main" id="{06A1A47B-897B-7F32-F4C0-D04D121C0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909" y="4918204"/>
            <a:ext cx="170594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μ&lt;μ₀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9" name="Rectangle 34">
            <a:extLst>
              <a:ext uri="{FF2B5EF4-FFF2-40B4-BE49-F238E27FC236}">
                <a16:creationId xmlns:a16="http://schemas.microsoft.com/office/drawing/2014/main" id="{FFABD375-C90E-6312-A932-9DB3A7D33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672" y="5490880"/>
            <a:ext cx="1705942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μ&gt; &gt; μ₀</a:t>
            </a:r>
            <a:r>
              <a:rPr lang="zh-CN" altLang="en-US" dirty="0">
                <a:latin typeface="Times New Roman" panose="02020603050405020304" pitchFamily="18" charset="0"/>
              </a:rPr>
              <a:t>，</a:t>
            </a:r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4CD3C517-5E58-EF82-BD10-DFF9A9188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557" y="6085904"/>
            <a:ext cx="3506882" cy="462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defTabSz="7620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rgbClr val="F8A6A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*  </a:t>
            </a:r>
            <a:r>
              <a:rPr kumimoji="1" lang="zh-CN" altLang="en-US" b="1" dirty="0">
                <a:solidFill>
                  <a:srgbClr val="FFBDDE"/>
                </a:solidFill>
                <a:latin typeface="Times New Roman" panose="02020603050405020304" pitchFamily="18" charset="0"/>
                <a:ea typeface="楷体_GB2312" pitchFamily="49" charset="-122"/>
              </a:rPr>
              <a:t>非磁性介质：  </a:t>
            </a:r>
            <a:r>
              <a:rPr kumimoji="1" lang="el-GR" altLang="zh-CN" b="1" i="1" dirty="0">
                <a:solidFill>
                  <a:srgbClr val="FFBDDE"/>
                </a:solidFill>
                <a:latin typeface="Times New Roman" panose="02020603050405020304" pitchFamily="18" charset="0"/>
              </a:rPr>
              <a:t>μ</a:t>
            </a:r>
            <a:r>
              <a:rPr kumimoji="1" lang="en-US" altLang="zh-CN" dirty="0">
                <a:solidFill>
                  <a:srgbClr val="FFBDDE"/>
                </a:solidFill>
                <a:ea typeface="楷体_GB2312" pitchFamily="49" charset="-122"/>
              </a:rPr>
              <a:t>=</a:t>
            </a:r>
            <a:r>
              <a:rPr kumimoji="1" lang="el-GR" altLang="zh-CN" b="1" i="1" dirty="0">
                <a:solidFill>
                  <a:srgbClr val="FFBDDE"/>
                </a:solidFill>
                <a:latin typeface="Times New Roman" panose="02020603050405020304" pitchFamily="18" charset="0"/>
              </a:rPr>
              <a:t>μ</a:t>
            </a:r>
            <a:r>
              <a:rPr kumimoji="1" lang="en-US" altLang="zh-CN" b="1" baseline="-25000" dirty="0">
                <a:solidFill>
                  <a:srgbClr val="FFBDDE"/>
                </a:solidFill>
                <a:latin typeface="Times New Roman" panose="02020603050405020304" pitchFamily="18" charset="0"/>
              </a:rPr>
              <a:t>0</a:t>
            </a:r>
            <a:endParaRPr lang="zh-CN" altLang="en-US" dirty="0">
              <a:solidFill>
                <a:srgbClr val="FF66FF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灯片编号占位符 3">
            <a:extLst>
              <a:ext uri="{FF2B5EF4-FFF2-40B4-BE49-F238E27FC236}">
                <a16:creationId xmlns:a16="http://schemas.microsoft.com/office/drawing/2014/main" id="{154F7D69-6EBB-D3D3-3286-8A7E2ED8E8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1D2D3CD9-AE1D-41B4-AD31-A4356D594001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34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0771" name="AutoShape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CD9596C-B536-4F49-76B2-F1E01C10F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0772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575A4A7-9268-F1D5-243B-EDE4B24D0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0773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E959E97-6B6C-C2B3-4A63-A0F1FAEA0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0774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70C374EF-A00E-A4EC-06CA-FFA6B713E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0775" name="Rectangle 6">
            <a:extLst>
              <a:ext uri="{FF2B5EF4-FFF2-40B4-BE49-F238E27FC236}">
                <a16:creationId xmlns:a16="http://schemas.microsoft.com/office/drawing/2014/main" id="{B03CDBE6-4502-C4D9-B738-AEB3C652A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57338"/>
            <a:ext cx="1558925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826375" name="Group 7">
            <a:extLst>
              <a:ext uri="{FF2B5EF4-FFF2-40B4-BE49-F238E27FC236}">
                <a16:creationId xmlns:a16="http://schemas.microsoft.com/office/drawing/2014/main" id="{EF2068DB-999B-9938-434D-9A95D0783961}"/>
              </a:ext>
            </a:extLst>
          </p:cNvPr>
          <p:cNvGraphicFramePr>
            <a:graphicFrameLocks noGrp="1"/>
          </p:cNvGraphicFramePr>
          <p:nvPr/>
        </p:nvGraphicFramePr>
        <p:xfrm>
          <a:off x="395288" y="1773238"/>
          <a:ext cx="8353425" cy="4156075"/>
        </p:xfrm>
        <a:graphic>
          <a:graphicData uri="http://schemas.openxmlformats.org/drawingml/2006/table">
            <a:tbl>
              <a:tblPr/>
              <a:tblGrid>
                <a:gridCol w="93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7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6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1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35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材料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种类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材料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种类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5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铋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金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银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铜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水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空气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铝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钯</a:t>
                      </a: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抗磁体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抗磁体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抗磁体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抗磁体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抗磁体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顺磁体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顺磁体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顺磁体</a:t>
                      </a: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0.99983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0.99996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0.99998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0.99999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0.99999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1.0000004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1.000021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1.00082</a:t>
                      </a: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2-81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坡莫合金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钴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镍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锰锌铁氧体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低碳钢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坡莫合金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45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纯铁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铁镍合金</a:t>
                      </a: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铁磁体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铁磁体</a:t>
                      </a: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130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250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600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2000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2500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4000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100,000</a:t>
                      </a:r>
                    </a:p>
                  </a:txBody>
                  <a:tcPr marT="45680" marB="4568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0799" name="Rectangle 30">
            <a:extLst>
              <a:ext uri="{FF2B5EF4-FFF2-40B4-BE49-F238E27FC236}">
                <a16:creationId xmlns:a16="http://schemas.microsoft.com/office/drawing/2014/main" id="{777550F0-66F6-E9D8-C001-1A73E5896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884238"/>
            <a:ext cx="539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>
                <a:latin typeface="Times New Roman" panose="02020603050405020304" pitchFamily="18" charset="0"/>
              </a:rPr>
              <a:t>表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2.4.2</a:t>
            </a:r>
            <a:r>
              <a:rPr lang="en-US" altLang="zh-CN">
                <a:ea typeface="宋体" panose="02010600030101010101" pitchFamily="2" charset="-122"/>
              </a:rPr>
              <a:t>   </a:t>
            </a:r>
            <a:r>
              <a:rPr lang="zh-CN" altLang="en-US"/>
              <a:t>材料的相对磁导率</a:t>
            </a:r>
          </a:p>
        </p:txBody>
      </p:sp>
      <p:graphicFrame>
        <p:nvGraphicFramePr>
          <p:cNvPr id="160800" name="Object 31">
            <a:extLst>
              <a:ext uri="{FF2B5EF4-FFF2-40B4-BE49-F238E27FC236}">
                <a16:creationId xmlns:a16="http://schemas.microsoft.com/office/drawing/2014/main" id="{FDE368AB-A48D-7C3A-1F8D-55BF6DE07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1773238"/>
          <a:ext cx="3524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89047" imgH="133419" progId="Equation.DSMT4">
                  <p:embed/>
                </p:oleObj>
              </mc:Choice>
              <mc:Fallback>
                <p:oleObj r:id="rId3" imgW="89047" imgH="133419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773238"/>
                        <a:ext cx="3524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801" name="Object 32">
            <a:extLst>
              <a:ext uri="{FF2B5EF4-FFF2-40B4-BE49-F238E27FC236}">
                <a16:creationId xmlns:a16="http://schemas.microsoft.com/office/drawing/2014/main" id="{40B8C2BA-0791-86DE-1C92-21827912CF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85113" y="1831975"/>
          <a:ext cx="3524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9047" imgH="133419" progId="Equation.DSMT4">
                  <p:embed/>
                </p:oleObj>
              </mc:Choice>
              <mc:Fallback>
                <p:oleObj r:id="rId5" imgW="89047" imgH="133419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5113" y="1831975"/>
                        <a:ext cx="3524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灯片编号占位符 2">
            <a:extLst>
              <a:ext uri="{FF2B5EF4-FFF2-40B4-BE49-F238E27FC236}">
                <a16:creationId xmlns:a16="http://schemas.microsoft.com/office/drawing/2014/main" id="{D4FAC696-3903-AEC9-8F8C-07F4369A5E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4592DF24-B3B0-45A3-B8F8-3208BB27AF67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35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1795" name="AutoShap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0DD7D20-CBD3-5BC8-941B-5EE5065BF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1796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D3FBD549-E501-8DA3-1655-3C19FA89B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1797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5D6AD73-3DD8-1EEF-02AE-C9417E700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1798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EBE3819-9F87-1AE2-A1B0-AC0275106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830470" name="Object 6">
            <a:extLst>
              <a:ext uri="{FF2B5EF4-FFF2-40B4-BE49-F238E27FC236}">
                <a16:creationId xmlns:a16="http://schemas.microsoft.com/office/drawing/2014/main" id="{58404201-5B10-FDD2-9747-1F85F07BD1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9350" y="2949575"/>
          <a:ext cx="17065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577976" imgH="139654" progId="Equation.DSMT4">
                  <p:embed/>
                </p:oleObj>
              </mc:Choice>
              <mc:Fallback>
                <p:oleObj r:id="rId4" imgW="577976" imgH="13965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0" y="2949575"/>
                        <a:ext cx="170656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72" name="Object 8">
            <a:extLst>
              <a:ext uri="{FF2B5EF4-FFF2-40B4-BE49-F238E27FC236}">
                <a16:creationId xmlns:a16="http://schemas.microsoft.com/office/drawing/2014/main" id="{7CF5F3BA-4FC7-637B-2F63-0B14E9114F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4635500"/>
          <a:ext cx="36718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73027" imgH="298427" progId="Equation.DSMT4">
                  <p:embed/>
                </p:oleObj>
              </mc:Choice>
              <mc:Fallback>
                <p:oleObj r:id="rId6" imgW="1473027" imgH="29842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635500"/>
                        <a:ext cx="36718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1" name="Object 9">
            <a:extLst>
              <a:ext uri="{FF2B5EF4-FFF2-40B4-BE49-F238E27FC236}">
                <a16:creationId xmlns:a16="http://schemas.microsoft.com/office/drawing/2014/main" id="{5648B5D3-A0FC-E6EB-28C7-CEFF420E9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638" y="765175"/>
          <a:ext cx="115887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99881" imgH="152539" progId="Equation.DSMT4">
                  <p:embed/>
                </p:oleObj>
              </mc:Choice>
              <mc:Fallback>
                <p:oleObj r:id="rId8" imgW="399881" imgH="15253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765175"/>
                        <a:ext cx="115887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1802" name="Object 10">
            <a:extLst>
              <a:ext uri="{FF2B5EF4-FFF2-40B4-BE49-F238E27FC236}">
                <a16:creationId xmlns:a16="http://schemas.microsoft.com/office/drawing/2014/main" id="{B21C3DF4-5E6B-2143-1B37-A5EB23BB38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9888" y="1341438"/>
          <a:ext cx="417512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9906" imgH="82712" progId="Equation.DSMT4">
                  <p:embed/>
                </p:oleObj>
              </mc:Choice>
              <mc:Fallback>
                <p:oleObj r:id="rId10" imgW="69906" imgH="8271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9888" y="1341438"/>
                        <a:ext cx="417512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3" name="Rectangle 11">
            <a:extLst>
              <a:ext uri="{FF2B5EF4-FFF2-40B4-BE49-F238E27FC236}">
                <a16:creationId xmlns:a16="http://schemas.microsoft.com/office/drawing/2014/main" id="{375DAE14-6EA5-6619-0F52-A617D719C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249238"/>
            <a:ext cx="6503987" cy="201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>
              <a:lnSpc>
                <a:spcPct val="130000"/>
              </a:lnSpc>
            </a:pP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【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例</a:t>
            </a:r>
            <a:r>
              <a:rPr lang="en-US" altLang="zh-CN">
                <a:solidFill>
                  <a:srgbClr val="FFCC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2.4.2</a:t>
            </a:r>
            <a:r>
              <a:rPr lang="en-US" altLang="zh-CN" b="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lang="zh-CN" altLang="en-US">
                <a:latin typeface="Times New Roman" panose="02020603050405020304" pitchFamily="18" charset="0"/>
              </a:rPr>
              <a:t>内、外半径分别为</a:t>
            </a:r>
            <a:r>
              <a:rPr lang="en-US" altLang="zh-CN" i="1">
                <a:latin typeface="Times New Roman" panose="02020603050405020304" pitchFamily="18" charset="0"/>
              </a:rPr>
              <a:t>a</a:t>
            </a:r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zh-CN" altLang="en-US">
                <a:latin typeface="Times New Roman" panose="02020603050405020304" pitchFamily="18" charset="0"/>
              </a:rPr>
              <a:t>的圆筒形磁介质中，沿轴向有电流密度为                的传导电流，如图所示。设磁介质的磁导率为      </a:t>
            </a:r>
            <a:r>
              <a:rPr lang="zh-CN" altLang="en-US"/>
              <a:t>，求磁化电流分布。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6335394F-1836-7BA4-5C5B-0772E2D772E5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3436938"/>
            <a:ext cx="4681537" cy="496887"/>
            <a:chOff x="385" y="2387"/>
            <a:chExt cx="2949" cy="313"/>
          </a:xfrm>
        </p:grpSpPr>
        <p:graphicFrame>
          <p:nvGraphicFramePr>
            <p:cNvPr id="161826" name="Object 13">
              <a:extLst>
                <a:ext uri="{FF2B5EF4-FFF2-40B4-BE49-F238E27FC236}">
                  <a16:creationId xmlns:a16="http://schemas.microsoft.com/office/drawing/2014/main" id="{9AB5B7AB-5B2E-D564-4A49-347003F9B75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2" y="2387"/>
            <a:ext cx="953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463546" imgH="114300" progId="Equation.DSMT4">
                    <p:embed/>
                  </p:oleObj>
                </mc:Choice>
                <mc:Fallback>
                  <p:oleObj r:id="rId12" imgW="463546" imgH="1143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2" y="2387"/>
                          <a:ext cx="953" cy="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1827" name="Rectangle 14">
              <a:extLst>
                <a:ext uri="{FF2B5EF4-FFF2-40B4-BE49-F238E27FC236}">
                  <a16:creationId xmlns:a16="http://schemas.microsoft.com/office/drawing/2014/main" id="{A1A85A76-8A80-F4D3-FE07-1888EBBCE2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391"/>
              <a:ext cx="29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fontAlgn="ctr"/>
              <a:r>
                <a:rPr lang="zh-CN" altLang="en-US"/>
                <a:t>在                 的区域</a:t>
              </a:r>
              <a:r>
                <a:rPr lang="zh-CN" altLang="en-US">
                  <a:latin typeface="楷体_GB2312" pitchFamily="49" charset="-122"/>
                </a:rPr>
                <a:t>→</a:t>
              </a:r>
              <a:r>
                <a:rPr lang="zh-CN" altLang="en-US"/>
                <a:t>安培环路</a:t>
              </a:r>
              <a:r>
                <a:rPr lang="en-US" altLang="zh-CN"/>
                <a:t>2</a:t>
              </a:r>
              <a:endParaRPr lang="zh-CN" altLang="en-US"/>
            </a:p>
          </p:txBody>
        </p:sp>
      </p:grpSp>
      <p:graphicFrame>
        <p:nvGraphicFramePr>
          <p:cNvPr id="161805" name="Object 16">
            <a:extLst>
              <a:ext uri="{FF2B5EF4-FFF2-40B4-BE49-F238E27FC236}">
                <a16:creationId xmlns:a16="http://schemas.microsoft.com/office/drawing/2014/main" id="{7E9FED85-C0B8-C82B-C5AA-9313D4D308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2850" y="3101975"/>
          <a:ext cx="82867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66726" imgH="82712" progId="Equation.DSMT4">
                  <p:embed/>
                </p:oleObj>
              </mc:Choice>
              <mc:Fallback>
                <p:oleObj r:id="rId14" imgW="266726" imgH="82712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2850" y="3101975"/>
                        <a:ext cx="828675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06" name="Rectangle 17">
            <a:extLst>
              <a:ext uri="{FF2B5EF4-FFF2-40B4-BE49-F238E27FC236}">
                <a16:creationId xmlns:a16="http://schemas.microsoft.com/office/drawing/2014/main" id="{2A82ED59-D163-9C68-E35E-30C7519A2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" y="2987675"/>
            <a:ext cx="57610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fontAlgn="ctr"/>
            <a:r>
              <a:rPr lang="zh-CN" altLang="en-US"/>
              <a:t>在         的区域→安培环路</a:t>
            </a:r>
            <a:r>
              <a:rPr lang="en-US" altLang="zh-CN"/>
              <a:t>1</a:t>
            </a:r>
            <a:r>
              <a:rPr lang="zh-CN" altLang="en-US"/>
              <a:t>未交链电流</a:t>
            </a:r>
          </a:p>
        </p:txBody>
      </p:sp>
      <p:graphicFrame>
        <p:nvGraphicFramePr>
          <p:cNvPr id="830482" name="Object 18">
            <a:extLst>
              <a:ext uri="{FF2B5EF4-FFF2-40B4-BE49-F238E27FC236}">
                <a16:creationId xmlns:a16="http://schemas.microsoft.com/office/drawing/2014/main" id="{0E018DA7-01F9-4273-0AF4-047162FB37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5373688"/>
          <a:ext cx="32639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168435" imgH="152539" progId="Equation.DSMT4">
                  <p:embed/>
                </p:oleObj>
              </mc:Choice>
              <mc:Fallback>
                <p:oleObj r:id="rId16" imgW="1168435" imgH="152539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373688"/>
                        <a:ext cx="32639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483" name="Object 19">
            <a:extLst>
              <a:ext uri="{FF2B5EF4-FFF2-40B4-BE49-F238E27FC236}">
                <a16:creationId xmlns:a16="http://schemas.microsoft.com/office/drawing/2014/main" id="{9A025E2E-8A1F-8946-423C-C3E5E67255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5238" y="5859463"/>
          <a:ext cx="38544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517550" imgH="298427" progId="Equation.DSMT4">
                  <p:embed/>
                </p:oleObj>
              </mc:Choice>
              <mc:Fallback>
                <p:oleObj r:id="rId18" imgW="1517550" imgH="298427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5238" y="5859463"/>
                        <a:ext cx="3854450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0">
            <a:extLst>
              <a:ext uri="{FF2B5EF4-FFF2-40B4-BE49-F238E27FC236}">
                <a16:creationId xmlns:a16="http://schemas.microsoft.com/office/drawing/2014/main" id="{78C0FF8F-D5BD-D0A7-976B-2B633D169B53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5376863"/>
            <a:ext cx="4170362" cy="500062"/>
            <a:chOff x="249" y="3297"/>
            <a:chExt cx="2627" cy="315"/>
          </a:xfrm>
        </p:grpSpPr>
        <p:graphicFrame>
          <p:nvGraphicFramePr>
            <p:cNvPr id="161824" name="Object 21">
              <a:extLst>
                <a:ext uri="{FF2B5EF4-FFF2-40B4-BE49-F238E27FC236}">
                  <a16:creationId xmlns:a16="http://schemas.microsoft.com/office/drawing/2014/main" id="{20B8D40C-7499-EF8E-4016-10C2236A34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7" y="3297"/>
            <a:ext cx="594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66726" imgH="114300" progId="Equation.DSMT4">
                    <p:embed/>
                  </p:oleObj>
                </mc:Choice>
                <mc:Fallback>
                  <p:oleObj r:id="rId20" imgW="266726" imgH="114300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" y="3297"/>
                          <a:ext cx="594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1825" name="Rectangle 22">
              <a:extLst>
                <a:ext uri="{FF2B5EF4-FFF2-40B4-BE49-F238E27FC236}">
                  <a16:creationId xmlns:a16="http://schemas.microsoft.com/office/drawing/2014/main" id="{9C37A81E-281A-464D-0213-0CE56B93AF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3324"/>
              <a:ext cx="262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/>
                <a:t>在           的区域→安培环路</a:t>
              </a:r>
              <a:r>
                <a:rPr lang="en-US" altLang="zh-CN"/>
                <a:t>3</a:t>
              </a:r>
              <a:endParaRPr lang="zh-CN" altLang="en-US"/>
            </a:p>
          </p:txBody>
        </p:sp>
      </p:grpSp>
      <p:grpSp>
        <p:nvGrpSpPr>
          <p:cNvPr id="6" name="Group 41">
            <a:extLst>
              <a:ext uri="{FF2B5EF4-FFF2-40B4-BE49-F238E27FC236}">
                <a16:creationId xmlns:a16="http://schemas.microsoft.com/office/drawing/2014/main" id="{A3568F77-6E9D-5505-ACAC-6E9950C98FED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3375025"/>
            <a:ext cx="2879725" cy="523875"/>
            <a:chOff x="3646" y="2235"/>
            <a:chExt cx="1814" cy="382"/>
          </a:xfrm>
        </p:grpSpPr>
        <p:graphicFrame>
          <p:nvGraphicFramePr>
            <p:cNvPr id="161822" name="Object 42">
              <a:extLst>
                <a:ext uri="{FF2B5EF4-FFF2-40B4-BE49-F238E27FC236}">
                  <a16:creationId xmlns:a16="http://schemas.microsoft.com/office/drawing/2014/main" id="{5D89B3C9-DBF9-FFDD-0B4C-6864DAF6F5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4" y="2235"/>
            <a:ext cx="1406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742755" imgH="152539" progId="Equation.DSMT4">
                    <p:embed/>
                  </p:oleObj>
                </mc:Choice>
                <mc:Fallback>
                  <p:oleObj r:id="rId22" imgW="742755" imgH="152539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4" y="2235"/>
                          <a:ext cx="1406" cy="3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1823" name="AutoShape 43">
              <a:extLst>
                <a:ext uri="{FF2B5EF4-FFF2-40B4-BE49-F238E27FC236}">
                  <a16:creationId xmlns:a16="http://schemas.microsoft.com/office/drawing/2014/main" id="{92684169-CBA4-2B46-4DE4-2F3951D3D6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6" y="2344"/>
              <a:ext cx="408" cy="181"/>
            </a:xfrm>
            <a:prstGeom prst="rightArrow">
              <a:avLst>
                <a:gd name="adj1" fmla="val 50000"/>
                <a:gd name="adj2" fmla="val 56343"/>
              </a:avLst>
            </a:prstGeom>
            <a:solidFill>
              <a:srgbClr val="FFCC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7" name="Group 44">
            <a:extLst>
              <a:ext uri="{FF2B5EF4-FFF2-40B4-BE49-F238E27FC236}">
                <a16:creationId xmlns:a16="http://schemas.microsoft.com/office/drawing/2014/main" id="{8EB0D1A6-2EC7-16B9-97DB-0DC761EE32BC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4635500"/>
            <a:ext cx="4610100" cy="881063"/>
            <a:chOff x="249" y="2684"/>
            <a:chExt cx="2904" cy="565"/>
          </a:xfrm>
        </p:grpSpPr>
        <p:graphicFrame>
          <p:nvGraphicFramePr>
            <p:cNvPr id="161820" name="Object 45">
              <a:extLst>
                <a:ext uri="{FF2B5EF4-FFF2-40B4-BE49-F238E27FC236}">
                  <a16:creationId xmlns:a16="http://schemas.microsoft.com/office/drawing/2014/main" id="{95629003-3661-12CD-2282-5B46F5E74C0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3" y="2684"/>
            <a:ext cx="2450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1505067" imgH="298427" progId="Equation.DSMT4">
                    <p:embed/>
                  </p:oleObj>
                </mc:Choice>
                <mc:Fallback>
                  <p:oleObj r:id="rId24" imgW="1505067" imgH="298427" progId="Equation.DSMT4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2684"/>
                          <a:ext cx="2450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1821" name="AutoShape 46">
              <a:extLst>
                <a:ext uri="{FF2B5EF4-FFF2-40B4-BE49-F238E27FC236}">
                  <a16:creationId xmlns:a16="http://schemas.microsoft.com/office/drawing/2014/main" id="{178CF5C5-AC8D-F521-C2FA-65197539D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2840"/>
              <a:ext cx="408" cy="181"/>
            </a:xfrm>
            <a:prstGeom prst="rightArrow">
              <a:avLst>
                <a:gd name="adj1" fmla="val 50000"/>
                <a:gd name="adj2" fmla="val 56343"/>
              </a:avLst>
            </a:prstGeom>
            <a:solidFill>
              <a:srgbClr val="FFCC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8" name="Group 47">
            <a:extLst>
              <a:ext uri="{FF2B5EF4-FFF2-40B4-BE49-F238E27FC236}">
                <a16:creationId xmlns:a16="http://schemas.microsoft.com/office/drawing/2014/main" id="{DC560B04-F357-E221-20E8-7CF6E7E54DF4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5857875"/>
            <a:ext cx="4465637" cy="884238"/>
            <a:chOff x="249" y="3553"/>
            <a:chExt cx="2813" cy="557"/>
          </a:xfrm>
        </p:grpSpPr>
        <p:graphicFrame>
          <p:nvGraphicFramePr>
            <p:cNvPr id="161818" name="Object 48">
              <a:extLst>
                <a:ext uri="{FF2B5EF4-FFF2-40B4-BE49-F238E27FC236}">
                  <a16:creationId xmlns:a16="http://schemas.microsoft.com/office/drawing/2014/main" id="{59C78ED8-4988-35DF-5B18-B4848D39CF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3" y="3553"/>
            <a:ext cx="2359" cy="5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1473027" imgH="298427" progId="Equation.DSMT4">
                    <p:embed/>
                  </p:oleObj>
                </mc:Choice>
                <mc:Fallback>
                  <p:oleObj r:id="rId26" imgW="1473027" imgH="298427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3553"/>
                          <a:ext cx="2359" cy="5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1819" name="AutoShape 49">
              <a:extLst>
                <a:ext uri="{FF2B5EF4-FFF2-40B4-BE49-F238E27FC236}">
                  <a16:creationId xmlns:a16="http://schemas.microsoft.com/office/drawing/2014/main" id="{9C94EFB6-2027-2B67-7831-17F5A56388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3703"/>
              <a:ext cx="408" cy="181"/>
            </a:xfrm>
            <a:prstGeom prst="rightArrow">
              <a:avLst>
                <a:gd name="adj1" fmla="val 50000"/>
                <a:gd name="adj2" fmla="val 56343"/>
              </a:avLst>
            </a:prstGeom>
            <a:solidFill>
              <a:srgbClr val="FFCC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sp>
        <p:nvSpPr>
          <p:cNvPr id="161813" name="Rectangle 50">
            <a:extLst>
              <a:ext uri="{FF2B5EF4-FFF2-40B4-BE49-F238E27FC236}">
                <a16:creationId xmlns:a16="http://schemas.microsoft.com/office/drawing/2014/main" id="{60478D4F-4296-568E-CECE-83C95F573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133600"/>
            <a:ext cx="1058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CC66"/>
                </a:solidFill>
                <a:ea typeface="宋体" panose="02010600030101010101" pitchFamily="2" charset="-122"/>
              </a:rPr>
              <a:t>【</a:t>
            </a:r>
            <a:r>
              <a:rPr lang="zh-CN" altLang="en-US">
                <a:solidFill>
                  <a:srgbClr val="FFCC66"/>
                </a:solidFill>
                <a:ea typeface="幼圆" panose="02010509060101010101" pitchFamily="49" charset="-122"/>
              </a:rPr>
              <a:t>解</a:t>
            </a:r>
            <a:r>
              <a:rPr lang="en-US" altLang="zh-CN" b="0">
                <a:solidFill>
                  <a:srgbClr val="FFCC66"/>
                </a:solidFill>
                <a:ea typeface="宋体" panose="02010600030101010101" pitchFamily="2" charset="-122"/>
              </a:rPr>
              <a:t>】</a:t>
            </a:r>
          </a:p>
        </p:txBody>
      </p:sp>
      <p:graphicFrame>
        <p:nvGraphicFramePr>
          <p:cNvPr id="499737" name="Object 25">
            <a:extLst>
              <a:ext uri="{FF2B5EF4-FFF2-40B4-BE49-F238E27FC236}">
                <a16:creationId xmlns:a16="http://schemas.microsoft.com/office/drawing/2014/main" id="{E3D285D7-7973-EA8C-520B-BD1D715ED9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3908425"/>
          <a:ext cx="694848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1924089" imgH="247719" progId="Equation.3">
                  <p:embed/>
                </p:oleObj>
              </mc:Choice>
              <mc:Fallback>
                <p:oleObj r:id="rId28" imgW="1924089" imgH="24771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908425"/>
                        <a:ext cx="6948487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1815" name="Picture 55">
            <a:extLst>
              <a:ext uri="{FF2B5EF4-FFF2-40B4-BE49-F238E27FC236}">
                <a16:creationId xmlns:a16="http://schemas.microsoft.com/office/drawing/2014/main" id="{246B1890-6A5B-C1C3-9FAD-3E76F51DC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038" y="-11113"/>
            <a:ext cx="2524125" cy="2600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BD143597-D346-2FF6-C193-EDBE8F20AE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3" y="2382838"/>
          <a:ext cx="8181975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286341" imgH="336665" progId="Equation.3">
                  <p:embed/>
                </p:oleObj>
              </mc:Choice>
              <mc:Fallback>
                <p:oleObj name="Equation" r:id="rId31" imgW="4286341" imgH="336665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2382838"/>
                        <a:ext cx="8181975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817" name="Text Box 92">
            <a:extLst>
              <a:ext uri="{FF2B5EF4-FFF2-40B4-BE49-F238E27FC236}">
                <a16:creationId xmlns:a16="http://schemas.microsoft.com/office/drawing/2014/main" id="{A9B662AD-E6F3-0C53-342A-F53794346E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3363" y="3511550"/>
            <a:ext cx="1912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en-US" u="sng">
              <a:solidFill>
                <a:srgbClr val="FFB7B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灯片编号占位符 2">
            <a:extLst>
              <a:ext uri="{FF2B5EF4-FFF2-40B4-BE49-F238E27FC236}">
                <a16:creationId xmlns:a16="http://schemas.microsoft.com/office/drawing/2014/main" id="{A556E0FE-127B-8569-EE04-8609F56D3C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D3A7B77-22D7-45C6-ABAD-C97CED62DDBC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36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63843" name="AutoShape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FB6D1C7-5A55-F1DD-BAF2-92BF20362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3844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77629CB1-C722-5419-D742-28E35A1FFF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3845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E922338E-FD03-7F02-1D0A-02AC228E4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3846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96D7EE22-ECDE-A385-4563-3ADFCE211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831494" name="Object 6">
            <a:extLst>
              <a:ext uri="{FF2B5EF4-FFF2-40B4-BE49-F238E27FC236}">
                <a16:creationId xmlns:a16="http://schemas.microsoft.com/office/drawing/2014/main" id="{E2777482-D236-B0FA-50C1-549740A69E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54013"/>
          <a:ext cx="785018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308484" imgH="336665" progId="Equation.DSMT4">
                  <p:embed/>
                </p:oleObj>
              </mc:Choice>
              <mc:Fallback>
                <p:oleObj r:id="rId4" imgW="3308484" imgH="33666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54013"/>
                        <a:ext cx="7850188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5" name="Object 7">
            <a:extLst>
              <a:ext uri="{FF2B5EF4-FFF2-40B4-BE49-F238E27FC236}">
                <a16:creationId xmlns:a16="http://schemas.microsoft.com/office/drawing/2014/main" id="{CD716444-4282-5319-E7C6-9E4769D551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1700213"/>
          <a:ext cx="403225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00356" imgH="311312" progId="Equation.DSMT4">
                  <p:embed/>
                </p:oleObj>
              </mc:Choice>
              <mc:Fallback>
                <p:oleObj r:id="rId6" imgW="1600356" imgH="3113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700213"/>
                        <a:ext cx="4032250" cy="89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6" name="Object 8">
            <a:extLst>
              <a:ext uri="{FF2B5EF4-FFF2-40B4-BE49-F238E27FC236}">
                <a16:creationId xmlns:a16="http://schemas.microsoft.com/office/drawing/2014/main" id="{670A97DA-DF48-20FD-254C-1D850A65E7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500438"/>
          <a:ext cx="741362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3137047" imgH="311312" progId="Equation.DSMT4">
                  <p:embed/>
                </p:oleObj>
              </mc:Choice>
              <mc:Fallback>
                <p:oleObj r:id="rId8" imgW="3137047" imgH="3113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500438"/>
                        <a:ext cx="741362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497" name="Object 9">
            <a:extLst>
              <a:ext uri="{FF2B5EF4-FFF2-40B4-BE49-F238E27FC236}">
                <a16:creationId xmlns:a16="http://schemas.microsoft.com/office/drawing/2014/main" id="{E63CC9FE-CF5F-E32D-0B19-19D46D1F3A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0825" y="4652963"/>
          <a:ext cx="67278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838281" imgH="311312" progId="Equation.DSMT4">
                  <p:embed/>
                </p:oleObj>
              </mc:Choice>
              <mc:Fallback>
                <p:oleObj r:id="rId10" imgW="2838281" imgH="3113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4652963"/>
                        <a:ext cx="6727825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1498" name="Rectangle 10">
            <a:extLst>
              <a:ext uri="{FF2B5EF4-FFF2-40B4-BE49-F238E27FC236}">
                <a16:creationId xmlns:a16="http://schemas.microsoft.com/office/drawing/2014/main" id="{37A70C31-68EB-0E9B-3BC2-DC9651C15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997200"/>
            <a:ext cx="4176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>
                <a:latin typeface="Times New Roman" panose="02020603050405020304" pitchFamily="18" charset="0"/>
              </a:rPr>
              <a:t>在磁介质圆筒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</a:rPr>
              <a:t>内表面</a:t>
            </a:r>
            <a:r>
              <a:rPr lang="zh-CN" altLang="en-US">
                <a:latin typeface="Times New Roman" panose="02020603050405020304" pitchFamily="18" charset="0"/>
              </a:rPr>
              <a:t>上</a:t>
            </a:r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831499" name="Rectangle 11">
            <a:extLst>
              <a:ext uri="{FF2B5EF4-FFF2-40B4-BE49-F238E27FC236}">
                <a16:creationId xmlns:a16="http://schemas.microsoft.com/office/drawing/2014/main" id="{4F381237-D59D-50B0-063B-69FABA46C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221163"/>
            <a:ext cx="4535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fontAlgn="ctr" hangingPunct="1"/>
            <a:r>
              <a:rPr lang="zh-CN" altLang="en-US">
                <a:latin typeface="Times New Roman" panose="02020603050405020304" pitchFamily="18" charset="0"/>
              </a:rPr>
              <a:t>在磁介质圆筒</a:t>
            </a:r>
            <a:r>
              <a:rPr lang="zh-CN" altLang="en-US">
                <a:solidFill>
                  <a:srgbClr val="FFCC66"/>
                </a:solidFill>
                <a:latin typeface="Times New Roman" panose="02020603050405020304" pitchFamily="18" charset="0"/>
              </a:rPr>
              <a:t>外表面</a:t>
            </a:r>
            <a:r>
              <a:rPr lang="zh-CN" altLang="en-US">
                <a:latin typeface="Times New Roman" panose="02020603050405020304" pitchFamily="18" charset="0"/>
              </a:rPr>
              <a:t>上</a:t>
            </a:r>
            <a:endParaRPr lang="zh-CN" altLang="en-US">
              <a:cs typeface="Times New Roman" panose="02020603050405020304" pitchFamily="18" charset="0"/>
            </a:endParaRP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CE4BEA36-7BF3-EE15-6B1F-9807D5DCC396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95388"/>
            <a:ext cx="4895850" cy="1871662"/>
            <a:chOff x="158" y="1226"/>
            <a:chExt cx="2994" cy="1161"/>
          </a:xfrm>
        </p:grpSpPr>
        <p:graphicFrame>
          <p:nvGraphicFramePr>
            <p:cNvPr id="163856" name="Object 13">
              <a:extLst>
                <a:ext uri="{FF2B5EF4-FFF2-40B4-BE49-F238E27FC236}">
                  <a16:creationId xmlns:a16="http://schemas.microsoft.com/office/drawing/2014/main" id="{CD5D348C-43C4-A382-BC56-35CF5FD6331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6" y="1226"/>
            <a:ext cx="2586" cy="11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790518" imgH="774746" progId="Equation.DSMT4">
                    <p:embed/>
                  </p:oleObj>
                </mc:Choice>
                <mc:Fallback>
                  <p:oleObj r:id="rId12" imgW="1790518" imgH="774746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" y="1226"/>
                          <a:ext cx="2586" cy="11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57" name="AutoShape 14">
              <a:extLst>
                <a:ext uri="{FF2B5EF4-FFF2-40B4-BE49-F238E27FC236}">
                  <a16:creationId xmlns:a16="http://schemas.microsoft.com/office/drawing/2014/main" id="{29A5A4E9-6E6F-8DB3-E424-142B48A24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" y="1706"/>
              <a:ext cx="409" cy="136"/>
            </a:xfrm>
            <a:prstGeom prst="rightArrow">
              <a:avLst>
                <a:gd name="adj1" fmla="val 50000"/>
                <a:gd name="adj2" fmla="val 75170"/>
              </a:avLst>
            </a:prstGeom>
            <a:solidFill>
              <a:srgbClr val="FFCC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pic>
        <p:nvPicPr>
          <p:cNvPr id="163854" name="Picture 33">
            <a:extLst>
              <a:ext uri="{FF2B5EF4-FFF2-40B4-BE49-F238E27FC236}">
                <a16:creationId xmlns:a16="http://schemas.microsoft.com/office/drawing/2014/main" id="{6161EC94-30D8-D50C-D850-6BC5E584C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9850" y="2549525"/>
            <a:ext cx="1419225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55" name="Rectangle 19">
            <a:extLst>
              <a:ext uri="{FF2B5EF4-FFF2-40B4-BE49-F238E27FC236}">
                <a16:creationId xmlns:a16="http://schemas.microsoft.com/office/drawing/2014/main" id="{2E0B2394-216B-ACF7-696D-B0C41B2CF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68313" y="5516563"/>
            <a:ext cx="8567738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fontAlgn="ctr" hangingPunct="1">
              <a:lnSpc>
                <a:spcPct val="140000"/>
              </a:lnSpc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rgbClr val="FF9933"/>
                </a:solidFill>
              </a:rPr>
              <a:t>相关例题；</a:t>
            </a:r>
            <a:r>
              <a:rPr lang="en-US" altLang="zh-CN">
                <a:solidFill>
                  <a:srgbClr val="FF9933"/>
                </a:solidFill>
              </a:rPr>
              <a:t>【</a:t>
            </a:r>
            <a:r>
              <a:rPr lang="zh-CN" altLang="en-US">
                <a:solidFill>
                  <a:srgbClr val="FF9933"/>
                </a:solidFill>
              </a:rPr>
              <a:t>例</a:t>
            </a:r>
            <a:r>
              <a:rPr lang="en-US" altLang="zh-CN">
                <a:solidFill>
                  <a:srgbClr val="FF9933"/>
                </a:solidFill>
              </a:rPr>
              <a:t>2.3.3】</a:t>
            </a:r>
            <a:r>
              <a:rPr lang="en-US" altLang="zh-CN">
                <a:solidFill>
                  <a:schemeClr val="bg2"/>
                </a:solidFill>
              </a:rPr>
              <a:t> 【</a:t>
            </a:r>
            <a:r>
              <a:rPr lang="zh-CN" altLang="en-US">
                <a:solidFill>
                  <a:schemeClr val="bg2"/>
                </a:solidFill>
              </a:rPr>
              <a:t>例</a:t>
            </a:r>
            <a:r>
              <a:rPr lang="en-US" altLang="zh-CN">
                <a:solidFill>
                  <a:schemeClr val="bg2"/>
                </a:solidFill>
              </a:rPr>
              <a:t>2.4.2】</a:t>
            </a:r>
            <a:r>
              <a:rPr lang="zh-CN" altLang="en-US"/>
              <a:t> </a:t>
            </a:r>
          </a:p>
          <a:p>
            <a:pPr algn="ctr" eaLnBrk="1" fontAlgn="ctr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9933"/>
                </a:solidFill>
              </a:rPr>
              <a:t>                                         【</a:t>
            </a:r>
            <a:r>
              <a:rPr lang="zh-CN" altLang="en-US">
                <a:solidFill>
                  <a:srgbClr val="FF9933"/>
                </a:solidFill>
              </a:rPr>
              <a:t>例</a:t>
            </a:r>
            <a:r>
              <a:rPr lang="en-US" altLang="zh-CN">
                <a:solidFill>
                  <a:srgbClr val="FF9933"/>
                </a:solidFill>
              </a:rPr>
              <a:t>3.1.2 】</a:t>
            </a:r>
            <a:r>
              <a:rPr lang="en-US" altLang="zh-CN">
                <a:solidFill>
                  <a:srgbClr val="EC8C00"/>
                </a:solidFill>
              </a:rPr>
              <a:t>【</a:t>
            </a:r>
            <a:r>
              <a:rPr lang="zh-CN" altLang="en-US">
                <a:solidFill>
                  <a:srgbClr val="EC8C00"/>
                </a:solidFill>
              </a:rPr>
              <a:t>例</a:t>
            </a:r>
            <a:r>
              <a:rPr lang="en-US" altLang="zh-CN">
                <a:solidFill>
                  <a:srgbClr val="EC8C00"/>
                </a:solidFill>
              </a:rPr>
              <a:t>3.2.1】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rgbClr val="FF9933"/>
                </a:solidFill>
              </a:rPr>
              <a:t>【</a:t>
            </a:r>
            <a:r>
              <a:rPr lang="zh-CN" altLang="en-US">
                <a:solidFill>
                  <a:srgbClr val="FF9933"/>
                </a:solidFill>
              </a:rPr>
              <a:t>例</a:t>
            </a:r>
            <a:r>
              <a:rPr lang="en-US" altLang="zh-CN">
                <a:solidFill>
                  <a:srgbClr val="FF9933"/>
                </a:solidFill>
              </a:rPr>
              <a:t>4.3.2 】</a:t>
            </a:r>
            <a:r>
              <a:rPr lang="en-US" altLang="zh-CN"/>
              <a:t> </a:t>
            </a:r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EF02CBD2-7446-E9D5-ECD0-E0B3D140A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66" y="3837150"/>
            <a:ext cx="6415793" cy="1844351"/>
          </a:xfrm>
          <a:prstGeom prst="rect">
            <a:avLst/>
          </a:prstGeom>
        </p:spPr>
      </p:pic>
      <p:sp>
        <p:nvSpPr>
          <p:cNvPr id="165890" name="灯片编号占位符 2">
            <a:extLst>
              <a:ext uri="{FF2B5EF4-FFF2-40B4-BE49-F238E27FC236}">
                <a16:creationId xmlns:a16="http://schemas.microsoft.com/office/drawing/2014/main" id="{D0D37D75-9651-70BE-183C-4F4C77DCB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3B0E4143-B6E8-4047-B737-8B464BB7B919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37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900098" name="Object 2">
            <a:extLst>
              <a:ext uri="{FF2B5EF4-FFF2-40B4-BE49-F238E27FC236}">
                <a16:creationId xmlns:a16="http://schemas.microsoft.com/office/drawing/2014/main" id="{6B883488-7F25-57E4-0C4A-29A015E14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2194410"/>
              </p:ext>
            </p:extLst>
          </p:nvPr>
        </p:nvGraphicFramePr>
        <p:xfrm>
          <a:off x="336550" y="3324226"/>
          <a:ext cx="8482013" cy="1179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54598" imgH="603088" progId="Equation.3">
                  <p:embed/>
                </p:oleObj>
              </mc:Choice>
              <mc:Fallback>
                <p:oleObj name="Equation" r:id="rId4" imgW="4654598" imgH="603088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" y="3324226"/>
                        <a:ext cx="8482013" cy="1179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2D0B8566-BF76-DE69-BE93-674551B7FC7B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430213"/>
            <a:ext cx="5545137" cy="1990725"/>
            <a:chOff x="113" y="271"/>
            <a:chExt cx="3493" cy="1254"/>
          </a:xfrm>
        </p:grpSpPr>
        <p:graphicFrame>
          <p:nvGraphicFramePr>
            <p:cNvPr id="165906" name="Object 5">
              <a:extLst>
                <a:ext uri="{FF2B5EF4-FFF2-40B4-BE49-F238E27FC236}">
                  <a16:creationId xmlns:a16="http://schemas.microsoft.com/office/drawing/2014/main" id="{2ACB8762-7262-3BEE-1C7A-09CF9CE273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55" y="1215"/>
            <a:ext cx="252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52296" imgH="177892" progId="Equation.3">
                    <p:embed/>
                  </p:oleObj>
                </mc:Choice>
                <mc:Fallback>
                  <p:oleObj name="公式" r:id="rId6" imgW="152296" imgH="177892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" y="1215"/>
                          <a:ext cx="252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07" name="Object 6">
              <a:extLst>
                <a:ext uri="{FF2B5EF4-FFF2-40B4-BE49-F238E27FC236}">
                  <a16:creationId xmlns:a16="http://schemas.microsoft.com/office/drawing/2014/main" id="{624C186B-9BBB-CE8E-7CF8-426E25704B5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09" y="1210"/>
            <a:ext cx="288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77679" imgH="177892" progId="Equation.3">
                    <p:embed/>
                  </p:oleObj>
                </mc:Choice>
                <mc:Fallback>
                  <p:oleObj name="公式" r:id="rId8" imgW="177679" imgH="177892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1210"/>
                          <a:ext cx="288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5908" name="Object 7">
              <a:extLst>
                <a:ext uri="{FF2B5EF4-FFF2-40B4-BE49-F238E27FC236}">
                  <a16:creationId xmlns:a16="http://schemas.microsoft.com/office/drawing/2014/main" id="{902239B2-527C-F6A4-7492-B28869D265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48" y="1244"/>
            <a:ext cx="216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26913" imgH="177892" progId="Equation.3">
                    <p:embed/>
                  </p:oleObj>
                </mc:Choice>
                <mc:Fallback>
                  <p:oleObj name="公式" r:id="rId10" imgW="126913" imgH="177892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8" y="1244"/>
                          <a:ext cx="216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99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909" name="Rectangle 8">
              <a:extLst>
                <a:ext uri="{FF2B5EF4-FFF2-40B4-BE49-F238E27FC236}">
                  <a16:creationId xmlns:a16="http://schemas.microsoft.com/office/drawing/2014/main" id="{4DFAB6C5-486C-5470-8CB6-6999C6E7B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271"/>
              <a:ext cx="3493" cy="1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kumimoji="1" lang="en-US" altLang="zh-CN" dirty="0">
                  <a:solidFill>
                    <a:srgbClr val="FFCC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【</a:t>
              </a:r>
              <a:r>
                <a:rPr kumimoji="1" lang="zh-CN" altLang="en-US" dirty="0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例</a:t>
              </a:r>
              <a:r>
                <a:rPr kumimoji="1" lang="en-US" altLang="zh-CN" dirty="0">
                  <a:solidFill>
                    <a:srgbClr val="FFCC66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2.4.4</a:t>
              </a:r>
              <a:r>
                <a:rPr kumimoji="1" lang="en-US" altLang="zh-CN" dirty="0">
                  <a:solidFill>
                    <a:srgbClr val="FFCC66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】</a:t>
              </a:r>
              <a:r>
                <a:rPr kumimoji="1" lang="zh-CN" altLang="en-US" dirty="0">
                  <a:latin typeface="Times New Roman" panose="02020603050405020304" pitchFamily="18" charset="0"/>
                </a:rPr>
                <a:t>有一磁导率为 </a:t>
              </a:r>
              <a:r>
                <a:rPr kumimoji="1" lang="en-US" altLang="zh-CN" i="1" dirty="0">
                  <a:latin typeface="Times New Roman" panose="02020603050405020304" pitchFamily="18" charset="0"/>
                </a:rPr>
                <a:t>µ</a:t>
              </a:r>
              <a:r>
                <a:rPr kumimoji="1" lang="en-US" altLang="zh-CN" dirty="0">
                  <a:latin typeface="Times New Roman" panose="02020603050405020304" pitchFamily="18" charset="0"/>
                </a:rPr>
                <a:t> </a:t>
              </a:r>
              <a:r>
                <a:rPr kumimoji="1" lang="zh-CN" altLang="en-US" dirty="0">
                  <a:latin typeface="Times New Roman" panose="02020603050405020304" pitchFamily="18" charset="0"/>
                </a:rPr>
                <a:t>，半径为</a:t>
              </a:r>
              <a:r>
                <a:rPr kumimoji="1" lang="en-US" altLang="zh-CN" i="1" dirty="0">
                  <a:latin typeface="Times New Roman" panose="02020603050405020304" pitchFamily="18" charset="0"/>
                </a:rPr>
                <a:t>a </a:t>
              </a:r>
              <a:r>
                <a:rPr kumimoji="1" lang="zh-CN" altLang="en-US" dirty="0">
                  <a:latin typeface="Times New Roman" panose="02020603050405020304" pitchFamily="18" charset="0"/>
                </a:rPr>
                <a:t>的无限长导磁圆柱，其轴线处有无限长的线电流 </a:t>
              </a:r>
              <a:r>
                <a:rPr kumimoji="1" lang="en-US" altLang="zh-CN" i="1" dirty="0">
                  <a:latin typeface="Times New Roman" panose="02020603050405020304" pitchFamily="18" charset="0"/>
                </a:rPr>
                <a:t>I</a:t>
              </a:r>
              <a:r>
                <a:rPr kumimoji="1" lang="zh-CN" altLang="en-US" dirty="0">
                  <a:latin typeface="Times New Roman" panose="02020603050405020304" pitchFamily="18" charset="0"/>
                </a:rPr>
                <a:t>，圆柱外是空气（</a:t>
              </a:r>
              <a:r>
                <a:rPr kumimoji="1" lang="en-US" altLang="zh-CN" i="1" dirty="0">
                  <a:latin typeface="Times New Roman" panose="02020603050405020304" pitchFamily="18" charset="0"/>
                </a:rPr>
                <a:t>µ</a:t>
              </a:r>
              <a:r>
                <a:rPr kumimoji="1" lang="en-US" altLang="zh-CN" baseline="-25000" dirty="0">
                  <a:latin typeface="Times New Roman" panose="02020603050405020304" pitchFamily="18" charset="0"/>
                </a:rPr>
                <a:t>0 </a:t>
              </a:r>
              <a:r>
                <a:rPr kumimoji="1" lang="zh-CN" altLang="en-US" dirty="0">
                  <a:latin typeface="Times New Roman" panose="02020603050405020304" pitchFamily="18" charset="0"/>
                </a:rPr>
                <a:t>），试求圆柱内外的     、   和      的分布。</a:t>
              </a:r>
            </a:p>
          </p:txBody>
        </p:sp>
      </p:grpSp>
      <p:sp>
        <p:nvSpPr>
          <p:cNvPr id="900105" name="Rectangle 9">
            <a:extLst>
              <a:ext uri="{FF2B5EF4-FFF2-40B4-BE49-F238E27FC236}">
                <a16:creationId xmlns:a16="http://schemas.microsoft.com/office/drawing/2014/main" id="{951C6F11-0913-F3DA-3339-C574E3378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387600"/>
            <a:ext cx="5616575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【</a:t>
            </a:r>
            <a:r>
              <a:rPr kumimoji="1" lang="zh-CN" altLang="en-US">
                <a:solidFill>
                  <a:srgbClr val="FFCC66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kumimoji="1" lang="en-US" altLang="zh-CN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】</a:t>
            </a:r>
            <a:r>
              <a:rPr kumimoji="1" lang="zh-CN" altLang="en-US">
                <a:latin typeface="楷体_GB2312" pitchFamily="49" charset="-122"/>
              </a:rPr>
              <a:t>磁场为平行平面场</a:t>
            </a:r>
            <a:r>
              <a:rPr kumimoji="1" lang="en-US" altLang="zh-CN">
                <a:latin typeface="楷体_GB2312" pitchFamily="49" charset="-122"/>
              </a:rPr>
              <a:t>,</a:t>
            </a:r>
            <a:r>
              <a:rPr kumimoji="1" lang="zh-CN" altLang="en-US">
                <a:latin typeface="楷体_GB2312" pitchFamily="49" charset="-122"/>
              </a:rPr>
              <a:t>且具有轴对称性，应用安培环路定理，得</a:t>
            </a:r>
          </a:p>
        </p:txBody>
      </p:sp>
      <p:sp>
        <p:nvSpPr>
          <p:cNvPr id="165895" name="AutoShape 10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CCD496E8-0371-F93A-A905-B62A702E7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5896" name="AutoShape 1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33574F9-182E-3D41-C15E-DAE69B723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5897" name="AutoShape 1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7532A00-9ED0-732C-4FB7-7C89B1B31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65898" name="AutoShape 1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B3C7388-59C0-0052-6C0A-E34EE7D59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Group 32">
            <a:extLst>
              <a:ext uri="{FF2B5EF4-FFF2-40B4-BE49-F238E27FC236}">
                <a16:creationId xmlns:a16="http://schemas.microsoft.com/office/drawing/2014/main" id="{AAEADDBE-1872-7DB4-3845-A74C2F9DB807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5511800"/>
            <a:ext cx="5472112" cy="1373188"/>
            <a:chOff x="295" y="3245"/>
            <a:chExt cx="3447" cy="865"/>
          </a:xfrm>
        </p:grpSpPr>
        <p:graphicFrame>
          <p:nvGraphicFramePr>
            <p:cNvPr id="165902" name="Object 33">
              <a:extLst>
                <a:ext uri="{FF2B5EF4-FFF2-40B4-BE49-F238E27FC236}">
                  <a16:creationId xmlns:a16="http://schemas.microsoft.com/office/drawing/2014/main" id="{78E704A7-948E-820D-E5AF-43547EF1BDE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6" y="3245"/>
            <a:ext cx="2906" cy="8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476682" imgH="660446" progId="Equation.DSMT4">
                    <p:embed/>
                  </p:oleObj>
                </mc:Choice>
                <mc:Fallback>
                  <p:oleObj name="Equation" r:id="rId13" imgW="2476682" imgH="660446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6" y="3245"/>
                          <a:ext cx="2906" cy="8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5903" name="AutoShape 34">
              <a:extLst>
                <a:ext uri="{FF2B5EF4-FFF2-40B4-BE49-F238E27FC236}">
                  <a16:creationId xmlns:a16="http://schemas.microsoft.com/office/drawing/2014/main" id="{26B9CEF7-F309-A803-9845-6806D3A67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3612"/>
              <a:ext cx="545" cy="136"/>
            </a:xfrm>
            <a:prstGeom prst="rightArrow">
              <a:avLst>
                <a:gd name="adj1" fmla="val 50000"/>
                <a:gd name="adj2" fmla="val 100184"/>
              </a:avLst>
            </a:prstGeom>
            <a:solidFill>
              <a:srgbClr val="FFCC99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967B890-EF7E-7193-582C-D198A7640BF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69012" y="430213"/>
            <a:ext cx="2895600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3A1154A-F5DC-2E76-5F41-57A37E3ED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48488" y="65088"/>
            <a:ext cx="2133600" cy="268287"/>
          </a:xfrm>
        </p:spPr>
        <p:txBody>
          <a:bodyPr/>
          <a:lstStyle/>
          <a:p>
            <a:fld id="{2F715493-EFD9-4F69-BA1F-3B5D9AB40342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4" name="AutoShape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4FAB06F9-9FF1-A431-6FDF-35B337992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390245A-DCFC-5114-4F24-E391C724F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C9A486B-DEED-30C0-AB70-127FA1E57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D20A6D06-4CF3-E60B-996C-A9AF60AF4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" name="Object 6">
            <a:extLst>
              <a:ext uri="{FF2B5EF4-FFF2-40B4-BE49-F238E27FC236}">
                <a16:creationId xmlns:a16="http://schemas.microsoft.com/office/drawing/2014/main" id="{1BFFC3AB-20DA-B0B6-8538-CA2B14F14E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2035175"/>
          <a:ext cx="16256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0" imgH="253800" progId="Equation.DSMT4">
                  <p:embed/>
                </p:oleObj>
              </mc:Choice>
              <mc:Fallback>
                <p:oleObj name="Equation" r:id="rId2" imgW="774360" imgH="253800" progId="Equation.DSMT4">
                  <p:embed/>
                  <p:pic>
                    <p:nvPicPr>
                      <p:cNvPr id="122886" name="Object 6">
                        <a:extLst>
                          <a:ext uri="{FF2B5EF4-FFF2-40B4-BE49-F238E27FC236}">
                            <a16:creationId xmlns:a16="http://schemas.microsoft.com/office/drawing/2014/main" id="{E6085508-FE9C-E70C-93CC-1A2B734E21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035175"/>
                        <a:ext cx="1625600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7">
            <a:extLst>
              <a:ext uri="{FF2B5EF4-FFF2-40B4-BE49-F238E27FC236}">
                <a16:creationId xmlns:a16="http://schemas.microsoft.com/office/drawing/2014/main" id="{54704AED-A1B4-C3DE-2AE7-268D3D3045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3713" y="4562475"/>
          <a:ext cx="3068637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20480" imgH="253800" progId="Equation.DSMT4">
                  <p:embed/>
                </p:oleObj>
              </mc:Choice>
              <mc:Fallback>
                <p:oleObj name="Equation" r:id="rId4" imgW="1320480" imgH="253800" progId="Equation.DSMT4">
                  <p:embed/>
                  <p:pic>
                    <p:nvPicPr>
                      <p:cNvPr id="122887" name="Object 7">
                        <a:extLst>
                          <a:ext uri="{FF2B5EF4-FFF2-40B4-BE49-F238E27FC236}">
                            <a16:creationId xmlns:a16="http://schemas.microsoft.com/office/drawing/2014/main" id="{9FC68082-19D1-F58C-8413-ACAFF960E5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562475"/>
                        <a:ext cx="3068637" cy="595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39EA61C4-D731-1CC4-CB3D-DFEDDDBB19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5300" y="5275263"/>
          <a:ext cx="6264275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89040" imgH="241200" progId="Equation.DSMT4">
                  <p:embed/>
                </p:oleObj>
              </mc:Choice>
              <mc:Fallback>
                <p:oleObj name="Equation" r:id="rId6" imgW="2489040" imgH="241200" progId="Equation.DSMT4">
                  <p:embed/>
                  <p:pic>
                    <p:nvPicPr>
                      <p:cNvPr id="122888" name="Object 8">
                        <a:extLst>
                          <a:ext uri="{FF2B5EF4-FFF2-40B4-BE49-F238E27FC236}">
                            <a16:creationId xmlns:a16="http://schemas.microsoft.com/office/drawing/2014/main" id="{43C89C03-E73E-7512-9F69-6DC1F81FCB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300" y="5275263"/>
                        <a:ext cx="6264275" cy="6016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B3D87D48-CCBC-222A-C251-7719838EB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65300" y="5949950"/>
          <a:ext cx="38877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87240" imgH="253800" progId="Equation.DSMT4">
                  <p:embed/>
                </p:oleObj>
              </mc:Choice>
              <mc:Fallback>
                <p:oleObj name="Equation" r:id="rId8" imgW="1587240" imgH="253800" progId="Equation.DSMT4">
                  <p:embed/>
                  <p:pic>
                    <p:nvPicPr>
                      <p:cNvPr id="122889" name="Object 9">
                        <a:extLst>
                          <a:ext uri="{FF2B5EF4-FFF2-40B4-BE49-F238E27FC236}">
                            <a16:creationId xmlns:a16="http://schemas.microsoft.com/office/drawing/2014/main" id="{6231E49F-A5E2-D9E3-08B9-3A2079B281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300" y="5949950"/>
                        <a:ext cx="3887788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0">
            <a:extLst>
              <a:ext uri="{FF2B5EF4-FFF2-40B4-BE49-F238E27FC236}">
                <a16:creationId xmlns:a16="http://schemas.microsoft.com/office/drawing/2014/main" id="{4D86DB35-9058-28AA-28DE-69C87C5DC62D}"/>
              </a:ext>
            </a:extLst>
          </p:cNvPr>
          <p:cNvGrpSpPr>
            <a:grpSpLocks/>
          </p:cNvGrpSpPr>
          <p:nvPr/>
        </p:nvGrpSpPr>
        <p:grpSpPr bwMode="auto">
          <a:xfrm>
            <a:off x="215901" y="404812"/>
            <a:ext cx="8820150" cy="1052513"/>
            <a:chOff x="136" y="255"/>
            <a:chExt cx="5556" cy="663"/>
          </a:xfrm>
        </p:grpSpPr>
        <p:graphicFrame>
          <p:nvGraphicFramePr>
            <p:cNvPr id="13" name="Object 11">
              <a:extLst>
                <a:ext uri="{FF2B5EF4-FFF2-40B4-BE49-F238E27FC236}">
                  <a16:creationId xmlns:a16="http://schemas.microsoft.com/office/drawing/2014/main" id="{4AEF42BC-D3FC-E8C6-930C-5FA78910C1A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47559788"/>
                </p:ext>
              </p:extLst>
            </p:nvPr>
          </p:nvGraphicFramePr>
          <p:xfrm>
            <a:off x="4047" y="315"/>
            <a:ext cx="1381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054080" imgH="253800" progId="Equation.DSMT4">
                    <p:embed/>
                  </p:oleObj>
                </mc:Choice>
                <mc:Fallback>
                  <p:oleObj name="Equation" r:id="rId10" imgW="1054080" imgH="253800" progId="Equation.DSMT4">
                    <p:embed/>
                    <p:pic>
                      <p:nvPicPr>
                        <p:cNvPr id="122891" name="Object 11">
                          <a:extLst>
                            <a:ext uri="{FF2B5EF4-FFF2-40B4-BE49-F238E27FC236}">
                              <a16:creationId xmlns:a16="http://schemas.microsoft.com/office/drawing/2014/main" id="{116D572E-9662-E17F-13F1-5C5B44EBF7C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7" y="315"/>
                          <a:ext cx="1381" cy="3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CDE7922A-A00B-129C-D0B4-F5AFBA1AB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255"/>
              <a:ext cx="5556" cy="6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fontAlgn="ctr"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FF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【</a:t>
              </a:r>
              <a:r>
                <a:rPr lang="zh-CN" altLang="en-US" b="1" dirty="0">
                  <a:solidFill>
                    <a:srgbClr val="FF99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cs typeface="Times New Roman" panose="02020603050405020304" pitchFamily="18" charset="0"/>
                </a:rPr>
                <a:t>例</a:t>
              </a:r>
              <a:r>
                <a:rPr lang="zh-CN" altLang="en-US" b="1" dirty="0">
                  <a:solidFill>
                    <a:srgbClr val="FF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b="1" dirty="0">
                  <a:solidFill>
                    <a:srgbClr val="FF9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2.4.3】  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半径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的 </a:t>
              </a: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 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球形磁介质的磁化强度                             ，如图所示。式中的</a:t>
              </a: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A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、</a:t>
              </a:r>
              <a:r>
                <a:rPr lang="en-US" altLang="zh-CN" b="1" i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B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为常数，求磁化电流密度。</a:t>
              </a:r>
            </a:p>
          </p:txBody>
        </p:sp>
      </p:grpSp>
      <p:grpSp>
        <p:nvGrpSpPr>
          <p:cNvPr id="15" name="Group 13">
            <a:extLst>
              <a:ext uri="{FF2B5EF4-FFF2-40B4-BE49-F238E27FC236}">
                <a16:creationId xmlns:a16="http://schemas.microsoft.com/office/drawing/2014/main" id="{D21273C5-4B6F-26A7-2CD9-E38B24B0038A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3403600"/>
            <a:ext cx="6335713" cy="457200"/>
            <a:chOff x="68" y="2099"/>
            <a:chExt cx="3991" cy="288"/>
          </a:xfrm>
        </p:grpSpPr>
        <p:graphicFrame>
          <p:nvGraphicFramePr>
            <p:cNvPr id="16" name="Object 14">
              <a:extLst>
                <a:ext uri="{FF2B5EF4-FFF2-40B4-BE49-F238E27FC236}">
                  <a16:creationId xmlns:a16="http://schemas.microsoft.com/office/drawing/2014/main" id="{B02043D2-EDB0-E7E0-B4FC-70B2EA2BB6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" y="2169"/>
            <a:ext cx="49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55446" imgH="139639" progId="Equation.DSMT4">
                    <p:embed/>
                  </p:oleObj>
                </mc:Choice>
                <mc:Fallback>
                  <p:oleObj name="Equation" r:id="rId12" imgW="355446" imgH="139639" progId="Equation.DSMT4">
                    <p:embed/>
                    <p:pic>
                      <p:nvPicPr>
                        <p:cNvPr id="122894" name="Object 14">
                          <a:extLst>
                            <a:ext uri="{FF2B5EF4-FFF2-40B4-BE49-F238E27FC236}">
                              <a16:creationId xmlns:a16="http://schemas.microsoft.com/office/drawing/2014/main" id="{9847F1C1-CDF3-BC0D-71A2-4784E1607E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169"/>
                          <a:ext cx="499" cy="2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55BA77F9-F0F7-FBB3-8566-957F88D95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" y="2099"/>
              <a:ext cx="39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在          处的磁化电流面密度为 </a:t>
              </a:r>
            </a:p>
          </p:txBody>
        </p:sp>
      </p:grpSp>
      <p:sp>
        <p:nvSpPr>
          <p:cNvPr id="18" name="Rectangle 16">
            <a:extLst>
              <a:ext uri="{FF2B5EF4-FFF2-40B4-BE49-F238E27FC236}">
                <a16:creationId xmlns:a16="http://schemas.microsoft.com/office/drawing/2014/main" id="{5D647182-D23D-4895-2AF8-4090290CB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810" y="1502946"/>
            <a:ext cx="4968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【</a:t>
            </a:r>
            <a:r>
              <a:rPr lang="zh-CN" altLang="en-US" b="1" dirty="0">
                <a:solidFill>
                  <a:srgbClr val="FF99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解</a:t>
            </a:r>
            <a:r>
              <a:rPr lang="en-US" altLang="zh-CN" b="1" dirty="0">
                <a:solidFill>
                  <a:srgbClr val="FF9900"/>
                </a:solidFill>
                <a:latin typeface="Times New Roman" panose="02020603050405020304" pitchFamily="18" charset="0"/>
              </a:rPr>
              <a:t>】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磁化电流体密度为</a:t>
            </a:r>
          </a:p>
        </p:txBody>
      </p:sp>
      <p:graphicFrame>
        <p:nvGraphicFramePr>
          <p:cNvPr id="19" name="Object 17">
            <a:extLst>
              <a:ext uri="{FF2B5EF4-FFF2-40B4-BE49-F238E27FC236}">
                <a16:creationId xmlns:a16="http://schemas.microsoft.com/office/drawing/2014/main" id="{0FE06DC3-A6F0-186C-3B8B-CCDA73116D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2492375"/>
          <a:ext cx="5281612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514600" imgH="419040" progId="Equation.DSMT4">
                  <p:embed/>
                </p:oleObj>
              </mc:Choice>
              <mc:Fallback>
                <p:oleObj name="Equation" r:id="rId14" imgW="2514600" imgH="419040" progId="Equation.DSMT4">
                  <p:embed/>
                  <p:pic>
                    <p:nvPicPr>
                      <p:cNvPr id="122897" name="Object 17">
                        <a:extLst>
                          <a:ext uri="{FF2B5EF4-FFF2-40B4-BE49-F238E27FC236}">
                            <a16:creationId xmlns:a16="http://schemas.microsoft.com/office/drawing/2014/main" id="{98CEEAD2-C4A2-8DF3-AE91-12778BFBF9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492375"/>
                        <a:ext cx="5281612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8">
            <a:extLst>
              <a:ext uri="{FF2B5EF4-FFF2-40B4-BE49-F238E27FC236}">
                <a16:creationId xmlns:a16="http://schemas.microsoft.com/office/drawing/2014/main" id="{6227549C-27D3-1297-B7CC-7376F97400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44588" y="3879850"/>
          <a:ext cx="4248150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815840" imgH="266400" progId="Equation.DSMT4">
                  <p:embed/>
                </p:oleObj>
              </mc:Choice>
              <mc:Fallback>
                <p:oleObj name="Equation" r:id="rId16" imgW="1815840" imgH="266400" progId="Equation.DSMT4">
                  <p:embed/>
                  <p:pic>
                    <p:nvPicPr>
                      <p:cNvPr id="122898" name="Object 18">
                        <a:extLst>
                          <a:ext uri="{FF2B5EF4-FFF2-40B4-BE49-F238E27FC236}">
                            <a16:creationId xmlns:a16="http://schemas.microsoft.com/office/drawing/2014/main" id="{6D19FC89-7A9B-69A0-50FA-1651838B74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3879850"/>
                        <a:ext cx="4248150" cy="628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Group 19">
            <a:extLst>
              <a:ext uri="{FF2B5EF4-FFF2-40B4-BE49-F238E27FC236}">
                <a16:creationId xmlns:a16="http://schemas.microsoft.com/office/drawing/2014/main" id="{B1BF8403-18C1-8031-E070-D88F9E06288E}"/>
              </a:ext>
            </a:extLst>
          </p:cNvPr>
          <p:cNvGrpSpPr>
            <a:grpSpLocks/>
          </p:cNvGrpSpPr>
          <p:nvPr/>
        </p:nvGrpSpPr>
        <p:grpSpPr bwMode="auto">
          <a:xfrm>
            <a:off x="6875463" y="1557338"/>
            <a:ext cx="2160587" cy="2519362"/>
            <a:chOff x="4331" y="1163"/>
            <a:chExt cx="1361" cy="1587"/>
          </a:xfrm>
        </p:grpSpPr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DE255BE0-72C7-76E3-5F46-46E81ED3C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1163"/>
              <a:ext cx="1361" cy="158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Oval 21">
              <a:extLst>
                <a:ext uri="{FF2B5EF4-FFF2-40B4-BE49-F238E27FC236}">
                  <a16:creationId xmlns:a16="http://schemas.microsoft.com/office/drawing/2014/main" id="{17C16615-23AE-BFDE-61E6-D6032C18C7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85" y="1616"/>
              <a:ext cx="680" cy="680"/>
            </a:xfrm>
            <a:prstGeom prst="ellipse">
              <a:avLst/>
            </a:prstGeom>
            <a:gradFill rotWithShape="1">
              <a:gsLst>
                <a:gs pos="0">
                  <a:srgbClr val="C9C9C9"/>
                </a:gs>
                <a:gs pos="100000">
                  <a:srgbClr val="C9C9C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zh-CN" b="1"/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CB85CE24-C2CD-957A-F9F0-7ADB0E2C5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6" y="1888"/>
              <a:ext cx="299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endParaRPr lang="en-US" altLang="zh-CN" sz="1800" b="1">
                <a:ea typeface="宋体" panose="02010600030101010101" pitchFamily="2" charset="-122"/>
              </a:endParaRPr>
            </a:p>
          </p:txBody>
        </p:sp>
        <p:sp>
          <p:nvSpPr>
            <p:cNvPr id="25" name="Text Box 23">
              <a:extLst>
                <a:ext uri="{FF2B5EF4-FFF2-40B4-BE49-F238E27FC236}">
                  <a16:creationId xmlns:a16="http://schemas.microsoft.com/office/drawing/2014/main" id="{9CB1621C-0971-B5BA-7DEF-255C1ECF0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1" y="1707"/>
              <a:ext cx="19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en-US" altLang="zh-CN" b="1">
                <a:ea typeface="宋体" panose="02010600030101010101" pitchFamily="2" charset="-122"/>
              </a:endParaRPr>
            </a:p>
          </p:txBody>
        </p:sp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81279828-E0A4-C55F-4B7A-DCD48F3B47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902" y="1163"/>
              <a:ext cx="363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r>
                <a:rPr lang="en-US" altLang="zh-CN" sz="2000" b="1" i="1"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endParaRPr lang="en-US" altLang="zh-CN" sz="2000" b="1" i="1">
                <a:ea typeface="宋体" panose="02010600030101010101" pitchFamily="2" charset="-122"/>
              </a:endParaRPr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28473BBC-B350-29FD-C545-26C2B79ED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6" y="2319"/>
              <a:ext cx="1270" cy="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/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球形磁介质</a:t>
              </a:r>
            </a:p>
            <a:p>
              <a:pPr algn="ctr"/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的磁化强度</a:t>
              </a:r>
              <a:endParaRPr lang="zh-CN" altLang="en-US" sz="1800" b="1">
                <a:ea typeface="宋体" panose="02010600030101010101" pitchFamily="2" charset="-122"/>
              </a:endParaRPr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0BA3577D-C766-FD63-B2D7-C271758CB1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32" y="1253"/>
              <a:ext cx="0" cy="690"/>
            </a:xfrm>
            <a:prstGeom prst="line">
              <a:avLst/>
            </a:prstGeom>
            <a:noFill/>
            <a:ln w="222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49D9EACF-2D03-B906-7CB8-0C3DA60733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932" y="1490"/>
              <a:ext cx="440" cy="45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8">
              <a:extLst>
                <a:ext uri="{FF2B5EF4-FFF2-40B4-BE49-F238E27FC236}">
                  <a16:creationId xmlns:a16="http://schemas.microsoft.com/office/drawing/2014/main" id="{5A38ABCB-E0D6-27CD-7044-D73B97480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59" y="1701"/>
              <a:ext cx="215" cy="23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Arc 29">
              <a:extLst>
                <a:ext uri="{FF2B5EF4-FFF2-40B4-BE49-F238E27FC236}">
                  <a16:creationId xmlns:a16="http://schemas.microsoft.com/office/drawing/2014/main" id="{43957105-B996-76B9-CD44-89E3E2E8A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0" y="1778"/>
              <a:ext cx="89" cy="7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Box 30">
              <a:extLst>
                <a:ext uri="{FF2B5EF4-FFF2-40B4-BE49-F238E27FC236}">
                  <a16:creationId xmlns:a16="http://schemas.microsoft.com/office/drawing/2014/main" id="{4A55C022-EC54-5093-1F7E-E0C154407B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2" y="1639"/>
              <a:ext cx="25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7C24B2E4-7561-E08B-809E-BDC3998DCE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84" y="1769"/>
              <a:ext cx="0" cy="34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" name="Object 32">
              <a:extLst>
                <a:ext uri="{FF2B5EF4-FFF2-40B4-BE49-F238E27FC236}">
                  <a16:creationId xmlns:a16="http://schemas.microsoft.com/office/drawing/2014/main" id="{70FB1EF4-FE75-BDC9-9520-AA616BEFEAD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74" y="1344"/>
            <a:ext cx="222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52280" imgH="228600" progId="Equation.DSMT4">
                    <p:embed/>
                  </p:oleObj>
                </mc:Choice>
                <mc:Fallback>
                  <p:oleObj name="Equation" r:id="rId18" imgW="152280" imgH="228600" progId="Equation.DSMT4">
                    <p:embed/>
                    <p:pic>
                      <p:nvPicPr>
                        <p:cNvPr id="122912" name="Object 32">
                          <a:extLst>
                            <a:ext uri="{FF2B5EF4-FFF2-40B4-BE49-F238E27FC236}">
                              <a16:creationId xmlns:a16="http://schemas.microsoft.com/office/drawing/2014/main" id="{E31E9D04-B545-D92E-EDAF-2068D2C800B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4" y="1344"/>
                          <a:ext cx="222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33">
              <a:extLst>
                <a:ext uri="{FF2B5EF4-FFF2-40B4-BE49-F238E27FC236}">
                  <a16:creationId xmlns:a16="http://schemas.microsoft.com/office/drawing/2014/main" id="{04DF9092-BA2D-A141-C99B-02BC371D964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419" y="1752"/>
            <a:ext cx="240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64880" imgH="228600" progId="Equation.DSMT4">
                    <p:embed/>
                  </p:oleObj>
                </mc:Choice>
                <mc:Fallback>
                  <p:oleObj name="Equation" r:id="rId20" imgW="164880" imgH="228600" progId="Equation.DSMT4">
                    <p:embed/>
                    <p:pic>
                      <p:nvPicPr>
                        <p:cNvPr id="122913" name="Object 33">
                          <a:extLst>
                            <a:ext uri="{FF2B5EF4-FFF2-40B4-BE49-F238E27FC236}">
                              <a16:creationId xmlns:a16="http://schemas.microsoft.com/office/drawing/2014/main" id="{73D6F4F4-6127-02F1-A0AB-5FFEA0A3BC3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19" y="1752"/>
                          <a:ext cx="240" cy="3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34">
              <a:extLst>
                <a:ext uri="{FF2B5EF4-FFF2-40B4-BE49-F238E27FC236}">
                  <a16:creationId xmlns:a16="http://schemas.microsoft.com/office/drawing/2014/main" id="{CBDF3986-5459-3F26-6976-642E7BBA3B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20" y="1571"/>
            <a:ext cx="184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26720" imgH="177480" progId="Equation.DSMT4">
                    <p:embed/>
                  </p:oleObj>
                </mc:Choice>
                <mc:Fallback>
                  <p:oleObj name="Equation" r:id="rId22" imgW="126720" imgH="177480" progId="Equation.DSMT4">
                    <p:embed/>
                    <p:pic>
                      <p:nvPicPr>
                        <p:cNvPr id="122914" name="Object 34">
                          <a:extLst>
                            <a:ext uri="{FF2B5EF4-FFF2-40B4-BE49-F238E27FC236}">
                              <a16:creationId xmlns:a16="http://schemas.microsoft.com/office/drawing/2014/main" id="{6885033F-516A-B644-4E05-F1BFFB4B323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0" y="1571"/>
                          <a:ext cx="184" cy="2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35">
              <a:extLst>
                <a:ext uri="{FF2B5EF4-FFF2-40B4-BE49-F238E27FC236}">
                  <a16:creationId xmlns:a16="http://schemas.microsoft.com/office/drawing/2014/main" id="{6E47F03C-7C8D-C0BA-2619-11439110A8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8" y="1435"/>
            <a:ext cx="296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203040" imgH="203040" progId="Equation.DSMT4">
                    <p:embed/>
                  </p:oleObj>
                </mc:Choice>
                <mc:Fallback>
                  <p:oleObj name="Equation" r:id="rId24" imgW="203040" imgH="203040" progId="Equation.DSMT4">
                    <p:embed/>
                    <p:pic>
                      <p:nvPicPr>
                        <p:cNvPr id="122915" name="Object 35">
                          <a:extLst>
                            <a:ext uri="{FF2B5EF4-FFF2-40B4-BE49-F238E27FC236}">
                              <a16:creationId xmlns:a16="http://schemas.microsoft.com/office/drawing/2014/main" id="{85AE0DE4-AB7C-F82D-7191-348E41DBF7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1435"/>
                          <a:ext cx="296" cy="2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Group 36">
            <a:extLst>
              <a:ext uri="{FF2B5EF4-FFF2-40B4-BE49-F238E27FC236}">
                <a16:creationId xmlns:a16="http://schemas.microsoft.com/office/drawing/2014/main" id="{34CCA39F-936A-8B62-BCCF-6AE925B4C1CC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4508500"/>
            <a:ext cx="6697663" cy="649288"/>
            <a:chOff x="1292" y="2840"/>
            <a:chExt cx="4219" cy="409"/>
          </a:xfrm>
        </p:grpSpPr>
        <p:graphicFrame>
          <p:nvGraphicFramePr>
            <p:cNvPr id="39" name="Object 37">
              <a:extLst>
                <a:ext uri="{FF2B5EF4-FFF2-40B4-BE49-F238E27FC236}">
                  <a16:creationId xmlns:a16="http://schemas.microsoft.com/office/drawing/2014/main" id="{8030F530-CDA6-2CCC-3CD3-C06496B418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8" y="2840"/>
            <a:ext cx="1943" cy="3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1333440" imgH="228600" progId="Equation.DSMT4">
                    <p:embed/>
                  </p:oleObj>
                </mc:Choice>
                <mc:Fallback>
                  <p:oleObj name="Equation" r:id="rId26" imgW="1333440" imgH="228600" progId="Equation.DSMT4">
                    <p:embed/>
                    <p:pic>
                      <p:nvPicPr>
                        <p:cNvPr id="122917" name="Object 37">
                          <a:extLst>
                            <a:ext uri="{FF2B5EF4-FFF2-40B4-BE49-F238E27FC236}">
                              <a16:creationId xmlns:a16="http://schemas.microsoft.com/office/drawing/2014/main" id="{08E5DA6A-F757-3047-76A3-922B8068C2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2840"/>
                          <a:ext cx="1943" cy="333"/>
                        </a:xfrm>
                        <a:prstGeom prst="rect">
                          <a:avLst/>
                        </a:prstGeom>
                        <a:noFill/>
                        <a:ln w="1587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Oval 38">
              <a:extLst>
                <a:ext uri="{FF2B5EF4-FFF2-40B4-BE49-F238E27FC236}">
                  <a16:creationId xmlns:a16="http://schemas.microsoft.com/office/drawing/2014/main" id="{7D7B9C89-3832-FD70-977D-554AFE3D5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2840"/>
              <a:ext cx="227" cy="409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A3BB43E6-13BF-7AD3-D3B9-2CA5DFE728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9" y="2840"/>
              <a:ext cx="2131" cy="0"/>
            </a:xfrm>
            <a:prstGeom prst="lin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40">
            <a:extLst>
              <a:ext uri="{FF2B5EF4-FFF2-40B4-BE49-F238E27FC236}">
                <a16:creationId xmlns:a16="http://schemas.microsoft.com/office/drawing/2014/main" id="{422B2F0D-5B5F-CC78-895B-7410648BE5D3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4724400"/>
            <a:ext cx="2879725" cy="720725"/>
            <a:chOff x="68" y="2976"/>
            <a:chExt cx="1814" cy="454"/>
          </a:xfrm>
        </p:grpSpPr>
        <p:graphicFrame>
          <p:nvGraphicFramePr>
            <p:cNvPr id="43" name="Object 41">
              <a:extLst>
                <a:ext uri="{FF2B5EF4-FFF2-40B4-BE49-F238E27FC236}">
                  <a16:creationId xmlns:a16="http://schemas.microsoft.com/office/drawing/2014/main" id="{7347D595-C55D-5FED-33DE-B67612354B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8" y="3166"/>
            <a:ext cx="998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685502" imgH="177723" progId="Equation.DSMT4">
                    <p:embed/>
                  </p:oleObj>
                </mc:Choice>
                <mc:Fallback>
                  <p:oleObj name="Equation" r:id="rId28" imgW="685502" imgH="177723" progId="Equation.DSMT4">
                    <p:embed/>
                    <p:pic>
                      <p:nvPicPr>
                        <p:cNvPr id="122921" name="Object 41">
                          <a:extLst>
                            <a:ext uri="{FF2B5EF4-FFF2-40B4-BE49-F238E27FC236}">
                              <a16:creationId xmlns:a16="http://schemas.microsoft.com/office/drawing/2014/main" id="{4B0E453B-E49B-C544-4CA2-2D0563C2198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" y="3166"/>
                          <a:ext cx="998" cy="264"/>
                        </a:xfrm>
                        <a:prstGeom prst="rect">
                          <a:avLst/>
                        </a:prstGeom>
                        <a:noFill/>
                        <a:ln w="1587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Oval 42">
              <a:extLst>
                <a:ext uri="{FF2B5EF4-FFF2-40B4-BE49-F238E27FC236}">
                  <a16:creationId xmlns:a16="http://schemas.microsoft.com/office/drawing/2014/main" id="{1AD43671-8335-804E-AC0E-53BF9D2DE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1" y="2976"/>
              <a:ext cx="181" cy="227"/>
            </a:xfrm>
            <a:prstGeom prst="ellipse">
              <a:avLst/>
            </a:prstGeom>
            <a:noFill/>
            <a:ln w="158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235FDE71-FDBD-1B8A-EB04-DFD6F64FA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3203"/>
              <a:ext cx="680" cy="91"/>
            </a:xfrm>
            <a:custGeom>
              <a:avLst/>
              <a:gdLst>
                <a:gd name="T0" fmla="*/ 0 w 680"/>
                <a:gd name="T1" fmla="*/ 91 h 91"/>
                <a:gd name="T2" fmla="*/ 544 w 680"/>
                <a:gd name="T3" fmla="*/ 91 h 91"/>
                <a:gd name="T4" fmla="*/ 680 w 680"/>
                <a:gd name="T5" fmla="*/ 0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0" h="91">
                  <a:moveTo>
                    <a:pt x="0" y="91"/>
                  </a:moveTo>
                  <a:lnTo>
                    <a:pt x="544" y="91"/>
                  </a:lnTo>
                  <a:lnTo>
                    <a:pt x="680" y="0"/>
                  </a:lnTo>
                </a:path>
              </a:pathLst>
            </a:custGeom>
            <a:noFill/>
            <a:ln w="15875" cap="flat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62993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灯片编号占位符 3">
            <a:extLst>
              <a:ext uri="{FF2B5EF4-FFF2-40B4-BE49-F238E27FC236}">
                <a16:creationId xmlns:a16="http://schemas.microsoft.com/office/drawing/2014/main" id="{251EDEBE-04CE-A526-ED1F-D6436956DC5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E68BE577-F6C8-45AE-BF38-892CC60EDA7B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39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827394" name="Rectangle 2">
            <a:extLst>
              <a:ext uri="{FF2B5EF4-FFF2-40B4-BE49-F238E27FC236}">
                <a16:creationId xmlns:a16="http://schemas.microsoft.com/office/drawing/2014/main" id="{B0532953-5BD9-2FCF-4919-05FB8F350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6700" y="595313"/>
            <a:ext cx="2341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80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   结</a:t>
            </a:r>
            <a:endParaRPr lang="zh-CN" altLang="en-US" sz="28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7943" name="AutoShape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D598A42-1E2F-DC12-58CB-8126D259D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7944" name="AutoShape 1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D970BB0-8780-F832-FCE2-AC9E10B37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7945" name="AutoShape 1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E971549-4A96-62F5-86C0-F731C3C4F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67946" name="AutoShape 12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B2FDB057-9849-73FC-33DE-911A75449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aphicFrame>
        <p:nvGraphicFramePr>
          <p:cNvPr id="827405" name="Object 13">
            <a:extLst>
              <a:ext uri="{FF2B5EF4-FFF2-40B4-BE49-F238E27FC236}">
                <a16:creationId xmlns:a16="http://schemas.microsoft.com/office/drawing/2014/main" id="{156F73E5-E4D7-B79D-9C0F-5E1D92EC44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43663" y="5013325"/>
          <a:ext cx="18684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41224" imgH="152539" progId="Equation.DSMT4">
                  <p:embed/>
                </p:oleObj>
              </mc:Choice>
              <mc:Fallback>
                <p:oleObj r:id="rId3" imgW="641224" imgH="152539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5013325"/>
                        <a:ext cx="1868487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7406" name="Object 14">
            <a:extLst>
              <a:ext uri="{FF2B5EF4-FFF2-40B4-BE49-F238E27FC236}">
                <a16:creationId xmlns:a16="http://schemas.microsoft.com/office/drawing/2014/main" id="{786E4193-E705-DB6B-E5F5-38E9817B25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4005263"/>
          <a:ext cx="531495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81096" imgH="336665" progId="Equation.DSMT4">
                  <p:embed/>
                </p:oleObj>
              </mc:Choice>
              <mc:Fallback>
                <p:oleObj r:id="rId5" imgW="1981096" imgH="33666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005263"/>
                        <a:ext cx="531495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8">
            <a:extLst>
              <a:ext uri="{FF2B5EF4-FFF2-40B4-BE49-F238E27FC236}">
                <a16:creationId xmlns:a16="http://schemas.microsoft.com/office/drawing/2014/main" id="{ECEF1EEF-8BD6-30C8-D64C-6BE4155F2EB1}"/>
              </a:ext>
            </a:extLst>
          </p:cNvPr>
          <p:cNvGrpSpPr>
            <a:grpSpLocks/>
          </p:cNvGrpSpPr>
          <p:nvPr/>
        </p:nvGrpSpPr>
        <p:grpSpPr bwMode="auto">
          <a:xfrm>
            <a:off x="579438" y="3460750"/>
            <a:ext cx="6286500" cy="547688"/>
            <a:chOff x="385" y="2160"/>
            <a:chExt cx="3960" cy="345"/>
          </a:xfrm>
        </p:grpSpPr>
        <p:grpSp>
          <p:nvGrpSpPr>
            <p:cNvPr id="167962" name="Group 19">
              <a:extLst>
                <a:ext uri="{FF2B5EF4-FFF2-40B4-BE49-F238E27FC236}">
                  <a16:creationId xmlns:a16="http://schemas.microsoft.com/office/drawing/2014/main" id="{74FE3646-52CB-61B4-FCF1-AD0266B6FF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" y="2160"/>
              <a:ext cx="3733" cy="345"/>
              <a:chOff x="793" y="2858"/>
              <a:chExt cx="3733" cy="345"/>
            </a:xfrm>
          </p:grpSpPr>
          <p:sp>
            <p:nvSpPr>
              <p:cNvPr id="167964" name="Rectangle 20">
                <a:extLst>
                  <a:ext uri="{FF2B5EF4-FFF2-40B4-BE49-F238E27FC236}">
                    <a16:creationId xmlns:a16="http://schemas.microsoft.com/office/drawing/2014/main" id="{2897A287-C5E4-B89A-120C-1DDA64B3F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2886"/>
                <a:ext cx="340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bg1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eaLnBrk="1" hangingPunct="1"/>
                <a:r>
                  <a:rPr lang="zh-CN" altLang="en-US"/>
                  <a:t>线性各向同性磁介质的本构关系</a:t>
                </a:r>
              </a:p>
            </p:txBody>
          </p:sp>
          <p:graphicFrame>
            <p:nvGraphicFramePr>
              <p:cNvPr id="167965" name="Object 21">
                <a:extLst>
                  <a:ext uri="{FF2B5EF4-FFF2-40B4-BE49-F238E27FC236}">
                    <a16:creationId xmlns:a16="http://schemas.microsoft.com/office/drawing/2014/main" id="{970121F9-6980-F3EC-DCB2-FA0777926A9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42" y="2858"/>
              <a:ext cx="784" cy="34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" imgW="399881" imgH="139654" progId="Equation.DSMT4">
                      <p:embed/>
                    </p:oleObj>
                  </mc:Choice>
                  <mc:Fallback>
                    <p:oleObj r:id="rId7" imgW="399881" imgH="139654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2" y="2858"/>
                            <a:ext cx="784" cy="34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67963" name="Oval 22">
              <a:extLst>
                <a:ext uri="{FF2B5EF4-FFF2-40B4-BE49-F238E27FC236}">
                  <a16:creationId xmlns:a16="http://schemas.microsoft.com/office/drawing/2014/main" id="{506FDB85-C8C3-1D36-5FB7-670DE9380F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" y="2296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7" name="Group 23">
            <a:extLst>
              <a:ext uri="{FF2B5EF4-FFF2-40B4-BE49-F238E27FC236}">
                <a16:creationId xmlns:a16="http://schemas.microsoft.com/office/drawing/2014/main" id="{879DD527-E15B-A684-40B5-FF3B498C3933}"/>
              </a:ext>
            </a:extLst>
          </p:cNvPr>
          <p:cNvGrpSpPr>
            <a:grpSpLocks/>
          </p:cNvGrpSpPr>
          <p:nvPr/>
        </p:nvGrpSpPr>
        <p:grpSpPr bwMode="auto">
          <a:xfrm>
            <a:off x="628650" y="5013325"/>
            <a:ext cx="5500688" cy="520700"/>
            <a:chOff x="396" y="3158"/>
            <a:chExt cx="3465" cy="328"/>
          </a:xfrm>
        </p:grpSpPr>
        <p:graphicFrame>
          <p:nvGraphicFramePr>
            <p:cNvPr id="167959" name="Object 24">
              <a:extLst>
                <a:ext uri="{FF2B5EF4-FFF2-40B4-BE49-F238E27FC236}">
                  <a16:creationId xmlns:a16="http://schemas.microsoft.com/office/drawing/2014/main" id="{F2D4740B-DE61-77F9-E5CE-5A1C665FB2A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5" y="3158"/>
            <a:ext cx="936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96701" imgH="152539" progId="Equation.DSMT4">
                    <p:embed/>
                  </p:oleObj>
                </mc:Choice>
                <mc:Fallback>
                  <p:oleObj r:id="rId9" imgW="596701" imgH="152539" progId="Equation.DSMT4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5" y="3158"/>
                          <a:ext cx="936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7960" name="Rectangle 25">
              <a:extLst>
                <a:ext uri="{FF2B5EF4-FFF2-40B4-BE49-F238E27FC236}">
                  <a16:creationId xmlns:a16="http://schemas.microsoft.com/office/drawing/2014/main" id="{02045607-ACA8-A587-DCA2-FE2F610BF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3158"/>
              <a:ext cx="3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/>
                <a:t>磁介质中的磁化电流密度</a:t>
              </a:r>
            </a:p>
          </p:txBody>
        </p:sp>
        <p:sp>
          <p:nvSpPr>
            <p:cNvPr id="167961" name="Oval 26">
              <a:extLst>
                <a:ext uri="{FF2B5EF4-FFF2-40B4-BE49-F238E27FC236}">
                  <a16:creationId xmlns:a16="http://schemas.microsoft.com/office/drawing/2014/main" id="{2CD5BB5C-E573-AE4F-9C54-E5084CA187D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6" y="3259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8" name="Group 31">
            <a:extLst>
              <a:ext uri="{FF2B5EF4-FFF2-40B4-BE49-F238E27FC236}">
                <a16:creationId xmlns:a16="http://schemas.microsoft.com/office/drawing/2014/main" id="{438D1AF6-30CF-9414-CF31-D46858E33FC7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4292600"/>
            <a:ext cx="5329237" cy="457200"/>
            <a:chOff x="385" y="2704"/>
            <a:chExt cx="3357" cy="288"/>
          </a:xfrm>
        </p:grpSpPr>
        <p:sp>
          <p:nvSpPr>
            <p:cNvPr id="167957" name="Rectangle 32">
              <a:extLst>
                <a:ext uri="{FF2B5EF4-FFF2-40B4-BE49-F238E27FC236}">
                  <a16:creationId xmlns:a16="http://schemas.microsoft.com/office/drawing/2014/main" id="{B51E8D6A-09E9-74DA-9DF3-14B1E1793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2704"/>
              <a:ext cx="3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/>
                <a:t>磁化强度矢量</a:t>
              </a:r>
            </a:p>
          </p:txBody>
        </p:sp>
        <p:sp>
          <p:nvSpPr>
            <p:cNvPr id="167958" name="Oval 33">
              <a:extLst>
                <a:ext uri="{FF2B5EF4-FFF2-40B4-BE49-F238E27FC236}">
                  <a16:creationId xmlns:a16="http://schemas.microsoft.com/office/drawing/2014/main" id="{9C351033-2D46-6DD5-21B2-7A8E0E3876B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" y="2795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pSp>
        <p:nvGrpSpPr>
          <p:cNvPr id="9" name="Group 34">
            <a:extLst>
              <a:ext uri="{FF2B5EF4-FFF2-40B4-BE49-F238E27FC236}">
                <a16:creationId xmlns:a16="http://schemas.microsoft.com/office/drawing/2014/main" id="{64FC7E38-936C-9EC6-2F00-38230BBFBC6F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5734050"/>
            <a:ext cx="5329237" cy="457200"/>
            <a:chOff x="385" y="572"/>
            <a:chExt cx="3357" cy="288"/>
          </a:xfrm>
        </p:grpSpPr>
        <p:sp>
          <p:nvSpPr>
            <p:cNvPr id="167955" name="Rectangle 35">
              <a:extLst>
                <a:ext uri="{FF2B5EF4-FFF2-40B4-BE49-F238E27FC236}">
                  <a16:creationId xmlns:a16="http://schemas.microsoft.com/office/drawing/2014/main" id="{363B0D5A-198C-F54B-37EE-3AD709ED7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" y="572"/>
              <a:ext cx="31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FFCC66"/>
                  </a:solidFill>
                </a:rPr>
                <a:t>真空：</a:t>
              </a:r>
              <a:r>
                <a:rPr lang="zh-CN" altLang="en-US"/>
                <a:t>无磁化效应</a:t>
              </a:r>
            </a:p>
          </p:txBody>
        </p:sp>
        <p:sp>
          <p:nvSpPr>
            <p:cNvPr id="167956" name="Oval 36">
              <a:extLst>
                <a:ext uri="{FF2B5EF4-FFF2-40B4-BE49-F238E27FC236}">
                  <a16:creationId xmlns:a16="http://schemas.microsoft.com/office/drawing/2014/main" id="{1B629DE5-5253-B0B7-9189-D5EE909DC21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" y="663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827430" name="Object 38">
            <a:extLst>
              <a:ext uri="{FF2B5EF4-FFF2-40B4-BE49-F238E27FC236}">
                <a16:creationId xmlns:a16="http://schemas.microsoft.com/office/drawing/2014/main" id="{C4779D4E-F850-854F-70B9-BBCEAD6934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5678488"/>
          <a:ext cx="451485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721028" imgH="152539" progId="Equation.3">
                  <p:embed/>
                </p:oleObj>
              </mc:Choice>
              <mc:Fallback>
                <p:oleObj r:id="rId11" imgW="1721028" imgH="152539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678488"/>
                        <a:ext cx="451485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1564BC79-25EA-E2B0-7392-FDD4C04154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0933" y="1077980"/>
            <a:ext cx="6816973" cy="23747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灯片编号占位符 2">
            <a:extLst>
              <a:ext uri="{FF2B5EF4-FFF2-40B4-BE49-F238E27FC236}">
                <a16:creationId xmlns:a16="http://schemas.microsoft.com/office/drawing/2014/main" id="{90F05A8B-69F1-AC39-5F97-AE9ADF4365A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fld id="{6B92FFA9-D55C-471C-899B-DEFD57ACF63D}" type="slidenum">
              <a:rPr altLang="zh-CN" sz="1400" b="0">
                <a:solidFill>
                  <a:schemeClr val="tx1"/>
                </a:solidFill>
                <a:ea typeface="宋体" panose="02010600030101010101" pitchFamily="2" charset="-122"/>
              </a:rPr>
              <a:pPr/>
              <a:t>40</a:t>
            </a:fld>
            <a:endParaRPr lang="zh-CN" altLang="zh-CN" sz="1400" b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83299" name="AutoShape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E1734CD-3DC8-18F7-F999-EE142509D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8088" y="6599238"/>
            <a:ext cx="360362" cy="252412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3300" name="AutoShape 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1206C0C7-E20D-1289-3B18-27829F0A4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5600" y="6599238"/>
            <a:ext cx="360363" cy="258762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3301" name="AutoShape 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D3EB7A0-9D13-8F04-6E25-74F8FB3CB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3113" y="6599238"/>
            <a:ext cx="360362" cy="252412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sp>
        <p:nvSpPr>
          <p:cNvPr id="183302" name="AutoShape 10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324B9C3-1973-9955-77FD-B14913653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3638" y="6599238"/>
            <a:ext cx="360362" cy="252412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15000"/>
              </a:spcBef>
            </a:pPr>
            <a:endParaRPr lang="zh-CN" altLang="en-US" b="0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6BBCCDEB-095B-037B-D182-05DB424564EE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196975"/>
            <a:ext cx="5111750" cy="566738"/>
            <a:chOff x="249" y="935"/>
            <a:chExt cx="2812" cy="357"/>
          </a:xfrm>
        </p:grpSpPr>
        <p:sp>
          <p:nvSpPr>
            <p:cNvPr id="183306" name="Rectangle 12">
              <a:extLst>
                <a:ext uri="{FF2B5EF4-FFF2-40B4-BE49-F238E27FC236}">
                  <a16:creationId xmlns:a16="http://schemas.microsoft.com/office/drawing/2014/main" id="{E3C5852A-70CB-8F99-E3DD-B18CA3E84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935"/>
              <a:ext cx="2676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eaLnBrk="1" hangingPunct="1">
                <a:lnSpc>
                  <a:spcPct val="130000"/>
                </a:lnSpc>
              </a:pPr>
              <a:r>
                <a:rPr lang="en-US" altLang="zh-CN"/>
                <a:t>  </a:t>
              </a:r>
              <a:r>
                <a:rPr lang="zh-CN" altLang="en-US"/>
                <a:t>线性、各向同性媒质的本构关系</a:t>
              </a:r>
            </a:p>
          </p:txBody>
        </p:sp>
        <p:sp>
          <p:nvSpPr>
            <p:cNvPr id="183307" name="Oval 13">
              <a:extLst>
                <a:ext uri="{FF2B5EF4-FFF2-40B4-BE49-F238E27FC236}">
                  <a16:creationId xmlns:a16="http://schemas.microsoft.com/office/drawing/2014/main" id="{AEC389B5-1030-7F4D-3339-6357EAF815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9" y="1081"/>
              <a:ext cx="125" cy="126"/>
            </a:xfrm>
            <a:prstGeom prst="ellipse">
              <a:avLst/>
            </a:prstGeom>
            <a:gradFill rotWithShape="1">
              <a:gsLst>
                <a:gs pos="0">
                  <a:srgbClr val="F60000"/>
                </a:gs>
                <a:gs pos="100000">
                  <a:srgbClr val="FF99CC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15000"/>
                </a:spcBef>
              </a:pPr>
              <a:endParaRPr lang="zh-CN" altLang="en-US" b="0"/>
            </a:p>
          </p:txBody>
        </p:sp>
      </p:grpSp>
      <p:graphicFrame>
        <p:nvGraphicFramePr>
          <p:cNvPr id="917528" name="Object 24">
            <a:extLst>
              <a:ext uri="{FF2B5EF4-FFF2-40B4-BE49-F238E27FC236}">
                <a16:creationId xmlns:a16="http://schemas.microsoft.com/office/drawing/2014/main" id="{602B25DD-8332-3B4E-F12D-5E5080DF549E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1042988" y="1771650"/>
          <a:ext cx="1090612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81156" imgH="565265" progId="Equation.3">
                  <p:embed/>
                </p:oleObj>
              </mc:Choice>
              <mc:Fallback>
                <p:oleObj r:id="rId4" imgW="381156" imgH="565265" progId="Equation.3">
                  <p:embed/>
                  <p:pic>
                    <p:nvPicPr>
                      <p:cNvPr id="0" name="Object 2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771650"/>
                        <a:ext cx="1090612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7529" name="Rectangle 25">
            <a:extLst>
              <a:ext uri="{FF2B5EF4-FFF2-40B4-BE49-F238E27FC236}">
                <a16:creationId xmlns:a16="http://schemas.microsoft.com/office/drawing/2014/main" id="{7C5C312F-3B56-DA9F-0B7E-3B4264D57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6700" y="595313"/>
            <a:ext cx="2341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zh-CN" altLang="en-US" sz="2800">
                <a:solidFill>
                  <a:srgbClr val="FFCC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   结</a:t>
            </a:r>
            <a:endParaRPr lang="zh-CN" altLang="en-US" sz="2800" b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CE37A1-5E97-E8BC-56F5-40593292E7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292475"/>
            <a:ext cx="9144000" cy="307195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53CEF98-D01F-FEFF-270B-5F6B8C4CC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45233" y="2026774"/>
            <a:ext cx="2664495" cy="12328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15000"/>
          </a:spcBef>
          <a:spcAft>
            <a:spcPct val="0"/>
          </a:spcAft>
          <a:buClrTx/>
          <a:buSzTx/>
          <a:buFontTx/>
          <a:buNone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9620</TotalTime>
  <Words>3845</Words>
  <Application>Microsoft Office PowerPoint</Application>
  <PresentationFormat>全屏显示(4:3)</PresentationFormat>
  <Paragraphs>949</Paragraphs>
  <Slides>40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40</vt:i4>
      </vt:variant>
    </vt:vector>
  </HeadingPairs>
  <TitlesOfParts>
    <vt:vector size="57" baseType="lpstr">
      <vt:lpstr>-apple-system</vt:lpstr>
      <vt:lpstr>inherit</vt:lpstr>
      <vt:lpstr>黑体</vt:lpstr>
      <vt:lpstr>楷体_GB2312</vt:lpstr>
      <vt:lpstr>隶书</vt:lpstr>
      <vt:lpstr>宋体</vt:lpstr>
      <vt:lpstr>幼圆</vt:lpstr>
      <vt:lpstr>Arial</vt:lpstr>
      <vt:lpstr>Symbol</vt:lpstr>
      <vt:lpstr>Times New Roman</vt:lpstr>
      <vt:lpstr>Wingdings</vt:lpstr>
      <vt:lpstr>1_默认设计模板</vt:lpstr>
      <vt:lpstr>Equation.3</vt:lpstr>
      <vt:lpstr>Visio.Drawing.11</vt:lpstr>
      <vt:lpstr>Equation.DSMT4</vt:lpstr>
      <vt:lpstr>Equation</vt:lpstr>
      <vt:lpstr>公式</vt:lpstr>
      <vt:lpstr>2.4  媒质的电磁特性（非真空中的静态场） </vt:lpstr>
      <vt:lpstr>PowerPoint 演示文稿</vt:lpstr>
      <vt:lpstr>非真空中的恒定磁场：研究恒定磁场对物质内电流的影响和作用。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2.4.1 电介质的极化 电位移矢量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2406</cp:revision>
  <dcterms:created xsi:type="dcterms:W3CDTF">2004-02-10T07:06:32Z</dcterms:created>
  <dcterms:modified xsi:type="dcterms:W3CDTF">2025-12-02T12:33:50Z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0FF6B3B4C067411E96926C055B61A004</vt:lpwstr>
  </property>
  <property fmtid="{D5CDD505-2E9C-101B-9397-08002B2CF9AE}" pid="3" name="KSOProductBuildVer">
    <vt:lpwstr>2052-11.1.0.10463</vt:lpwstr>
  </property>
</Properties>
</file>